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61" r:id="rId4"/>
    <p:sldId id="258" r:id="rId5"/>
    <p:sldId id="263" r:id="rId6"/>
    <p:sldId id="259" r:id="rId7"/>
    <p:sldId id="264" r:id="rId8"/>
    <p:sldId id="260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38111-DCC7-4168-93A1-8CBC5440AA8F}" type="datetimeFigureOut">
              <a:rPr lang="fr-FR" smtClean="0"/>
              <a:pPr/>
              <a:t>26/04/2024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2344E-145B-4F7A-BB5B-0542B79CEC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65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F0B6-B210-41ED-A200-AF45C36C5D01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36E4D-C065-4EEA-B13F-02D73C720B31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EE13-FE60-4DD7-8535-ECF6ABB2A7ED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FA31-D77C-45CF-9DFC-D07269771D8F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90F8-E0CE-4AB1-8CAC-403AB229AC32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AC8D-F92F-4979-AF2A-D1AF59451468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65FB-B4B5-43E2-9BCE-CE8EDAD21320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814-19F8-4D01-8A04-F26813190A45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366A-C210-4492-8A4D-372A7360E33D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34EC-0B53-41F0-BC54-C8603614592D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C3C20-CBAD-419E-B0F3-D80948E22CB4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0554FC1-D4E7-4B5E-BBEC-2189AD0E191D}" type="datetime1">
              <a:rPr lang="fr-FR" smtClean="0"/>
              <a:pPr/>
              <a:t>26/04/2024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2B0DF07A-FFED-4795-9950-877BEE472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Professeur: Youssef MELLAH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Compilation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Compilation</a:t>
            </a:r>
          </a:p>
          <a:p>
            <a:r>
              <a:rPr lang="fr-FR" dirty="0" smtClean="0"/>
              <a:t>Pourquoi faire de la compilation?</a:t>
            </a:r>
          </a:p>
          <a:p>
            <a:r>
              <a:rPr lang="fr-FR" dirty="0" smtClean="0"/>
              <a:t>Qu’est ce qu’un compilateur?</a:t>
            </a:r>
          </a:p>
          <a:p>
            <a:r>
              <a:rPr lang="fr-FR" dirty="0" smtClean="0"/>
              <a:t>Qu’est ce qu’un interpréteur?</a:t>
            </a:r>
          </a:p>
          <a:p>
            <a:r>
              <a:rPr lang="fr-FR" dirty="0" smtClean="0"/>
              <a:t>La décompilation</a:t>
            </a:r>
          </a:p>
          <a:p>
            <a:r>
              <a:rPr lang="fr-FR" dirty="0" smtClean="0"/>
              <a:t>Historique</a:t>
            </a:r>
          </a:p>
          <a:p>
            <a:r>
              <a:rPr lang="fr-FR" dirty="0" smtClean="0"/>
              <a:t>Compilateur/</a:t>
            </a:r>
            <a:r>
              <a:rPr lang="fr-FR" dirty="0" err="1" smtClean="0"/>
              <a:t>Intérpreteurs</a:t>
            </a:r>
            <a:r>
              <a:rPr lang="fr-FR" smtClean="0"/>
              <a:t>.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Compilation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traduction est le fait de traduire d’un langage à un autre (exemple Pascal </a:t>
            </a:r>
            <a:r>
              <a:rPr lang="fr-FR" dirty="0" smtClean="0">
                <a:sym typeface="Wingdings" pitchFamily="2" charset="2"/>
              </a:rPr>
              <a:t> C</a:t>
            </a:r>
            <a:r>
              <a:rPr lang="fr-FR" dirty="0" smtClean="0"/>
              <a:t>) </a:t>
            </a:r>
          </a:p>
          <a:p>
            <a:r>
              <a:rPr lang="fr-FR" dirty="0" smtClean="0"/>
              <a:t>La compilation est un cas particulier de la traduction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faire de la compilation?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Mener à bien l’écriture d’un programme comme un compilateur, le tester, le documenter,… a un intérêt en soi.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Un programmeur doit comprendre comment est ce que des programmes se compilent et s’exécutent. Ceci aide à la compréhension du comportement du compilateur utilisé, ainsi que ses limitations, messages d’erreurs,…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faire de la compilation?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L’étude du fonctionnement des compilateurs permet de:</a:t>
            </a:r>
          </a:p>
          <a:p>
            <a:pPr>
              <a:buFontTx/>
              <a:buChar char="-"/>
            </a:pPr>
            <a:r>
              <a:rPr lang="fr-FR" dirty="0" smtClean="0"/>
              <a:t>Comprendre les concepts des langages de programmation </a:t>
            </a:r>
          </a:p>
          <a:p>
            <a:pPr>
              <a:buFontTx/>
              <a:buChar char="-"/>
            </a:pPr>
            <a:r>
              <a:rPr lang="fr-FR" dirty="0" smtClean="0"/>
              <a:t>Eviter des erreurs de programmation et optimiser vos programmes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Qu’est ce qu’un compilateur?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Un programme, qui traduit un programme écrit dans un langage L en un programme écrit dans un langage L’ différent de L (en général L est un langage évolué et L’ est un langage moins expressif ).</a:t>
            </a:r>
          </a:p>
          <a:p>
            <a:pPr>
              <a:buNone/>
            </a:pPr>
            <a:r>
              <a:rPr lang="fr-FR" dirty="0" smtClean="0"/>
              <a:t>- Quelques exemples :</a:t>
            </a:r>
          </a:p>
          <a:p>
            <a:pPr>
              <a:buNone/>
            </a:pPr>
            <a:r>
              <a:rPr lang="fr-FR" dirty="0" smtClean="0"/>
              <a:t>- De C vers l’assembleur x86 plus les appels système Unix/Linux</a:t>
            </a:r>
          </a:p>
          <a:p>
            <a:pPr>
              <a:buNone/>
            </a:pPr>
            <a:r>
              <a:rPr lang="fr-FR" dirty="0" smtClean="0"/>
              <a:t>- De C vers l’assembleur x86 plus les appels systèmeWin32</a:t>
            </a:r>
          </a:p>
          <a:p>
            <a:pPr>
              <a:buNone/>
            </a:pPr>
            <a:r>
              <a:rPr lang="fr-FR" dirty="0" smtClean="0"/>
              <a:t>- De LATEX vers Postscript ou HTML (latex2html)</a:t>
            </a:r>
          </a:p>
          <a:p>
            <a:pPr>
              <a:buNone/>
            </a:pPr>
            <a:r>
              <a:rPr lang="fr-FR" dirty="0" smtClean="0"/>
              <a:t>- Minimisation des automates (compilation d’un automate vers un automate plus efficace)</a:t>
            </a:r>
          </a:p>
          <a:p>
            <a:pPr>
              <a:buNone/>
            </a:pPr>
            <a:r>
              <a:rPr lang="fr-FR" dirty="0" smtClean="0"/>
              <a:t>- On peut « compiler » vers une machine. . . </a:t>
            </a:r>
            <a:r>
              <a:rPr lang="fr-FR" dirty="0" err="1" smtClean="0"/>
              <a:t>interpretée</a:t>
            </a:r>
            <a:r>
              <a:rPr lang="fr-FR" dirty="0" smtClean="0"/>
              <a:t> (ex : </a:t>
            </a:r>
            <a:r>
              <a:rPr lang="fr-FR" dirty="0" err="1" smtClean="0"/>
              <a:t>bytecode</a:t>
            </a:r>
            <a:r>
              <a:rPr lang="fr-FR" dirty="0" smtClean="0"/>
              <a:t> Java, </a:t>
            </a:r>
            <a:r>
              <a:rPr lang="fr-FR" dirty="0" err="1" smtClean="0"/>
              <a:t>bytecode</a:t>
            </a:r>
            <a:r>
              <a:rPr lang="fr-FR" dirty="0" smtClean="0"/>
              <a:t> </a:t>
            </a:r>
            <a:r>
              <a:rPr lang="fr-FR" dirty="0" err="1" smtClean="0"/>
              <a:t>OCaml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Ce qui est important dans un compilateur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code produit est rapide</a:t>
            </a:r>
          </a:p>
          <a:p>
            <a:r>
              <a:rPr lang="fr-FR" dirty="0" smtClean="0"/>
              <a:t>Le compilateur est rapide</a:t>
            </a:r>
          </a:p>
          <a:p>
            <a:r>
              <a:rPr lang="fr-FR" dirty="0" smtClean="0"/>
              <a:t>Les messages d’erreurs sont précis</a:t>
            </a:r>
          </a:p>
          <a:p>
            <a:r>
              <a:rPr lang="fr-FR" dirty="0" smtClean="0"/>
              <a:t>Le code produit est correct</a:t>
            </a:r>
          </a:p>
          <a:p>
            <a:r>
              <a:rPr lang="fr-FR" dirty="0" smtClean="0"/>
              <a:t>Il supporte un débogueur</a:t>
            </a:r>
          </a:p>
          <a:p>
            <a:r>
              <a:rPr lang="fr-FR" dirty="0" smtClean="0"/>
              <a:t>Il sait faire des optimisations poussées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Qu’est ce qu’un interpréteur?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Un programme qui prends en entrée un autre programme, écrit pour une machine virtuelle, et l’exécute sans le traduire.</a:t>
            </a:r>
          </a:p>
          <a:p>
            <a:r>
              <a:rPr lang="fr-FR" dirty="0" smtClean="0"/>
              <a:t>Ex : les interpréteurs des langages </a:t>
            </a:r>
            <a:r>
              <a:rPr lang="fr-FR" dirty="0" err="1" smtClean="0"/>
              <a:t>VisualBasic</a:t>
            </a:r>
            <a:r>
              <a:rPr lang="fr-FR" dirty="0" smtClean="0"/>
              <a:t>, PERL, Python, </a:t>
            </a:r>
            <a:r>
              <a:rPr lang="fr-FR" dirty="0" err="1" smtClean="0"/>
              <a:t>Bash</a:t>
            </a:r>
            <a:r>
              <a:rPr lang="fr-FR" dirty="0" smtClean="0"/>
              <a:t>, PHP, etc.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Décompilation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On va dans le sens inverse, d’un langage moins structuré vers un langage évolué. Ex : retrouver le source C à partir d’un code compilé (d’un programme C).</a:t>
            </a:r>
          </a:p>
          <a:p>
            <a:r>
              <a:rPr lang="fr-FR" dirty="0" smtClean="0"/>
              <a:t>Applications :</a:t>
            </a:r>
          </a:p>
          <a:p>
            <a:pPr>
              <a:buNone/>
            </a:pPr>
            <a:r>
              <a:rPr lang="fr-FR" dirty="0" smtClean="0"/>
              <a:t>- récupération de vieux logiciels ;</a:t>
            </a:r>
          </a:p>
          <a:p>
            <a:pPr>
              <a:buNone/>
            </a:pPr>
            <a:r>
              <a:rPr lang="fr-FR" dirty="0" smtClean="0"/>
              <a:t>- découverte d’API cachées ;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Langages et compilation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Un ordinateur est une machine conçue pour le traitement automatique de l’information</a:t>
            </a:r>
          </a:p>
          <a:p>
            <a:r>
              <a:rPr lang="fr-FR" dirty="0" smtClean="0"/>
              <a:t>Il nécessite un langage informatique</a:t>
            </a:r>
          </a:p>
          <a:p>
            <a:r>
              <a:rPr lang="fr-FR" dirty="0" smtClean="0"/>
              <a:t>Beaucoup de programmes étaient écrits en langage machine. Parfois c’est nécessaire pour travailler directement avec des microprocesseurs. </a:t>
            </a:r>
          </a:p>
          <a:p>
            <a:r>
              <a:rPr lang="fr-FR" dirty="0" smtClean="0"/>
              <a:t>Un bref coup d’œil sur le code binaire ou hexadécimal rend compte de la chance de travailler avec des langages de haut niveau.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Langages et compilation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86756" cy="4572000"/>
          </a:xfrm>
        </p:spPr>
        <p:txBody>
          <a:bodyPr/>
          <a:lstStyle/>
          <a:p>
            <a:r>
              <a:rPr lang="fr-FR" dirty="0" smtClean="0"/>
              <a:t>Pour que les langages de haut niveau soient utilisables, on doit être capable de les convertir en une forme que la machine peut comprendre et c’est là qu’interviennent les compilateurs.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Chronologie des langages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81596"/>
          </a:xfrm>
        </p:spPr>
        <p:txBody>
          <a:bodyPr>
            <a:normAutofit/>
          </a:bodyPr>
          <a:lstStyle/>
          <a:p>
            <a:r>
              <a:rPr lang="fr-FR" dirty="0" smtClean="0"/>
              <a:t>1. Langage machine: suite de 0 et 1 exécutable directement sur la machine.</a:t>
            </a:r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 inconvénients: pas évident, réservé aux spécialistes et lié au circuit logique de la machine.</a:t>
            </a:r>
          </a:p>
          <a:p>
            <a:r>
              <a:rPr lang="fr-FR" dirty="0" smtClean="0">
                <a:sym typeface="Wingdings" pitchFamily="2" charset="2"/>
              </a:rPr>
              <a:t>2. Langage Assembleur: dépendant toujours de la machine mais non directement exécutable sur celle-ci. Ses instructions se composent de commandes représentant les adresses symboliques des données et des différents registres.</a:t>
            </a:r>
          </a:p>
          <a:p>
            <a:r>
              <a:rPr lang="fr-FR" dirty="0" smtClean="0">
                <a:sym typeface="Wingdings" pitchFamily="2" charset="2"/>
              </a:rPr>
              <a:t>L’assembleur est assez utilisé pour faire des réalisations en relations avec le matériel, comme les drivers. C’est aussi un langage préféré des programmeurs de virus informatique.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Chronologie des langages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Langages évolués ou langage de haut niveau(fortran, Pascal,…): par opposition à l’assembleur qui est considéré de bas niveau.</a:t>
            </a:r>
          </a:p>
          <a:p>
            <a:r>
              <a:rPr lang="fr-FR" dirty="0" smtClean="0"/>
              <a:t>Ces langages de haut niveau ont l’avantage d’être indépendants de la machine (portable) et d’adapter une forme proche des langages utilisés par les humains.</a:t>
            </a:r>
          </a:p>
          <a:p>
            <a:r>
              <a:rPr lang="fr-FR" dirty="0" smtClean="0"/>
              <a:t>Ni l’assembleur, ni les langages de haut niveau ne sont directement exécutables par la machine et donc un traducteur se trouve être nécessaire.</a:t>
            </a:r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Historique sur l’apparition des langages évolués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Il existe actuellement plus de 2000. Nous citons:</a:t>
            </a:r>
          </a:p>
          <a:p>
            <a:pPr>
              <a:buFontTx/>
              <a:buChar char="-"/>
            </a:pPr>
            <a:r>
              <a:rPr lang="fr-FR" dirty="0" smtClean="0"/>
              <a:t>1956: </a:t>
            </a:r>
            <a:r>
              <a:rPr lang="fr-FR" dirty="0" err="1" smtClean="0"/>
              <a:t>FORmula</a:t>
            </a:r>
            <a:r>
              <a:rPr lang="fr-FR" dirty="0" smtClean="0"/>
              <a:t> </a:t>
            </a:r>
            <a:r>
              <a:rPr lang="fr-FR" dirty="0" err="1" smtClean="0"/>
              <a:t>TRANslator</a:t>
            </a:r>
            <a:r>
              <a:rPr lang="fr-FR" dirty="0" smtClean="0"/>
              <a:t> ou FORTRAN, destiné au calcul scientifique.</a:t>
            </a:r>
          </a:p>
          <a:p>
            <a:pPr>
              <a:buFontTx/>
              <a:buChar char="-"/>
            </a:pPr>
            <a:r>
              <a:rPr lang="fr-FR" dirty="0" smtClean="0"/>
              <a:t>1958: </a:t>
            </a:r>
            <a:r>
              <a:rPr lang="fr-FR" dirty="0" err="1" smtClean="0"/>
              <a:t>ALGOrithmic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 ou ALGOL pour la résolution des </a:t>
            </a:r>
            <a:r>
              <a:rPr lang="fr-FR" dirty="0" err="1" smtClean="0"/>
              <a:t>pbs</a:t>
            </a:r>
            <a:r>
              <a:rPr lang="fr-FR" dirty="0" smtClean="0"/>
              <a:t> mathématiques.</a:t>
            </a:r>
          </a:p>
          <a:p>
            <a:pPr>
              <a:buFontTx/>
              <a:buChar char="-"/>
            </a:pPr>
            <a:r>
              <a:rPr lang="fr-FR" dirty="0" smtClean="0"/>
              <a:t>1959: Common Business </a:t>
            </a:r>
            <a:r>
              <a:rPr lang="fr-FR" dirty="0" err="1" smtClean="0"/>
              <a:t>Oriented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 ou COBOL: adapté à des </a:t>
            </a:r>
            <a:r>
              <a:rPr lang="fr-FR" dirty="0" err="1" smtClean="0"/>
              <a:t>pbs</a:t>
            </a:r>
            <a:r>
              <a:rPr lang="fr-FR" dirty="0" smtClean="0"/>
              <a:t> de nature commerciale ou administrative.</a:t>
            </a:r>
          </a:p>
          <a:p>
            <a:pPr>
              <a:buFontTx/>
              <a:buChar char="-"/>
            </a:pPr>
            <a:r>
              <a:rPr lang="fr-FR" dirty="0" smtClean="0"/>
              <a:t>1964:  PL/I </a:t>
            </a:r>
            <a:r>
              <a:rPr lang="fr-FR" dirty="0" err="1" smtClean="0"/>
              <a:t>programming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. C’est un produit de IBM. C’est un outil pédagogique intéressant par sa facilité d’apprentissage et son caractère interactif.</a:t>
            </a:r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Historique sur l’apparition des langages évolués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1970: PASCAL, outil célèbre</a:t>
            </a: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Outils de génération automatique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construction des compilateurs obéit à des règles et méthodes.</a:t>
            </a:r>
          </a:p>
          <a:p>
            <a:r>
              <a:rPr lang="fr-FR" dirty="0" smtClean="0"/>
              <a:t>Il existe des outils qui s’occupent de la génération automatique des différentes parties d’un compilateur (analyseur lexical et syntaxique) à partir d’une description formelle de la grammaire du langage considéré.</a:t>
            </a:r>
          </a:p>
          <a:p>
            <a:r>
              <a:rPr lang="fr-FR" dirty="0" smtClean="0"/>
              <a:t>Citons par exemple: </a:t>
            </a:r>
            <a:r>
              <a:rPr lang="fr-FR" dirty="0" err="1" smtClean="0"/>
              <a:t>Lex</a:t>
            </a:r>
            <a:r>
              <a:rPr lang="fr-FR" dirty="0" smtClean="0"/>
              <a:t>/</a:t>
            </a:r>
            <a:r>
              <a:rPr lang="fr-FR" dirty="0" err="1" smtClean="0"/>
              <a:t>Flex</a:t>
            </a:r>
            <a:r>
              <a:rPr lang="fr-FR" dirty="0" smtClean="0"/>
              <a:t> pour la génération d’analyseurs lexicaux(</a:t>
            </a:r>
            <a:r>
              <a:rPr lang="fr-FR" dirty="0" err="1" smtClean="0"/>
              <a:t>lexers</a:t>
            </a:r>
            <a:r>
              <a:rPr lang="fr-FR" dirty="0" smtClean="0"/>
              <a:t>), </a:t>
            </a:r>
            <a:r>
              <a:rPr lang="fr-FR" dirty="0" err="1" smtClean="0"/>
              <a:t>Yacc</a:t>
            </a:r>
            <a:r>
              <a:rPr lang="fr-FR" dirty="0" smtClean="0"/>
              <a:t>/Bison pour la génération d’analyseur syntaxiques (</a:t>
            </a:r>
            <a:r>
              <a:rPr lang="fr-FR" dirty="0" err="1" smtClean="0"/>
              <a:t>parsers</a:t>
            </a:r>
            <a:r>
              <a:rPr lang="fr-FR" dirty="0" smtClean="0"/>
              <a:t>).</a:t>
            </a:r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Compilateurs et interpréteurs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24472"/>
          </a:xfrm>
        </p:spPr>
        <p:txBody>
          <a:bodyPr/>
          <a:lstStyle/>
          <a:p>
            <a:r>
              <a:rPr lang="fr-FR" dirty="0" smtClean="0"/>
              <a:t>En imposant certaines contraintes sur les langages de haut niveau, le processus de traduction en langage machine (ou autre langage) pouvait être automatisé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 traducteurs: programmes qui acceptent (comme donnée) une représentation textuelle d’un algorithme exprimée dans un langage source et qui produit une présentation du même </a:t>
            </a:r>
            <a:r>
              <a:rPr lang="fr-FR" dirty="0" err="1" smtClean="0">
                <a:sym typeface="Wingdings" pitchFamily="2" charset="2"/>
              </a:rPr>
              <a:t>algo</a:t>
            </a:r>
            <a:r>
              <a:rPr lang="fr-FR" dirty="0" smtClean="0">
                <a:sym typeface="Wingdings" pitchFamily="2" charset="2"/>
              </a:rPr>
              <a:t> exprimée dans un langage cible</a:t>
            </a:r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Compilateurs et interpréteurs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500166" y="3357562"/>
            <a:ext cx="1271590" cy="15001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Programme source en langage source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072330" y="3357562"/>
            <a:ext cx="1200152" cy="15001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Produit en langage cible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929058" y="3500438"/>
            <a:ext cx="1700218" cy="857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Traducteur</a:t>
            </a:r>
            <a:endParaRPr lang="fr-FR" dirty="0"/>
          </a:p>
        </p:txBody>
      </p:sp>
      <p:sp>
        <p:nvSpPr>
          <p:cNvPr id="8" name="Flèche droite 7"/>
          <p:cNvSpPr/>
          <p:nvPr/>
        </p:nvSpPr>
        <p:spPr>
          <a:xfrm>
            <a:off x="2786050" y="3929066"/>
            <a:ext cx="1071570" cy="14287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>
            <a:off x="5643570" y="3929066"/>
            <a:ext cx="1357322" cy="14287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Compilateurs et interpréteurs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07A-FFED-4795-9950-877BEE472C5B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définition d’un traducteur est générale: par exemple un programme qui traduit du Pascal vers C ou Fortran est un traducteur</a:t>
            </a:r>
          </a:p>
          <a:p>
            <a:r>
              <a:rPr lang="fr-FR" dirty="0" smtClean="0"/>
              <a:t>Par convention, un compilateur est un traducteur d’un langage de programmation de haut niveau (c, pascal,…) en langage machine exécutable par le proc.</a:t>
            </a: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289</TotalTime>
  <Words>978</Words>
  <Application>Microsoft Office PowerPoint</Application>
  <PresentationFormat>Affichage à l'écran (4:3)</PresentationFormat>
  <Paragraphs>101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Calibri</vt:lpstr>
      <vt:lpstr>Franklin Gothic Book</vt:lpstr>
      <vt:lpstr>Perpetua</vt:lpstr>
      <vt:lpstr>Wingdings</vt:lpstr>
      <vt:lpstr>Wingdings 2</vt:lpstr>
      <vt:lpstr>Capitaux</vt:lpstr>
      <vt:lpstr>Compilation</vt:lpstr>
      <vt:lpstr>Présentation PowerPoint</vt:lpstr>
      <vt:lpstr>Compilation</vt:lpstr>
      <vt:lpstr>Pourquoi faire de la compilation?</vt:lpstr>
      <vt:lpstr>Pourquoi faire de la compilation?</vt:lpstr>
      <vt:lpstr>Qu’est ce qu’un compilateur?</vt:lpstr>
      <vt:lpstr>Ce qui est important dans un compilateur</vt:lpstr>
      <vt:lpstr>Qu’est ce qu’un interpréteur?</vt:lpstr>
      <vt:lpstr>Décompilation</vt:lpstr>
      <vt:lpstr>Langages et compilation</vt:lpstr>
      <vt:lpstr>Langages et compilation</vt:lpstr>
      <vt:lpstr>Chronologie des langages</vt:lpstr>
      <vt:lpstr>Chronologie des langages</vt:lpstr>
      <vt:lpstr>Historique sur l’apparition des langages évolués</vt:lpstr>
      <vt:lpstr>Historique sur l’apparition des langages évolués</vt:lpstr>
      <vt:lpstr>Outils de génération automatique</vt:lpstr>
      <vt:lpstr>Compilateurs et interpréteurs</vt:lpstr>
      <vt:lpstr>Compilateurs et interpréteurs</vt:lpstr>
      <vt:lpstr>Compilateurs et interpréteurs</vt:lpstr>
    </vt:vector>
  </TitlesOfParts>
  <Company>XP2008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</dc:creator>
  <cp:lastModifiedBy>Utilisateur Windows</cp:lastModifiedBy>
  <cp:revision>50</cp:revision>
  <dcterms:created xsi:type="dcterms:W3CDTF">2013-02-13T20:52:18Z</dcterms:created>
  <dcterms:modified xsi:type="dcterms:W3CDTF">2024-04-26T23:10:22Z</dcterms:modified>
</cp:coreProperties>
</file>