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8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81" autoAdjust="0"/>
    <p:restoredTop sz="94660"/>
  </p:normalViewPr>
  <p:slideViewPr>
    <p:cSldViewPr>
      <p:cViewPr varScale="1">
        <p:scale>
          <a:sx n="66" d="100"/>
          <a:sy n="66" d="100"/>
        </p:scale>
        <p:origin x="9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24860-7762-422D-B01B-53332CED5C4D}" type="datetimeFigureOut">
              <a:rPr lang="fr-FR" smtClean="0"/>
              <a:pPr/>
              <a:t>14/05/2024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B0D3-6353-4318-BA72-93246332DD0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63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D3ED7-EE1E-4778-B2E7-0340EA959634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6A06-CE1B-4721-82F2-95313B8DB7CF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6BE5-D184-4AFA-82D7-2BE3D7532793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06E5-A8EE-46E2-B4DB-E88CF698DB59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AB9-5DA6-46BD-A05A-D78A592449FF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788A-BF0C-4D96-A54F-2C74740C025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DC91-0E1A-47A9-9B73-D6FD1925E194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1D28-9344-45FC-B971-7AF56B665820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1935-5421-4E41-B832-6FCD7DF50B0A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AFFE-F7A2-4934-83C6-B56B4C9DFC7D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2234B4-070B-4CDA-A87E-C70183994B00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Compilation 5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E7CA-AA23-473B-AFDE-382BF0FA1A64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Rappel: Format d’une spécification 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%{</a:t>
            </a:r>
          </a:p>
          <a:p>
            <a:r>
              <a:rPr lang="fr-FR" dirty="0" smtClean="0"/>
              <a:t>Déclaration (en C) de variables, constantes,…</a:t>
            </a:r>
          </a:p>
          <a:p>
            <a:r>
              <a:rPr lang="fr-FR" dirty="0" smtClean="0"/>
              <a:t>%}</a:t>
            </a:r>
          </a:p>
          <a:p>
            <a:r>
              <a:rPr lang="fr-FR" dirty="0" smtClean="0"/>
              <a:t>Déclaration de définitions régulières</a:t>
            </a:r>
          </a:p>
          <a:p>
            <a:r>
              <a:rPr lang="fr-FR" dirty="0" smtClean="0"/>
              <a:t>%%</a:t>
            </a:r>
          </a:p>
          <a:p>
            <a:r>
              <a:rPr lang="fr-FR" dirty="0" smtClean="0"/>
              <a:t>Règles de traductions</a:t>
            </a:r>
          </a:p>
          <a:p>
            <a:r>
              <a:rPr lang="fr-FR" dirty="0" smtClean="0"/>
              <a:t>%%</a:t>
            </a:r>
          </a:p>
          <a:p>
            <a:r>
              <a:rPr lang="fr-FR" dirty="0" smtClean="0"/>
              <a:t>Bloc principal et fonctions auxiliaires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Rappel: Format d’une spécification 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Partie 1: déclaration de variables, de constantes et de définitions régulières. Par exemple: chiffre [0-9]</a:t>
            </a:r>
          </a:p>
          <a:p>
            <a:endParaRPr lang="fr-FR" dirty="0" smtClean="0"/>
          </a:p>
          <a:p>
            <a:r>
              <a:rPr lang="fr-FR" dirty="0" smtClean="0"/>
              <a:t>Partie2: règles de traduction, de la forme:</a:t>
            </a:r>
          </a:p>
          <a:p>
            <a:pPr>
              <a:buNone/>
            </a:pPr>
            <a:r>
              <a:rPr lang="fr-FR" dirty="0" smtClean="0"/>
              <a:t>   </a:t>
            </a:r>
            <a:r>
              <a:rPr lang="fr-FR" dirty="0" err="1" smtClean="0"/>
              <a:t>ExpReg</a:t>
            </a:r>
            <a:r>
              <a:rPr lang="fr-FR" dirty="0" smtClean="0"/>
              <a:t>  {Action}</a:t>
            </a:r>
          </a:p>
          <a:p>
            <a:pPr>
              <a:buFontTx/>
              <a:buChar char="-"/>
            </a:pPr>
            <a:r>
              <a:rPr lang="fr-FR" dirty="0" err="1" smtClean="0"/>
              <a:t>ExpReg</a:t>
            </a:r>
            <a:r>
              <a:rPr lang="fr-FR" dirty="0" smtClean="0"/>
              <a:t> est une expression régulière</a:t>
            </a:r>
          </a:p>
          <a:p>
            <a:pPr>
              <a:buFontTx/>
              <a:buChar char="-"/>
            </a:pPr>
            <a:r>
              <a:rPr lang="fr-FR" dirty="0" smtClean="0"/>
              <a:t>Action est un fragment de code C, qui sera exécuté chaque fois qu’un </a:t>
            </a:r>
            <a:r>
              <a:rPr lang="fr-FR" dirty="0" err="1" smtClean="0"/>
              <a:t>token</a:t>
            </a:r>
            <a:r>
              <a:rPr lang="fr-FR" dirty="0" smtClean="0"/>
              <a:t> satisfaisant </a:t>
            </a:r>
            <a:r>
              <a:rPr lang="fr-FR" dirty="0" err="1" smtClean="0"/>
              <a:t>ExpReg</a:t>
            </a:r>
            <a:r>
              <a:rPr lang="fr-FR" dirty="0" smtClean="0"/>
              <a:t> est rencontré</a:t>
            </a:r>
          </a:p>
          <a:p>
            <a:pPr>
              <a:buFontTx/>
              <a:buChar char="-"/>
            </a:pPr>
            <a:r>
              <a:rPr lang="fr-FR" dirty="0" smtClean="0"/>
              <a:t>Les actions peuvent faire appel au expression régulières de la partie 1 grâce au {}</a:t>
            </a:r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Rappel: Format d’une spécification 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Partie 3: procédure de l’utilisateur: fonction main()</a:t>
            </a:r>
          </a:p>
          <a:p>
            <a:endParaRPr lang="fr-FR" dirty="0" smtClean="0"/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Variables spéciales accessibles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Dans les actions, on peut accéder à certaines variables spéciales:</a:t>
            </a:r>
          </a:p>
          <a:p>
            <a:pPr>
              <a:buFontTx/>
              <a:buChar char="-"/>
            </a:pPr>
            <a:r>
              <a:rPr lang="fr-FR" dirty="0" err="1" smtClean="0"/>
              <a:t>yyleng</a:t>
            </a:r>
            <a:r>
              <a:rPr lang="fr-FR" dirty="0" smtClean="0"/>
              <a:t>: contient la taille du </a:t>
            </a:r>
            <a:r>
              <a:rPr lang="fr-FR" dirty="0" err="1" smtClean="0"/>
              <a:t>token</a:t>
            </a:r>
            <a:r>
              <a:rPr lang="fr-FR" dirty="0" smtClean="0"/>
              <a:t> reconnu</a:t>
            </a:r>
          </a:p>
          <a:p>
            <a:pPr>
              <a:buFontTx/>
              <a:buChar char="-"/>
            </a:pPr>
            <a:r>
              <a:rPr lang="fr-FR" dirty="0" err="1" smtClean="0"/>
              <a:t>yytext</a:t>
            </a:r>
            <a:r>
              <a:rPr lang="fr-FR" dirty="0" smtClean="0"/>
              <a:t> est une variable de type char* qui  pointe vers la chaine de caractères reconnue par l’</a:t>
            </a:r>
            <a:r>
              <a:rPr lang="fr-FR" dirty="0" err="1" smtClean="0"/>
              <a:t>expr</a:t>
            </a:r>
            <a:r>
              <a:rPr lang="fr-FR" dirty="0" smtClean="0"/>
              <a:t> régulière</a:t>
            </a:r>
          </a:p>
          <a:p>
            <a:pPr>
              <a:buFontTx/>
              <a:buChar char="-"/>
            </a:pPr>
            <a:r>
              <a:rPr lang="fr-FR" dirty="0" err="1" smtClean="0"/>
              <a:t>Yylval</a:t>
            </a:r>
            <a:r>
              <a:rPr lang="fr-FR" dirty="0" smtClean="0"/>
              <a:t>: permet de passer des valeurs entière à YACC.</a:t>
            </a:r>
          </a:p>
          <a:p>
            <a:pPr>
              <a:buFontTx/>
              <a:buChar char="-"/>
            </a:pPr>
            <a:r>
              <a:rPr lang="fr-FR" dirty="0" smtClean="0"/>
              <a:t>Il existe aussi une action ECHO qui est équivalente à </a:t>
            </a:r>
            <a:r>
              <a:rPr lang="fr-FR" dirty="0" err="1" smtClean="0"/>
              <a:t>printf</a:t>
            </a:r>
            <a:r>
              <a:rPr lang="fr-FR" dirty="0" smtClean="0"/>
              <a:t>(«%s », </a:t>
            </a:r>
            <a:r>
              <a:rPr lang="fr-FR" dirty="0" err="1" smtClean="0"/>
              <a:t>yytext</a:t>
            </a:r>
            <a:r>
              <a:rPr lang="fr-FR" dirty="0" smtClean="0"/>
              <a:t>)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 1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Ecrire un filtre qui compte le nombre de caractères, de mots et de lignes d’un fichier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Sol 1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dirty="0" smtClean="0"/>
              <a:t>chiffre [0-9]</a:t>
            </a:r>
          </a:p>
          <a:p>
            <a:pPr>
              <a:buNone/>
            </a:pPr>
            <a:r>
              <a:rPr lang="fr-FR" dirty="0" smtClean="0"/>
              <a:t>lettre [a-z]|[A-Z]</a:t>
            </a:r>
          </a:p>
          <a:p>
            <a:pPr>
              <a:buNone/>
            </a:pPr>
            <a:r>
              <a:rPr lang="fr-FR" dirty="0" err="1" smtClean="0"/>
              <a:t>alphanum</a:t>
            </a:r>
            <a:r>
              <a:rPr lang="fr-FR" dirty="0" smtClean="0"/>
              <a:t> {chiffre}|{lettre}</a:t>
            </a:r>
          </a:p>
          <a:p>
            <a:pPr>
              <a:buNone/>
            </a:pPr>
            <a:r>
              <a:rPr lang="fr-FR" dirty="0" smtClean="0"/>
              <a:t>blanc " "</a:t>
            </a:r>
          </a:p>
          <a:p>
            <a:pPr>
              <a:buNone/>
            </a:pPr>
            <a:r>
              <a:rPr lang="fr-FR" dirty="0" smtClean="0"/>
              <a:t>%{</a:t>
            </a:r>
          </a:p>
          <a:p>
            <a:pPr>
              <a:buNone/>
            </a:pPr>
            <a:r>
              <a:rPr lang="fr-FR" dirty="0" err="1" smtClean="0"/>
              <a:t>int</a:t>
            </a:r>
            <a:r>
              <a:rPr lang="fr-FR" dirty="0" smtClean="0"/>
              <a:t> </a:t>
            </a:r>
            <a:r>
              <a:rPr lang="fr-FR" dirty="0" err="1" smtClean="0"/>
              <a:t>Nb_Car</a:t>
            </a:r>
            <a:r>
              <a:rPr lang="fr-FR" dirty="0" smtClean="0"/>
              <a:t>, </a:t>
            </a:r>
            <a:r>
              <a:rPr lang="fr-FR" dirty="0" err="1" smtClean="0"/>
              <a:t>Nb_Word</a:t>
            </a:r>
            <a:r>
              <a:rPr lang="fr-FR" dirty="0" smtClean="0"/>
              <a:t>, </a:t>
            </a:r>
            <a:r>
              <a:rPr lang="fr-FR" dirty="0" err="1" smtClean="0"/>
              <a:t>Nb_Line</a:t>
            </a:r>
            <a:r>
              <a:rPr lang="fr-FR" dirty="0" smtClean="0"/>
              <a:t>;</a:t>
            </a:r>
          </a:p>
          <a:p>
            <a:pPr>
              <a:buNone/>
            </a:pPr>
            <a:r>
              <a:rPr lang="fr-FR" dirty="0" smtClean="0"/>
              <a:t>%}</a:t>
            </a:r>
          </a:p>
          <a:p>
            <a:pPr>
              <a:buNone/>
            </a:pPr>
            <a:r>
              <a:rPr lang="fr-FR" dirty="0" smtClean="0"/>
              <a:t>%%</a:t>
            </a:r>
          </a:p>
          <a:p>
            <a:pPr>
              <a:buNone/>
            </a:pPr>
            <a:r>
              <a:rPr lang="fr-FR" dirty="0" smtClean="0"/>
              <a:t>({</a:t>
            </a:r>
            <a:r>
              <a:rPr lang="fr-FR" dirty="0" err="1" smtClean="0"/>
              <a:t>alphanum</a:t>
            </a:r>
            <a:r>
              <a:rPr lang="fr-FR" dirty="0" smtClean="0"/>
              <a:t>})+ {ECHO; </a:t>
            </a:r>
            <a:r>
              <a:rPr lang="fr-FR" dirty="0" err="1" smtClean="0"/>
              <a:t>Nb_Car</a:t>
            </a:r>
            <a:r>
              <a:rPr lang="fr-FR" dirty="0" smtClean="0"/>
              <a:t> += </a:t>
            </a:r>
            <a:r>
              <a:rPr lang="fr-FR" dirty="0" err="1" smtClean="0"/>
              <a:t>yyleng</a:t>
            </a:r>
            <a:r>
              <a:rPr lang="fr-FR" dirty="0" smtClean="0"/>
              <a:t>; </a:t>
            </a:r>
            <a:r>
              <a:rPr lang="fr-FR" dirty="0" err="1" smtClean="0"/>
              <a:t>Nb_Word</a:t>
            </a:r>
            <a:r>
              <a:rPr lang="fr-FR" dirty="0" smtClean="0"/>
              <a:t>++;}</a:t>
            </a:r>
          </a:p>
          <a:p>
            <a:pPr>
              <a:buNone/>
            </a:pPr>
            <a:r>
              <a:rPr lang="fr-FR" dirty="0" smtClean="0"/>
              <a:t>({blanc})+ {ECHO; </a:t>
            </a:r>
            <a:r>
              <a:rPr lang="fr-FR" dirty="0" err="1" smtClean="0"/>
              <a:t>Nb_Car</a:t>
            </a:r>
            <a:r>
              <a:rPr lang="fr-FR" dirty="0" smtClean="0"/>
              <a:t> += </a:t>
            </a:r>
            <a:r>
              <a:rPr lang="fr-FR" dirty="0" err="1" smtClean="0"/>
              <a:t>yyleng</a:t>
            </a:r>
            <a:r>
              <a:rPr lang="fr-FR" dirty="0" smtClean="0"/>
              <a:t>;}</a:t>
            </a:r>
          </a:p>
          <a:p>
            <a:pPr>
              <a:buNone/>
            </a:pPr>
            <a:r>
              <a:rPr lang="fr-FR" dirty="0" smtClean="0"/>
              <a:t>\n {ECHO; </a:t>
            </a:r>
            <a:r>
              <a:rPr lang="fr-FR" dirty="0" err="1" smtClean="0"/>
              <a:t>Nb_Line</a:t>
            </a:r>
            <a:r>
              <a:rPr lang="fr-FR" dirty="0" smtClean="0"/>
              <a:t>++;}</a:t>
            </a:r>
          </a:p>
          <a:p>
            <a:pPr>
              <a:buNone/>
            </a:pPr>
            <a:r>
              <a:rPr lang="fr-FR" dirty="0" smtClean="0"/>
              <a:t>%%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#</a:t>
            </a:r>
            <a:r>
              <a:rPr lang="fr-FR" dirty="0" err="1" smtClean="0"/>
              <a:t>include</a:t>
            </a:r>
            <a:r>
              <a:rPr lang="fr-FR" dirty="0" smtClean="0"/>
              <a:t> &lt;</a:t>
            </a:r>
            <a:r>
              <a:rPr lang="fr-FR" dirty="0" err="1" smtClean="0"/>
              <a:t>stdio.h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err="1" smtClean="0"/>
              <a:t>int</a:t>
            </a:r>
            <a:r>
              <a:rPr lang="fr-FR" dirty="0" smtClean="0"/>
              <a:t> main()</a:t>
            </a:r>
          </a:p>
          <a:p>
            <a:pPr>
              <a:buNone/>
            </a:pPr>
            <a:r>
              <a:rPr lang="fr-FR" dirty="0" smtClean="0"/>
              <a:t>{</a:t>
            </a:r>
          </a:p>
          <a:p>
            <a:pPr>
              <a:buNone/>
            </a:pPr>
            <a:r>
              <a:rPr lang="fr-FR" dirty="0" err="1" smtClean="0"/>
              <a:t>Nb_Car</a:t>
            </a:r>
            <a:r>
              <a:rPr lang="fr-FR" dirty="0" smtClean="0"/>
              <a:t>=</a:t>
            </a:r>
            <a:r>
              <a:rPr lang="fr-FR" dirty="0" err="1" smtClean="0"/>
              <a:t>Nb_Word</a:t>
            </a:r>
            <a:r>
              <a:rPr lang="fr-FR" dirty="0" smtClean="0"/>
              <a:t>=</a:t>
            </a:r>
            <a:r>
              <a:rPr lang="fr-FR" dirty="0" err="1" smtClean="0"/>
              <a:t>Nb_Line</a:t>
            </a:r>
            <a:r>
              <a:rPr lang="fr-FR" dirty="0" smtClean="0"/>
              <a:t>=0;</a:t>
            </a:r>
          </a:p>
          <a:p>
            <a:pPr>
              <a:buNone/>
            </a:pPr>
            <a:r>
              <a:rPr lang="fr-FR" dirty="0" err="1" smtClean="0"/>
              <a:t>yylex</a:t>
            </a:r>
            <a:r>
              <a:rPr lang="fr-FR" dirty="0" smtClean="0"/>
              <a:t>() ; /* pas de return */</a:t>
            </a:r>
          </a:p>
          <a:p>
            <a:pPr>
              <a:buNone/>
            </a:pPr>
            <a:r>
              <a:rPr lang="fr-FR" dirty="0" err="1" smtClean="0"/>
              <a:t>printf</a:t>
            </a:r>
            <a:r>
              <a:rPr lang="fr-FR" dirty="0" smtClean="0"/>
              <a:t>("\</a:t>
            </a:r>
            <a:r>
              <a:rPr lang="fr-FR" dirty="0" err="1" smtClean="0"/>
              <a:t>nNb_Car</a:t>
            </a:r>
            <a:r>
              <a:rPr lang="fr-FR" dirty="0" smtClean="0"/>
              <a:t>=%d\</a:t>
            </a:r>
            <a:r>
              <a:rPr lang="fr-FR" dirty="0" err="1" smtClean="0"/>
              <a:t>nNb_Word</a:t>
            </a:r>
            <a:r>
              <a:rPr lang="fr-FR" dirty="0" smtClean="0"/>
              <a:t>=%d\</a:t>
            </a:r>
            <a:r>
              <a:rPr lang="fr-FR" dirty="0" err="1" smtClean="0"/>
              <a:t>nNb_Line</a:t>
            </a:r>
            <a:r>
              <a:rPr lang="fr-FR" dirty="0" smtClean="0"/>
              <a:t>=%d\n\n",</a:t>
            </a:r>
            <a:r>
              <a:rPr lang="fr-FR" dirty="0" err="1" smtClean="0"/>
              <a:t>Nb_Car</a:t>
            </a:r>
            <a:r>
              <a:rPr lang="fr-FR" dirty="0" smtClean="0"/>
              <a:t>,</a:t>
            </a:r>
            <a:r>
              <a:rPr lang="fr-FR" dirty="0" err="1" smtClean="0"/>
              <a:t>Nb_Word</a:t>
            </a:r>
            <a:r>
              <a:rPr lang="fr-FR" dirty="0" smtClean="0"/>
              <a:t>,</a:t>
            </a:r>
            <a:r>
              <a:rPr lang="fr-FR" dirty="0" err="1" smtClean="0"/>
              <a:t>Nb_Line</a:t>
            </a:r>
            <a:r>
              <a:rPr lang="fr-FR" dirty="0" smtClean="0"/>
              <a:t>);</a:t>
            </a:r>
          </a:p>
          <a:p>
            <a:pPr>
              <a:buNone/>
            </a:pPr>
            <a:r>
              <a:rPr lang="fr-FR" dirty="0" smtClean="0"/>
              <a:t>return(1);</a:t>
            </a:r>
          </a:p>
          <a:p>
            <a:pPr>
              <a:buNone/>
            </a:pPr>
            <a:r>
              <a:rPr lang="fr-FR" dirty="0" smtClean="0"/>
              <a:t>}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Exo 2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Ecrire un filtre qui numérote les lignes d’un fichier (hormis les lignes blanches)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dirty="0" smtClean="0"/>
              <a:t>blanc " "|\t</a:t>
            </a:r>
          </a:p>
          <a:p>
            <a:pPr>
              <a:buNone/>
            </a:pPr>
            <a:r>
              <a:rPr lang="fr-FR" dirty="0" smtClean="0"/>
              <a:t>%{</a:t>
            </a:r>
          </a:p>
          <a:p>
            <a:pPr>
              <a:buNone/>
            </a:pPr>
            <a:r>
              <a:rPr lang="fr-FR" dirty="0" smtClean="0"/>
              <a:t>#</a:t>
            </a:r>
            <a:r>
              <a:rPr lang="fr-FR" dirty="0" err="1" smtClean="0"/>
              <a:t>define</a:t>
            </a:r>
            <a:r>
              <a:rPr lang="fr-FR" dirty="0" smtClean="0"/>
              <a:t> </a:t>
            </a:r>
            <a:r>
              <a:rPr lang="fr-FR" dirty="0" err="1" smtClean="0"/>
              <a:t>yywrap</a:t>
            </a:r>
            <a:r>
              <a:rPr lang="fr-FR" dirty="0" smtClean="0"/>
              <a:t>() 1 /* GNU </a:t>
            </a:r>
            <a:r>
              <a:rPr lang="fr-FR" dirty="0" err="1" smtClean="0"/>
              <a:t>flex</a:t>
            </a:r>
            <a:r>
              <a:rPr lang="fr-FR" dirty="0" smtClean="0"/>
              <a:t> */</a:t>
            </a:r>
          </a:p>
          <a:p>
            <a:pPr>
              <a:buNone/>
            </a:pPr>
            <a:r>
              <a:rPr lang="fr-FR" dirty="0" err="1" smtClean="0"/>
              <a:t>int</a:t>
            </a:r>
            <a:r>
              <a:rPr lang="fr-FR" dirty="0" smtClean="0"/>
              <a:t> </a:t>
            </a:r>
            <a:r>
              <a:rPr lang="fr-FR" dirty="0" err="1" smtClean="0"/>
              <a:t>Nb_Line</a:t>
            </a:r>
            <a:r>
              <a:rPr lang="fr-FR" dirty="0" smtClean="0"/>
              <a:t> = 1;</a:t>
            </a:r>
          </a:p>
          <a:p>
            <a:pPr>
              <a:buNone/>
            </a:pPr>
            <a:r>
              <a:rPr lang="fr-FR" dirty="0" smtClean="0"/>
              <a:t>%}</a:t>
            </a:r>
          </a:p>
          <a:p>
            <a:pPr>
              <a:buNone/>
            </a:pPr>
            <a:r>
              <a:rPr lang="fr-FR" dirty="0" smtClean="0"/>
              <a:t>%%</a:t>
            </a:r>
          </a:p>
          <a:p>
            <a:pPr>
              <a:buNone/>
            </a:pPr>
            <a:r>
              <a:rPr lang="fr-FR" dirty="0" smtClean="0"/>
              <a:t>^({blanc})* {}</a:t>
            </a:r>
          </a:p>
          <a:p>
            <a:pPr>
              <a:buNone/>
            </a:pPr>
            <a:r>
              <a:rPr lang="fr-FR" dirty="0" smtClean="0"/>
              <a:t>\n {}</a:t>
            </a:r>
          </a:p>
          <a:p>
            <a:pPr>
              <a:buNone/>
            </a:pPr>
            <a:r>
              <a:rPr lang="fr-FR" dirty="0" smtClean="0"/>
              <a:t>^.* {</a:t>
            </a:r>
            <a:r>
              <a:rPr lang="fr-FR" dirty="0" err="1" smtClean="0"/>
              <a:t>printf</a:t>
            </a:r>
            <a:r>
              <a:rPr lang="fr-FR" dirty="0" smtClean="0"/>
              <a:t>("[%d] %s\n",</a:t>
            </a:r>
            <a:r>
              <a:rPr lang="fr-FR" dirty="0" err="1" smtClean="0"/>
              <a:t>Nb_Line</a:t>
            </a:r>
            <a:r>
              <a:rPr lang="fr-FR" dirty="0" smtClean="0"/>
              <a:t>, </a:t>
            </a:r>
            <a:r>
              <a:rPr lang="fr-FR" dirty="0" err="1" smtClean="0"/>
              <a:t>yytext</a:t>
            </a:r>
            <a:r>
              <a:rPr lang="fr-FR" dirty="0" smtClean="0"/>
              <a:t>) ; </a:t>
            </a:r>
            <a:r>
              <a:rPr lang="fr-FR" dirty="0" err="1" smtClean="0"/>
              <a:t>Nb_Line</a:t>
            </a:r>
            <a:r>
              <a:rPr lang="fr-FR" dirty="0" smtClean="0"/>
              <a:t>++;}</a:t>
            </a:r>
          </a:p>
          <a:p>
            <a:pPr>
              <a:buNone/>
            </a:pPr>
            <a:r>
              <a:rPr lang="fr-FR" dirty="0" smtClean="0"/>
              <a:t>%%</a:t>
            </a:r>
          </a:p>
          <a:p>
            <a:pPr>
              <a:buNone/>
            </a:pPr>
            <a:r>
              <a:rPr lang="fr-FR" dirty="0" smtClean="0"/>
              <a:t>#</a:t>
            </a:r>
            <a:r>
              <a:rPr lang="fr-FR" dirty="0" err="1" smtClean="0"/>
              <a:t>include</a:t>
            </a:r>
            <a:r>
              <a:rPr lang="fr-FR" dirty="0" smtClean="0"/>
              <a:t> &lt;</a:t>
            </a:r>
            <a:r>
              <a:rPr lang="fr-FR" dirty="0" err="1" smtClean="0"/>
              <a:t>stdio.h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err="1" smtClean="0"/>
              <a:t>int</a:t>
            </a:r>
            <a:r>
              <a:rPr lang="fr-FR" dirty="0" smtClean="0"/>
              <a:t> main()</a:t>
            </a:r>
          </a:p>
          <a:p>
            <a:pPr>
              <a:buNone/>
            </a:pPr>
            <a:r>
              <a:rPr lang="fr-FR" dirty="0" smtClean="0"/>
              <a:t>{ </a:t>
            </a:r>
            <a:r>
              <a:rPr lang="fr-FR" dirty="0" err="1" smtClean="0"/>
              <a:t>yylex</a:t>
            </a:r>
            <a:r>
              <a:rPr lang="fr-FR" dirty="0" smtClean="0"/>
              <a:t>(); return(1); }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932</TotalTime>
  <Words>410</Words>
  <Application>Microsoft Office PowerPoint</Application>
  <PresentationFormat>Affichage à l'écran (4:3)</PresentationFormat>
  <Paragraphs>85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Calibri</vt:lpstr>
      <vt:lpstr>Franklin Gothic Book</vt:lpstr>
      <vt:lpstr>Perpetua</vt:lpstr>
      <vt:lpstr>Wingdings 2</vt:lpstr>
      <vt:lpstr>Capitaux</vt:lpstr>
      <vt:lpstr>Compilation 5</vt:lpstr>
      <vt:lpstr>Rappel: Format d’une spécification Lex</vt:lpstr>
      <vt:lpstr>Rappel: Format d’une spécification Lex</vt:lpstr>
      <vt:lpstr>Rappel: Format d’une spécification Lex</vt:lpstr>
      <vt:lpstr>Variables spéciales accessibles</vt:lpstr>
      <vt:lpstr>Exercice 1</vt:lpstr>
      <vt:lpstr>Sol 1</vt:lpstr>
      <vt:lpstr>Présentation PowerPoint</vt:lpstr>
      <vt:lpstr>Exo 2</vt:lpstr>
      <vt:lpstr>Présentation PowerPoint</vt:lpstr>
    </vt:vector>
  </TitlesOfParts>
  <Company>XP2008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</dc:creator>
  <cp:lastModifiedBy>Utilisateur Windows</cp:lastModifiedBy>
  <cp:revision>26</cp:revision>
  <dcterms:created xsi:type="dcterms:W3CDTF">2013-03-11T09:45:45Z</dcterms:created>
  <dcterms:modified xsi:type="dcterms:W3CDTF">2024-05-15T06:44:33Z</dcterms:modified>
</cp:coreProperties>
</file>