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  <p:sldId id="274" r:id="rId2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DDFADF-22BE-4C64-B353-C22D905F4E96}" type="datetimeFigureOut">
              <a:rPr lang="fr-FR" smtClean="0"/>
              <a:pPr/>
              <a:t>26/10/2015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DAD7B-571B-48EE-B42D-D693C321BB9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EDAD7B-571B-48EE-B42D-D693C321BB95}" type="slidenum">
              <a:rPr lang="fr-FR" smtClean="0"/>
              <a:pPr/>
              <a:t>19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2C16-1EAD-4269-A7B1-07F6FF5624C3}" type="datetime1">
              <a:rPr lang="fr-FR" smtClean="0"/>
              <a:t>26/10/2015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A4AAC35C-D8CD-4A02-8D85-1FDE8E3F582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EFB55-8A60-42A7-9C88-7DFAC756CEAE}" type="datetime1">
              <a:rPr lang="fr-FR" smtClean="0"/>
              <a:t>26/10/2015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7E21E-9A5C-438E-9A06-75785F51C928}" type="datetime1">
              <a:rPr lang="fr-FR" smtClean="0"/>
              <a:t>26/10/2015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A4AAC35C-D8CD-4A02-8D85-1FDE8E3F582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302F-DA56-4958-88B0-632D09E2CB40}" type="datetime1">
              <a:rPr lang="fr-FR" smtClean="0"/>
              <a:t>26/10/2015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B138D-A924-4E98-BE4C-8B4B7B234F5A}" type="datetime1">
              <a:rPr lang="fr-FR" smtClean="0"/>
              <a:t>26/10/2015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4C674-65FD-4E46-A5B2-26CA4C4EFDA5}" type="datetime1">
              <a:rPr lang="fr-FR" smtClean="0"/>
              <a:t>26/10/2015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9F5C-FA3B-47E8-8B3B-1161179CE3D5}" type="datetime1">
              <a:rPr lang="fr-FR" smtClean="0"/>
              <a:t>26/10/2015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6369A-3C24-4741-A083-85BE71742F77}" type="datetime1">
              <a:rPr lang="fr-FR" smtClean="0"/>
              <a:t>26/10/2015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3015-C184-47AB-BBC6-22FF183F7A34}" type="datetime1">
              <a:rPr lang="fr-FR" smtClean="0"/>
              <a:t>26/10/2015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A4AAC35C-D8CD-4A02-8D85-1FDE8E3F582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C56B-D7EF-4AB5-882D-CD1A7FFD608F}" type="datetime1">
              <a:rPr lang="fr-FR" smtClean="0"/>
              <a:t>26/10/2015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2F47-5071-436D-AF14-72B69E5F5150}" type="datetime1">
              <a:rPr lang="fr-FR" smtClean="0"/>
              <a:t>26/10/2015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DCEDFD7-6DB1-4C0E-8633-8C51EF4BF81F}" type="datetime1">
              <a:rPr lang="fr-FR" smtClean="0"/>
              <a:t>26/10/2015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A4AAC35C-D8CD-4A02-8D85-1FDE8E3F582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Les expressions régulières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les expressions régulières vous permettront </a:t>
            </a:r>
            <a:r>
              <a:rPr lang="fr-FR" b="1" dirty="0" smtClean="0"/>
              <a:t>d'analyser différentes chaînes de caractères</a:t>
            </a:r>
            <a:r>
              <a:rPr lang="fr-FR" dirty="0" smtClean="0"/>
              <a:t> (principalement saisies par un client dans un formulaire) et ainsi vérifier que la chaîne correspond bien à ce que l'on demande.</a:t>
            </a:r>
          </a:p>
          <a:p>
            <a:endParaRPr lang="fr-FR" dirty="0" smtClean="0"/>
          </a:p>
          <a:p>
            <a:r>
              <a:rPr lang="fr-FR" dirty="0" smtClean="0"/>
              <a:t>Elles se basent sur des modèles (patterns), qui sont en fait des sortes de masques que l'on </a:t>
            </a:r>
            <a:r>
              <a:rPr lang="fr-FR" b="1" dirty="0" smtClean="0"/>
              <a:t>applique à une chaîne de caractères</a:t>
            </a:r>
            <a:r>
              <a:rPr lang="fr-FR" dirty="0" smtClean="0"/>
              <a:t> ou un texte pour trouver une suite de caractères bien précise.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Les symboles ^ et $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914400" y="1000108"/>
            <a:ext cx="7772400" cy="5019692"/>
          </a:xfrm>
        </p:spPr>
        <p:txBody>
          <a:bodyPr>
            <a:normAutofit fontScale="92500" lnSpcReduction="10000"/>
          </a:bodyPr>
          <a:lstStyle/>
          <a:p>
            <a:r>
              <a:rPr lang="fr-FR" dirty="0" smtClean="0"/>
              <a:t>Dans une expression régulière, le symbole </a:t>
            </a:r>
            <a:r>
              <a:rPr lang="fr-FR" b="1" dirty="0" smtClean="0"/>
              <a:t>^</a:t>
            </a:r>
            <a:r>
              <a:rPr lang="fr-FR" dirty="0" smtClean="0"/>
              <a:t> représente le </a:t>
            </a:r>
            <a:r>
              <a:rPr lang="fr-FR" b="1" dirty="0" smtClean="0"/>
              <a:t>début d'un modèle</a:t>
            </a:r>
            <a:r>
              <a:rPr lang="fr-FR" dirty="0" smtClean="0"/>
              <a:t>, et le symbole </a:t>
            </a:r>
            <a:r>
              <a:rPr lang="fr-FR" b="1" dirty="0" smtClean="0"/>
              <a:t>$</a:t>
            </a:r>
            <a:r>
              <a:rPr lang="fr-FR" dirty="0" smtClean="0"/>
              <a:t> représente la </a:t>
            </a:r>
            <a:r>
              <a:rPr lang="fr-FR" b="1" dirty="0" smtClean="0"/>
              <a:t>fin d'un modèle</a:t>
            </a:r>
            <a:r>
              <a:rPr lang="fr-FR" dirty="0" smtClean="0"/>
              <a:t>.</a:t>
            </a:r>
          </a:p>
          <a:p>
            <a:r>
              <a:rPr lang="fr-FR" dirty="0" smtClean="0"/>
              <a:t>Exemples:</a:t>
            </a:r>
          </a:p>
          <a:p>
            <a:r>
              <a:rPr lang="fr-FR" b="1" dirty="0" smtClean="0"/>
              <a:t>^La globule</a:t>
            </a:r>
            <a:r>
              <a:rPr lang="fr-FR" dirty="0" smtClean="0"/>
              <a:t> : identifie une chaîne de caractères qui commence par "La globule"</a:t>
            </a:r>
            <a:br>
              <a:rPr lang="fr-FR" dirty="0" smtClean="0"/>
            </a:br>
            <a:endParaRPr lang="fr-FR" dirty="0" smtClean="0"/>
          </a:p>
          <a:p>
            <a:r>
              <a:rPr lang="fr-FR" b="1" dirty="0" smtClean="0"/>
              <a:t>enfin$</a:t>
            </a:r>
            <a:r>
              <a:rPr lang="fr-FR" dirty="0" smtClean="0"/>
              <a:t> : identifie une chaîne de caractères qui se finit par "enfin"</a:t>
            </a:r>
          </a:p>
          <a:p>
            <a:r>
              <a:rPr lang="fr-FR" b="1" dirty="0" smtClean="0"/>
              <a:t>^mot$</a:t>
            </a:r>
            <a:r>
              <a:rPr lang="fr-FR" dirty="0" smtClean="0"/>
              <a:t> : identifie une chaîne de caractères qui commence par "mot" et qui fini par "mot", il s'agit donc de la chaîne de caractères "mot" elle-même</a:t>
            </a:r>
          </a:p>
          <a:p>
            <a:r>
              <a:rPr lang="fr-FR" b="1" dirty="0" smtClean="0"/>
              <a:t>test</a:t>
            </a:r>
            <a:r>
              <a:rPr lang="fr-FR" dirty="0" smtClean="0"/>
              <a:t>: identifie une chaîne de caractères qui contient le mot "test"</a:t>
            </a:r>
          </a:p>
          <a:p>
            <a:pPr>
              <a:buNone/>
            </a:pP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Les symboles ^ et $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En effet, si vous </a:t>
            </a:r>
            <a:r>
              <a:rPr lang="fr-FR" dirty="0" smtClean="0"/>
              <a:t>n'employez </a:t>
            </a:r>
            <a:r>
              <a:rPr lang="fr-FR" dirty="0" smtClean="0"/>
              <a:t>ni </a:t>
            </a:r>
            <a:r>
              <a:rPr lang="fr-FR" b="1" dirty="0" smtClean="0"/>
              <a:t>^</a:t>
            </a:r>
            <a:r>
              <a:rPr lang="fr-FR" dirty="0" smtClean="0"/>
              <a:t> ni </a:t>
            </a:r>
            <a:r>
              <a:rPr lang="fr-FR" b="1" dirty="0" smtClean="0"/>
              <a:t>$</a:t>
            </a:r>
            <a:r>
              <a:rPr lang="fr-FR" dirty="0" smtClean="0"/>
              <a:t> (dernier exemple), cela implique que votre modèle peut se reproduire n'importe où à l'intérieur de votre chaîne de caractères, puisque le modèle n'est ni collé au début de la chaîne (on utilise pas de </a:t>
            </a:r>
            <a:r>
              <a:rPr lang="fr-FR" b="1" dirty="0" smtClean="0"/>
              <a:t>^</a:t>
            </a:r>
            <a:r>
              <a:rPr lang="fr-FR" dirty="0" smtClean="0"/>
              <a:t>) ni à la fin de la chaîne (on utilise pas de </a:t>
            </a:r>
            <a:r>
              <a:rPr lang="fr-FR" b="1" dirty="0" smtClean="0"/>
              <a:t>$</a:t>
            </a:r>
            <a:r>
              <a:rPr lang="fr-FR" dirty="0" smtClean="0"/>
              <a:t>).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Les symboles *, + et ?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Dans les expressions régulières, les symboles </a:t>
            </a:r>
            <a:r>
              <a:rPr lang="fr-FR" b="1" dirty="0" smtClean="0"/>
              <a:t>*</a:t>
            </a:r>
            <a:r>
              <a:rPr lang="fr-FR" dirty="0" smtClean="0"/>
              <a:t>, </a:t>
            </a:r>
            <a:r>
              <a:rPr lang="fr-FR" b="1" dirty="0" smtClean="0"/>
              <a:t>+</a:t>
            </a:r>
            <a:r>
              <a:rPr lang="fr-FR" dirty="0" smtClean="0"/>
              <a:t> et </a:t>
            </a:r>
            <a:r>
              <a:rPr lang="fr-FR" b="1" dirty="0" smtClean="0"/>
              <a:t>?</a:t>
            </a:r>
            <a:r>
              <a:rPr lang="fr-FR" dirty="0" smtClean="0"/>
              <a:t> servent à indiquer le </a:t>
            </a:r>
            <a:r>
              <a:rPr lang="fr-FR" b="1" dirty="0" smtClean="0"/>
              <a:t>nombre de fois qu'un caractère</a:t>
            </a:r>
            <a:r>
              <a:rPr lang="fr-FR" dirty="0" smtClean="0"/>
              <a:t> ou une suite de caractères puisse apparaître.</a:t>
            </a:r>
          </a:p>
          <a:p>
            <a:r>
              <a:rPr lang="fr-FR" dirty="0" smtClean="0"/>
              <a:t>Ces symboles agissent sur les éléments (un caractère ou bien une suite de caractères) qui les précédent.</a:t>
            </a:r>
          </a:p>
          <a:p>
            <a:r>
              <a:rPr lang="fr-FR" b="1" dirty="0" smtClean="0"/>
              <a:t>*</a:t>
            </a:r>
            <a:r>
              <a:rPr lang="fr-FR" dirty="0" smtClean="0"/>
              <a:t>  indiquera que le caractère (ou la suite de caractères) qui le précède ne pourra apparaître que soit, </a:t>
            </a:r>
            <a:r>
              <a:rPr lang="fr-FR" dirty="0" smtClean="0">
                <a:solidFill>
                  <a:srgbClr val="FF0000"/>
                </a:solidFill>
              </a:rPr>
              <a:t>aucune fois, soit plusieurs fois.</a:t>
            </a:r>
          </a:p>
          <a:p>
            <a:r>
              <a:rPr lang="fr-FR" b="1" dirty="0" smtClean="0"/>
              <a:t>+</a:t>
            </a:r>
            <a:r>
              <a:rPr lang="fr-FR" dirty="0" smtClean="0"/>
              <a:t> indiquera que le caractère (ou la suite de caractères) qui le précède ne pourra apparaître soit, </a:t>
            </a:r>
            <a:r>
              <a:rPr lang="fr-FR" dirty="0" smtClean="0">
                <a:solidFill>
                  <a:srgbClr val="FF0000"/>
                </a:solidFill>
              </a:rPr>
              <a:t>une fois, soit plusieurs fois</a:t>
            </a:r>
            <a:r>
              <a:rPr lang="fr-FR" dirty="0" smtClean="0"/>
              <a:t>.</a:t>
            </a:r>
          </a:p>
          <a:p>
            <a:r>
              <a:rPr lang="fr-FR" b="1" dirty="0" smtClean="0"/>
              <a:t>?</a:t>
            </a:r>
            <a:r>
              <a:rPr lang="fr-FR" dirty="0" smtClean="0"/>
              <a:t> indiquera que le caractère (ou la suite de caractères) qui le précède ne pourra apparaître soit, </a:t>
            </a:r>
            <a:r>
              <a:rPr lang="fr-FR" dirty="0" smtClean="0">
                <a:solidFill>
                  <a:srgbClr val="FF0000"/>
                </a:solidFill>
              </a:rPr>
              <a:t>aucune fois, soit une et une seule fois.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-24"/>
            <a:ext cx="7772400" cy="1143000"/>
          </a:xfrm>
        </p:spPr>
        <p:txBody>
          <a:bodyPr/>
          <a:lstStyle/>
          <a:p>
            <a:r>
              <a:rPr lang="fr-FR" b="1" dirty="0" smtClean="0"/>
              <a:t>Les symboles *, + et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Exemples:</a:t>
            </a:r>
          </a:p>
          <a:p>
            <a:r>
              <a:rPr lang="fr-FR" b="1" dirty="0" smtClean="0"/>
              <a:t>ab*</a:t>
            </a:r>
            <a:r>
              <a:rPr lang="fr-FR" dirty="0" smtClean="0"/>
              <a:t> : identifie une chaîne de caractère contenant un a suivi de 0 ou plusieurs b (par exemple, les chaînes "a", "ab", "</a:t>
            </a:r>
            <a:r>
              <a:rPr lang="fr-FR" dirty="0" err="1" smtClean="0"/>
              <a:t>abbb</a:t>
            </a:r>
            <a:r>
              <a:rPr lang="fr-FR" dirty="0" smtClean="0"/>
              <a:t>" respectent ce modèle)</a:t>
            </a:r>
          </a:p>
          <a:p>
            <a:r>
              <a:rPr lang="fr-FR" b="1" dirty="0" smtClean="0"/>
              <a:t>ab+</a:t>
            </a:r>
            <a:r>
              <a:rPr lang="fr-FR" dirty="0" smtClean="0"/>
              <a:t> : identifie une chaîne de caractère contenant un a suivi d'au moins un b (par exemple, les chaînes "ab", "</a:t>
            </a:r>
            <a:r>
              <a:rPr lang="fr-FR" dirty="0" err="1" smtClean="0"/>
              <a:t>abb</a:t>
            </a:r>
            <a:r>
              <a:rPr lang="fr-FR" dirty="0" smtClean="0"/>
              <a:t>", "</a:t>
            </a:r>
            <a:r>
              <a:rPr lang="fr-FR" dirty="0" err="1" smtClean="0"/>
              <a:t>abbb</a:t>
            </a:r>
            <a:r>
              <a:rPr lang="fr-FR" dirty="0" smtClean="0"/>
              <a:t>" respectent ce modèle)</a:t>
            </a:r>
          </a:p>
          <a:p>
            <a:r>
              <a:rPr lang="fr-FR" b="1" dirty="0" smtClean="0"/>
              <a:t>ab?</a:t>
            </a:r>
            <a:r>
              <a:rPr lang="fr-FR" dirty="0" smtClean="0"/>
              <a:t> : identifie une chaîne de caractère contenant un a suivi d'un ou d'aucun b (par exemple, les chaînes "a", "ab" respectent ce modèle, alors que "</a:t>
            </a:r>
            <a:r>
              <a:rPr lang="fr-FR" dirty="0" err="1" smtClean="0"/>
              <a:t>abb</a:t>
            </a:r>
            <a:r>
              <a:rPr lang="fr-FR" dirty="0" smtClean="0"/>
              <a:t>" ne le respecte pas)</a:t>
            </a:r>
          </a:p>
          <a:p>
            <a:r>
              <a:rPr lang="fr-FR" b="1" dirty="0" err="1" smtClean="0"/>
              <a:t>a?b</a:t>
            </a:r>
            <a:r>
              <a:rPr lang="fr-FR" b="1" dirty="0" smtClean="0"/>
              <a:t>+$</a:t>
            </a:r>
            <a:r>
              <a:rPr lang="fr-FR" dirty="0" smtClean="0"/>
              <a:t> : identifie une chaîne de caractères composée d'aucun ou d'un seul a, suivi d'un ou de plusieurs b, le tout étant situé à la fin de la chaîne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Les accolades {}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Par extensions aux symboles précédents, vous pouvez également mettre des </a:t>
            </a:r>
            <a:r>
              <a:rPr lang="fr-FR" b="1" dirty="0" smtClean="0"/>
              <a:t>limites</a:t>
            </a:r>
            <a:r>
              <a:rPr lang="fr-FR" dirty="0" smtClean="0"/>
              <a:t> qui s'utilisent à l'intérieur d'accolades et qui indiquent le </a:t>
            </a:r>
            <a:r>
              <a:rPr lang="fr-FR" b="1" dirty="0" smtClean="0"/>
              <a:t>nombre d'occurrence de la chaîne</a:t>
            </a:r>
            <a:r>
              <a:rPr lang="fr-FR" dirty="0" smtClean="0"/>
              <a:t> recherchée.</a:t>
            </a:r>
          </a:p>
          <a:p>
            <a:r>
              <a:rPr lang="fr-FR" dirty="0" smtClean="0"/>
              <a:t>De même, comme pour les symboles </a:t>
            </a:r>
            <a:r>
              <a:rPr lang="fr-FR" b="1" dirty="0" smtClean="0"/>
              <a:t>*</a:t>
            </a:r>
            <a:r>
              <a:rPr lang="fr-FR" dirty="0" smtClean="0"/>
              <a:t>, </a:t>
            </a:r>
            <a:r>
              <a:rPr lang="fr-FR" b="1" dirty="0" smtClean="0"/>
              <a:t>+</a:t>
            </a:r>
            <a:r>
              <a:rPr lang="fr-FR" dirty="0" smtClean="0"/>
              <a:t> et </a:t>
            </a:r>
            <a:r>
              <a:rPr lang="fr-FR" b="1" dirty="0" smtClean="0"/>
              <a:t>?</a:t>
            </a:r>
            <a:r>
              <a:rPr lang="fr-FR" dirty="0" smtClean="0"/>
              <a:t>; elles affectent l'élément qui les précède.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Les accolades {}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Exemples:</a:t>
            </a:r>
          </a:p>
          <a:p>
            <a:r>
              <a:rPr lang="fr-FR" b="1" dirty="0" smtClean="0"/>
              <a:t>ab{2}</a:t>
            </a:r>
            <a:r>
              <a:rPr lang="fr-FR" dirty="0" smtClean="0"/>
              <a:t> : identifie une chaîne de caractère composée d'un a suivit d'exactement deux b (en clair, seule la chaîne "</a:t>
            </a:r>
            <a:r>
              <a:rPr lang="fr-FR" dirty="0" err="1" smtClean="0"/>
              <a:t>abb</a:t>
            </a:r>
            <a:r>
              <a:rPr lang="fr-FR" dirty="0" smtClean="0"/>
              <a:t>" passe à travers ce modèle)</a:t>
            </a:r>
          </a:p>
          <a:p>
            <a:r>
              <a:rPr lang="fr-FR" b="1" dirty="0" smtClean="0"/>
              <a:t>ab{2,}</a:t>
            </a:r>
            <a:r>
              <a:rPr lang="fr-FR" dirty="0" smtClean="0"/>
              <a:t> : identifie une chaîne de caractère composée d'un a suivi d'au moins deux b (par </a:t>
            </a:r>
            <a:r>
              <a:rPr lang="fr-FR" dirty="0" err="1" smtClean="0"/>
              <a:t>exmple</a:t>
            </a:r>
            <a:r>
              <a:rPr lang="fr-FR" dirty="0" smtClean="0"/>
              <a:t>, "</a:t>
            </a:r>
            <a:r>
              <a:rPr lang="fr-FR" dirty="0" err="1" smtClean="0"/>
              <a:t>abb</a:t>
            </a:r>
            <a:r>
              <a:rPr lang="fr-FR" dirty="0" smtClean="0"/>
              <a:t>" ou "</a:t>
            </a:r>
            <a:r>
              <a:rPr lang="fr-FR" dirty="0" err="1" smtClean="0"/>
              <a:t>abbb</a:t>
            </a:r>
            <a:r>
              <a:rPr lang="fr-FR" dirty="0" smtClean="0"/>
              <a:t>" respectent ce modèle)</a:t>
            </a:r>
          </a:p>
          <a:p>
            <a:r>
              <a:rPr lang="fr-FR" b="1" dirty="0" smtClean="0"/>
              <a:t>ab{3,5}</a:t>
            </a:r>
            <a:r>
              <a:rPr lang="fr-FR" dirty="0" smtClean="0"/>
              <a:t> : identifie une chaîne de caractère composée d'un a suivi de trois à cinq b ("</a:t>
            </a:r>
            <a:r>
              <a:rPr lang="fr-FR" dirty="0" err="1" smtClean="0"/>
              <a:t>abbb</a:t>
            </a:r>
            <a:r>
              <a:rPr lang="fr-FR" dirty="0" smtClean="0"/>
              <a:t>", "</a:t>
            </a:r>
            <a:r>
              <a:rPr lang="fr-FR" dirty="0" err="1" smtClean="0"/>
              <a:t>abbbb</a:t>
            </a:r>
            <a:r>
              <a:rPr lang="fr-FR" dirty="0" smtClean="0"/>
              <a:t>" et "</a:t>
            </a:r>
            <a:r>
              <a:rPr lang="fr-FR" dirty="0" err="1" smtClean="0"/>
              <a:t>abbbbb</a:t>
            </a:r>
            <a:r>
              <a:rPr lang="fr-FR" dirty="0" smtClean="0"/>
              <a:t>" sont les seules chaînes qui respectent ce modèle)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Les accolades {}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Sachez que vous devez </a:t>
            </a:r>
            <a:r>
              <a:rPr lang="fr-FR" b="1" dirty="0" smtClean="0"/>
              <a:t>toujours</a:t>
            </a:r>
            <a:r>
              <a:rPr lang="fr-FR" dirty="0" smtClean="0"/>
              <a:t> indiquer le premier chiffre dans vos accolades, alors que le second n'est pas obligatoire.</a:t>
            </a:r>
          </a:p>
          <a:p>
            <a:endParaRPr lang="fr-FR" dirty="0" smtClean="0"/>
          </a:p>
          <a:p>
            <a:r>
              <a:rPr lang="fr-FR" dirty="0" smtClean="0"/>
              <a:t>Vous pouvez également remarquer que l'on peut retrouver la fonction des symboles </a:t>
            </a:r>
            <a:r>
              <a:rPr lang="fr-FR" b="1" dirty="0" smtClean="0"/>
              <a:t>*</a:t>
            </a:r>
            <a:r>
              <a:rPr lang="fr-FR" dirty="0" smtClean="0"/>
              <a:t>, </a:t>
            </a:r>
            <a:r>
              <a:rPr lang="fr-FR" b="1" dirty="0" smtClean="0"/>
              <a:t>+</a:t>
            </a:r>
            <a:r>
              <a:rPr lang="fr-FR" dirty="0" smtClean="0"/>
              <a:t> et </a:t>
            </a:r>
            <a:r>
              <a:rPr lang="fr-FR" b="1" dirty="0" smtClean="0"/>
              <a:t>?</a:t>
            </a:r>
            <a:r>
              <a:rPr lang="fr-FR" dirty="0" smtClean="0"/>
              <a:t> avec des limites appropriées.</a:t>
            </a:r>
            <a:br>
              <a:rPr lang="fr-FR" dirty="0" smtClean="0"/>
            </a:br>
            <a:r>
              <a:rPr lang="fr-FR" dirty="0" smtClean="0"/>
              <a:t>En effet, le symbole :</a:t>
            </a:r>
            <a:br>
              <a:rPr lang="fr-FR" dirty="0" smtClean="0"/>
            </a:br>
            <a:r>
              <a:rPr lang="fr-FR" b="1" dirty="0" smtClean="0"/>
              <a:t>*</a:t>
            </a:r>
            <a:r>
              <a:rPr lang="fr-FR" dirty="0" smtClean="0"/>
              <a:t> correspond en fait à la limite </a:t>
            </a:r>
          </a:p>
          <a:p>
            <a:r>
              <a:rPr lang="fr-FR" b="1" dirty="0" smtClean="0"/>
              <a:t>+</a:t>
            </a:r>
            <a:r>
              <a:rPr lang="fr-FR" dirty="0" smtClean="0"/>
              <a:t> correspond en fait à la limite </a:t>
            </a:r>
          </a:p>
          <a:p>
            <a:r>
              <a:rPr lang="fr-FR" b="1" dirty="0" smtClean="0"/>
              <a:t>?</a:t>
            </a:r>
            <a:r>
              <a:rPr lang="fr-FR" dirty="0" smtClean="0"/>
              <a:t> correspond en fait à la limite 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5000628" y="4071942"/>
            <a:ext cx="857256" cy="3571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 </a:t>
            </a:r>
            <a:r>
              <a:rPr lang="fr-FR" sz="2400" b="1" dirty="0" smtClean="0"/>
              <a:t>{0,}</a:t>
            </a:r>
            <a:endParaRPr lang="fr-FR" sz="2400" dirty="0"/>
          </a:p>
        </p:txBody>
      </p:sp>
      <p:sp>
        <p:nvSpPr>
          <p:cNvPr id="5" name="Rectangle 4"/>
          <p:cNvSpPr/>
          <p:nvPr/>
        </p:nvSpPr>
        <p:spPr>
          <a:xfrm>
            <a:off x="5286380" y="4500570"/>
            <a:ext cx="857256" cy="3571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 </a:t>
            </a:r>
            <a:r>
              <a:rPr lang="fr-FR" sz="2400" b="1" dirty="0" smtClean="0"/>
              <a:t>{1,}</a:t>
            </a:r>
            <a:endParaRPr lang="fr-FR" sz="2400" dirty="0"/>
          </a:p>
        </p:txBody>
      </p:sp>
      <p:sp>
        <p:nvSpPr>
          <p:cNvPr id="6" name="Rectangle 5"/>
          <p:cNvSpPr/>
          <p:nvPr/>
        </p:nvSpPr>
        <p:spPr>
          <a:xfrm>
            <a:off x="5143504" y="4929198"/>
            <a:ext cx="857256" cy="3571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 </a:t>
            </a:r>
            <a:r>
              <a:rPr lang="fr-FR" sz="2400" b="1" dirty="0" smtClean="0"/>
              <a:t>{0,1}</a:t>
            </a:r>
            <a:endParaRPr lang="fr-FR" sz="240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Les parenthèses ()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Afin de </a:t>
            </a:r>
            <a:r>
              <a:rPr lang="fr-FR" b="1" dirty="0" smtClean="0"/>
              <a:t>quantifier une chaîne de caractères</a:t>
            </a:r>
            <a:r>
              <a:rPr lang="fr-FR" dirty="0" smtClean="0"/>
              <a:t>, vous devez utiliser des parenthèses.</a:t>
            </a:r>
          </a:p>
          <a:p>
            <a:endParaRPr lang="fr-FR" dirty="0" smtClean="0"/>
          </a:p>
          <a:p>
            <a:r>
              <a:rPr lang="fr-FR" dirty="0" smtClean="0"/>
              <a:t>Exemples :</a:t>
            </a:r>
            <a:br>
              <a:rPr lang="fr-FR" dirty="0" smtClean="0"/>
            </a:br>
            <a:r>
              <a:rPr lang="fr-FR" b="1" dirty="0" smtClean="0"/>
              <a:t>a(</a:t>
            </a:r>
            <a:r>
              <a:rPr lang="fr-FR" b="1" dirty="0" err="1" smtClean="0"/>
              <a:t>bc</a:t>
            </a:r>
            <a:r>
              <a:rPr lang="fr-FR" b="1" dirty="0" smtClean="0"/>
              <a:t>)*</a:t>
            </a:r>
            <a:r>
              <a:rPr lang="fr-FR" dirty="0" smtClean="0"/>
              <a:t> : identifie une chaîne de caractères commençant par un a suivi d'aucune ou de plusieurs </a:t>
            </a:r>
            <a:r>
              <a:rPr lang="fr-FR" dirty="0" smtClean="0"/>
              <a:t>séquences </a:t>
            </a:r>
            <a:r>
              <a:rPr lang="fr-FR" dirty="0" smtClean="0"/>
              <a:t>de caractères "</a:t>
            </a:r>
            <a:r>
              <a:rPr lang="fr-FR" dirty="0" err="1" smtClean="0"/>
              <a:t>bc</a:t>
            </a:r>
            <a:r>
              <a:rPr lang="fr-FR" dirty="0" smtClean="0"/>
              <a:t>"</a:t>
            </a:r>
          </a:p>
          <a:p>
            <a:r>
              <a:rPr lang="fr-FR" b="1" dirty="0" smtClean="0"/>
              <a:t>a(</a:t>
            </a:r>
            <a:r>
              <a:rPr lang="fr-FR" b="1" dirty="0" err="1" smtClean="0"/>
              <a:t>bc</a:t>
            </a:r>
            <a:r>
              <a:rPr lang="fr-FR" b="1" dirty="0" smtClean="0"/>
              <a:t>){1,5}</a:t>
            </a:r>
            <a:r>
              <a:rPr lang="fr-FR" dirty="0" smtClean="0"/>
              <a:t> : identifie une chaîne de caractères commençant par un a suivi d'une à cinq fois la séquence de caractères "</a:t>
            </a:r>
            <a:r>
              <a:rPr lang="fr-FR" dirty="0" err="1" smtClean="0"/>
              <a:t>bc</a:t>
            </a:r>
            <a:r>
              <a:rPr lang="fr-FR" dirty="0" smtClean="0"/>
              <a:t>"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10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Le symbole |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Le symbole </a:t>
            </a:r>
            <a:r>
              <a:rPr lang="fr-FR" b="1" dirty="0" smtClean="0"/>
              <a:t>|</a:t>
            </a:r>
            <a:r>
              <a:rPr lang="fr-FR" dirty="0" smtClean="0"/>
              <a:t> fonctionne comme l'opérateur booléen </a:t>
            </a:r>
            <a:r>
              <a:rPr lang="fr-FR" b="1" dirty="0" smtClean="0"/>
              <a:t>OU</a:t>
            </a:r>
            <a:r>
              <a:rPr lang="fr-FR" dirty="0" smtClean="0"/>
              <a:t>.</a:t>
            </a:r>
          </a:p>
          <a:p>
            <a:r>
              <a:rPr lang="fr-FR" dirty="0" smtClean="0"/>
              <a:t>Exemples :</a:t>
            </a:r>
          </a:p>
          <a:p>
            <a:endParaRPr lang="fr-FR" b="1" dirty="0" smtClean="0"/>
          </a:p>
          <a:p>
            <a:r>
              <a:rPr lang="fr-FR" b="1" dirty="0" err="1" smtClean="0"/>
              <a:t>toto|titi</a:t>
            </a:r>
            <a:r>
              <a:rPr lang="fr-FR" dirty="0" smtClean="0"/>
              <a:t> : identifie une chaîne de caractères contenant le mot "toto" ou le mot "titi"</a:t>
            </a:r>
          </a:p>
          <a:p>
            <a:r>
              <a:rPr lang="fr-FR" b="1" dirty="0" smtClean="0"/>
              <a:t>(</a:t>
            </a:r>
            <a:r>
              <a:rPr lang="fr-FR" b="1" dirty="0" err="1" smtClean="0"/>
              <a:t>b|cd</a:t>
            </a:r>
            <a:r>
              <a:rPr lang="fr-FR" b="1" dirty="0" smtClean="0"/>
              <a:t>)</a:t>
            </a:r>
            <a:r>
              <a:rPr lang="fr-FR" b="1" dirty="0" err="1" smtClean="0"/>
              <a:t>ef</a:t>
            </a:r>
            <a:r>
              <a:rPr lang="fr-FR" dirty="0" smtClean="0"/>
              <a:t> : identifie une chaîne de caractères qui contient la séquence de caractères "</a:t>
            </a:r>
            <a:r>
              <a:rPr lang="fr-FR" dirty="0" err="1" smtClean="0"/>
              <a:t>bef</a:t>
            </a:r>
            <a:r>
              <a:rPr lang="fr-FR" dirty="0" smtClean="0"/>
              <a:t>" ou bien la séquence de caractères "</a:t>
            </a:r>
            <a:r>
              <a:rPr lang="fr-FR" dirty="0" err="1" smtClean="0"/>
              <a:t>cdef</a:t>
            </a:r>
            <a:r>
              <a:rPr lang="fr-FR" dirty="0" smtClean="0"/>
              <a:t>"</a:t>
            </a:r>
          </a:p>
          <a:p>
            <a:r>
              <a:rPr lang="fr-FR" b="1" dirty="0" smtClean="0"/>
              <a:t>(</a:t>
            </a:r>
            <a:r>
              <a:rPr lang="fr-FR" b="1" dirty="0" err="1" smtClean="0"/>
              <a:t>a|b</a:t>
            </a:r>
            <a:r>
              <a:rPr lang="fr-FR" b="1" dirty="0" smtClean="0"/>
              <a:t>)*c</a:t>
            </a:r>
            <a:r>
              <a:rPr lang="fr-FR" dirty="0" smtClean="0"/>
              <a:t> : </a:t>
            </a:r>
            <a:r>
              <a:rPr lang="fr-FR" dirty="0" err="1" smtClean="0"/>
              <a:t>indentifie</a:t>
            </a:r>
            <a:r>
              <a:rPr lang="fr-FR" dirty="0" smtClean="0"/>
              <a:t> une chaîne de caractères qui contient une alternance de a et de b, chaîne se terminant par un c ("</a:t>
            </a:r>
            <a:r>
              <a:rPr lang="fr-FR" dirty="0" err="1" smtClean="0"/>
              <a:t>bababbbaac</a:t>
            </a:r>
            <a:r>
              <a:rPr lang="fr-FR" dirty="0" smtClean="0"/>
              <a:t>" respecte ce modèle, tout comme "c", "</a:t>
            </a:r>
            <a:r>
              <a:rPr lang="fr-FR" dirty="0" err="1" smtClean="0"/>
              <a:t>bc</a:t>
            </a:r>
            <a:r>
              <a:rPr lang="fr-FR" dirty="0" smtClean="0"/>
              <a:t>" par exemple)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Le symbole .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Le symbole </a:t>
            </a:r>
            <a:r>
              <a:rPr lang="fr-FR" b="1" dirty="0" smtClean="0"/>
              <a:t>.</a:t>
            </a:r>
            <a:r>
              <a:rPr lang="fr-FR" dirty="0" smtClean="0"/>
              <a:t> (le point) représente </a:t>
            </a:r>
            <a:r>
              <a:rPr lang="fr-FR" b="1" dirty="0" smtClean="0"/>
              <a:t>n'importe quel caractère unique</a:t>
            </a:r>
            <a:r>
              <a:rPr lang="fr-FR" dirty="0" smtClean="0"/>
              <a:t>.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Exemple :</a:t>
            </a:r>
            <a:br>
              <a:rPr lang="fr-FR" dirty="0" smtClean="0"/>
            </a:br>
            <a:r>
              <a:rPr lang="fr-FR" b="1" dirty="0" smtClean="0"/>
              <a:t>^.{3}$</a:t>
            </a:r>
            <a:r>
              <a:rPr lang="fr-FR" dirty="0" smtClean="0"/>
              <a:t> : identifie une chaîne de caractères comportant exactement trois caractères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12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Les crochets []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53034"/>
          </a:xfrm>
        </p:spPr>
        <p:txBody>
          <a:bodyPr>
            <a:normAutofit fontScale="92500" lnSpcReduction="20000"/>
          </a:bodyPr>
          <a:lstStyle/>
          <a:p>
            <a:r>
              <a:rPr lang="fr-FR" dirty="0" smtClean="0"/>
              <a:t>Les expressions entre crochets (</a:t>
            </a:r>
            <a:r>
              <a:rPr lang="fr-FR" b="1" dirty="0" smtClean="0"/>
              <a:t> []</a:t>
            </a:r>
            <a:r>
              <a:rPr lang="fr-FR" dirty="0" smtClean="0"/>
              <a:t>) indiquent les caractères qui sont </a:t>
            </a:r>
            <a:r>
              <a:rPr lang="fr-FR" b="1" dirty="0" smtClean="0"/>
              <a:t>permis à un endroit précis d'un modèle</a:t>
            </a:r>
            <a:r>
              <a:rPr lang="fr-FR" dirty="0" smtClean="0"/>
              <a:t>.</a:t>
            </a:r>
          </a:p>
          <a:p>
            <a:r>
              <a:rPr lang="fr-FR" dirty="0" smtClean="0"/>
              <a:t>Exemples:</a:t>
            </a:r>
          </a:p>
          <a:p>
            <a:r>
              <a:rPr lang="fr-FR" b="1" dirty="0" smtClean="0"/>
              <a:t>[ab]</a:t>
            </a:r>
            <a:r>
              <a:rPr lang="fr-FR" dirty="0" smtClean="0"/>
              <a:t> : identifie une chaîne de caractères contenant un "a" ou un "b" (ce qui revient au même d'écrire le modèle </a:t>
            </a:r>
            <a:r>
              <a:rPr lang="fr-FR" dirty="0" err="1" smtClean="0"/>
              <a:t>a|b</a:t>
            </a:r>
            <a:r>
              <a:rPr lang="fr-FR" dirty="0" smtClean="0"/>
              <a:t>)</a:t>
            </a:r>
          </a:p>
          <a:p>
            <a:r>
              <a:rPr lang="fr-FR" b="1" dirty="0" smtClean="0"/>
              <a:t>[a-d]</a:t>
            </a:r>
            <a:r>
              <a:rPr lang="fr-FR" dirty="0" smtClean="0"/>
              <a:t> : identifie une chaîne de caractères qui contient les lettres minuscules comprises entre le "a" et le "d" (ce qui équivalent de a|b|</a:t>
            </a:r>
            <a:r>
              <a:rPr lang="fr-FR" dirty="0" err="1" smtClean="0"/>
              <a:t>c|d</a:t>
            </a:r>
            <a:r>
              <a:rPr lang="fr-FR" dirty="0" smtClean="0"/>
              <a:t> ou de [</a:t>
            </a:r>
            <a:r>
              <a:rPr lang="fr-FR" dirty="0" err="1" smtClean="0"/>
              <a:t>abcd</a:t>
            </a:r>
            <a:r>
              <a:rPr lang="fr-FR" dirty="0" smtClean="0"/>
              <a:t>])</a:t>
            </a:r>
          </a:p>
          <a:p>
            <a:r>
              <a:rPr lang="fr-FR" b="1" dirty="0" smtClean="0"/>
              <a:t>^[a-</a:t>
            </a:r>
            <a:r>
              <a:rPr lang="fr-FR" b="1" dirty="0" err="1" smtClean="0"/>
              <a:t>zA</a:t>
            </a:r>
            <a:r>
              <a:rPr lang="fr-FR" b="1" dirty="0" smtClean="0"/>
              <a:t>-Z]</a:t>
            </a:r>
            <a:r>
              <a:rPr lang="fr-FR" dirty="0" smtClean="0"/>
              <a:t> : identifie une chaîne de caractères qui commence par une lettre minuscules ou bien par une lettre majuscule</a:t>
            </a:r>
          </a:p>
          <a:p>
            <a:r>
              <a:rPr lang="fr-FR" b="1" dirty="0" smtClean="0"/>
              <a:t>[0-9]%</a:t>
            </a:r>
            <a:r>
              <a:rPr lang="fr-FR" dirty="0" smtClean="0"/>
              <a:t> : identifie une chaîne de caractères qui contient un pourcentage à un seul chiffre</a:t>
            </a:r>
          </a:p>
          <a:p>
            <a:r>
              <a:rPr lang="fr-FR" b="1" dirty="0" smtClean="0"/>
              <a:t>,[a-</a:t>
            </a:r>
            <a:r>
              <a:rPr lang="fr-FR" b="1" dirty="0" err="1" smtClean="0"/>
              <a:t>zA</a:t>
            </a:r>
            <a:r>
              <a:rPr lang="fr-FR" b="1" dirty="0" smtClean="0"/>
              <a:t>-Z0-9]$</a:t>
            </a:r>
            <a:r>
              <a:rPr lang="fr-FR" dirty="0" smtClean="0"/>
              <a:t> : identifie une chaîne de caractères qui finit par une virgule suivi d'un caractère (lettre ou chiffre)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13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Note 1 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Vous pouvez également lister les caractères que </a:t>
            </a:r>
            <a:r>
              <a:rPr lang="fr-FR" b="1" dirty="0" smtClean="0"/>
              <a:t>vous ne voulez pas</a:t>
            </a:r>
            <a:r>
              <a:rPr lang="fr-FR" dirty="0" smtClean="0"/>
              <a:t> en utilisant le symbole </a:t>
            </a:r>
            <a:r>
              <a:rPr lang="fr-FR" b="1" dirty="0" smtClean="0"/>
              <a:t>^</a:t>
            </a:r>
            <a:r>
              <a:rPr lang="fr-FR" dirty="0" smtClean="0"/>
              <a:t> comme premier symbole dans vos crochets.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Exemple : </a:t>
            </a:r>
            <a:r>
              <a:rPr lang="fr-FR" b="1" dirty="0" smtClean="0"/>
              <a:t>%[</a:t>
            </a:r>
            <a:r>
              <a:rPr lang="fr-FR" b="1" dirty="0" smtClean="0">
                <a:solidFill>
                  <a:srgbClr val="FF0000"/>
                </a:solidFill>
              </a:rPr>
              <a:t>^</a:t>
            </a:r>
            <a:r>
              <a:rPr lang="fr-FR" b="1" dirty="0" smtClean="0"/>
              <a:t>a-</a:t>
            </a:r>
            <a:r>
              <a:rPr lang="fr-FR" b="1" dirty="0" err="1" smtClean="0"/>
              <a:t>zA</a:t>
            </a:r>
            <a:r>
              <a:rPr lang="fr-FR" b="1" dirty="0" smtClean="0"/>
              <a:t>-Z]%</a:t>
            </a:r>
            <a:r>
              <a:rPr lang="fr-FR" dirty="0" smtClean="0"/>
              <a:t> : identifie une chaîne de caractères avec un caractère qui n'est pas une lettre (soit en fait un chiffre ou </a:t>
            </a:r>
            <a:r>
              <a:rPr lang="fr-FR" dirty="0" smtClean="0"/>
              <a:t>autre </a:t>
            </a:r>
            <a:r>
              <a:rPr lang="fr-FR" dirty="0" smtClean="0"/>
              <a:t>chose, mais pas une lettre) entre deux signes pourcentage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14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Note 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914400" y="1714520"/>
            <a:ext cx="7772400" cy="4572000"/>
          </a:xfrm>
        </p:spPr>
        <p:txBody>
          <a:bodyPr>
            <a:normAutofit fontScale="92500" lnSpcReduction="10000"/>
          </a:bodyPr>
          <a:lstStyle/>
          <a:p>
            <a:r>
              <a:rPr lang="fr-FR" dirty="0" smtClean="0"/>
              <a:t>Pour utiliser les caractères </a:t>
            </a:r>
            <a:r>
              <a:rPr lang="fr-FR" b="1" dirty="0" smtClean="0"/>
              <a:t>^</a:t>
            </a:r>
            <a:r>
              <a:rPr lang="fr-FR" dirty="0" smtClean="0"/>
              <a:t>, </a:t>
            </a:r>
            <a:r>
              <a:rPr lang="fr-FR" b="1" dirty="0" smtClean="0"/>
              <a:t>.</a:t>
            </a:r>
            <a:r>
              <a:rPr lang="fr-FR" dirty="0" smtClean="0"/>
              <a:t>, </a:t>
            </a:r>
            <a:r>
              <a:rPr lang="fr-FR" b="1" dirty="0" smtClean="0"/>
              <a:t>[</a:t>
            </a:r>
            <a:r>
              <a:rPr lang="fr-FR" dirty="0" smtClean="0"/>
              <a:t>, </a:t>
            </a:r>
            <a:r>
              <a:rPr lang="fr-FR" b="1" dirty="0" smtClean="0"/>
              <a:t>$</a:t>
            </a:r>
            <a:r>
              <a:rPr lang="fr-FR" dirty="0" smtClean="0"/>
              <a:t>, </a:t>
            </a:r>
            <a:r>
              <a:rPr lang="fr-FR" b="1" dirty="0" smtClean="0"/>
              <a:t>(</a:t>
            </a:r>
            <a:r>
              <a:rPr lang="fr-FR" dirty="0" smtClean="0"/>
              <a:t>, </a:t>
            </a:r>
            <a:r>
              <a:rPr lang="fr-FR" b="1" dirty="0" smtClean="0"/>
              <a:t>)</a:t>
            </a:r>
            <a:r>
              <a:rPr lang="fr-FR" dirty="0" smtClean="0"/>
              <a:t>, </a:t>
            </a:r>
            <a:r>
              <a:rPr lang="fr-FR" b="1" dirty="0" smtClean="0"/>
              <a:t>|</a:t>
            </a:r>
            <a:r>
              <a:rPr lang="fr-FR" dirty="0" smtClean="0"/>
              <a:t>, </a:t>
            </a:r>
            <a:r>
              <a:rPr lang="fr-FR" b="1" dirty="0" smtClean="0"/>
              <a:t>*</a:t>
            </a:r>
            <a:r>
              <a:rPr lang="fr-FR" dirty="0" smtClean="0"/>
              <a:t>, </a:t>
            </a:r>
            <a:r>
              <a:rPr lang="fr-FR" b="1" dirty="0" smtClean="0"/>
              <a:t>+</a:t>
            </a:r>
            <a:r>
              <a:rPr lang="fr-FR" dirty="0" smtClean="0"/>
              <a:t>, </a:t>
            </a:r>
            <a:r>
              <a:rPr lang="fr-FR" b="1" dirty="0" smtClean="0"/>
              <a:t>{</a:t>
            </a:r>
            <a:r>
              <a:rPr lang="fr-FR" dirty="0" smtClean="0"/>
              <a:t>, dans vos expressions régulières, vous devrez les protéger avec </a:t>
            </a:r>
            <a:r>
              <a:rPr lang="fr-FR" b="1" dirty="0" smtClean="0"/>
              <a:t>un \ juste avant ceux-ci</a:t>
            </a:r>
            <a:r>
              <a:rPr lang="fr-FR" dirty="0" smtClean="0"/>
              <a:t> (car en effet, ces caractères ont une signification spéciale, et donc pour pouvoir les utiliser, il faut les protéger).</a:t>
            </a:r>
          </a:p>
          <a:p>
            <a:r>
              <a:rPr lang="fr-FR" b="1" dirty="0" smtClean="0"/>
              <a:t>Sous - note :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N'oubliez pas que les expressions entre crochets sont une exception à cette règle.</a:t>
            </a:r>
            <a:br>
              <a:rPr lang="fr-FR" dirty="0" smtClean="0"/>
            </a:br>
            <a:r>
              <a:rPr lang="fr-FR" dirty="0" smtClean="0"/>
              <a:t>En effet à l'intérieur des crochets, </a:t>
            </a:r>
            <a:r>
              <a:rPr lang="fr-FR" b="1" dirty="0" smtClean="0"/>
              <a:t>tous les caractères spéciaux</a:t>
            </a:r>
            <a:r>
              <a:rPr lang="fr-FR" dirty="0" smtClean="0"/>
              <a:t>, y compris l'antislash , </a:t>
            </a:r>
            <a:r>
              <a:rPr lang="fr-FR" b="1" dirty="0" smtClean="0"/>
              <a:t>perdent leurs puissances spéciales</a:t>
            </a:r>
            <a:r>
              <a:rPr lang="fr-FR" dirty="0" smtClean="0"/>
              <a:t> (en clair, dans les crochets, </a:t>
            </a:r>
            <a:r>
              <a:rPr lang="fr-FR" b="1" dirty="0" smtClean="0"/>
              <a:t>vous ne devez pas</a:t>
            </a:r>
            <a:r>
              <a:rPr lang="fr-FR" dirty="0" smtClean="0"/>
              <a:t> protéger les caractères spéciaux avec un \).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15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En effet dans les crochets, chaque caractère représente ce qu'il est. Pour représenter un ] il faut le mettre en premier (ou après un ^ si c'est une interdiction), un - se met en premier ou en dernier. 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"[\+?{}.]": chaîne qui contient un de ces six caractères</a:t>
            </a:r>
            <a:br>
              <a:rPr lang="fr-FR" dirty="0" smtClean="0"/>
            </a:br>
            <a:r>
              <a:rPr lang="fr-FR" dirty="0" smtClean="0"/>
              <a:t>"[]-]": chaîne qui contient le caractère "]" ou le caractère "-"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16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Récap</a:t>
            </a: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785938"/>
            <a:ext cx="7858179" cy="4786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17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643050"/>
            <a:ext cx="8143932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020175" cy="6357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AC35C-D8CD-4A02-8D85-1FDE8E3F5829}" type="slidenum">
              <a:rPr lang="fr-FR" smtClean="0"/>
              <a:pPr/>
              <a:t>19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94</TotalTime>
  <Words>199</Words>
  <Application>Microsoft Office PowerPoint</Application>
  <PresentationFormat>Affichage à l'écran (4:3)</PresentationFormat>
  <Paragraphs>93</Paragraphs>
  <Slides>19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0" baseType="lpstr">
      <vt:lpstr>Capitaux</vt:lpstr>
      <vt:lpstr>Les expressions régulières</vt:lpstr>
      <vt:lpstr>Définitions</vt:lpstr>
      <vt:lpstr>Les symboles ^ et $ </vt:lpstr>
      <vt:lpstr>Les symboles ^ et $</vt:lpstr>
      <vt:lpstr>Les symboles *, + et ? </vt:lpstr>
      <vt:lpstr>Les symboles *, + et ?</vt:lpstr>
      <vt:lpstr>Les accolades {} </vt:lpstr>
      <vt:lpstr>Les accolades {}</vt:lpstr>
      <vt:lpstr>Les accolades {}</vt:lpstr>
      <vt:lpstr>Les parenthèses () </vt:lpstr>
      <vt:lpstr>Le symbole | </vt:lpstr>
      <vt:lpstr>Le symbole . </vt:lpstr>
      <vt:lpstr>Les crochets [] </vt:lpstr>
      <vt:lpstr>Note 1 :</vt:lpstr>
      <vt:lpstr>Note 2</vt:lpstr>
      <vt:lpstr>Diapositive 16</vt:lpstr>
      <vt:lpstr>Récap</vt:lpstr>
      <vt:lpstr>Diapositive 18</vt:lpstr>
      <vt:lpstr>Diapositive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expressions régulières</dc:title>
  <dc:creator>Nouara</dc:creator>
  <cp:lastModifiedBy>Nouara</cp:lastModifiedBy>
  <cp:revision>27</cp:revision>
  <dcterms:created xsi:type="dcterms:W3CDTF">2015-02-09T21:40:28Z</dcterms:created>
  <dcterms:modified xsi:type="dcterms:W3CDTF">2015-10-26T21:34:03Z</dcterms:modified>
</cp:coreProperties>
</file>