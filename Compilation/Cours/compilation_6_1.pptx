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74" r:id="rId3"/>
    <p:sldId id="263" r:id="rId4"/>
    <p:sldId id="269" r:id="rId5"/>
    <p:sldId id="264" r:id="rId6"/>
    <p:sldId id="270" r:id="rId7"/>
    <p:sldId id="271" r:id="rId8"/>
    <p:sldId id="275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620"/>
    <p:restoredTop sz="94660"/>
  </p:normalViewPr>
  <p:slideViewPr>
    <p:cSldViewPr>
      <p:cViewPr varScale="1">
        <p:scale>
          <a:sx n="66" d="100"/>
          <a:sy n="66" d="100"/>
        </p:scale>
        <p:origin x="6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424860-7762-422D-B01B-53332CED5C4D}" type="datetimeFigureOut">
              <a:rPr lang="fr-FR" smtClean="0"/>
              <a:pPr/>
              <a:t>15/05/2024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93B0D3-6353-4318-BA72-93246332DD0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9939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ectangle à coins arrondis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D3ED7-EE1E-4778-B2E7-0340EA959634}" type="datetime1">
              <a:rPr lang="fr-FR" smtClean="0"/>
              <a:pPr/>
              <a:t>15/05/2024</a:t>
            </a:fld>
            <a:endParaRPr lang="fr-FR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Mme Noura Ouerdi</a:t>
            </a:r>
            <a:endParaRPr lang="fr-FR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7F8952CA-BC34-478E-B056-41533E5AC4B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F0843-C2C4-455B-9339-BA5DC7CB7FFB}" type="datetime1">
              <a:rPr lang="fr-FR" smtClean="0"/>
              <a:pPr/>
              <a:t>15/05/2024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Mme Noura Ouerdi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952CA-BC34-478E-B056-41533E5AC4B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ectangle à coins arrondis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D6A06-CE1B-4721-82F2-95313B8DB7CF}" type="datetime1">
              <a:rPr lang="fr-FR" smtClean="0"/>
              <a:pPr/>
              <a:t>15/05/2024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r>
              <a:rPr lang="fr-FR" smtClean="0"/>
              <a:t>Mme Noura Ouerdi</a:t>
            </a:r>
            <a:endParaRPr lang="fr-FR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7F8952CA-BC34-478E-B056-41533E5AC4B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96BE5-D184-4AFA-82D7-2BE3D7532793}" type="datetime1">
              <a:rPr lang="fr-FR" smtClean="0"/>
              <a:pPr/>
              <a:t>15/05/2024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Mme Noura Ouerdi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952CA-BC34-478E-B056-41533E5AC4B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006E5-A8EE-46E2-B4DB-E88CF698DB59}" type="datetime1">
              <a:rPr lang="fr-FR" smtClean="0"/>
              <a:pPr/>
              <a:t>15/05/2024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Mme Noura Ouerdi</a:t>
            </a:r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952CA-BC34-478E-B056-41533E5AC4B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Espace réservé du contenu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79AB9-5DA6-46BD-A05A-D78A592449FF}" type="datetime1">
              <a:rPr lang="fr-FR" smtClean="0"/>
              <a:pPr/>
              <a:t>15/05/2024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Mme Noura Ouerdi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952CA-BC34-478E-B056-41533E5AC4B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C788A-BF0C-4D96-A54F-2C74740C0252}" type="datetime1">
              <a:rPr lang="fr-FR" smtClean="0"/>
              <a:pPr/>
              <a:t>15/05/2024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Mme Noura Ouerdi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952CA-BC34-478E-B056-41533E5AC4B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ectangle à coins arrondis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5DC91-0E1A-47A9-9B73-D6FD1925E194}" type="datetime1">
              <a:rPr lang="fr-FR" smtClean="0"/>
              <a:pPr/>
              <a:t>15/05/2024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Mme Noura Ouerdi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952CA-BC34-478E-B056-41533E5AC4B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31D28-9344-45FC-B971-7AF56B665820}" type="datetime1">
              <a:rPr lang="fr-FR" smtClean="0"/>
              <a:pPr/>
              <a:t>15/05/2024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r>
              <a:rPr lang="fr-FR" smtClean="0"/>
              <a:t>Mme Noura Ouerdi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7F8952CA-BC34-478E-B056-41533E5AC4B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E1935-5421-4E41-B832-6FCD7DF50B0A}" type="datetime1">
              <a:rPr lang="fr-FR" smtClean="0"/>
              <a:pPr/>
              <a:t>15/05/2024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Mme Noura Ouerdi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952CA-BC34-478E-B056-41533E5AC4B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0AFFE-F7A2-4934-83C6-B56B4C9DFC7D}" type="datetime1">
              <a:rPr lang="fr-FR" smtClean="0"/>
              <a:pPr/>
              <a:t>15/05/2024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Mme Noura Ouerdi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952CA-BC34-478E-B056-41533E5AC4B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ectangle à coins arrondis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2234B4-070B-4CDA-A87E-C70183994B00}" type="datetime1">
              <a:rPr lang="fr-FR" smtClean="0"/>
              <a:pPr/>
              <a:t>15/05/2024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fr-FR" smtClean="0"/>
              <a:t>Mme Noura Ouerdi</a:t>
            </a:r>
            <a:endParaRPr lang="fr-FR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7F8952CA-BC34-478E-B056-41533E5AC4B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/>
              <a:t>Compilation 6</a:t>
            </a:r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EE7CA-AA23-473B-AFDE-382BF0FA1A64}" type="datetime1">
              <a:rPr lang="fr-FR" smtClean="0"/>
              <a:pPr/>
              <a:t>15/05/2024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952CA-BC34-478E-B056-41533E5AC4BD}" type="slidenum">
              <a:rPr lang="fr-FR" smtClean="0"/>
              <a:pPr/>
              <a:t>1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Faire attention à: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F0843-C2C4-455B-9339-BA5DC7CB7FFB}" type="datetime1">
              <a:rPr lang="fr-FR" smtClean="0"/>
              <a:pPr/>
              <a:t>15/05/2024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952CA-BC34-478E-B056-41533E5AC4BD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les espaces ont une signification précise en </a:t>
            </a:r>
            <a:r>
              <a:rPr lang="fr-FR" dirty="0" err="1" smtClean="0"/>
              <a:t>flex</a:t>
            </a:r>
            <a:r>
              <a:rPr lang="fr-FR" dirty="0" smtClean="0"/>
              <a:t> et qu’ils ne peuvent pas être utilisés pour aérer la présentation du code.</a:t>
            </a:r>
          </a:p>
          <a:p>
            <a:r>
              <a:rPr lang="fr-FR" dirty="0" smtClean="0"/>
              <a:t>toujours au moins un espace avant du C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Exo 3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F0843-C2C4-455B-9339-BA5DC7CB7FFB}" type="datetime1">
              <a:rPr lang="fr-FR" smtClean="0"/>
              <a:pPr/>
              <a:t>15/05/2024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952CA-BC34-478E-B056-41533E5AC4BD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Ecrire un filtre qui n’imprime que les commentaires d’un programme. Ceux-ci sont compris entre {}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Sol 3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F0843-C2C4-455B-9339-BA5DC7CB7FFB}" type="datetime1">
              <a:rPr lang="fr-FR" smtClean="0"/>
              <a:pPr/>
              <a:t>15/05/2024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952CA-BC34-478E-B056-41533E5AC4BD}" type="slidenum">
              <a:rPr lang="fr-FR" smtClean="0"/>
              <a:pPr/>
              <a:t>4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fr-FR" dirty="0" smtClean="0"/>
              <a:t>%%</a:t>
            </a:r>
          </a:p>
          <a:p>
            <a:pPr>
              <a:buNone/>
            </a:pPr>
            <a:r>
              <a:rPr lang="fr-FR" dirty="0" smtClean="0"/>
              <a:t>"{"([^{}])+"}" {ECHO;}</a:t>
            </a:r>
          </a:p>
          <a:p>
            <a:pPr>
              <a:buNone/>
            </a:pPr>
            <a:r>
              <a:rPr lang="fr-FR" dirty="0" smtClean="0"/>
              <a:t>.|\n {}</a:t>
            </a:r>
          </a:p>
          <a:p>
            <a:pPr>
              <a:buNone/>
            </a:pPr>
            <a:r>
              <a:rPr lang="fr-FR" dirty="0" smtClean="0"/>
              <a:t>%%</a:t>
            </a:r>
          </a:p>
          <a:p>
            <a:pPr>
              <a:buNone/>
            </a:pPr>
            <a:r>
              <a:rPr lang="fr-FR" dirty="0" smtClean="0"/>
              <a:t>#</a:t>
            </a:r>
            <a:r>
              <a:rPr lang="fr-FR" dirty="0" err="1" smtClean="0"/>
              <a:t>include</a:t>
            </a:r>
            <a:r>
              <a:rPr lang="fr-FR" dirty="0" smtClean="0"/>
              <a:t> &lt;</a:t>
            </a:r>
            <a:r>
              <a:rPr lang="fr-FR" dirty="0" err="1" smtClean="0"/>
              <a:t>stdio.h</a:t>
            </a:r>
            <a:r>
              <a:rPr lang="fr-FR" dirty="0" smtClean="0"/>
              <a:t>&gt;</a:t>
            </a:r>
          </a:p>
          <a:p>
            <a:pPr>
              <a:buNone/>
            </a:pPr>
            <a:r>
              <a:rPr lang="fr-FR" dirty="0" err="1" smtClean="0"/>
              <a:t>int</a:t>
            </a:r>
            <a:r>
              <a:rPr lang="fr-FR" dirty="0" smtClean="0"/>
              <a:t> main()</a:t>
            </a:r>
          </a:p>
          <a:p>
            <a:pPr>
              <a:buNone/>
            </a:pPr>
            <a:r>
              <a:rPr lang="fr-FR" dirty="0" smtClean="0"/>
              <a:t>{</a:t>
            </a:r>
          </a:p>
          <a:p>
            <a:pPr>
              <a:buNone/>
            </a:pPr>
            <a:r>
              <a:rPr lang="fr-FR" dirty="0" err="1" smtClean="0"/>
              <a:t>yylex</a:t>
            </a:r>
            <a:r>
              <a:rPr lang="fr-FR" dirty="0" smtClean="0"/>
              <a:t>();</a:t>
            </a:r>
          </a:p>
          <a:p>
            <a:pPr>
              <a:buNone/>
            </a:pPr>
            <a:r>
              <a:rPr lang="fr-FR" dirty="0" smtClean="0"/>
              <a:t>return(1);</a:t>
            </a:r>
          </a:p>
          <a:p>
            <a:pPr>
              <a:buNone/>
            </a:pPr>
            <a:r>
              <a:rPr lang="fr-FR" dirty="0" smtClean="0"/>
              <a:t>}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Exo 4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F0843-C2C4-455B-9339-BA5DC7CB7FFB}" type="datetime1">
              <a:rPr lang="fr-FR" smtClean="0"/>
              <a:pPr/>
              <a:t>15/05/2024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952CA-BC34-478E-B056-41533E5AC4BD}" type="slidenum">
              <a:rPr lang="fr-FR" smtClean="0"/>
              <a:pPr/>
              <a:t>5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Ecrire un filtre qui transforme un texte en remplaçant le mot </a:t>
            </a:r>
            <a:r>
              <a:rPr lang="fr-FR" dirty="0" smtClean="0">
                <a:solidFill>
                  <a:srgbClr val="FF0000"/>
                </a:solidFill>
              </a:rPr>
              <a:t>compilateur </a:t>
            </a:r>
            <a:r>
              <a:rPr lang="fr-FR" dirty="0" smtClean="0"/>
              <a:t>par « ligne a » si la ligne débute par a, par « ligne b » si la ligne débute par b et par « ligne c » si la ligne débute par c.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Sol 4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F0843-C2C4-455B-9339-BA5DC7CB7FFB}" type="datetime1">
              <a:rPr lang="fr-FR" smtClean="0"/>
              <a:pPr/>
              <a:t>15/05/2024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952CA-BC34-478E-B056-41533E5AC4BD}" type="slidenum">
              <a:rPr lang="fr-FR" smtClean="0"/>
              <a:pPr/>
              <a:t>6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fr-FR" dirty="0" smtClean="0"/>
              <a:t>%{</a:t>
            </a:r>
          </a:p>
          <a:p>
            <a:pPr>
              <a:buNone/>
            </a:pPr>
            <a:r>
              <a:rPr lang="fr-FR" dirty="0" err="1" smtClean="0"/>
              <a:t>int</a:t>
            </a:r>
            <a:r>
              <a:rPr lang="fr-FR" dirty="0" smtClean="0"/>
              <a:t> i;</a:t>
            </a:r>
          </a:p>
          <a:p>
            <a:pPr>
              <a:buNone/>
            </a:pPr>
            <a:r>
              <a:rPr lang="fr-FR" dirty="0" smtClean="0"/>
              <a:t>%}</a:t>
            </a:r>
          </a:p>
          <a:p>
            <a:pPr>
              <a:buNone/>
            </a:pPr>
            <a:r>
              <a:rPr lang="fr-FR" dirty="0" smtClean="0"/>
              <a:t>%%</a:t>
            </a:r>
          </a:p>
          <a:p>
            <a:pPr>
              <a:buNone/>
            </a:pPr>
            <a:r>
              <a:rPr lang="fr-FR" dirty="0" smtClean="0"/>
              <a:t>\n {ECHO; i=0;}</a:t>
            </a:r>
          </a:p>
          <a:p>
            <a:pPr>
              <a:buNone/>
            </a:pPr>
            <a:r>
              <a:rPr lang="fr-FR" dirty="0" smtClean="0"/>
              <a:t>^a {ECHO; i=1;}</a:t>
            </a:r>
          </a:p>
          <a:p>
            <a:pPr>
              <a:buNone/>
            </a:pPr>
            <a:r>
              <a:rPr lang="fr-FR" dirty="0" smtClean="0"/>
              <a:t>^b {ECHO; i=2;}</a:t>
            </a:r>
          </a:p>
          <a:p>
            <a:pPr>
              <a:buNone/>
            </a:pPr>
            <a:r>
              <a:rPr lang="fr-FR" dirty="0" smtClean="0"/>
              <a:t>^c {ECHO; i=3;}</a:t>
            </a:r>
          </a:p>
          <a:p>
            <a:pPr>
              <a:buNone/>
            </a:pPr>
            <a:r>
              <a:rPr lang="fr-FR" dirty="0" smtClean="0"/>
              <a:t>compilateur {if(i==1) </a:t>
            </a:r>
            <a:r>
              <a:rPr lang="fr-FR" dirty="0" err="1" smtClean="0"/>
              <a:t>printf</a:t>
            </a:r>
            <a:r>
              <a:rPr lang="fr-FR" dirty="0" smtClean="0"/>
              <a:t>(« ligne a »);</a:t>
            </a:r>
          </a:p>
          <a:p>
            <a:pPr>
              <a:buNone/>
            </a:pPr>
            <a:r>
              <a:rPr lang="fr-FR" dirty="0" smtClean="0"/>
              <a:t>if(i==2) </a:t>
            </a:r>
            <a:r>
              <a:rPr lang="fr-FR" dirty="0" err="1" smtClean="0"/>
              <a:t>printf</a:t>
            </a:r>
            <a:r>
              <a:rPr lang="fr-FR" dirty="0" smtClean="0"/>
              <a:t>(« ligne b »);</a:t>
            </a:r>
          </a:p>
          <a:p>
            <a:pPr>
              <a:buNone/>
            </a:pPr>
            <a:r>
              <a:rPr lang="fr-FR" dirty="0" smtClean="0"/>
              <a:t>if (i==3) </a:t>
            </a:r>
            <a:r>
              <a:rPr lang="fr-FR" dirty="0" err="1" smtClean="0"/>
              <a:t>printf</a:t>
            </a:r>
            <a:r>
              <a:rPr lang="fr-FR" dirty="0" smtClean="0"/>
              <a:t>(«</a:t>
            </a:r>
            <a:r>
              <a:rPr lang="fr-FR" smtClean="0"/>
              <a:t> ligne c »);</a:t>
            </a:r>
            <a:endParaRPr lang="fr-FR" dirty="0" smtClean="0"/>
          </a:p>
          <a:p>
            <a:pPr>
              <a:buNone/>
            </a:pPr>
            <a:r>
              <a:rPr lang="fr-FR" dirty="0" smtClean="0"/>
              <a:t>if(i==0) </a:t>
            </a:r>
            <a:r>
              <a:rPr lang="fr-FR" dirty="0" err="1" smtClean="0"/>
              <a:t>printf</a:t>
            </a:r>
            <a:r>
              <a:rPr lang="fr-FR" dirty="0" smtClean="0"/>
              <a:t>("compilateur");}</a:t>
            </a:r>
          </a:p>
          <a:p>
            <a:pPr>
              <a:buNone/>
            </a:pPr>
            <a:r>
              <a:rPr lang="fr-FR" dirty="0" smtClean="0"/>
              <a:t>. {ECHO;}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F0843-C2C4-455B-9339-BA5DC7CB7FFB}" type="datetime1">
              <a:rPr lang="fr-FR" smtClean="0"/>
              <a:pPr/>
              <a:t>15/05/2024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952CA-BC34-478E-B056-41533E5AC4BD}" type="slidenum">
              <a:rPr lang="fr-FR" smtClean="0"/>
              <a:pPr/>
              <a:t>7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%%</a:t>
            </a:r>
          </a:p>
          <a:p>
            <a:pPr>
              <a:buNone/>
            </a:pPr>
            <a:r>
              <a:rPr lang="en-US" dirty="0" smtClean="0"/>
              <a:t>#include &lt;</a:t>
            </a:r>
            <a:r>
              <a:rPr lang="en-US" dirty="0" err="1" smtClean="0"/>
              <a:t>stdio.h</a:t>
            </a:r>
            <a:r>
              <a:rPr lang="en-US" dirty="0" smtClean="0"/>
              <a:t>&gt;</a:t>
            </a:r>
          </a:p>
          <a:p>
            <a:pPr>
              <a:buNone/>
            </a:pPr>
            <a:r>
              <a:rPr lang="en-US" dirty="0" err="1" smtClean="0"/>
              <a:t>int</a:t>
            </a:r>
            <a:r>
              <a:rPr lang="en-US" dirty="0" smtClean="0"/>
              <a:t> main()</a:t>
            </a:r>
          </a:p>
          <a:p>
            <a:pPr>
              <a:buNone/>
            </a:pPr>
            <a:r>
              <a:rPr lang="en-US" dirty="0" smtClean="0"/>
              <a:t>{</a:t>
            </a:r>
          </a:p>
          <a:p>
            <a:pPr>
              <a:buNone/>
            </a:pPr>
            <a:r>
              <a:rPr lang="en-US" dirty="0" err="1" smtClean="0"/>
              <a:t>i</a:t>
            </a:r>
            <a:r>
              <a:rPr lang="en-US" dirty="0" smtClean="0"/>
              <a:t>=0;</a:t>
            </a:r>
          </a:p>
          <a:p>
            <a:pPr>
              <a:buNone/>
            </a:pPr>
            <a:r>
              <a:rPr lang="en-US" dirty="0" err="1" smtClean="0"/>
              <a:t>yylex</a:t>
            </a:r>
            <a:r>
              <a:rPr lang="en-US" dirty="0" smtClean="0"/>
              <a:t>();</a:t>
            </a:r>
          </a:p>
          <a:p>
            <a:pPr>
              <a:buNone/>
            </a:pPr>
            <a:r>
              <a:rPr lang="en-US" dirty="0" smtClean="0"/>
              <a:t>return(1);</a:t>
            </a:r>
          </a:p>
          <a:p>
            <a:pPr>
              <a:buNone/>
            </a:pPr>
            <a:r>
              <a:rPr lang="en-US" dirty="0" smtClean="0"/>
              <a:t>}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Exo 5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F0843-C2C4-455B-9339-BA5DC7CB7FFB}" type="datetime1">
              <a:rPr lang="fr-FR" smtClean="0"/>
              <a:pPr/>
              <a:t>15/05/2024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952CA-BC34-478E-B056-41533E5AC4BD}" type="slidenum">
              <a:rPr lang="fr-FR" smtClean="0"/>
              <a:pPr/>
              <a:t>8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 smtClean="0"/>
              <a:t>Ecrire un programme qui:</a:t>
            </a:r>
          </a:p>
          <a:p>
            <a:pPr>
              <a:buNone/>
            </a:pPr>
            <a:r>
              <a:rPr lang="fr-FR" dirty="0" smtClean="0"/>
              <a:t>– remplace les séquences /* et */ par &lt;SE&gt; et &lt;ASE&gt; ;</a:t>
            </a:r>
          </a:p>
          <a:p>
            <a:pPr>
              <a:buNone/>
            </a:pPr>
            <a:r>
              <a:rPr lang="fr-FR" dirty="0" smtClean="0"/>
              <a:t>– remplace les séquences constituées des caractères \ et n par &lt;ASN&gt; ;</a:t>
            </a:r>
          </a:p>
          <a:p>
            <a:pPr>
              <a:buNone/>
            </a:pPr>
            <a:r>
              <a:rPr lang="fr-FR" dirty="0" smtClean="0"/>
              <a:t>– remplace toute occurrence d’un des caractères (, [ ou { par &lt;PO&gt; ;</a:t>
            </a:r>
          </a:p>
          <a:p>
            <a:pPr>
              <a:buNone/>
            </a:pPr>
            <a:r>
              <a:rPr lang="fr-FR" dirty="0" smtClean="0"/>
              <a:t>– remplace toute occurrence d’un des caractères ), ] ou } par &lt;PF&gt; ;</a:t>
            </a:r>
          </a:p>
          <a:p>
            <a:pPr>
              <a:buNone/>
            </a:pPr>
            <a:r>
              <a:rPr lang="fr-FR" dirty="0" smtClean="0"/>
              <a:t>– remplace toute séquence de points d’interrogation par une séquence &lt;?;N&gt;, où N représente le nombre de points d’interrogation de la séquence lue ;</a:t>
            </a:r>
          </a:p>
          <a:p>
            <a:pPr>
              <a:buNone/>
            </a:pPr>
            <a:r>
              <a:rPr lang="fr-FR" dirty="0" smtClean="0"/>
              <a:t>– supprime tous les autres caractères, car ils sont lus sans que rien ne soit produit en sortie.</a:t>
            </a:r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apitaux">
  <a:themeElements>
    <a:clrScheme name="Capitaux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pitaux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apitaux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227</TotalTime>
  <Words>322</Words>
  <Application>Microsoft Office PowerPoint</Application>
  <PresentationFormat>Affichage à l'écran (4:3)</PresentationFormat>
  <Paragraphs>65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3" baseType="lpstr">
      <vt:lpstr>Calibri</vt:lpstr>
      <vt:lpstr>Franklin Gothic Book</vt:lpstr>
      <vt:lpstr>Perpetua</vt:lpstr>
      <vt:lpstr>Wingdings 2</vt:lpstr>
      <vt:lpstr>Capitaux</vt:lpstr>
      <vt:lpstr>Compilation 6</vt:lpstr>
      <vt:lpstr>Faire attention à:</vt:lpstr>
      <vt:lpstr>Exo 3</vt:lpstr>
      <vt:lpstr>Sol 3</vt:lpstr>
      <vt:lpstr>Exo 4</vt:lpstr>
      <vt:lpstr>Sol 4</vt:lpstr>
      <vt:lpstr>Présentation PowerPoint</vt:lpstr>
      <vt:lpstr>Exo 5</vt:lpstr>
    </vt:vector>
  </TitlesOfParts>
  <Company>XP2008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ADM</dc:creator>
  <cp:lastModifiedBy>Utilisateur Windows</cp:lastModifiedBy>
  <cp:revision>51</cp:revision>
  <dcterms:created xsi:type="dcterms:W3CDTF">2013-03-11T09:45:45Z</dcterms:created>
  <dcterms:modified xsi:type="dcterms:W3CDTF">2024-05-15T06:45:04Z</dcterms:modified>
</cp:coreProperties>
</file>