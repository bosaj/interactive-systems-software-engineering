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sldIdLst>
    <p:sldId id="256" r:id="rId2"/>
    <p:sldId id="257" r:id="rId3"/>
    <p:sldId id="267" r:id="rId4"/>
    <p:sldId id="263" r:id="rId5"/>
    <p:sldId id="268" r:id="rId6"/>
    <p:sldId id="269" r:id="rId7"/>
    <p:sldId id="270" r:id="rId8"/>
    <p:sldId id="271" r:id="rId9"/>
    <p:sldId id="272" r:id="rId10"/>
    <p:sldId id="276" r:id="rId11"/>
    <p:sldId id="274" r:id="rId12"/>
    <p:sldId id="275" r:id="rId13"/>
    <p:sldId id="277" r:id="rId14"/>
    <p:sldId id="297" r:id="rId15"/>
    <p:sldId id="296" r:id="rId16"/>
    <p:sldId id="298" r:id="rId17"/>
    <p:sldId id="286" r:id="rId18"/>
    <p:sldId id="287" r:id="rId19"/>
    <p:sldId id="288" r:id="rId20"/>
    <p:sldId id="289" r:id="rId21"/>
    <p:sldId id="290" r:id="rId22"/>
    <p:sldId id="295" r:id="rId23"/>
    <p:sldId id="293" r:id="rId24"/>
    <p:sldId id="294" r:id="rId25"/>
    <p:sldId id="279" r:id="rId26"/>
    <p:sldId id="280"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2DE"/>
    <a:srgbClr val="EA906D"/>
    <a:srgbClr val="2B2A4C"/>
    <a:srgbClr val="B313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7396B61-5FBB-B0C7-7229-73C27248E320}"/>
              </a:ext>
            </a:extLst>
          </p:cNvPr>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endParaRPr lang="fr-FR"/>
          </a:p>
        </p:txBody>
      </p:sp>
      <p:sp>
        <p:nvSpPr>
          <p:cNvPr id="3" name="Date Placeholder 2">
            <a:extLst>
              <a:ext uri="{FF2B5EF4-FFF2-40B4-BE49-F238E27FC236}">
                <a16:creationId xmlns:a16="http://schemas.microsoft.com/office/drawing/2014/main" id="{4B2800F3-ABAC-5319-A62B-E9CB4A97B6AC}"/>
              </a:ext>
            </a:extLst>
          </p:cNvPr>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fld id="{B90C5480-AA44-4E01-B6E7-4F2950E196D5}" type="datetime1">
              <a:rPr lang="fr-FR"/>
              <a:pPr lvl="0"/>
              <a:t>22/04/2024</a:t>
            </a:fld>
            <a:endParaRPr lang="fr-FR"/>
          </a:p>
        </p:txBody>
      </p:sp>
      <p:sp>
        <p:nvSpPr>
          <p:cNvPr id="4" name="Slide Image Placeholder 3">
            <a:extLst>
              <a:ext uri="{FF2B5EF4-FFF2-40B4-BE49-F238E27FC236}">
                <a16:creationId xmlns:a16="http://schemas.microsoft.com/office/drawing/2014/main" id="{57E9126B-574F-2425-0E35-D1075EA81961}"/>
              </a:ext>
            </a:extLst>
          </p:cNvPr>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a:extLst>
              <a:ext uri="{FF2B5EF4-FFF2-40B4-BE49-F238E27FC236}">
                <a16:creationId xmlns:a16="http://schemas.microsoft.com/office/drawing/2014/main" id="{99C58BC8-6A40-DD75-CD13-FB01F0966363}"/>
              </a:ext>
            </a:extLst>
          </p:cNvPr>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a:extLst>
              <a:ext uri="{FF2B5EF4-FFF2-40B4-BE49-F238E27FC236}">
                <a16:creationId xmlns:a16="http://schemas.microsoft.com/office/drawing/2014/main" id="{22599E21-EA37-7B23-69A4-4F8E4BC309CE}"/>
              </a:ext>
            </a:extLst>
          </p:cNvPr>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endParaRPr lang="fr-FR"/>
          </a:p>
        </p:txBody>
      </p:sp>
      <p:sp>
        <p:nvSpPr>
          <p:cNvPr id="7" name="Slide Number Placeholder 6">
            <a:extLst>
              <a:ext uri="{FF2B5EF4-FFF2-40B4-BE49-F238E27FC236}">
                <a16:creationId xmlns:a16="http://schemas.microsoft.com/office/drawing/2014/main" id="{CFEA1792-FA4F-23DB-F8F8-66484AB84E88}"/>
              </a:ext>
            </a:extLst>
          </p:cNvPr>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fld id="{F224BD1C-CFF2-4305-992F-84494A4DF0D8}" type="slidenum">
              <a:t>‹#›</a:t>
            </a:fld>
            <a:endParaRPr lang="fr-FR"/>
          </a:p>
        </p:txBody>
      </p:sp>
    </p:spTree>
    <p:extLst>
      <p:ext uri="{BB962C8B-B14F-4D97-AF65-F5344CB8AC3E}">
        <p14:creationId xmlns:p14="http://schemas.microsoft.com/office/powerpoint/2010/main" val="459883537"/>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pPr lvl="0"/>
            <a:fld id="{F224BD1C-CFF2-4305-992F-84494A4DF0D8}" type="slidenum">
              <a:rPr lang="fr-FR" smtClean="0"/>
              <a:t>1</a:t>
            </a:fld>
            <a:endParaRPr lang="fr-FR"/>
          </a:p>
        </p:txBody>
      </p:sp>
    </p:spTree>
    <p:extLst>
      <p:ext uri="{BB962C8B-B14F-4D97-AF65-F5344CB8AC3E}">
        <p14:creationId xmlns:p14="http://schemas.microsoft.com/office/powerpoint/2010/main" val="2387950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pPr lvl="0"/>
            <a:fld id="{F224BD1C-CFF2-4305-992F-84494A4DF0D8}" type="slidenum">
              <a:rPr lang="fr-FR" smtClean="0"/>
              <a:t>2</a:t>
            </a:fld>
            <a:endParaRPr lang="fr-FR"/>
          </a:p>
        </p:txBody>
      </p:sp>
    </p:spTree>
    <p:extLst>
      <p:ext uri="{BB962C8B-B14F-4D97-AF65-F5344CB8AC3E}">
        <p14:creationId xmlns:p14="http://schemas.microsoft.com/office/powerpoint/2010/main" val="2966135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4E704-CB85-0173-024D-5F130819CDEC}"/>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fr-FR"/>
          </a:p>
        </p:txBody>
      </p:sp>
      <p:sp>
        <p:nvSpPr>
          <p:cNvPr id="3" name="Subtitle 2">
            <a:extLst>
              <a:ext uri="{FF2B5EF4-FFF2-40B4-BE49-F238E27FC236}">
                <a16:creationId xmlns:a16="http://schemas.microsoft.com/office/drawing/2014/main" id="{BE4EEB78-03C5-ACBF-981E-F29B2C15EAC3}"/>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fr-FR"/>
          </a:p>
        </p:txBody>
      </p:sp>
      <p:sp>
        <p:nvSpPr>
          <p:cNvPr id="4" name="Date Placeholder 3">
            <a:extLst>
              <a:ext uri="{FF2B5EF4-FFF2-40B4-BE49-F238E27FC236}">
                <a16:creationId xmlns:a16="http://schemas.microsoft.com/office/drawing/2014/main" id="{D4DB70A5-B3E5-C804-94EE-B50DB83A364B}"/>
              </a:ext>
            </a:extLst>
          </p:cNvPr>
          <p:cNvSpPr txBox="1">
            <a:spLocks noGrp="1"/>
          </p:cNvSpPr>
          <p:nvPr>
            <p:ph type="dt" sz="half" idx="7"/>
          </p:nvPr>
        </p:nvSpPr>
        <p:spPr/>
        <p:txBody>
          <a:bodyPr/>
          <a:lstStyle>
            <a:lvl1pPr>
              <a:defRPr/>
            </a:lvl1pPr>
          </a:lstStyle>
          <a:p>
            <a:pPr lvl="0"/>
            <a:fld id="{2AC2EBE4-53ED-4C21-A389-C924D9CB6973}" type="datetime1">
              <a:rPr lang="fr-FR" smtClean="0"/>
              <a:t>22/04/2024</a:t>
            </a:fld>
            <a:endParaRPr lang="fr-FR"/>
          </a:p>
        </p:txBody>
      </p:sp>
      <p:sp>
        <p:nvSpPr>
          <p:cNvPr id="5" name="Footer Placeholder 4">
            <a:extLst>
              <a:ext uri="{FF2B5EF4-FFF2-40B4-BE49-F238E27FC236}">
                <a16:creationId xmlns:a16="http://schemas.microsoft.com/office/drawing/2014/main" id="{CA88B645-9198-7FE8-7FBE-89137BAB8368}"/>
              </a:ext>
            </a:extLst>
          </p:cNvPr>
          <p:cNvSpPr txBox="1">
            <a:spLocks noGrp="1"/>
          </p:cNvSpPr>
          <p:nvPr>
            <p:ph type="ftr" sz="quarter" idx="9"/>
          </p:nvPr>
        </p:nvSpPr>
        <p:spPr/>
        <p:txBody>
          <a:bodyPr/>
          <a:lstStyle>
            <a:lvl1pPr>
              <a:defRPr/>
            </a:lvl1pPr>
          </a:lstStyle>
          <a:p>
            <a:pPr lvl="0"/>
            <a:endParaRPr lang="fr-FR"/>
          </a:p>
        </p:txBody>
      </p:sp>
      <p:sp>
        <p:nvSpPr>
          <p:cNvPr id="6" name="Slide Number Placeholder 5">
            <a:extLst>
              <a:ext uri="{FF2B5EF4-FFF2-40B4-BE49-F238E27FC236}">
                <a16:creationId xmlns:a16="http://schemas.microsoft.com/office/drawing/2014/main" id="{0902AAB8-5EC6-8885-9C63-47F25A6C7962}"/>
              </a:ext>
            </a:extLst>
          </p:cNvPr>
          <p:cNvSpPr txBox="1">
            <a:spLocks noGrp="1"/>
          </p:cNvSpPr>
          <p:nvPr>
            <p:ph type="sldNum" sz="quarter" idx="8"/>
          </p:nvPr>
        </p:nvSpPr>
        <p:spPr/>
        <p:txBody>
          <a:bodyPr/>
          <a:lstStyle>
            <a:lvl1pPr>
              <a:defRPr/>
            </a:lvl1pPr>
          </a:lstStyle>
          <a:p>
            <a:pPr lvl="0"/>
            <a:fld id="{C97B8C87-3A21-4C08-873A-47000B305F10}" type="slidenum">
              <a:t>‹#›</a:t>
            </a:fld>
            <a:endParaRPr lang="fr-FR"/>
          </a:p>
        </p:txBody>
      </p:sp>
    </p:spTree>
    <p:extLst>
      <p:ext uri="{BB962C8B-B14F-4D97-AF65-F5344CB8AC3E}">
        <p14:creationId xmlns:p14="http://schemas.microsoft.com/office/powerpoint/2010/main" val="150541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FB014-1F4E-DF4D-2998-3A8AA80D2886}"/>
              </a:ext>
            </a:extLst>
          </p:cNvPr>
          <p:cNvSpPr txBox="1">
            <a:spLocks noGrp="1"/>
          </p:cNvSpPr>
          <p:nvPr>
            <p:ph type="title"/>
          </p:nvPr>
        </p:nvSpPr>
        <p:spPr/>
        <p:txBody>
          <a:bodyPr/>
          <a:lstStyle>
            <a:lvl1pPr>
              <a:defRPr/>
            </a:lvl1pPr>
          </a:lstStyle>
          <a:p>
            <a:pPr lvl="0"/>
            <a:r>
              <a:rPr lang="en-US"/>
              <a:t>Click to edit Master title style</a:t>
            </a:r>
            <a:endParaRPr lang="fr-FR"/>
          </a:p>
        </p:txBody>
      </p:sp>
      <p:sp>
        <p:nvSpPr>
          <p:cNvPr id="3" name="Content Placeholder 2">
            <a:extLst>
              <a:ext uri="{FF2B5EF4-FFF2-40B4-BE49-F238E27FC236}">
                <a16:creationId xmlns:a16="http://schemas.microsoft.com/office/drawing/2014/main" id="{62DE46E7-3ED6-8D70-7733-AB70497EFFF1}"/>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6C44FD06-7A5C-0C6D-2478-479F2187E9D0}"/>
              </a:ext>
            </a:extLst>
          </p:cNvPr>
          <p:cNvSpPr txBox="1">
            <a:spLocks noGrp="1"/>
          </p:cNvSpPr>
          <p:nvPr>
            <p:ph type="dt" sz="half" idx="7"/>
          </p:nvPr>
        </p:nvSpPr>
        <p:spPr/>
        <p:txBody>
          <a:bodyPr/>
          <a:lstStyle>
            <a:lvl1pPr>
              <a:defRPr/>
            </a:lvl1pPr>
          </a:lstStyle>
          <a:p>
            <a:pPr lvl="0"/>
            <a:fld id="{6965DC00-54A0-4D7B-A4DC-0ACA846CC5E2}" type="datetime1">
              <a:rPr lang="fr-FR" smtClean="0"/>
              <a:t>22/04/2024</a:t>
            </a:fld>
            <a:endParaRPr lang="fr-FR"/>
          </a:p>
        </p:txBody>
      </p:sp>
      <p:sp>
        <p:nvSpPr>
          <p:cNvPr id="5" name="Footer Placeholder 4">
            <a:extLst>
              <a:ext uri="{FF2B5EF4-FFF2-40B4-BE49-F238E27FC236}">
                <a16:creationId xmlns:a16="http://schemas.microsoft.com/office/drawing/2014/main" id="{AD4A1862-D6C5-45F4-005A-705FAB6DAA9C}"/>
              </a:ext>
            </a:extLst>
          </p:cNvPr>
          <p:cNvSpPr txBox="1">
            <a:spLocks noGrp="1"/>
          </p:cNvSpPr>
          <p:nvPr>
            <p:ph type="ftr" sz="quarter" idx="9"/>
          </p:nvPr>
        </p:nvSpPr>
        <p:spPr/>
        <p:txBody>
          <a:bodyPr/>
          <a:lstStyle>
            <a:lvl1pPr>
              <a:defRPr/>
            </a:lvl1pPr>
          </a:lstStyle>
          <a:p>
            <a:pPr lvl="0"/>
            <a:endParaRPr lang="fr-FR"/>
          </a:p>
        </p:txBody>
      </p:sp>
      <p:sp>
        <p:nvSpPr>
          <p:cNvPr id="6" name="Slide Number Placeholder 5">
            <a:extLst>
              <a:ext uri="{FF2B5EF4-FFF2-40B4-BE49-F238E27FC236}">
                <a16:creationId xmlns:a16="http://schemas.microsoft.com/office/drawing/2014/main" id="{139403E8-8B1A-0833-1C05-262A57B2C50C}"/>
              </a:ext>
            </a:extLst>
          </p:cNvPr>
          <p:cNvSpPr txBox="1">
            <a:spLocks noGrp="1"/>
          </p:cNvSpPr>
          <p:nvPr>
            <p:ph type="sldNum" sz="quarter" idx="8"/>
          </p:nvPr>
        </p:nvSpPr>
        <p:spPr/>
        <p:txBody>
          <a:bodyPr/>
          <a:lstStyle>
            <a:lvl1pPr>
              <a:defRPr/>
            </a:lvl1pPr>
          </a:lstStyle>
          <a:p>
            <a:pPr lvl="0"/>
            <a:fld id="{02B8FB8E-1F6B-40A8-92F2-62696E1B5E1D}" type="slidenum">
              <a:t>‹#›</a:t>
            </a:fld>
            <a:endParaRPr lang="fr-FR"/>
          </a:p>
        </p:txBody>
      </p:sp>
    </p:spTree>
    <p:extLst>
      <p:ext uri="{BB962C8B-B14F-4D97-AF65-F5344CB8AC3E}">
        <p14:creationId xmlns:p14="http://schemas.microsoft.com/office/powerpoint/2010/main" val="1484071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CDFC6-5BE3-A999-D27F-B175B69091EA}"/>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fr-FR"/>
          </a:p>
        </p:txBody>
      </p:sp>
      <p:sp>
        <p:nvSpPr>
          <p:cNvPr id="3" name="Text Placeholder 2">
            <a:extLst>
              <a:ext uri="{FF2B5EF4-FFF2-40B4-BE49-F238E27FC236}">
                <a16:creationId xmlns:a16="http://schemas.microsoft.com/office/drawing/2014/main" id="{399BEAC3-6C47-8040-2D43-1D746D6B9072}"/>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0C1B94C3-49DD-4FF7-AB94-FF519F849E55}"/>
              </a:ext>
            </a:extLst>
          </p:cNvPr>
          <p:cNvSpPr txBox="1">
            <a:spLocks noGrp="1"/>
          </p:cNvSpPr>
          <p:nvPr>
            <p:ph type="dt" sz="half" idx="7"/>
          </p:nvPr>
        </p:nvSpPr>
        <p:spPr/>
        <p:txBody>
          <a:bodyPr/>
          <a:lstStyle>
            <a:lvl1pPr>
              <a:defRPr/>
            </a:lvl1pPr>
          </a:lstStyle>
          <a:p>
            <a:pPr lvl="0"/>
            <a:fld id="{1B384E4D-80AD-44DD-8BFD-8E04A0064C36}" type="datetime1">
              <a:rPr lang="fr-FR" smtClean="0"/>
              <a:t>22/04/2024</a:t>
            </a:fld>
            <a:endParaRPr lang="fr-FR"/>
          </a:p>
        </p:txBody>
      </p:sp>
      <p:sp>
        <p:nvSpPr>
          <p:cNvPr id="5" name="Footer Placeholder 4">
            <a:extLst>
              <a:ext uri="{FF2B5EF4-FFF2-40B4-BE49-F238E27FC236}">
                <a16:creationId xmlns:a16="http://schemas.microsoft.com/office/drawing/2014/main" id="{FBA6C14A-813A-737F-C621-0D763FFC509D}"/>
              </a:ext>
            </a:extLst>
          </p:cNvPr>
          <p:cNvSpPr txBox="1">
            <a:spLocks noGrp="1"/>
          </p:cNvSpPr>
          <p:nvPr>
            <p:ph type="ftr" sz="quarter" idx="9"/>
          </p:nvPr>
        </p:nvSpPr>
        <p:spPr/>
        <p:txBody>
          <a:bodyPr/>
          <a:lstStyle>
            <a:lvl1pPr>
              <a:defRPr/>
            </a:lvl1pPr>
          </a:lstStyle>
          <a:p>
            <a:pPr lvl="0"/>
            <a:endParaRPr lang="fr-FR"/>
          </a:p>
        </p:txBody>
      </p:sp>
      <p:sp>
        <p:nvSpPr>
          <p:cNvPr id="6" name="Slide Number Placeholder 5">
            <a:extLst>
              <a:ext uri="{FF2B5EF4-FFF2-40B4-BE49-F238E27FC236}">
                <a16:creationId xmlns:a16="http://schemas.microsoft.com/office/drawing/2014/main" id="{AF607C0B-13E9-BF21-B130-212A122CB074}"/>
              </a:ext>
            </a:extLst>
          </p:cNvPr>
          <p:cNvSpPr txBox="1">
            <a:spLocks noGrp="1"/>
          </p:cNvSpPr>
          <p:nvPr>
            <p:ph type="sldNum" sz="quarter" idx="8"/>
          </p:nvPr>
        </p:nvSpPr>
        <p:spPr/>
        <p:txBody>
          <a:bodyPr/>
          <a:lstStyle>
            <a:lvl1pPr>
              <a:defRPr/>
            </a:lvl1pPr>
          </a:lstStyle>
          <a:p>
            <a:pPr lvl="0"/>
            <a:fld id="{78088A5C-04D6-499F-BC05-16E2532492F4}" type="slidenum">
              <a:t>‹#›</a:t>
            </a:fld>
            <a:endParaRPr lang="fr-FR"/>
          </a:p>
        </p:txBody>
      </p:sp>
    </p:spTree>
    <p:extLst>
      <p:ext uri="{BB962C8B-B14F-4D97-AF65-F5344CB8AC3E}">
        <p14:creationId xmlns:p14="http://schemas.microsoft.com/office/powerpoint/2010/main" val="1138380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30EE-1491-EE4E-88AD-EDF2701E7C42}"/>
              </a:ext>
            </a:extLst>
          </p:cNvPr>
          <p:cNvSpPr txBox="1">
            <a:spLocks noGrp="1"/>
          </p:cNvSpPr>
          <p:nvPr>
            <p:ph type="title"/>
          </p:nvPr>
        </p:nvSpPr>
        <p:spPr/>
        <p:txBody>
          <a:bodyPr/>
          <a:lstStyle>
            <a:lvl1pPr>
              <a:defRPr/>
            </a:lvl1pPr>
          </a:lstStyle>
          <a:p>
            <a:pPr lvl="0"/>
            <a:r>
              <a:rPr lang="en-US"/>
              <a:t>Click to edit Master title style</a:t>
            </a:r>
            <a:endParaRPr lang="fr-FR"/>
          </a:p>
        </p:txBody>
      </p:sp>
      <p:sp>
        <p:nvSpPr>
          <p:cNvPr id="3" name="Content Placeholder 2">
            <a:extLst>
              <a:ext uri="{FF2B5EF4-FFF2-40B4-BE49-F238E27FC236}">
                <a16:creationId xmlns:a16="http://schemas.microsoft.com/office/drawing/2014/main" id="{DE6FC227-B6AD-0CFB-9C02-305168405933}"/>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1F6CD555-86EB-C883-ABAB-24884CA4D144}"/>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FD66E289-EC5E-1943-96A7-42AAB86E21F3}"/>
              </a:ext>
            </a:extLst>
          </p:cNvPr>
          <p:cNvSpPr txBox="1">
            <a:spLocks noGrp="1"/>
          </p:cNvSpPr>
          <p:nvPr>
            <p:ph type="dt" sz="half" idx="7"/>
          </p:nvPr>
        </p:nvSpPr>
        <p:spPr/>
        <p:txBody>
          <a:bodyPr/>
          <a:lstStyle>
            <a:lvl1pPr>
              <a:defRPr/>
            </a:lvl1pPr>
          </a:lstStyle>
          <a:p>
            <a:pPr lvl="0"/>
            <a:fld id="{405A9AD9-84DD-4642-A2CF-F1449696A54B}" type="datetime1">
              <a:rPr lang="fr-FR" smtClean="0"/>
              <a:t>22/04/2024</a:t>
            </a:fld>
            <a:endParaRPr lang="fr-FR"/>
          </a:p>
        </p:txBody>
      </p:sp>
      <p:sp>
        <p:nvSpPr>
          <p:cNvPr id="6" name="Footer Placeholder 5">
            <a:extLst>
              <a:ext uri="{FF2B5EF4-FFF2-40B4-BE49-F238E27FC236}">
                <a16:creationId xmlns:a16="http://schemas.microsoft.com/office/drawing/2014/main" id="{E878B89A-8E2E-E74B-79BB-42C4293CDB7D}"/>
              </a:ext>
            </a:extLst>
          </p:cNvPr>
          <p:cNvSpPr txBox="1">
            <a:spLocks noGrp="1"/>
          </p:cNvSpPr>
          <p:nvPr>
            <p:ph type="ftr" sz="quarter" idx="9"/>
          </p:nvPr>
        </p:nvSpPr>
        <p:spPr/>
        <p:txBody>
          <a:bodyPr/>
          <a:lstStyle>
            <a:lvl1pPr>
              <a:defRPr/>
            </a:lvl1pPr>
          </a:lstStyle>
          <a:p>
            <a:pPr lvl="0"/>
            <a:endParaRPr lang="fr-FR"/>
          </a:p>
        </p:txBody>
      </p:sp>
      <p:sp>
        <p:nvSpPr>
          <p:cNvPr id="7" name="Slide Number Placeholder 6">
            <a:extLst>
              <a:ext uri="{FF2B5EF4-FFF2-40B4-BE49-F238E27FC236}">
                <a16:creationId xmlns:a16="http://schemas.microsoft.com/office/drawing/2014/main" id="{96818577-7EA2-C993-08B3-AF3A29974AEC}"/>
              </a:ext>
            </a:extLst>
          </p:cNvPr>
          <p:cNvSpPr txBox="1">
            <a:spLocks noGrp="1"/>
          </p:cNvSpPr>
          <p:nvPr>
            <p:ph type="sldNum" sz="quarter" idx="8"/>
          </p:nvPr>
        </p:nvSpPr>
        <p:spPr/>
        <p:txBody>
          <a:bodyPr/>
          <a:lstStyle>
            <a:lvl1pPr>
              <a:defRPr/>
            </a:lvl1pPr>
          </a:lstStyle>
          <a:p>
            <a:pPr lvl="0"/>
            <a:fld id="{9C359822-B51C-42F4-9AC8-851734E66250}" type="slidenum">
              <a:t>‹#›</a:t>
            </a:fld>
            <a:endParaRPr lang="fr-FR"/>
          </a:p>
        </p:txBody>
      </p:sp>
    </p:spTree>
    <p:extLst>
      <p:ext uri="{BB962C8B-B14F-4D97-AF65-F5344CB8AC3E}">
        <p14:creationId xmlns:p14="http://schemas.microsoft.com/office/powerpoint/2010/main" val="1304884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A348-952D-5475-2E26-07EB559DC382}"/>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fr-FR"/>
          </a:p>
        </p:txBody>
      </p:sp>
      <p:sp>
        <p:nvSpPr>
          <p:cNvPr id="3" name="Text Placeholder 2">
            <a:extLst>
              <a:ext uri="{FF2B5EF4-FFF2-40B4-BE49-F238E27FC236}">
                <a16:creationId xmlns:a16="http://schemas.microsoft.com/office/drawing/2014/main" id="{FD6CF966-B0E7-DD0B-5422-35001D492B8A}"/>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5B4D1C01-5F51-305B-68A0-81C274FADC40}"/>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9C06F779-8390-3D62-35D1-6146935058BD}"/>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560BADA6-D5F2-3CE4-78B2-421B2E8356D0}"/>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66511EA2-55A9-E019-B3AB-1846F9BD6D60}"/>
              </a:ext>
            </a:extLst>
          </p:cNvPr>
          <p:cNvSpPr txBox="1">
            <a:spLocks noGrp="1"/>
          </p:cNvSpPr>
          <p:nvPr>
            <p:ph type="dt" sz="half" idx="7"/>
          </p:nvPr>
        </p:nvSpPr>
        <p:spPr/>
        <p:txBody>
          <a:bodyPr/>
          <a:lstStyle>
            <a:lvl1pPr>
              <a:defRPr/>
            </a:lvl1pPr>
          </a:lstStyle>
          <a:p>
            <a:pPr lvl="0"/>
            <a:fld id="{DB7F50A6-DCCF-475F-923F-92856113180E}" type="datetime1">
              <a:rPr lang="fr-FR" smtClean="0"/>
              <a:t>22/04/2024</a:t>
            </a:fld>
            <a:endParaRPr lang="fr-FR"/>
          </a:p>
        </p:txBody>
      </p:sp>
      <p:sp>
        <p:nvSpPr>
          <p:cNvPr id="8" name="Footer Placeholder 7">
            <a:extLst>
              <a:ext uri="{FF2B5EF4-FFF2-40B4-BE49-F238E27FC236}">
                <a16:creationId xmlns:a16="http://schemas.microsoft.com/office/drawing/2014/main" id="{FB68E008-3297-0C51-4D6F-7F03DFAB6E4E}"/>
              </a:ext>
            </a:extLst>
          </p:cNvPr>
          <p:cNvSpPr txBox="1">
            <a:spLocks noGrp="1"/>
          </p:cNvSpPr>
          <p:nvPr>
            <p:ph type="ftr" sz="quarter" idx="9"/>
          </p:nvPr>
        </p:nvSpPr>
        <p:spPr/>
        <p:txBody>
          <a:bodyPr/>
          <a:lstStyle>
            <a:lvl1pPr>
              <a:defRPr/>
            </a:lvl1pPr>
          </a:lstStyle>
          <a:p>
            <a:pPr lvl="0"/>
            <a:endParaRPr lang="fr-FR"/>
          </a:p>
        </p:txBody>
      </p:sp>
      <p:sp>
        <p:nvSpPr>
          <p:cNvPr id="9" name="Slide Number Placeholder 8">
            <a:extLst>
              <a:ext uri="{FF2B5EF4-FFF2-40B4-BE49-F238E27FC236}">
                <a16:creationId xmlns:a16="http://schemas.microsoft.com/office/drawing/2014/main" id="{A4A1B831-0AE7-78FE-5AC2-49EA5BD8478F}"/>
              </a:ext>
            </a:extLst>
          </p:cNvPr>
          <p:cNvSpPr txBox="1">
            <a:spLocks noGrp="1"/>
          </p:cNvSpPr>
          <p:nvPr>
            <p:ph type="sldNum" sz="quarter" idx="8"/>
          </p:nvPr>
        </p:nvSpPr>
        <p:spPr/>
        <p:txBody>
          <a:bodyPr/>
          <a:lstStyle>
            <a:lvl1pPr>
              <a:defRPr/>
            </a:lvl1pPr>
          </a:lstStyle>
          <a:p>
            <a:pPr lvl="0"/>
            <a:fld id="{83604CA2-34F1-47E8-9005-C9211691617B}" type="slidenum">
              <a:t>‹#›</a:t>
            </a:fld>
            <a:endParaRPr lang="fr-FR"/>
          </a:p>
        </p:txBody>
      </p:sp>
    </p:spTree>
    <p:extLst>
      <p:ext uri="{BB962C8B-B14F-4D97-AF65-F5344CB8AC3E}">
        <p14:creationId xmlns:p14="http://schemas.microsoft.com/office/powerpoint/2010/main" val="2238949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282B5-2121-DA05-6D74-F4B37BC00D45}"/>
              </a:ext>
            </a:extLst>
          </p:cNvPr>
          <p:cNvSpPr txBox="1">
            <a:spLocks noGrp="1"/>
          </p:cNvSpPr>
          <p:nvPr>
            <p:ph type="title"/>
          </p:nvPr>
        </p:nvSpPr>
        <p:spPr/>
        <p:txBody>
          <a:bodyPr/>
          <a:lstStyle>
            <a:lvl1pPr>
              <a:defRPr/>
            </a:lvl1pPr>
          </a:lstStyle>
          <a:p>
            <a:pPr lvl="0"/>
            <a:r>
              <a:rPr lang="en-US"/>
              <a:t>Click to edit Master title style</a:t>
            </a:r>
            <a:endParaRPr lang="fr-FR"/>
          </a:p>
        </p:txBody>
      </p:sp>
      <p:sp>
        <p:nvSpPr>
          <p:cNvPr id="3" name="Date Placeholder 2">
            <a:extLst>
              <a:ext uri="{FF2B5EF4-FFF2-40B4-BE49-F238E27FC236}">
                <a16:creationId xmlns:a16="http://schemas.microsoft.com/office/drawing/2014/main" id="{351C1108-5078-8F1D-1F5C-AF0B75D65E58}"/>
              </a:ext>
            </a:extLst>
          </p:cNvPr>
          <p:cNvSpPr txBox="1">
            <a:spLocks noGrp="1"/>
          </p:cNvSpPr>
          <p:nvPr>
            <p:ph type="dt" sz="half" idx="7"/>
          </p:nvPr>
        </p:nvSpPr>
        <p:spPr/>
        <p:txBody>
          <a:bodyPr/>
          <a:lstStyle>
            <a:lvl1pPr>
              <a:defRPr/>
            </a:lvl1pPr>
          </a:lstStyle>
          <a:p>
            <a:pPr lvl="0"/>
            <a:fld id="{41621F16-6B43-49B6-8945-4BB82289FCFD}" type="datetime1">
              <a:rPr lang="fr-FR" smtClean="0"/>
              <a:t>22/04/2024</a:t>
            </a:fld>
            <a:endParaRPr lang="fr-FR"/>
          </a:p>
        </p:txBody>
      </p:sp>
      <p:sp>
        <p:nvSpPr>
          <p:cNvPr id="4" name="Footer Placeholder 3">
            <a:extLst>
              <a:ext uri="{FF2B5EF4-FFF2-40B4-BE49-F238E27FC236}">
                <a16:creationId xmlns:a16="http://schemas.microsoft.com/office/drawing/2014/main" id="{76F44CDD-444B-20AB-A301-87634A0189D3}"/>
              </a:ext>
            </a:extLst>
          </p:cNvPr>
          <p:cNvSpPr txBox="1">
            <a:spLocks noGrp="1"/>
          </p:cNvSpPr>
          <p:nvPr>
            <p:ph type="ftr" sz="quarter" idx="9"/>
          </p:nvPr>
        </p:nvSpPr>
        <p:spPr/>
        <p:txBody>
          <a:bodyPr/>
          <a:lstStyle>
            <a:lvl1pPr>
              <a:defRPr/>
            </a:lvl1pPr>
          </a:lstStyle>
          <a:p>
            <a:pPr lvl="0"/>
            <a:endParaRPr lang="fr-FR"/>
          </a:p>
        </p:txBody>
      </p:sp>
      <p:sp>
        <p:nvSpPr>
          <p:cNvPr id="5" name="Slide Number Placeholder 4">
            <a:extLst>
              <a:ext uri="{FF2B5EF4-FFF2-40B4-BE49-F238E27FC236}">
                <a16:creationId xmlns:a16="http://schemas.microsoft.com/office/drawing/2014/main" id="{88F74E4C-7BBB-8107-265B-F9A648B02F37}"/>
              </a:ext>
            </a:extLst>
          </p:cNvPr>
          <p:cNvSpPr txBox="1">
            <a:spLocks noGrp="1"/>
          </p:cNvSpPr>
          <p:nvPr>
            <p:ph type="sldNum" sz="quarter" idx="8"/>
          </p:nvPr>
        </p:nvSpPr>
        <p:spPr/>
        <p:txBody>
          <a:bodyPr/>
          <a:lstStyle>
            <a:lvl1pPr>
              <a:defRPr/>
            </a:lvl1pPr>
          </a:lstStyle>
          <a:p>
            <a:pPr lvl="0"/>
            <a:fld id="{2D89605C-0C16-4D10-A340-44DE30F16FB8}" type="slidenum">
              <a:t>‹#›</a:t>
            </a:fld>
            <a:endParaRPr lang="fr-FR"/>
          </a:p>
        </p:txBody>
      </p:sp>
    </p:spTree>
    <p:extLst>
      <p:ext uri="{BB962C8B-B14F-4D97-AF65-F5344CB8AC3E}">
        <p14:creationId xmlns:p14="http://schemas.microsoft.com/office/powerpoint/2010/main" val="3478577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3E91BA-8BEB-6A43-43AA-57114431376E}"/>
              </a:ext>
            </a:extLst>
          </p:cNvPr>
          <p:cNvSpPr txBox="1">
            <a:spLocks noGrp="1"/>
          </p:cNvSpPr>
          <p:nvPr>
            <p:ph type="dt" sz="half" idx="7"/>
          </p:nvPr>
        </p:nvSpPr>
        <p:spPr/>
        <p:txBody>
          <a:bodyPr/>
          <a:lstStyle>
            <a:lvl1pPr>
              <a:defRPr/>
            </a:lvl1pPr>
          </a:lstStyle>
          <a:p>
            <a:pPr lvl="0"/>
            <a:fld id="{DBC74149-7B36-4ABD-BBA9-0E736EC998AD}" type="datetime1">
              <a:rPr lang="fr-FR" smtClean="0"/>
              <a:t>22/04/2024</a:t>
            </a:fld>
            <a:endParaRPr lang="fr-FR"/>
          </a:p>
        </p:txBody>
      </p:sp>
      <p:sp>
        <p:nvSpPr>
          <p:cNvPr id="3" name="Footer Placeholder 2">
            <a:extLst>
              <a:ext uri="{FF2B5EF4-FFF2-40B4-BE49-F238E27FC236}">
                <a16:creationId xmlns:a16="http://schemas.microsoft.com/office/drawing/2014/main" id="{7CD5586E-2116-4610-93AA-74935363F493}"/>
              </a:ext>
            </a:extLst>
          </p:cNvPr>
          <p:cNvSpPr txBox="1">
            <a:spLocks noGrp="1"/>
          </p:cNvSpPr>
          <p:nvPr>
            <p:ph type="ftr" sz="quarter" idx="9"/>
          </p:nvPr>
        </p:nvSpPr>
        <p:spPr/>
        <p:txBody>
          <a:bodyPr/>
          <a:lstStyle>
            <a:lvl1pPr>
              <a:defRPr/>
            </a:lvl1pPr>
          </a:lstStyle>
          <a:p>
            <a:pPr lvl="0"/>
            <a:endParaRPr lang="fr-FR"/>
          </a:p>
        </p:txBody>
      </p:sp>
      <p:sp>
        <p:nvSpPr>
          <p:cNvPr id="4" name="Slide Number Placeholder 3">
            <a:extLst>
              <a:ext uri="{FF2B5EF4-FFF2-40B4-BE49-F238E27FC236}">
                <a16:creationId xmlns:a16="http://schemas.microsoft.com/office/drawing/2014/main" id="{D72DFCB1-5389-2F89-F0F7-DB51A2BDC7BF}"/>
              </a:ext>
            </a:extLst>
          </p:cNvPr>
          <p:cNvSpPr txBox="1">
            <a:spLocks noGrp="1"/>
          </p:cNvSpPr>
          <p:nvPr>
            <p:ph type="sldNum" sz="quarter" idx="8"/>
          </p:nvPr>
        </p:nvSpPr>
        <p:spPr/>
        <p:txBody>
          <a:bodyPr/>
          <a:lstStyle>
            <a:lvl1pPr>
              <a:defRPr/>
            </a:lvl1pPr>
          </a:lstStyle>
          <a:p>
            <a:pPr lvl="0"/>
            <a:fld id="{71850949-D066-4F00-8886-921BAD3DFD58}" type="slidenum">
              <a:t>‹#›</a:t>
            </a:fld>
            <a:endParaRPr lang="fr-FR"/>
          </a:p>
        </p:txBody>
      </p:sp>
    </p:spTree>
    <p:extLst>
      <p:ext uri="{BB962C8B-B14F-4D97-AF65-F5344CB8AC3E}">
        <p14:creationId xmlns:p14="http://schemas.microsoft.com/office/powerpoint/2010/main" val="2226588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490F0-6E61-F841-59AC-554AA92017C9}"/>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fr-FR"/>
          </a:p>
        </p:txBody>
      </p:sp>
      <p:sp>
        <p:nvSpPr>
          <p:cNvPr id="3" name="Content Placeholder 2">
            <a:extLst>
              <a:ext uri="{FF2B5EF4-FFF2-40B4-BE49-F238E27FC236}">
                <a16:creationId xmlns:a16="http://schemas.microsoft.com/office/drawing/2014/main" id="{D3068055-675D-9727-E425-911F9A7C2FB0}"/>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8BB8FC3E-DEAC-57FC-0153-F58F5C0397F3}"/>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D361A139-6372-05BB-5430-EF5B722CAFAB}"/>
              </a:ext>
            </a:extLst>
          </p:cNvPr>
          <p:cNvSpPr txBox="1">
            <a:spLocks noGrp="1"/>
          </p:cNvSpPr>
          <p:nvPr>
            <p:ph type="dt" sz="half" idx="7"/>
          </p:nvPr>
        </p:nvSpPr>
        <p:spPr/>
        <p:txBody>
          <a:bodyPr/>
          <a:lstStyle>
            <a:lvl1pPr>
              <a:defRPr/>
            </a:lvl1pPr>
          </a:lstStyle>
          <a:p>
            <a:pPr lvl="0"/>
            <a:fld id="{8EC6F559-52CF-48AA-8043-0972F29D5D5B}" type="datetime1">
              <a:rPr lang="fr-FR" smtClean="0"/>
              <a:t>22/04/2024</a:t>
            </a:fld>
            <a:endParaRPr lang="fr-FR"/>
          </a:p>
        </p:txBody>
      </p:sp>
      <p:sp>
        <p:nvSpPr>
          <p:cNvPr id="6" name="Footer Placeholder 5">
            <a:extLst>
              <a:ext uri="{FF2B5EF4-FFF2-40B4-BE49-F238E27FC236}">
                <a16:creationId xmlns:a16="http://schemas.microsoft.com/office/drawing/2014/main" id="{B95238B3-3282-C080-723D-4F3F20F54907}"/>
              </a:ext>
            </a:extLst>
          </p:cNvPr>
          <p:cNvSpPr txBox="1">
            <a:spLocks noGrp="1"/>
          </p:cNvSpPr>
          <p:nvPr>
            <p:ph type="ftr" sz="quarter" idx="9"/>
          </p:nvPr>
        </p:nvSpPr>
        <p:spPr/>
        <p:txBody>
          <a:bodyPr/>
          <a:lstStyle>
            <a:lvl1pPr>
              <a:defRPr/>
            </a:lvl1pPr>
          </a:lstStyle>
          <a:p>
            <a:pPr lvl="0"/>
            <a:endParaRPr lang="fr-FR"/>
          </a:p>
        </p:txBody>
      </p:sp>
      <p:sp>
        <p:nvSpPr>
          <p:cNvPr id="7" name="Slide Number Placeholder 6">
            <a:extLst>
              <a:ext uri="{FF2B5EF4-FFF2-40B4-BE49-F238E27FC236}">
                <a16:creationId xmlns:a16="http://schemas.microsoft.com/office/drawing/2014/main" id="{837D66C0-12E4-FD9F-D2CC-6BC7C9DDEE3D}"/>
              </a:ext>
            </a:extLst>
          </p:cNvPr>
          <p:cNvSpPr txBox="1">
            <a:spLocks noGrp="1"/>
          </p:cNvSpPr>
          <p:nvPr>
            <p:ph type="sldNum" sz="quarter" idx="8"/>
          </p:nvPr>
        </p:nvSpPr>
        <p:spPr/>
        <p:txBody>
          <a:bodyPr/>
          <a:lstStyle>
            <a:lvl1pPr>
              <a:defRPr/>
            </a:lvl1pPr>
          </a:lstStyle>
          <a:p>
            <a:pPr lvl="0"/>
            <a:fld id="{ACC99B24-BF36-4AD7-BE8D-C6D8EC64C122}" type="slidenum">
              <a:t>‹#›</a:t>
            </a:fld>
            <a:endParaRPr lang="fr-FR"/>
          </a:p>
        </p:txBody>
      </p:sp>
    </p:spTree>
    <p:extLst>
      <p:ext uri="{BB962C8B-B14F-4D97-AF65-F5344CB8AC3E}">
        <p14:creationId xmlns:p14="http://schemas.microsoft.com/office/powerpoint/2010/main" val="2348955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73B7C-C4CB-3E88-1299-4A1275DD1305}"/>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fr-FR"/>
          </a:p>
        </p:txBody>
      </p:sp>
      <p:sp>
        <p:nvSpPr>
          <p:cNvPr id="3" name="Picture Placeholder 2">
            <a:extLst>
              <a:ext uri="{FF2B5EF4-FFF2-40B4-BE49-F238E27FC236}">
                <a16:creationId xmlns:a16="http://schemas.microsoft.com/office/drawing/2014/main" id="{7DFE7128-CFD8-EC62-8F6C-D18D18A8AD1B}"/>
              </a:ext>
            </a:extLst>
          </p:cNvPr>
          <p:cNvSpPr txBox="1">
            <a:spLocks noGrp="1"/>
          </p:cNvSpPr>
          <p:nvPr>
            <p:ph type="pic" idx="1"/>
          </p:nvPr>
        </p:nvSpPr>
        <p:spPr>
          <a:xfrm>
            <a:off x="5183184" y="987423"/>
            <a:ext cx="6172200" cy="4873623"/>
          </a:xfrm>
        </p:spPr>
        <p:txBody>
          <a:bodyPr/>
          <a:lstStyle>
            <a:lvl1pPr marL="0" indent="0">
              <a:buNone/>
              <a:defRPr lang="fr-FR" sz="3200"/>
            </a:lvl1pPr>
          </a:lstStyle>
          <a:p>
            <a:pPr lvl="0"/>
            <a:endParaRPr lang="fr-FR"/>
          </a:p>
        </p:txBody>
      </p:sp>
      <p:sp>
        <p:nvSpPr>
          <p:cNvPr id="4" name="Text Placeholder 3">
            <a:extLst>
              <a:ext uri="{FF2B5EF4-FFF2-40B4-BE49-F238E27FC236}">
                <a16:creationId xmlns:a16="http://schemas.microsoft.com/office/drawing/2014/main" id="{097957A8-66F8-755F-617D-F4A48004F6DA}"/>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52E52047-6707-0C50-C73A-88209FDC1245}"/>
              </a:ext>
            </a:extLst>
          </p:cNvPr>
          <p:cNvSpPr txBox="1">
            <a:spLocks noGrp="1"/>
          </p:cNvSpPr>
          <p:nvPr>
            <p:ph type="dt" sz="half" idx="7"/>
          </p:nvPr>
        </p:nvSpPr>
        <p:spPr/>
        <p:txBody>
          <a:bodyPr/>
          <a:lstStyle>
            <a:lvl1pPr>
              <a:defRPr/>
            </a:lvl1pPr>
          </a:lstStyle>
          <a:p>
            <a:pPr lvl="0"/>
            <a:fld id="{A9B2C362-8698-46E1-94E0-7DC1DA3424E8}" type="datetime1">
              <a:rPr lang="fr-FR" smtClean="0"/>
              <a:t>22/04/2024</a:t>
            </a:fld>
            <a:endParaRPr lang="fr-FR"/>
          </a:p>
        </p:txBody>
      </p:sp>
      <p:sp>
        <p:nvSpPr>
          <p:cNvPr id="6" name="Footer Placeholder 5">
            <a:extLst>
              <a:ext uri="{FF2B5EF4-FFF2-40B4-BE49-F238E27FC236}">
                <a16:creationId xmlns:a16="http://schemas.microsoft.com/office/drawing/2014/main" id="{B03C6F40-7AB7-2C42-29B5-C943F8E634D3}"/>
              </a:ext>
            </a:extLst>
          </p:cNvPr>
          <p:cNvSpPr txBox="1">
            <a:spLocks noGrp="1"/>
          </p:cNvSpPr>
          <p:nvPr>
            <p:ph type="ftr" sz="quarter" idx="9"/>
          </p:nvPr>
        </p:nvSpPr>
        <p:spPr/>
        <p:txBody>
          <a:bodyPr/>
          <a:lstStyle>
            <a:lvl1pPr>
              <a:defRPr/>
            </a:lvl1pPr>
          </a:lstStyle>
          <a:p>
            <a:pPr lvl="0"/>
            <a:endParaRPr lang="fr-FR"/>
          </a:p>
        </p:txBody>
      </p:sp>
      <p:sp>
        <p:nvSpPr>
          <p:cNvPr id="7" name="Slide Number Placeholder 6">
            <a:extLst>
              <a:ext uri="{FF2B5EF4-FFF2-40B4-BE49-F238E27FC236}">
                <a16:creationId xmlns:a16="http://schemas.microsoft.com/office/drawing/2014/main" id="{9083D879-3988-6A7D-DF6C-1CC938BC5C27}"/>
              </a:ext>
            </a:extLst>
          </p:cNvPr>
          <p:cNvSpPr txBox="1">
            <a:spLocks noGrp="1"/>
          </p:cNvSpPr>
          <p:nvPr>
            <p:ph type="sldNum" sz="quarter" idx="8"/>
          </p:nvPr>
        </p:nvSpPr>
        <p:spPr/>
        <p:txBody>
          <a:bodyPr/>
          <a:lstStyle>
            <a:lvl1pPr>
              <a:defRPr/>
            </a:lvl1pPr>
          </a:lstStyle>
          <a:p>
            <a:pPr lvl="0"/>
            <a:fld id="{D6389754-0498-4006-AD4B-B3DEEEB6143F}" type="slidenum">
              <a:t>‹#›</a:t>
            </a:fld>
            <a:endParaRPr lang="fr-FR"/>
          </a:p>
        </p:txBody>
      </p:sp>
    </p:spTree>
    <p:extLst>
      <p:ext uri="{BB962C8B-B14F-4D97-AF65-F5344CB8AC3E}">
        <p14:creationId xmlns:p14="http://schemas.microsoft.com/office/powerpoint/2010/main" val="4079959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FE3EC-28C5-E210-EFDF-D3BC830A35C3}"/>
              </a:ext>
            </a:extLst>
          </p:cNvPr>
          <p:cNvSpPr txBox="1">
            <a:spLocks noGrp="1"/>
          </p:cNvSpPr>
          <p:nvPr>
            <p:ph type="title"/>
          </p:nvPr>
        </p:nvSpPr>
        <p:spPr/>
        <p:txBody>
          <a:bodyPr/>
          <a:lstStyle>
            <a:lvl1pPr>
              <a:defRPr/>
            </a:lvl1pPr>
          </a:lstStyle>
          <a:p>
            <a:pPr lvl="0"/>
            <a:r>
              <a:rPr lang="en-US"/>
              <a:t>Click to edit Master title style</a:t>
            </a:r>
            <a:endParaRPr lang="fr-FR"/>
          </a:p>
        </p:txBody>
      </p:sp>
      <p:sp>
        <p:nvSpPr>
          <p:cNvPr id="3" name="Vertical Text Placeholder 2">
            <a:extLst>
              <a:ext uri="{FF2B5EF4-FFF2-40B4-BE49-F238E27FC236}">
                <a16:creationId xmlns:a16="http://schemas.microsoft.com/office/drawing/2014/main" id="{08F43806-E2BB-FEE0-79E5-0BDE98C609A9}"/>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F2FFB7A4-1022-CACD-3AAE-82EB8C9D9DCF}"/>
              </a:ext>
            </a:extLst>
          </p:cNvPr>
          <p:cNvSpPr txBox="1">
            <a:spLocks noGrp="1"/>
          </p:cNvSpPr>
          <p:nvPr>
            <p:ph type="dt" sz="half" idx="7"/>
          </p:nvPr>
        </p:nvSpPr>
        <p:spPr/>
        <p:txBody>
          <a:bodyPr/>
          <a:lstStyle>
            <a:lvl1pPr>
              <a:defRPr/>
            </a:lvl1pPr>
          </a:lstStyle>
          <a:p>
            <a:pPr lvl="0"/>
            <a:fld id="{A95CCF52-45C7-4B53-A7C8-34828FAE53D2}" type="datetime1">
              <a:rPr lang="fr-FR" smtClean="0"/>
              <a:t>22/04/2024</a:t>
            </a:fld>
            <a:endParaRPr lang="fr-FR"/>
          </a:p>
        </p:txBody>
      </p:sp>
      <p:sp>
        <p:nvSpPr>
          <p:cNvPr id="5" name="Footer Placeholder 4">
            <a:extLst>
              <a:ext uri="{FF2B5EF4-FFF2-40B4-BE49-F238E27FC236}">
                <a16:creationId xmlns:a16="http://schemas.microsoft.com/office/drawing/2014/main" id="{70AF4B9C-AE31-0F31-51D0-74A5FF6E8337}"/>
              </a:ext>
            </a:extLst>
          </p:cNvPr>
          <p:cNvSpPr txBox="1">
            <a:spLocks noGrp="1"/>
          </p:cNvSpPr>
          <p:nvPr>
            <p:ph type="ftr" sz="quarter" idx="9"/>
          </p:nvPr>
        </p:nvSpPr>
        <p:spPr/>
        <p:txBody>
          <a:bodyPr/>
          <a:lstStyle>
            <a:lvl1pPr>
              <a:defRPr/>
            </a:lvl1pPr>
          </a:lstStyle>
          <a:p>
            <a:pPr lvl="0"/>
            <a:endParaRPr lang="fr-FR"/>
          </a:p>
        </p:txBody>
      </p:sp>
      <p:sp>
        <p:nvSpPr>
          <p:cNvPr id="6" name="Slide Number Placeholder 5">
            <a:extLst>
              <a:ext uri="{FF2B5EF4-FFF2-40B4-BE49-F238E27FC236}">
                <a16:creationId xmlns:a16="http://schemas.microsoft.com/office/drawing/2014/main" id="{82C57E2A-7747-A03C-7E3C-C3B03BC5A0C5}"/>
              </a:ext>
            </a:extLst>
          </p:cNvPr>
          <p:cNvSpPr txBox="1">
            <a:spLocks noGrp="1"/>
          </p:cNvSpPr>
          <p:nvPr>
            <p:ph type="sldNum" sz="quarter" idx="8"/>
          </p:nvPr>
        </p:nvSpPr>
        <p:spPr/>
        <p:txBody>
          <a:bodyPr/>
          <a:lstStyle>
            <a:lvl1pPr>
              <a:defRPr/>
            </a:lvl1pPr>
          </a:lstStyle>
          <a:p>
            <a:pPr lvl="0"/>
            <a:fld id="{299A9558-CD3D-426B-8042-4236585708D5}" type="slidenum">
              <a:t>‹#›</a:t>
            </a:fld>
            <a:endParaRPr lang="fr-FR"/>
          </a:p>
        </p:txBody>
      </p:sp>
    </p:spTree>
    <p:extLst>
      <p:ext uri="{BB962C8B-B14F-4D97-AF65-F5344CB8AC3E}">
        <p14:creationId xmlns:p14="http://schemas.microsoft.com/office/powerpoint/2010/main" val="1996223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3CC25F-8EF5-8C7B-40A8-3F6B3A05AF92}"/>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fr-FR"/>
          </a:p>
        </p:txBody>
      </p:sp>
      <p:sp>
        <p:nvSpPr>
          <p:cNvPr id="3" name="Vertical Text Placeholder 2">
            <a:extLst>
              <a:ext uri="{FF2B5EF4-FFF2-40B4-BE49-F238E27FC236}">
                <a16:creationId xmlns:a16="http://schemas.microsoft.com/office/drawing/2014/main" id="{105FD340-690F-CDE9-C082-09E7FA9DAEEF}"/>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1D23701D-1B9D-7D36-1379-E637CA892DF1}"/>
              </a:ext>
            </a:extLst>
          </p:cNvPr>
          <p:cNvSpPr txBox="1">
            <a:spLocks noGrp="1"/>
          </p:cNvSpPr>
          <p:nvPr>
            <p:ph type="dt" sz="half" idx="7"/>
          </p:nvPr>
        </p:nvSpPr>
        <p:spPr/>
        <p:txBody>
          <a:bodyPr/>
          <a:lstStyle>
            <a:lvl1pPr>
              <a:defRPr/>
            </a:lvl1pPr>
          </a:lstStyle>
          <a:p>
            <a:pPr lvl="0"/>
            <a:fld id="{3502FA20-9484-44BE-B081-35146807884A}" type="datetime1">
              <a:rPr lang="fr-FR" smtClean="0"/>
              <a:t>22/04/2024</a:t>
            </a:fld>
            <a:endParaRPr lang="fr-FR"/>
          </a:p>
        </p:txBody>
      </p:sp>
      <p:sp>
        <p:nvSpPr>
          <p:cNvPr id="5" name="Footer Placeholder 4">
            <a:extLst>
              <a:ext uri="{FF2B5EF4-FFF2-40B4-BE49-F238E27FC236}">
                <a16:creationId xmlns:a16="http://schemas.microsoft.com/office/drawing/2014/main" id="{CD3571E4-29B0-9F97-A15B-62E29AA60236}"/>
              </a:ext>
            </a:extLst>
          </p:cNvPr>
          <p:cNvSpPr txBox="1">
            <a:spLocks noGrp="1"/>
          </p:cNvSpPr>
          <p:nvPr>
            <p:ph type="ftr" sz="quarter" idx="9"/>
          </p:nvPr>
        </p:nvSpPr>
        <p:spPr/>
        <p:txBody>
          <a:bodyPr/>
          <a:lstStyle>
            <a:lvl1pPr>
              <a:defRPr/>
            </a:lvl1pPr>
          </a:lstStyle>
          <a:p>
            <a:pPr lvl="0"/>
            <a:endParaRPr lang="fr-FR"/>
          </a:p>
        </p:txBody>
      </p:sp>
      <p:sp>
        <p:nvSpPr>
          <p:cNvPr id="6" name="Slide Number Placeholder 5">
            <a:extLst>
              <a:ext uri="{FF2B5EF4-FFF2-40B4-BE49-F238E27FC236}">
                <a16:creationId xmlns:a16="http://schemas.microsoft.com/office/drawing/2014/main" id="{788D9692-6416-338D-A7F4-D64591160526}"/>
              </a:ext>
            </a:extLst>
          </p:cNvPr>
          <p:cNvSpPr txBox="1">
            <a:spLocks noGrp="1"/>
          </p:cNvSpPr>
          <p:nvPr>
            <p:ph type="sldNum" sz="quarter" idx="8"/>
          </p:nvPr>
        </p:nvSpPr>
        <p:spPr/>
        <p:txBody>
          <a:bodyPr/>
          <a:lstStyle>
            <a:lvl1pPr>
              <a:defRPr/>
            </a:lvl1pPr>
          </a:lstStyle>
          <a:p>
            <a:pPr lvl="0"/>
            <a:fld id="{D65CF5C1-F157-4379-A072-20AD81EA2506}" type="slidenum">
              <a:t>‹#›</a:t>
            </a:fld>
            <a:endParaRPr lang="fr-FR"/>
          </a:p>
        </p:txBody>
      </p:sp>
    </p:spTree>
    <p:extLst>
      <p:ext uri="{BB962C8B-B14F-4D97-AF65-F5344CB8AC3E}">
        <p14:creationId xmlns:p14="http://schemas.microsoft.com/office/powerpoint/2010/main" val="716277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B4424E-79AB-A07C-67D5-70D932BD874B}"/>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fr-FR"/>
          </a:p>
        </p:txBody>
      </p:sp>
      <p:sp>
        <p:nvSpPr>
          <p:cNvPr id="3" name="Text Placeholder 2">
            <a:extLst>
              <a:ext uri="{FF2B5EF4-FFF2-40B4-BE49-F238E27FC236}">
                <a16:creationId xmlns:a16="http://schemas.microsoft.com/office/drawing/2014/main" id="{3E3138B4-AEC5-2984-63A3-3E15A681EA99}"/>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7BF8D44D-3007-B820-A47E-EC95AA717C2D}"/>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898989"/>
                </a:solidFill>
                <a:uFillTx/>
                <a:latin typeface="Calibri"/>
              </a:defRPr>
            </a:lvl1pPr>
          </a:lstStyle>
          <a:p>
            <a:pPr lvl="0"/>
            <a:fld id="{60B91550-ECFC-43B4-9C01-9FDC81840E7F}" type="datetime1">
              <a:rPr lang="fr-FR" smtClean="0"/>
              <a:t>22/04/2024</a:t>
            </a:fld>
            <a:endParaRPr lang="fr-FR"/>
          </a:p>
        </p:txBody>
      </p:sp>
      <p:sp>
        <p:nvSpPr>
          <p:cNvPr id="5" name="Footer Placeholder 4">
            <a:extLst>
              <a:ext uri="{FF2B5EF4-FFF2-40B4-BE49-F238E27FC236}">
                <a16:creationId xmlns:a16="http://schemas.microsoft.com/office/drawing/2014/main" id="{6A417671-1599-DE15-2B8E-80308EAA32EA}"/>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fr-FR" sz="1200" b="0" i="0" u="none" strike="noStrike" kern="1200" cap="none" spc="0" baseline="0">
                <a:solidFill>
                  <a:srgbClr val="898989"/>
                </a:solidFill>
                <a:uFillTx/>
                <a:latin typeface="Calibri"/>
              </a:defRPr>
            </a:lvl1pPr>
          </a:lstStyle>
          <a:p>
            <a:pPr lvl="0"/>
            <a:endParaRPr lang="fr-FR"/>
          </a:p>
        </p:txBody>
      </p:sp>
      <p:sp>
        <p:nvSpPr>
          <p:cNvPr id="6" name="Slide Number Placeholder 5">
            <a:extLst>
              <a:ext uri="{FF2B5EF4-FFF2-40B4-BE49-F238E27FC236}">
                <a16:creationId xmlns:a16="http://schemas.microsoft.com/office/drawing/2014/main" id="{562FB64D-B232-EDA6-86CA-D5AB29C85B19}"/>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fr-FR" sz="1200" b="0" i="0" u="none" strike="noStrike" kern="1200" cap="none" spc="0" baseline="0">
                <a:solidFill>
                  <a:srgbClr val="898989"/>
                </a:solidFill>
                <a:uFillTx/>
                <a:latin typeface="Calibri"/>
              </a:defRPr>
            </a:lvl1pPr>
          </a:lstStyle>
          <a:p>
            <a:pPr lvl="0"/>
            <a:fld id="{2761D169-3612-4733-A94B-1BFE0D5D4B20}" type="slidenum">
              <a:t>‹#›</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53629E5C-761E-3F94-EF39-F3735DBE1145}"/>
              </a:ext>
            </a:extLst>
          </p:cNvPr>
          <p:cNvSpPr/>
          <p:nvPr/>
        </p:nvSpPr>
        <p:spPr>
          <a:xfrm>
            <a:off x="9775064" y="2137894"/>
            <a:ext cx="2416932" cy="4720105"/>
          </a:xfrm>
          <a:prstGeom prst="rect">
            <a:avLst/>
          </a:pr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3" name="Rectangle 4">
            <a:extLst>
              <a:ext uri="{FF2B5EF4-FFF2-40B4-BE49-F238E27FC236}">
                <a16:creationId xmlns:a16="http://schemas.microsoft.com/office/drawing/2014/main" id="{869E7E78-F1C5-BB4E-6876-6799C121B1BA}"/>
              </a:ext>
            </a:extLst>
          </p:cNvPr>
          <p:cNvSpPr/>
          <p:nvPr/>
        </p:nvSpPr>
        <p:spPr>
          <a:xfrm>
            <a:off x="8255358" y="1867433"/>
            <a:ext cx="3309871" cy="90150"/>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Rectangle 6">
            <a:extLst>
              <a:ext uri="{FF2B5EF4-FFF2-40B4-BE49-F238E27FC236}">
                <a16:creationId xmlns:a16="http://schemas.microsoft.com/office/drawing/2014/main" id="{FF39007A-8678-DF3B-89DF-37ACAE44287F}"/>
              </a:ext>
            </a:extLst>
          </p:cNvPr>
          <p:cNvSpPr/>
          <p:nvPr/>
        </p:nvSpPr>
        <p:spPr>
          <a:xfrm>
            <a:off x="10365345" y="1429554"/>
            <a:ext cx="1826651" cy="100885"/>
          </a:xfrm>
          <a:prstGeom prst="rect">
            <a:avLst/>
          </a:prstGeom>
          <a:solidFill>
            <a:srgbClr val="B31313"/>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Rectangle 7">
            <a:extLst>
              <a:ext uri="{FF2B5EF4-FFF2-40B4-BE49-F238E27FC236}">
                <a16:creationId xmlns:a16="http://schemas.microsoft.com/office/drawing/2014/main" id="{7ED9D1B8-245F-8B85-A907-25D9FECA3321}"/>
              </a:ext>
            </a:extLst>
          </p:cNvPr>
          <p:cNvSpPr/>
          <p:nvPr/>
        </p:nvSpPr>
        <p:spPr>
          <a:xfrm>
            <a:off x="0" y="0"/>
            <a:ext cx="596344" cy="2955231"/>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6" name="Rectangle 8">
            <a:extLst>
              <a:ext uri="{FF2B5EF4-FFF2-40B4-BE49-F238E27FC236}">
                <a16:creationId xmlns:a16="http://schemas.microsoft.com/office/drawing/2014/main" id="{2D969193-5B84-550A-424C-08B61181F54B}"/>
              </a:ext>
            </a:extLst>
          </p:cNvPr>
          <p:cNvSpPr/>
          <p:nvPr/>
        </p:nvSpPr>
        <p:spPr>
          <a:xfrm>
            <a:off x="450762" y="5844863"/>
            <a:ext cx="3309871" cy="90150"/>
          </a:xfrm>
          <a:prstGeom prst="rect">
            <a:avLst/>
          </a:prstGeom>
          <a:solidFill>
            <a:srgbClr val="B31313"/>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Rectangle 9">
            <a:extLst>
              <a:ext uri="{FF2B5EF4-FFF2-40B4-BE49-F238E27FC236}">
                <a16:creationId xmlns:a16="http://schemas.microsoft.com/office/drawing/2014/main" id="{D1EA633F-A321-C348-4DA6-C81E41E71A0A}"/>
              </a:ext>
            </a:extLst>
          </p:cNvPr>
          <p:cNvSpPr/>
          <p:nvPr/>
        </p:nvSpPr>
        <p:spPr>
          <a:xfrm>
            <a:off x="0" y="6310649"/>
            <a:ext cx="1826651" cy="88001"/>
          </a:xfrm>
          <a:prstGeom prst="rect">
            <a:avLst/>
          </a:prstGeom>
          <a:solidFill>
            <a:srgbClr val="272648"/>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8" name="Rectangle 10">
            <a:extLst>
              <a:ext uri="{FF2B5EF4-FFF2-40B4-BE49-F238E27FC236}">
                <a16:creationId xmlns:a16="http://schemas.microsoft.com/office/drawing/2014/main" id="{5549D669-B3A7-F88A-2AD8-36F807A6216C}"/>
              </a:ext>
            </a:extLst>
          </p:cNvPr>
          <p:cNvSpPr/>
          <p:nvPr/>
        </p:nvSpPr>
        <p:spPr>
          <a:xfrm>
            <a:off x="10070204" y="2477036"/>
            <a:ext cx="1826651" cy="88001"/>
          </a:xfrm>
          <a:prstGeom prst="rect">
            <a:avLst/>
          </a:prstGeom>
          <a:solidFill>
            <a:srgbClr val="272648"/>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pic>
        <p:nvPicPr>
          <p:cNvPr id="9" name="Picture 5" descr="C:\Users\ASMAE\AppData\Local\Packages\Microsoft.Windows.Photos_8wekyb3d8bbwe\TempState\ShareServiceTempFolder\head.jpeg">
            <a:extLst>
              <a:ext uri="{FF2B5EF4-FFF2-40B4-BE49-F238E27FC236}">
                <a16:creationId xmlns:a16="http://schemas.microsoft.com/office/drawing/2014/main" id="{D3C4328A-A417-8C92-635E-755CB763B2E3}"/>
              </a:ext>
            </a:extLst>
          </p:cNvPr>
          <p:cNvPicPr>
            <a:picLocks noChangeAspect="1"/>
          </p:cNvPicPr>
          <p:nvPr/>
        </p:nvPicPr>
        <p:blipFill>
          <a:blip r:embed="rId3"/>
          <a:srcRect/>
          <a:stretch>
            <a:fillRect/>
          </a:stretch>
        </p:blipFill>
        <p:spPr>
          <a:xfrm>
            <a:off x="3206133" y="0"/>
            <a:ext cx="5598020" cy="1165805"/>
          </a:xfrm>
          <a:prstGeom prst="rect">
            <a:avLst/>
          </a:prstGeom>
          <a:noFill/>
          <a:ln cap="flat">
            <a:noFill/>
          </a:ln>
        </p:spPr>
      </p:pic>
      <p:sp>
        <p:nvSpPr>
          <p:cNvPr id="10" name="TextBox 13">
            <a:extLst>
              <a:ext uri="{FF2B5EF4-FFF2-40B4-BE49-F238E27FC236}">
                <a16:creationId xmlns:a16="http://schemas.microsoft.com/office/drawing/2014/main" id="{117AA178-CCF7-A9D7-1309-81D3D952CB26}"/>
              </a:ext>
            </a:extLst>
          </p:cNvPr>
          <p:cNvSpPr txBox="1"/>
          <p:nvPr/>
        </p:nvSpPr>
        <p:spPr>
          <a:xfrm>
            <a:off x="1826651" y="2333219"/>
            <a:ext cx="7158325" cy="2123657"/>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4400" b="0" i="0" u="none" strike="noStrike" kern="1200" cap="none" spc="0" baseline="0">
                <a:solidFill>
                  <a:srgbClr val="272648"/>
                </a:solidFill>
                <a:uFillTx/>
                <a:latin typeface="Times New Roman" pitchFamily="18"/>
                <a:cs typeface="Times New Roman" pitchFamily="18"/>
              </a:rPr>
              <a:t>En Coulisses : L‘orchestration des processus par le système d‘exploitation</a:t>
            </a:r>
          </a:p>
        </p:txBody>
      </p:sp>
      <p:sp>
        <p:nvSpPr>
          <p:cNvPr id="11" name="TextBox 12">
            <a:extLst>
              <a:ext uri="{FF2B5EF4-FFF2-40B4-BE49-F238E27FC236}">
                <a16:creationId xmlns:a16="http://schemas.microsoft.com/office/drawing/2014/main" id="{89B03D53-6A22-D5B6-4B29-99B0ACC6CF0E}"/>
              </a:ext>
            </a:extLst>
          </p:cNvPr>
          <p:cNvSpPr txBox="1"/>
          <p:nvPr/>
        </p:nvSpPr>
        <p:spPr>
          <a:xfrm>
            <a:off x="5680738" y="5224017"/>
            <a:ext cx="4094326" cy="142199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ea typeface="Tahoma" pitchFamily="34"/>
                <a:cs typeface="Times New Roman" pitchFamily="18"/>
              </a:rPr>
              <a:t>Réalisé par :</a:t>
            </a:r>
          </a:p>
          <a:p>
            <a:pPr marL="0" marR="0" lvl="0" indent="0" algn="l"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ea typeface="Tahoma" pitchFamily="34"/>
                <a:cs typeface="Times New Roman" pitchFamily="18"/>
              </a:rPr>
              <a:t>-BAGUENNA Mohammed-Amine</a:t>
            </a:r>
          </a:p>
          <a:p>
            <a:pPr marL="0" marR="0" lvl="0" indent="0" algn="l"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ea typeface="Tahoma" pitchFamily="34"/>
                <a:cs typeface="Times New Roman" pitchFamily="18"/>
              </a:rPr>
              <a:t>-SRIF Asmae</a:t>
            </a:r>
          </a:p>
        </p:txBody>
      </p:sp>
      <p:sp>
        <p:nvSpPr>
          <p:cNvPr id="12" name="TextBox 12">
            <a:extLst>
              <a:ext uri="{FF2B5EF4-FFF2-40B4-BE49-F238E27FC236}">
                <a16:creationId xmlns:a16="http://schemas.microsoft.com/office/drawing/2014/main" id="{89B03D53-6A22-D5B6-4B29-99B0ACC6CF0E}"/>
              </a:ext>
            </a:extLst>
          </p:cNvPr>
          <p:cNvSpPr txBox="1"/>
          <p:nvPr/>
        </p:nvSpPr>
        <p:spPr>
          <a:xfrm>
            <a:off x="2105697" y="6061317"/>
            <a:ext cx="4094326" cy="498663"/>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b="1" i="0" u="none" strike="noStrike" kern="1200" cap="none" spc="0" baseline="0" dirty="0">
                <a:solidFill>
                  <a:srgbClr val="000000"/>
                </a:solidFill>
                <a:uFillTx/>
                <a:latin typeface="Times New Roman" pitchFamily="18"/>
                <a:ea typeface="Tahoma" pitchFamily="34"/>
                <a:cs typeface="Times New Roman" pitchFamily="18"/>
              </a:rPr>
              <a:t>Groupe 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Oval 3">
            <a:extLst>
              <a:ext uri="{FF2B5EF4-FFF2-40B4-BE49-F238E27FC236}">
                <a16:creationId xmlns:a16="http://schemas.microsoft.com/office/drawing/2014/main" id="{9F8D328F-BFD4-8209-5656-5A76DCE451B8}"/>
              </a:ext>
            </a:extLst>
          </p:cNvPr>
          <p:cNvSpPr/>
          <p:nvPr/>
        </p:nvSpPr>
        <p:spPr>
          <a:xfrm>
            <a:off x="4507610" y="2306473"/>
            <a:ext cx="2538173" cy="249552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B31313"/>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3" name="Oval 5">
            <a:extLst>
              <a:ext uri="{FF2B5EF4-FFF2-40B4-BE49-F238E27FC236}">
                <a16:creationId xmlns:a16="http://schemas.microsoft.com/office/drawing/2014/main" id="{9E75C8E1-5518-0EDB-7EBC-B19811300104}"/>
              </a:ext>
            </a:extLst>
          </p:cNvPr>
          <p:cNvSpPr/>
          <p:nvPr/>
        </p:nvSpPr>
        <p:spPr>
          <a:xfrm>
            <a:off x="3673522" y="1337483"/>
            <a:ext cx="4269470" cy="4423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19046" cap="flat">
            <a:solidFill>
              <a:srgbClr val="EDE2DE"/>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6">
            <a:extLst>
              <a:ext uri="{FF2B5EF4-FFF2-40B4-BE49-F238E27FC236}">
                <a16:creationId xmlns:a16="http://schemas.microsoft.com/office/drawing/2014/main" id="{4C3C7037-F99E-F8B6-74F5-E8CE619C94C8}"/>
              </a:ext>
            </a:extLst>
          </p:cNvPr>
          <p:cNvSpPr/>
          <p:nvPr/>
        </p:nvSpPr>
        <p:spPr>
          <a:xfrm>
            <a:off x="3714465" y="2036094"/>
            <a:ext cx="614147" cy="66873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7">
            <a:extLst>
              <a:ext uri="{FF2B5EF4-FFF2-40B4-BE49-F238E27FC236}">
                <a16:creationId xmlns:a16="http://schemas.microsoft.com/office/drawing/2014/main" id="{A58C4A4C-CA3D-3065-298A-D824B5D84755}"/>
              </a:ext>
            </a:extLst>
          </p:cNvPr>
          <p:cNvSpPr/>
          <p:nvPr/>
        </p:nvSpPr>
        <p:spPr>
          <a:xfrm>
            <a:off x="7262577" y="2045503"/>
            <a:ext cx="614147" cy="66873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6" name="Oval 8">
            <a:extLst>
              <a:ext uri="{FF2B5EF4-FFF2-40B4-BE49-F238E27FC236}">
                <a16:creationId xmlns:a16="http://schemas.microsoft.com/office/drawing/2014/main" id="{B08D47F2-F76A-F514-732A-AEFEEFE643B6}"/>
              </a:ext>
            </a:extLst>
          </p:cNvPr>
          <p:cNvSpPr/>
          <p:nvPr/>
        </p:nvSpPr>
        <p:spPr>
          <a:xfrm>
            <a:off x="3521832" y="4002209"/>
            <a:ext cx="614147" cy="66873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Oval 9">
            <a:extLst>
              <a:ext uri="{FF2B5EF4-FFF2-40B4-BE49-F238E27FC236}">
                <a16:creationId xmlns:a16="http://schemas.microsoft.com/office/drawing/2014/main" id="{8B096B9F-59FD-4A09-AC74-836A836A0E6F}"/>
              </a:ext>
            </a:extLst>
          </p:cNvPr>
          <p:cNvSpPr/>
          <p:nvPr/>
        </p:nvSpPr>
        <p:spPr>
          <a:xfrm>
            <a:off x="7370577" y="4272341"/>
            <a:ext cx="614147" cy="66873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8" name="Oval 10">
            <a:extLst>
              <a:ext uri="{FF2B5EF4-FFF2-40B4-BE49-F238E27FC236}">
                <a16:creationId xmlns:a16="http://schemas.microsoft.com/office/drawing/2014/main" id="{641775EE-38A3-F0D0-B5C8-9E752DEEE85B}"/>
              </a:ext>
            </a:extLst>
          </p:cNvPr>
          <p:cNvSpPr/>
          <p:nvPr/>
        </p:nvSpPr>
        <p:spPr>
          <a:xfrm>
            <a:off x="5404865" y="5420709"/>
            <a:ext cx="614147" cy="66873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9" name="Oval 11">
            <a:extLst>
              <a:ext uri="{FF2B5EF4-FFF2-40B4-BE49-F238E27FC236}">
                <a16:creationId xmlns:a16="http://schemas.microsoft.com/office/drawing/2014/main" id="{8D5B095F-0C4C-5302-A179-5434CA452F48}"/>
              </a:ext>
            </a:extLst>
          </p:cNvPr>
          <p:cNvSpPr/>
          <p:nvPr/>
        </p:nvSpPr>
        <p:spPr>
          <a:xfrm>
            <a:off x="5418517" y="994885"/>
            <a:ext cx="614147" cy="66873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10" name="TextBox 12">
            <a:extLst>
              <a:ext uri="{FF2B5EF4-FFF2-40B4-BE49-F238E27FC236}">
                <a16:creationId xmlns:a16="http://schemas.microsoft.com/office/drawing/2014/main" id="{7070DDE4-AC61-1176-D60D-461ECC9F215F}"/>
              </a:ext>
            </a:extLst>
          </p:cNvPr>
          <p:cNvSpPr txBox="1"/>
          <p:nvPr/>
        </p:nvSpPr>
        <p:spPr>
          <a:xfrm>
            <a:off x="5092387" y="3184882"/>
            <a:ext cx="1610432" cy="64633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3600" b="0" i="0" u="none" strike="noStrike" kern="1200" cap="none" spc="0" baseline="0">
                <a:solidFill>
                  <a:srgbClr val="EDE2DE"/>
                </a:solidFill>
                <a:uFillTx/>
                <a:latin typeface="Times New Roman" pitchFamily="18"/>
                <a:cs typeface="Times New Roman" pitchFamily="18"/>
              </a:rPr>
              <a:t>PLAN</a:t>
            </a:r>
          </a:p>
        </p:txBody>
      </p:sp>
      <p:sp>
        <p:nvSpPr>
          <p:cNvPr id="11" name="TextBox 13">
            <a:extLst>
              <a:ext uri="{FF2B5EF4-FFF2-40B4-BE49-F238E27FC236}">
                <a16:creationId xmlns:a16="http://schemas.microsoft.com/office/drawing/2014/main" id="{C6AB68A9-709E-45DE-62C0-B202A08C4A7C}"/>
              </a:ext>
            </a:extLst>
          </p:cNvPr>
          <p:cNvSpPr txBox="1"/>
          <p:nvPr/>
        </p:nvSpPr>
        <p:spPr>
          <a:xfrm>
            <a:off x="5009968" y="628014"/>
            <a:ext cx="2072688" cy="40011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2B2A4C"/>
                </a:solidFill>
                <a:uFillTx/>
                <a:latin typeface="Times New Roman" pitchFamily="18"/>
                <a:cs typeface="Times New Roman" pitchFamily="18"/>
              </a:rPr>
              <a:t>Introduction</a:t>
            </a:r>
          </a:p>
        </p:txBody>
      </p:sp>
      <p:sp>
        <p:nvSpPr>
          <p:cNvPr id="12" name="TextBox 14">
            <a:extLst>
              <a:ext uri="{FF2B5EF4-FFF2-40B4-BE49-F238E27FC236}">
                <a16:creationId xmlns:a16="http://schemas.microsoft.com/office/drawing/2014/main" id="{A427039A-1FBE-EDFA-AD2A-8C410A2DCE83}"/>
              </a:ext>
            </a:extLst>
          </p:cNvPr>
          <p:cNvSpPr txBox="1"/>
          <p:nvPr/>
        </p:nvSpPr>
        <p:spPr>
          <a:xfrm>
            <a:off x="7864627" y="2106420"/>
            <a:ext cx="4257537" cy="40011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2B2A4C"/>
                </a:solidFill>
                <a:uFillTx/>
                <a:latin typeface="Times New Roman" pitchFamily="18"/>
                <a:cs typeface="Times New Roman" pitchFamily="18"/>
              </a:rPr>
              <a:t>Fondements théoriques</a:t>
            </a:r>
          </a:p>
        </p:txBody>
      </p:sp>
      <p:sp>
        <p:nvSpPr>
          <p:cNvPr id="13" name="TextBox 15">
            <a:extLst>
              <a:ext uri="{FF2B5EF4-FFF2-40B4-BE49-F238E27FC236}">
                <a16:creationId xmlns:a16="http://schemas.microsoft.com/office/drawing/2014/main" id="{91B5364D-A207-590D-3CA6-4597F3A0288E}"/>
              </a:ext>
            </a:extLst>
          </p:cNvPr>
          <p:cNvSpPr txBox="1"/>
          <p:nvPr/>
        </p:nvSpPr>
        <p:spPr>
          <a:xfrm>
            <a:off x="7519778" y="4397678"/>
            <a:ext cx="4257537" cy="707882"/>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2B2A4C"/>
                </a:solidFill>
                <a:uFillTx/>
                <a:latin typeface="Times New Roman" pitchFamily="18"/>
                <a:cs typeface="Times New Roman" pitchFamily="18"/>
              </a:rPr>
              <a:t>Les mécanismes de gestion des processus</a:t>
            </a:r>
          </a:p>
        </p:txBody>
      </p:sp>
      <p:sp>
        <p:nvSpPr>
          <p:cNvPr id="14" name="TextBox 16">
            <a:extLst>
              <a:ext uri="{FF2B5EF4-FFF2-40B4-BE49-F238E27FC236}">
                <a16:creationId xmlns:a16="http://schemas.microsoft.com/office/drawing/2014/main" id="{91C519FF-B4DD-756A-1D44-9B1B0E9C3BAB}"/>
              </a:ext>
            </a:extLst>
          </p:cNvPr>
          <p:cNvSpPr txBox="1"/>
          <p:nvPr/>
        </p:nvSpPr>
        <p:spPr>
          <a:xfrm>
            <a:off x="3622334" y="6013644"/>
            <a:ext cx="4257537" cy="400114"/>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2B2A4C"/>
                </a:solidFill>
                <a:uFillTx/>
                <a:latin typeface="Times New Roman" pitchFamily="18"/>
                <a:cs typeface="Times New Roman" pitchFamily="18"/>
              </a:rPr>
              <a:t>Gestion des ressources par les SE</a:t>
            </a:r>
          </a:p>
        </p:txBody>
      </p:sp>
      <p:sp>
        <p:nvSpPr>
          <p:cNvPr id="15" name="TextBox 18">
            <a:extLst>
              <a:ext uri="{FF2B5EF4-FFF2-40B4-BE49-F238E27FC236}">
                <a16:creationId xmlns:a16="http://schemas.microsoft.com/office/drawing/2014/main" id="{0D71CD0B-5169-8DF6-FC25-1FF61BA5B21A}"/>
              </a:ext>
            </a:extLst>
          </p:cNvPr>
          <p:cNvSpPr txBox="1"/>
          <p:nvPr/>
        </p:nvSpPr>
        <p:spPr>
          <a:xfrm>
            <a:off x="1556686" y="4133444"/>
            <a:ext cx="4257537" cy="40011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2B2A4C"/>
                </a:solidFill>
                <a:uFillTx/>
                <a:latin typeface="Times New Roman" pitchFamily="18"/>
                <a:cs typeface="Times New Roman" pitchFamily="18"/>
              </a:rPr>
              <a:t>Impacts et enjeux</a:t>
            </a:r>
          </a:p>
        </p:txBody>
      </p:sp>
      <p:sp>
        <p:nvSpPr>
          <p:cNvPr id="16" name="TextBox 19">
            <a:extLst>
              <a:ext uri="{FF2B5EF4-FFF2-40B4-BE49-F238E27FC236}">
                <a16:creationId xmlns:a16="http://schemas.microsoft.com/office/drawing/2014/main" id="{93205976-5C87-22C7-A4A6-CC144DC8BDC4}"/>
              </a:ext>
            </a:extLst>
          </p:cNvPr>
          <p:cNvSpPr txBox="1"/>
          <p:nvPr/>
        </p:nvSpPr>
        <p:spPr>
          <a:xfrm>
            <a:off x="2378841" y="2080625"/>
            <a:ext cx="4257537" cy="40011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a:solidFill>
                  <a:srgbClr val="2B2A4C"/>
                </a:solidFill>
                <a:uFillTx/>
                <a:latin typeface="Times New Roman" pitchFamily="18"/>
                <a:cs typeface="Times New Roman" pitchFamily="18"/>
              </a:rPr>
              <a:t>Conclusion</a:t>
            </a:r>
          </a:p>
        </p:txBody>
      </p:sp>
      <p:sp>
        <p:nvSpPr>
          <p:cNvPr id="18" name="Slide Number Placeholder 17"/>
          <p:cNvSpPr>
            <a:spLocks noGrp="1"/>
          </p:cNvSpPr>
          <p:nvPr>
            <p:ph type="sldNum" sz="quarter" idx="8"/>
          </p:nvPr>
        </p:nvSpPr>
        <p:spPr/>
        <p:txBody>
          <a:bodyPr/>
          <a:lstStyle/>
          <a:p>
            <a:pPr lvl="0"/>
            <a:fld id="{02B8FB8E-1F6B-40A8-92F2-62696E1B5E1D}"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arn(inVertical)">
                                      <p:cBhvr>
                                        <p:cTn id="20" dur="500"/>
                                        <p:tgtEl>
                                          <p:spTgt spid="9"/>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inVertical)">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arn(inVertical)">
                                      <p:cBhvr>
                                        <p:cTn id="28" dur="500"/>
                                        <p:tgtEl>
                                          <p:spTgt spid="5"/>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arn(inVertical)">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barn(inVertical)">
                                      <p:cBhvr>
                                        <p:cTn id="36" dur="500"/>
                                        <p:tgtEl>
                                          <p:spTgt spid="13"/>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arn(inVertical)">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barn(inVertical)">
                                      <p:cBhvr>
                                        <p:cTn id="44" dur="500"/>
                                        <p:tgtEl>
                                          <p:spTgt spid="8"/>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arn(inVertical)">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barn(inVertical)">
                                      <p:cBhvr>
                                        <p:cTn id="52" dur="500"/>
                                        <p:tgtEl>
                                          <p:spTgt spid="6"/>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barn(inVertical)">
                                      <p:cBhvr>
                                        <p:cTn id="55" dur="500"/>
                                        <p:tgtEl>
                                          <p:spTgt spid="15"/>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barn(inVertical)">
                                      <p:cBhvr>
                                        <p:cTn id="60" dur="500"/>
                                        <p:tgtEl>
                                          <p:spTgt spid="16"/>
                                        </p:tgtEl>
                                      </p:cBhvr>
                                    </p:animEffect>
                                  </p:childTnLst>
                                </p:cTn>
                              </p:par>
                              <p:par>
                                <p:cTn id="61" presetID="16" presetClass="entr" presetSubtype="21" fill="hold" grpId="0" nodeType="with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barn(inVertical)">
                                      <p:cBhvr>
                                        <p:cTn id="6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p:bldP spid="11" grpId="0"/>
      <p:bldP spid="12" grpId="0"/>
      <p:bldP spid="13" grpId="0"/>
      <p:bldP spid="14"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12">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88805A65-3E3A-E180-119C-16A11AF84ABA}"/>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CF70B7B2-5FFE-F6C1-429C-79F82AF10DDA}"/>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122240BD-B727-62B0-64F7-6775525EAD28}"/>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C434239C-E08C-422E-83D9-63F588BE1EE4}"/>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EBBDF8F6-DFD3-4D1D-2CC3-1C433FCBC054}"/>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B78E2831-9363-DF5A-6CD8-335811B2DC20}"/>
              </a:ext>
            </a:extLst>
          </p:cNvPr>
          <p:cNvSpPr txBox="1"/>
          <p:nvPr/>
        </p:nvSpPr>
        <p:spPr>
          <a:xfrm>
            <a:off x="3125336" y="2402000"/>
            <a:ext cx="7870213" cy="1446553"/>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8800" b="0" i="0" u="none" strike="noStrike" kern="1200" cap="none" spc="0" baseline="0" dirty="0">
                <a:solidFill>
                  <a:srgbClr val="B31313"/>
                </a:solidFill>
                <a:uFillTx/>
                <a:latin typeface="Times New Roman" pitchFamily="18"/>
                <a:cs typeface="Times New Roman" pitchFamily="18"/>
              </a:rPr>
              <a:t>Introduction</a:t>
            </a:r>
          </a:p>
        </p:txBody>
      </p:sp>
      <p:sp>
        <p:nvSpPr>
          <p:cNvPr id="9" name="Slide Number Placeholder 8"/>
          <p:cNvSpPr>
            <a:spLocks noGrp="1"/>
          </p:cNvSpPr>
          <p:nvPr>
            <p:ph type="sldNum" sz="quarter" idx="8"/>
          </p:nvPr>
        </p:nvSpPr>
        <p:spPr/>
        <p:txBody>
          <a:bodyPr/>
          <a:lstStyle/>
          <a:p>
            <a:pPr lvl="0"/>
            <a:fld id="{02B8FB8E-1F6B-40A8-92F2-62696E1B5E1D}"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8">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67B0F7EF-CE39-7D9A-2944-BB29CFD234AC}"/>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73606323-FBED-BD24-BB86-EDEA98D82168}"/>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2010B47F-9FF6-04BC-7125-A9BF44D276A3}"/>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C3651A19-ABEA-BCC3-2169-CD137437EFEC}"/>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A90448FF-2D1A-5E7F-E264-C13F23334658}"/>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42E0262B-4B29-BEBA-865F-449DD329A750}"/>
              </a:ext>
            </a:extLst>
          </p:cNvPr>
          <p:cNvSpPr txBox="1"/>
          <p:nvPr/>
        </p:nvSpPr>
        <p:spPr>
          <a:xfrm>
            <a:off x="1296536" y="532263"/>
            <a:ext cx="4735769" cy="800218"/>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800" b="0" i="0" u="none" strike="noStrike" kern="1200" cap="none" spc="0" baseline="0">
                <a:solidFill>
                  <a:srgbClr val="B31313"/>
                </a:solidFill>
                <a:uFillTx/>
                <a:latin typeface="Times New Roman" pitchFamily="18"/>
                <a:cs typeface="Times New Roman" pitchFamily="18"/>
              </a:rPr>
              <a:t>I.  Fondements théoriques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a:solidFill>
                  <a:srgbClr val="000000"/>
                </a:solidFill>
                <a:uFillTx/>
                <a:latin typeface="Calibri"/>
              </a:rPr>
              <a:t> </a:t>
            </a:r>
          </a:p>
        </p:txBody>
      </p:sp>
      <p:sp>
        <p:nvSpPr>
          <p:cNvPr id="8" name="TextBox 9">
            <a:extLst>
              <a:ext uri="{FF2B5EF4-FFF2-40B4-BE49-F238E27FC236}">
                <a16:creationId xmlns:a16="http://schemas.microsoft.com/office/drawing/2014/main" id="{74C5356E-6D2C-00E3-1BA9-888963C51E8D}"/>
              </a:ext>
            </a:extLst>
          </p:cNvPr>
          <p:cNvSpPr txBox="1"/>
          <p:nvPr/>
        </p:nvSpPr>
        <p:spPr>
          <a:xfrm>
            <a:off x="1651378" y="1228295"/>
            <a:ext cx="5773000" cy="44627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b="0" i="0" u="none" strike="noStrike" kern="1200" cap="none" spc="0" baseline="0">
                <a:solidFill>
                  <a:srgbClr val="EA906D"/>
                </a:solidFill>
                <a:uFillTx/>
                <a:latin typeface="Times New Roman" pitchFamily="18"/>
                <a:cs typeface="Times New Roman" pitchFamily="18"/>
              </a:rPr>
              <a:t>1. Définition d’un Système d’Exploitation :</a:t>
            </a:r>
          </a:p>
        </p:txBody>
      </p:sp>
      <p:sp>
        <p:nvSpPr>
          <p:cNvPr id="9" name="TextBox 10">
            <a:extLst>
              <a:ext uri="{FF2B5EF4-FFF2-40B4-BE49-F238E27FC236}">
                <a16:creationId xmlns:a16="http://schemas.microsoft.com/office/drawing/2014/main" id="{09FC48D3-D751-14A0-9288-0B0AA87F9BDF}"/>
              </a:ext>
            </a:extLst>
          </p:cNvPr>
          <p:cNvSpPr txBox="1"/>
          <p:nvPr/>
        </p:nvSpPr>
        <p:spPr>
          <a:xfrm>
            <a:off x="1296536" y="2083999"/>
            <a:ext cx="10085694" cy="1754322"/>
          </a:xfrm>
          <a:prstGeom prst="rect">
            <a:avLst/>
          </a:prstGeom>
          <a:noFill/>
          <a:ln cap="flat">
            <a:noFill/>
          </a:ln>
        </p:spPr>
        <p:txBody>
          <a:bodyPr vert="horz" wrap="square" lIns="91440" tIns="45720" rIns="91440" bIns="45720" anchor="t" anchorCtr="0" compatLnSpc="1">
            <a:spAutoFit/>
          </a:bodyPr>
          <a:lstStyle/>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Un système d'exploitation (SE), est le noyau principal d'un appareil informatique. Il agit comme une interface  entre le matériel physique de l'appareil et les logiciels applicatifs, facilitant ainsi leur interaction harmonieuse.</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dirty="0">
              <a:solidFill>
                <a:srgbClr val="000000"/>
              </a:solidFill>
              <a:uFillTx/>
              <a:latin typeface="Calibri"/>
            </a:endParaRPr>
          </a:p>
        </p:txBody>
      </p:sp>
      <p:pic>
        <p:nvPicPr>
          <p:cNvPr id="10" name="Picture 11">
            <a:extLst>
              <a:ext uri="{FF2B5EF4-FFF2-40B4-BE49-F238E27FC236}">
                <a16:creationId xmlns:a16="http://schemas.microsoft.com/office/drawing/2014/main" id="{7782DCDB-D2F2-4EAF-694F-FAA19F46FE00}"/>
              </a:ext>
            </a:extLst>
          </p:cNvPr>
          <p:cNvPicPr>
            <a:picLocks noChangeAspect="1"/>
          </p:cNvPicPr>
          <p:nvPr/>
        </p:nvPicPr>
        <p:blipFill>
          <a:blip r:embed="rId2"/>
          <a:stretch>
            <a:fillRect/>
          </a:stretch>
        </p:blipFill>
        <p:spPr>
          <a:xfrm>
            <a:off x="6535856" y="3193574"/>
            <a:ext cx="3726280" cy="3313492"/>
          </a:xfrm>
          <a:prstGeom prst="rect">
            <a:avLst/>
          </a:prstGeom>
          <a:noFill/>
          <a:ln cap="flat">
            <a:noFill/>
          </a:ln>
          <a:effectLst>
            <a:softEdge rad="63500"/>
          </a:effectLst>
        </p:spPr>
      </p:pic>
      <p:sp>
        <p:nvSpPr>
          <p:cNvPr id="12" name="Slide Number Placeholder 11"/>
          <p:cNvSpPr>
            <a:spLocks noGrp="1"/>
          </p:cNvSpPr>
          <p:nvPr>
            <p:ph type="sldNum" sz="quarter" idx="8"/>
          </p:nvPr>
        </p:nvSpPr>
        <p:spPr/>
        <p:txBody>
          <a:bodyPr/>
          <a:lstStyle/>
          <a:p>
            <a:pPr lvl="0"/>
            <a:fld id="{02B8FB8E-1F6B-40A8-92F2-62696E1B5E1D}" type="slidenum">
              <a:rPr lang="fr-FR" smtClean="0"/>
              <a:t>4</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13">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9203B4F6-106D-FA0A-B960-DF622FC09D23}"/>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49D40161-8736-4B77-1C1D-E79C960599CE}"/>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B6BEE9BC-3247-A45B-F37F-217369A54323}"/>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1A4BBAA0-32D4-9DCC-9750-11A1342B3FAC}"/>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5833CF74-334C-4B38-B5E2-2D0DE4524337}"/>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981073E1-BFAE-2FAB-8909-21674663A1AD}"/>
              </a:ext>
            </a:extLst>
          </p:cNvPr>
          <p:cNvSpPr txBox="1"/>
          <p:nvPr/>
        </p:nvSpPr>
        <p:spPr>
          <a:xfrm>
            <a:off x="1651378" y="1228295"/>
            <a:ext cx="5773000" cy="44627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b="0" i="0" u="none" strike="noStrike" kern="1200" cap="none" spc="0" baseline="0">
                <a:solidFill>
                  <a:srgbClr val="EA906D"/>
                </a:solidFill>
                <a:uFillTx/>
                <a:latin typeface="Times New Roman" pitchFamily="18"/>
                <a:cs typeface="Times New Roman" pitchFamily="18"/>
              </a:rPr>
              <a:t>2. Définition d’un Processus :</a:t>
            </a:r>
          </a:p>
        </p:txBody>
      </p:sp>
      <p:sp>
        <p:nvSpPr>
          <p:cNvPr id="8" name="TextBox 9">
            <a:extLst>
              <a:ext uri="{FF2B5EF4-FFF2-40B4-BE49-F238E27FC236}">
                <a16:creationId xmlns:a16="http://schemas.microsoft.com/office/drawing/2014/main" id="{8036FBEF-94E2-34F6-7D47-46EB8F116892}"/>
              </a:ext>
            </a:extLst>
          </p:cNvPr>
          <p:cNvSpPr txBox="1"/>
          <p:nvPr/>
        </p:nvSpPr>
        <p:spPr>
          <a:xfrm>
            <a:off x="1296536" y="2083999"/>
            <a:ext cx="10085694" cy="2677656"/>
          </a:xfrm>
          <a:prstGeom prst="rect">
            <a:avLst/>
          </a:prstGeom>
          <a:noFill/>
          <a:ln cap="flat">
            <a:noFill/>
          </a:ln>
        </p:spPr>
        <p:txBody>
          <a:bodyPr vert="horz" wrap="square" lIns="91440" tIns="45720" rIns="91440" bIns="45720" anchor="t" anchorCtr="0" compatLnSpc="1">
            <a:spAutoFit/>
          </a:bodyPr>
          <a:lstStyle/>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Un processus est un programme en cours d'exécution sur un ordinateur. Il est caractérisé par :</a:t>
            </a:r>
          </a:p>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endParaRPr lang="fr-FR" sz="2000" b="0" i="0" u="none" strike="noStrike" kern="1200" cap="none" spc="0" baseline="0" dirty="0">
              <a:solidFill>
                <a:srgbClr val="000000"/>
              </a:solidFill>
              <a:uFillTx/>
              <a:latin typeface="Times New Roman" pitchFamily="18"/>
              <a:cs typeface="Times New Roman" pitchFamily="18"/>
            </a:endParaRPr>
          </a:p>
          <a:p>
            <a:pPr marL="342900" marR="0" lvl="0" indent="-342900" algn="just" defTabSz="914400" rtl="0" fontAlgn="auto" hangingPunct="1">
              <a:lnSpc>
                <a:spcPct val="15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Un ensemble d'instructions à exécuter</a:t>
            </a:r>
          </a:p>
          <a:p>
            <a:pPr marL="342900" marR="0" lvl="0" indent="-342900" algn="just" defTabSz="914400" rtl="0" fontAlgn="auto" hangingPunct="1">
              <a:lnSpc>
                <a:spcPct val="15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Un espace mémoire </a:t>
            </a:r>
          </a:p>
          <a:p>
            <a:pPr marL="342900" marR="0" lvl="0" indent="-342900" algn="just" defTabSz="914400" rtl="0" fontAlgn="auto" hangingPunct="1">
              <a:lnSpc>
                <a:spcPct val="15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Des ressources matérielles</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dirty="0">
              <a:solidFill>
                <a:srgbClr val="000000"/>
              </a:solidFill>
              <a:uFillTx/>
              <a:latin typeface="Calibri"/>
            </a:endParaRPr>
          </a:p>
        </p:txBody>
      </p:sp>
      <p:sp>
        <p:nvSpPr>
          <p:cNvPr id="10" name="Slide Number Placeholder 9"/>
          <p:cNvSpPr>
            <a:spLocks noGrp="1"/>
          </p:cNvSpPr>
          <p:nvPr>
            <p:ph type="sldNum" sz="quarter" idx="8"/>
          </p:nvPr>
        </p:nvSpPr>
        <p:spPr/>
        <p:txBody>
          <a:bodyPr/>
          <a:lstStyle/>
          <a:p>
            <a:pPr lvl="0"/>
            <a:fld id="{02B8FB8E-1F6B-40A8-92F2-62696E1B5E1D}" type="slidenum">
              <a:rPr lang="fr-FR" smtClean="0"/>
              <a:t>5</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14">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6391CB4A-15C8-8B47-DC49-9A1DD6695435}"/>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874204ED-22BC-6941-EECB-4F0241E900CF}"/>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3B9110DB-57B7-01F7-36B2-7643BA18D85B}"/>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4007F483-EB71-DD98-EB25-06A0A8390D13}"/>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A36BC521-1800-62A5-93F4-1A248C3484E6}"/>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014F4CF6-A13C-388E-DAAD-BEE5CA289D98}"/>
              </a:ext>
            </a:extLst>
          </p:cNvPr>
          <p:cNvSpPr txBox="1"/>
          <p:nvPr/>
        </p:nvSpPr>
        <p:spPr>
          <a:xfrm>
            <a:off x="1651378" y="1228295"/>
            <a:ext cx="5773000"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b="0" i="0" u="none" strike="noStrike" kern="1200" cap="none" spc="0" baseline="0">
                <a:solidFill>
                  <a:srgbClr val="EA906D"/>
                </a:solidFill>
                <a:uFillTx/>
                <a:latin typeface="Times New Roman" pitchFamily="18"/>
                <a:cs typeface="Times New Roman" pitchFamily="18"/>
              </a:rPr>
              <a:t>3. La gestion des processus :</a:t>
            </a:r>
          </a:p>
        </p:txBody>
      </p:sp>
      <p:sp>
        <p:nvSpPr>
          <p:cNvPr id="8" name="TextBox 9">
            <a:extLst>
              <a:ext uri="{FF2B5EF4-FFF2-40B4-BE49-F238E27FC236}">
                <a16:creationId xmlns:a16="http://schemas.microsoft.com/office/drawing/2014/main" id="{4165F50A-CDE6-93BD-8CB6-380AF1E22319}"/>
              </a:ext>
            </a:extLst>
          </p:cNvPr>
          <p:cNvSpPr txBox="1"/>
          <p:nvPr/>
        </p:nvSpPr>
        <p:spPr>
          <a:xfrm>
            <a:off x="1296536" y="2083999"/>
            <a:ext cx="10085694" cy="1883657"/>
          </a:xfrm>
          <a:prstGeom prst="rect">
            <a:avLst/>
          </a:prstGeom>
          <a:noFill/>
          <a:ln cap="flat">
            <a:noFill/>
          </a:ln>
        </p:spPr>
        <p:txBody>
          <a:bodyPr vert="horz" wrap="square" lIns="91440" tIns="45720" rIns="91440" bIns="45720" anchor="t" anchorCtr="0" compatLnSpc="1">
            <a:spAutoFit/>
          </a:bodyPr>
          <a:lstStyle/>
          <a:p>
            <a:pPr lvl="0" algn="just">
              <a:lnSpc>
                <a:spcPct val="150000"/>
              </a:lnSpc>
              <a:defRPr sz="1800" b="0" i="0" u="none" strike="noStrike" kern="0" cap="none" spc="0" baseline="0">
                <a:solidFill>
                  <a:srgbClr val="000000"/>
                </a:solidFill>
                <a:uFillTx/>
              </a:defRPr>
            </a:pPr>
            <a:r>
              <a:rPr lang="fr-FR" sz="2000" dirty="0">
                <a:solidFill>
                  <a:srgbClr val="000000"/>
                </a:solidFill>
                <a:latin typeface="Times New Roman" pitchFamily="18"/>
                <a:cs typeface="Times New Roman" pitchFamily="18"/>
              </a:rPr>
              <a:t>Ce concept fait référence à l'ensemble des mécanismes mis en place par le SE pour contrôler et superviser l'exécution des processus sur un système informatique. Cela comprend plusieurs aspects, tels que la création, la planification, l'exécution, la suspension, la reprise et la terminaison des processus.</a:t>
            </a:r>
          </a:p>
        </p:txBody>
      </p:sp>
      <p:sp>
        <p:nvSpPr>
          <p:cNvPr id="10" name="Slide Number Placeholder 9"/>
          <p:cNvSpPr>
            <a:spLocks noGrp="1"/>
          </p:cNvSpPr>
          <p:nvPr>
            <p:ph type="sldNum" sz="quarter" idx="8"/>
          </p:nvPr>
        </p:nvSpPr>
        <p:spPr/>
        <p:txBody>
          <a:bodyPr/>
          <a:lstStyle/>
          <a:p>
            <a:pPr lvl="0"/>
            <a:fld id="{02B8FB8E-1F6B-40A8-92F2-62696E1B5E1D}" type="slidenum">
              <a:rPr lang="fr-FR" smtClean="0"/>
              <a:t>6</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15">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5B1FCA40-04AF-EC47-CA62-738295149790}"/>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D117D4C8-315E-6D11-B239-EBC92DA30E65}"/>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22C5E514-C5DA-0A55-37AE-36D1EC5315EF}"/>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8AFF931A-A487-1446-628D-A0001FE50848}"/>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507D37B5-E436-F14D-857F-C12E619DE6BB}"/>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623F7CA8-550F-65C4-051D-A35E27994119}"/>
              </a:ext>
            </a:extLst>
          </p:cNvPr>
          <p:cNvSpPr txBox="1"/>
          <p:nvPr/>
        </p:nvSpPr>
        <p:spPr>
          <a:xfrm>
            <a:off x="1296536" y="532263"/>
            <a:ext cx="7287905" cy="800218"/>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800" b="0" i="0" u="none" strike="noStrike" kern="1200" cap="none" spc="0" baseline="0" dirty="0">
                <a:solidFill>
                  <a:srgbClr val="B31313"/>
                </a:solidFill>
                <a:uFillTx/>
                <a:latin typeface="Times New Roman" pitchFamily="18"/>
                <a:cs typeface="Times New Roman" pitchFamily="18"/>
              </a:rPr>
              <a:t>II. Les mécanismes de gestion des processus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dirty="0">
                <a:solidFill>
                  <a:srgbClr val="000000"/>
                </a:solidFill>
                <a:uFillTx/>
                <a:latin typeface="Calibri"/>
              </a:rPr>
              <a:t> </a:t>
            </a:r>
          </a:p>
        </p:txBody>
      </p:sp>
      <p:sp>
        <p:nvSpPr>
          <p:cNvPr id="8" name="TextBox 9">
            <a:extLst>
              <a:ext uri="{FF2B5EF4-FFF2-40B4-BE49-F238E27FC236}">
                <a16:creationId xmlns:a16="http://schemas.microsoft.com/office/drawing/2014/main" id="{F56AED82-B56C-5E79-934D-0062DE06585F}"/>
              </a:ext>
            </a:extLst>
          </p:cNvPr>
          <p:cNvSpPr txBox="1"/>
          <p:nvPr/>
        </p:nvSpPr>
        <p:spPr>
          <a:xfrm>
            <a:off x="1651378" y="1228295"/>
            <a:ext cx="5773000"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b="0" i="0" u="none" strike="noStrike" kern="1200" cap="none" spc="0" baseline="0">
                <a:solidFill>
                  <a:srgbClr val="EA906D"/>
                </a:solidFill>
                <a:uFillTx/>
                <a:latin typeface="Times New Roman" pitchFamily="18"/>
                <a:cs typeface="Times New Roman" pitchFamily="18"/>
              </a:rPr>
              <a:t>1. Ordonnancement des processus :</a:t>
            </a:r>
          </a:p>
        </p:txBody>
      </p:sp>
      <p:sp>
        <p:nvSpPr>
          <p:cNvPr id="9" name="TextBox 10">
            <a:extLst>
              <a:ext uri="{FF2B5EF4-FFF2-40B4-BE49-F238E27FC236}">
                <a16:creationId xmlns:a16="http://schemas.microsoft.com/office/drawing/2014/main" id="{6DD32FEA-AC1D-DA30-5B17-DDEF799F4BD0}"/>
              </a:ext>
            </a:extLst>
          </p:cNvPr>
          <p:cNvSpPr txBox="1"/>
          <p:nvPr/>
        </p:nvSpPr>
        <p:spPr>
          <a:xfrm>
            <a:off x="1146410" y="2083999"/>
            <a:ext cx="10235811" cy="2862318"/>
          </a:xfrm>
          <a:prstGeom prst="rect">
            <a:avLst/>
          </a:prstGeom>
          <a:noFill/>
          <a:ln cap="flat">
            <a:noFill/>
          </a:ln>
        </p:spPr>
        <p:txBody>
          <a:bodyPr vert="horz" wrap="square" lIns="91440" tIns="45720" rIns="91440" bIns="45720" anchor="t" anchorCtr="0" compatLnSpc="1">
            <a:spAutoFit/>
          </a:bodyPr>
          <a:lstStyle/>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L'ordonnancement des processus est un aspect essentiel des systèmes d'exploitation, et différents algorithmes sont utilisés en fonction de l'environnement d'exécution et des besoins spécifiques du système. À cet égard, on peut distinguer entre deux catégories d'algorithmes d'ordonnancement</a:t>
            </a:r>
            <a:r>
              <a:rPr lang="fr-FR" sz="2000" b="0" i="0" u="none" strike="noStrike" kern="1200" cap="none" spc="0" dirty="0">
                <a:solidFill>
                  <a:srgbClr val="000000"/>
                </a:solidFill>
                <a:uFillTx/>
                <a:latin typeface="Times New Roman" pitchFamily="18"/>
                <a:cs typeface="Times New Roman" pitchFamily="18"/>
              </a:rPr>
              <a:t> :</a:t>
            </a:r>
            <a:endParaRPr lang="fr-FR" sz="2000" b="0" i="0" u="none" strike="noStrike" kern="1200" cap="none" spc="0" baseline="0" dirty="0">
              <a:solidFill>
                <a:srgbClr val="000000"/>
              </a:solidFill>
              <a:uFillTx/>
              <a:latin typeface="Times New Roman" pitchFamily="18"/>
              <a:cs typeface="Times New Roman" pitchFamily="18"/>
            </a:endParaRPr>
          </a:p>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endParaRPr lang="fr-FR" sz="2000" b="0" i="0" u="none" strike="noStrike" kern="1200" cap="none" spc="0" baseline="0" dirty="0">
              <a:solidFill>
                <a:srgbClr val="000000"/>
              </a:solidFill>
              <a:uFillTx/>
              <a:latin typeface="Times New Roman" pitchFamily="18"/>
              <a:cs typeface="Times New Roman" pitchFamily="18"/>
            </a:endParaRPr>
          </a:p>
          <a:p>
            <a:pPr marL="342900" marR="0" lvl="0" indent="-342900" algn="just" defTabSz="914400" rtl="0" fontAlgn="auto" hangingPunct="1">
              <a:lnSpc>
                <a:spcPct val="15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fr-FR" sz="2000" b="0" i="0" u="none" strike="noStrike" kern="1200" cap="none" spc="0" baseline="0" dirty="0">
                <a:solidFill>
                  <a:srgbClr val="2B2A4C"/>
                </a:solidFill>
                <a:uFillTx/>
                <a:latin typeface="Times New Roman" pitchFamily="18"/>
                <a:cs typeface="Times New Roman" pitchFamily="18"/>
              </a:rPr>
              <a:t>Algorithme d’ordonnancement sans réquisition</a:t>
            </a:r>
          </a:p>
          <a:p>
            <a:pPr marL="342900" marR="0" lvl="0" indent="-342900" algn="just" defTabSz="914400" rtl="0" fontAlgn="auto" hangingPunct="1">
              <a:lnSpc>
                <a:spcPct val="150000"/>
              </a:lnSpc>
              <a:spcBef>
                <a:spcPts val="0"/>
              </a:spcBef>
              <a:spcAft>
                <a:spcPts val="0"/>
              </a:spcAft>
              <a:buSzPct val="100000"/>
              <a:buFont typeface="Courier New" pitchFamily="49"/>
              <a:buChar char="o"/>
              <a:tabLst/>
              <a:defRPr sz="1800" b="0" i="0" u="none" strike="noStrike" kern="0" cap="none" spc="0" baseline="0">
                <a:solidFill>
                  <a:srgbClr val="000000"/>
                </a:solidFill>
                <a:uFillTx/>
              </a:defRPr>
            </a:pPr>
            <a:r>
              <a:rPr lang="fr-FR" sz="2000" b="0" i="0" u="none" strike="noStrike" kern="1200" cap="none" spc="0" baseline="0" dirty="0">
                <a:solidFill>
                  <a:srgbClr val="2B2A4C"/>
                </a:solidFill>
                <a:uFillTx/>
                <a:latin typeface="Times New Roman" pitchFamily="18"/>
                <a:cs typeface="Times New Roman" pitchFamily="18"/>
              </a:rPr>
              <a:t>Algorithme d’ordonnancement avec réquisition</a:t>
            </a:r>
          </a:p>
        </p:txBody>
      </p:sp>
      <p:sp>
        <p:nvSpPr>
          <p:cNvPr id="11" name="Slide Number Placeholder 10"/>
          <p:cNvSpPr>
            <a:spLocks noGrp="1"/>
          </p:cNvSpPr>
          <p:nvPr>
            <p:ph type="sldNum" sz="quarter" idx="8"/>
          </p:nvPr>
        </p:nvSpPr>
        <p:spPr/>
        <p:txBody>
          <a:bodyPr/>
          <a:lstStyle/>
          <a:p>
            <a:pPr lvl="0"/>
            <a:fld id="{02B8FB8E-1F6B-40A8-92F2-62696E1B5E1D}" type="slidenum">
              <a:rPr lang="fr-FR" smtClean="0"/>
              <a:t>7</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16">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A1BAC53D-7600-BE58-61F4-5928F23852F4}"/>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20958155-7F05-8171-D75D-7C04A93F45D9}"/>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AC6A3C14-4B6C-CBB5-972C-AC3787B9E7F7}"/>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68B752CC-40A4-C394-0E55-35D82A7FCA3D}"/>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DCDE24A8-89B7-3462-D18A-DA3E0D472A99}"/>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27103F44-2685-BE69-2EB0-AE0BF4A13FC3}"/>
              </a:ext>
            </a:extLst>
          </p:cNvPr>
          <p:cNvSpPr txBox="1"/>
          <p:nvPr/>
        </p:nvSpPr>
        <p:spPr>
          <a:xfrm>
            <a:off x="1651378" y="1228295"/>
            <a:ext cx="5773000"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b="0" i="0" u="none" strike="noStrike" kern="1200" cap="none" spc="0" baseline="0" dirty="0">
                <a:solidFill>
                  <a:srgbClr val="EA906D"/>
                </a:solidFill>
                <a:uFillTx/>
                <a:latin typeface="Times New Roman" pitchFamily="18"/>
                <a:cs typeface="Times New Roman" pitchFamily="18"/>
              </a:rPr>
              <a:t>1. Ordonnancement des processus :</a:t>
            </a:r>
          </a:p>
        </p:txBody>
      </p:sp>
      <p:sp>
        <p:nvSpPr>
          <p:cNvPr id="8" name="TextBox 9">
            <a:extLst>
              <a:ext uri="{FF2B5EF4-FFF2-40B4-BE49-F238E27FC236}">
                <a16:creationId xmlns:a16="http://schemas.microsoft.com/office/drawing/2014/main" id="{86652D89-0ADD-1E19-5F3E-5167547D0E7A}"/>
              </a:ext>
            </a:extLst>
          </p:cNvPr>
          <p:cNvSpPr txBox="1"/>
          <p:nvPr/>
        </p:nvSpPr>
        <p:spPr>
          <a:xfrm>
            <a:off x="2047158" y="1689957"/>
            <a:ext cx="5773000" cy="430883"/>
          </a:xfrm>
          <a:prstGeom prst="rect">
            <a:avLst/>
          </a:prstGeom>
          <a:noFill/>
          <a:ln cap="flat">
            <a:noFill/>
          </a:ln>
        </p:spPr>
        <p:txBody>
          <a:bodyPr vert="horz" wrap="square" lIns="91440" tIns="45720" rIns="91440" bIns="45720" anchor="t" anchorCtr="0" compatLnSpc="1">
            <a:spAutoFit/>
          </a:bodyPr>
          <a:lstStyle/>
          <a:p>
            <a:pPr marL="342900" marR="0" lvl="0" indent="-34290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fr-FR" sz="2200" b="0" i="0" u="none" strike="noStrike" kern="1200" cap="none" spc="0" baseline="0" dirty="0">
                <a:solidFill>
                  <a:srgbClr val="2B2A4C"/>
                </a:solidFill>
                <a:uFillTx/>
                <a:latin typeface="Times New Roman" pitchFamily="18"/>
                <a:cs typeface="Times New Roman" pitchFamily="18"/>
              </a:rPr>
              <a:t>Algorithmes d’ordonnancement :</a:t>
            </a:r>
          </a:p>
        </p:txBody>
      </p:sp>
      <p:sp>
        <p:nvSpPr>
          <p:cNvPr id="9" name="Diamond 4">
            <a:extLst>
              <a:ext uri="{FF2B5EF4-FFF2-40B4-BE49-F238E27FC236}">
                <a16:creationId xmlns:a16="http://schemas.microsoft.com/office/drawing/2014/main" id="{6A327FF2-CD13-FBC9-4C36-F01211F0ABD4}"/>
              </a:ext>
            </a:extLst>
          </p:cNvPr>
          <p:cNvSpPr/>
          <p:nvPr/>
        </p:nvSpPr>
        <p:spPr>
          <a:xfrm>
            <a:off x="2367893" y="3210306"/>
            <a:ext cx="914400" cy="843076"/>
          </a:xfrm>
          <a:custGeom>
            <a:avLst/>
            <a:gdLst>
              <a:gd name="f0" fmla="val w"/>
              <a:gd name="f1" fmla="val h"/>
              <a:gd name="f2" fmla="val ss"/>
              <a:gd name="f3" fmla="val 0"/>
              <a:gd name="f4" fmla="abs f0"/>
              <a:gd name="f5" fmla="abs f1"/>
              <a:gd name="f6" fmla="abs f2"/>
              <a:gd name="f7" fmla="val f3"/>
              <a:gd name="f8" fmla="?: f4 f0 1"/>
              <a:gd name="f9" fmla="?: f5 f1 1"/>
              <a:gd name="f10" fmla="?: f6 f2 1"/>
              <a:gd name="f11" fmla="*/ f8 1 21600"/>
              <a:gd name="f12" fmla="*/ f9 1 21600"/>
              <a:gd name="f13" fmla="*/ 21600 f8 1"/>
              <a:gd name="f14" fmla="*/ 21600 f9 1"/>
              <a:gd name="f15" fmla="min f12 f11"/>
              <a:gd name="f16" fmla="*/ f13 1 f10"/>
              <a:gd name="f17" fmla="*/ f14 1 f10"/>
              <a:gd name="f18" fmla="val f16"/>
              <a:gd name="f19" fmla="val f17"/>
              <a:gd name="f20" fmla="*/ f7 f15 1"/>
              <a:gd name="f21" fmla="+- f19 0 f7"/>
              <a:gd name="f22" fmla="+- f18 0 f7"/>
              <a:gd name="f23" fmla="*/ f18 f15 1"/>
              <a:gd name="f24" fmla="*/ f19 f15 1"/>
              <a:gd name="f25" fmla="*/ f21 1 2"/>
              <a:gd name="f26" fmla="*/ f21 1 4"/>
              <a:gd name="f27" fmla="*/ f22 1 2"/>
              <a:gd name="f28" fmla="*/ f22 1 4"/>
              <a:gd name="f29" fmla="*/ f22 3 1"/>
              <a:gd name="f30" fmla="*/ f21 3 1"/>
              <a:gd name="f31" fmla="+- f7 f25 0"/>
              <a:gd name="f32" fmla="+- f7 f27 0"/>
              <a:gd name="f33" fmla="*/ f29 1 4"/>
              <a:gd name="f34" fmla="*/ f30 1 4"/>
              <a:gd name="f35" fmla="*/ f28 f15 1"/>
              <a:gd name="f36" fmla="*/ f26 f15 1"/>
              <a:gd name="f37" fmla="*/ f33 f15 1"/>
              <a:gd name="f38" fmla="*/ f34 f15 1"/>
              <a:gd name="f39" fmla="*/ f31 f15 1"/>
              <a:gd name="f40" fmla="*/ f32 f15 1"/>
            </a:gdLst>
            <a:ahLst/>
            <a:cxnLst>
              <a:cxn ang="3cd4">
                <a:pos x="hc" y="t"/>
              </a:cxn>
              <a:cxn ang="0">
                <a:pos x="r" y="vc"/>
              </a:cxn>
              <a:cxn ang="cd4">
                <a:pos x="hc" y="b"/>
              </a:cxn>
              <a:cxn ang="cd2">
                <a:pos x="l" y="vc"/>
              </a:cxn>
            </a:cxnLst>
            <a:rect l="f35" t="f36" r="f37" b="f38"/>
            <a:pathLst>
              <a:path>
                <a:moveTo>
                  <a:pt x="f20" y="f39"/>
                </a:moveTo>
                <a:lnTo>
                  <a:pt x="f40" y="f20"/>
                </a:lnTo>
                <a:lnTo>
                  <a:pt x="f23" y="f39"/>
                </a:lnTo>
                <a:lnTo>
                  <a:pt x="f40" y="f24"/>
                </a:lnTo>
                <a:close/>
              </a:path>
            </a:pathLst>
          </a:custGeom>
          <a:noFill/>
          <a:ln w="38103" cap="flat">
            <a:solidFill>
              <a:srgbClr val="B31313"/>
            </a:solidFill>
            <a:custDash>
              <a:ds d="799927" sp="100000"/>
              <a:ds d="100000" sp="1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11" name="Diamond 12">
            <a:extLst>
              <a:ext uri="{FF2B5EF4-FFF2-40B4-BE49-F238E27FC236}">
                <a16:creationId xmlns:a16="http://schemas.microsoft.com/office/drawing/2014/main" id="{7C4EFC2E-7B56-E4D1-D104-621CC3BEF5EF}"/>
              </a:ext>
            </a:extLst>
          </p:cNvPr>
          <p:cNvSpPr/>
          <p:nvPr/>
        </p:nvSpPr>
        <p:spPr>
          <a:xfrm>
            <a:off x="5429542" y="3210306"/>
            <a:ext cx="914400" cy="843076"/>
          </a:xfrm>
          <a:custGeom>
            <a:avLst/>
            <a:gdLst>
              <a:gd name="f0" fmla="val w"/>
              <a:gd name="f1" fmla="val h"/>
              <a:gd name="f2" fmla="val ss"/>
              <a:gd name="f3" fmla="val 0"/>
              <a:gd name="f4" fmla="abs f0"/>
              <a:gd name="f5" fmla="abs f1"/>
              <a:gd name="f6" fmla="abs f2"/>
              <a:gd name="f7" fmla="val f3"/>
              <a:gd name="f8" fmla="?: f4 f0 1"/>
              <a:gd name="f9" fmla="?: f5 f1 1"/>
              <a:gd name="f10" fmla="?: f6 f2 1"/>
              <a:gd name="f11" fmla="*/ f8 1 21600"/>
              <a:gd name="f12" fmla="*/ f9 1 21600"/>
              <a:gd name="f13" fmla="*/ 21600 f8 1"/>
              <a:gd name="f14" fmla="*/ 21600 f9 1"/>
              <a:gd name="f15" fmla="min f12 f11"/>
              <a:gd name="f16" fmla="*/ f13 1 f10"/>
              <a:gd name="f17" fmla="*/ f14 1 f10"/>
              <a:gd name="f18" fmla="val f16"/>
              <a:gd name="f19" fmla="val f17"/>
              <a:gd name="f20" fmla="*/ f7 f15 1"/>
              <a:gd name="f21" fmla="+- f19 0 f7"/>
              <a:gd name="f22" fmla="+- f18 0 f7"/>
              <a:gd name="f23" fmla="*/ f18 f15 1"/>
              <a:gd name="f24" fmla="*/ f19 f15 1"/>
              <a:gd name="f25" fmla="*/ f21 1 2"/>
              <a:gd name="f26" fmla="*/ f21 1 4"/>
              <a:gd name="f27" fmla="*/ f22 1 2"/>
              <a:gd name="f28" fmla="*/ f22 1 4"/>
              <a:gd name="f29" fmla="*/ f22 3 1"/>
              <a:gd name="f30" fmla="*/ f21 3 1"/>
              <a:gd name="f31" fmla="+- f7 f25 0"/>
              <a:gd name="f32" fmla="+- f7 f27 0"/>
              <a:gd name="f33" fmla="*/ f29 1 4"/>
              <a:gd name="f34" fmla="*/ f30 1 4"/>
              <a:gd name="f35" fmla="*/ f28 f15 1"/>
              <a:gd name="f36" fmla="*/ f26 f15 1"/>
              <a:gd name="f37" fmla="*/ f33 f15 1"/>
              <a:gd name="f38" fmla="*/ f34 f15 1"/>
              <a:gd name="f39" fmla="*/ f31 f15 1"/>
              <a:gd name="f40" fmla="*/ f32 f15 1"/>
            </a:gdLst>
            <a:ahLst/>
            <a:cxnLst>
              <a:cxn ang="3cd4">
                <a:pos x="hc" y="t"/>
              </a:cxn>
              <a:cxn ang="0">
                <a:pos x="r" y="vc"/>
              </a:cxn>
              <a:cxn ang="cd4">
                <a:pos x="hc" y="b"/>
              </a:cxn>
              <a:cxn ang="cd2">
                <a:pos x="l" y="vc"/>
              </a:cxn>
            </a:cxnLst>
            <a:rect l="f35" t="f36" r="f37" b="f38"/>
            <a:pathLst>
              <a:path>
                <a:moveTo>
                  <a:pt x="f20" y="f39"/>
                </a:moveTo>
                <a:lnTo>
                  <a:pt x="f40" y="f20"/>
                </a:lnTo>
                <a:lnTo>
                  <a:pt x="f23" y="f39"/>
                </a:lnTo>
                <a:lnTo>
                  <a:pt x="f40" y="f24"/>
                </a:lnTo>
                <a:close/>
              </a:path>
            </a:pathLst>
          </a:custGeom>
          <a:noFill/>
          <a:ln w="38103" cap="flat">
            <a:solidFill>
              <a:srgbClr val="B31313"/>
            </a:solidFill>
            <a:custDash>
              <a:ds d="799927" sp="100000"/>
              <a:ds d="100000" sp="1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12" name="TextBox 13">
            <a:extLst>
              <a:ext uri="{FF2B5EF4-FFF2-40B4-BE49-F238E27FC236}">
                <a16:creationId xmlns:a16="http://schemas.microsoft.com/office/drawing/2014/main" id="{873B73B6-34E3-82F8-735E-9CE0C82756C0}"/>
              </a:ext>
            </a:extLst>
          </p:cNvPr>
          <p:cNvSpPr txBox="1"/>
          <p:nvPr/>
        </p:nvSpPr>
        <p:spPr>
          <a:xfrm>
            <a:off x="2475930" y="4174614"/>
            <a:ext cx="1160062" cy="40011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a:solidFill>
                  <a:srgbClr val="000000"/>
                </a:solidFill>
                <a:uFillTx/>
                <a:latin typeface="Times New Roman" pitchFamily="18"/>
                <a:cs typeface="Times New Roman" pitchFamily="18"/>
              </a:rPr>
              <a:t>FCFS</a:t>
            </a:r>
          </a:p>
        </p:txBody>
      </p:sp>
      <p:sp>
        <p:nvSpPr>
          <p:cNvPr id="13" name="TextBox 14">
            <a:extLst>
              <a:ext uri="{FF2B5EF4-FFF2-40B4-BE49-F238E27FC236}">
                <a16:creationId xmlns:a16="http://schemas.microsoft.com/office/drawing/2014/main" id="{D3A1DA4B-90F8-7325-5B08-671C0D479B36}"/>
              </a:ext>
            </a:extLst>
          </p:cNvPr>
          <p:cNvSpPr txBox="1"/>
          <p:nvPr/>
        </p:nvSpPr>
        <p:spPr>
          <a:xfrm>
            <a:off x="5616052" y="4186650"/>
            <a:ext cx="1160062" cy="40011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SJF</a:t>
            </a:r>
          </a:p>
        </p:txBody>
      </p:sp>
      <p:sp>
        <p:nvSpPr>
          <p:cNvPr id="15" name="Diamond 12">
            <a:extLst>
              <a:ext uri="{FF2B5EF4-FFF2-40B4-BE49-F238E27FC236}">
                <a16:creationId xmlns:a16="http://schemas.microsoft.com/office/drawing/2014/main" id="{7C4EFC2E-7B56-E4D1-D104-621CC3BEF5EF}"/>
              </a:ext>
            </a:extLst>
          </p:cNvPr>
          <p:cNvSpPr/>
          <p:nvPr/>
        </p:nvSpPr>
        <p:spPr>
          <a:xfrm>
            <a:off x="8775518" y="3210306"/>
            <a:ext cx="914400" cy="843076"/>
          </a:xfrm>
          <a:custGeom>
            <a:avLst/>
            <a:gdLst>
              <a:gd name="f0" fmla="val w"/>
              <a:gd name="f1" fmla="val h"/>
              <a:gd name="f2" fmla="val ss"/>
              <a:gd name="f3" fmla="val 0"/>
              <a:gd name="f4" fmla="abs f0"/>
              <a:gd name="f5" fmla="abs f1"/>
              <a:gd name="f6" fmla="abs f2"/>
              <a:gd name="f7" fmla="val f3"/>
              <a:gd name="f8" fmla="?: f4 f0 1"/>
              <a:gd name="f9" fmla="?: f5 f1 1"/>
              <a:gd name="f10" fmla="?: f6 f2 1"/>
              <a:gd name="f11" fmla="*/ f8 1 21600"/>
              <a:gd name="f12" fmla="*/ f9 1 21600"/>
              <a:gd name="f13" fmla="*/ 21600 f8 1"/>
              <a:gd name="f14" fmla="*/ 21600 f9 1"/>
              <a:gd name="f15" fmla="min f12 f11"/>
              <a:gd name="f16" fmla="*/ f13 1 f10"/>
              <a:gd name="f17" fmla="*/ f14 1 f10"/>
              <a:gd name="f18" fmla="val f16"/>
              <a:gd name="f19" fmla="val f17"/>
              <a:gd name="f20" fmla="*/ f7 f15 1"/>
              <a:gd name="f21" fmla="+- f19 0 f7"/>
              <a:gd name="f22" fmla="+- f18 0 f7"/>
              <a:gd name="f23" fmla="*/ f18 f15 1"/>
              <a:gd name="f24" fmla="*/ f19 f15 1"/>
              <a:gd name="f25" fmla="*/ f21 1 2"/>
              <a:gd name="f26" fmla="*/ f21 1 4"/>
              <a:gd name="f27" fmla="*/ f22 1 2"/>
              <a:gd name="f28" fmla="*/ f22 1 4"/>
              <a:gd name="f29" fmla="*/ f22 3 1"/>
              <a:gd name="f30" fmla="*/ f21 3 1"/>
              <a:gd name="f31" fmla="+- f7 f25 0"/>
              <a:gd name="f32" fmla="+- f7 f27 0"/>
              <a:gd name="f33" fmla="*/ f29 1 4"/>
              <a:gd name="f34" fmla="*/ f30 1 4"/>
              <a:gd name="f35" fmla="*/ f28 f15 1"/>
              <a:gd name="f36" fmla="*/ f26 f15 1"/>
              <a:gd name="f37" fmla="*/ f33 f15 1"/>
              <a:gd name="f38" fmla="*/ f34 f15 1"/>
              <a:gd name="f39" fmla="*/ f31 f15 1"/>
              <a:gd name="f40" fmla="*/ f32 f15 1"/>
            </a:gdLst>
            <a:ahLst/>
            <a:cxnLst>
              <a:cxn ang="3cd4">
                <a:pos x="hc" y="t"/>
              </a:cxn>
              <a:cxn ang="0">
                <a:pos x="r" y="vc"/>
              </a:cxn>
              <a:cxn ang="cd4">
                <a:pos x="hc" y="b"/>
              </a:cxn>
              <a:cxn ang="cd2">
                <a:pos x="l" y="vc"/>
              </a:cxn>
            </a:cxnLst>
            <a:rect l="f35" t="f36" r="f37" b="f38"/>
            <a:pathLst>
              <a:path>
                <a:moveTo>
                  <a:pt x="f20" y="f39"/>
                </a:moveTo>
                <a:lnTo>
                  <a:pt x="f40" y="f20"/>
                </a:lnTo>
                <a:lnTo>
                  <a:pt x="f23" y="f39"/>
                </a:lnTo>
                <a:lnTo>
                  <a:pt x="f40" y="f24"/>
                </a:lnTo>
                <a:close/>
              </a:path>
            </a:pathLst>
          </a:custGeom>
          <a:noFill/>
          <a:ln w="38103" cap="flat">
            <a:solidFill>
              <a:srgbClr val="B31313"/>
            </a:solidFill>
            <a:custDash>
              <a:ds d="799927" sp="100000"/>
              <a:ds d="100000" sp="1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16" name="TextBox 9">
            <a:extLst>
              <a:ext uri="{FF2B5EF4-FFF2-40B4-BE49-F238E27FC236}">
                <a16:creationId xmlns:a16="http://schemas.microsoft.com/office/drawing/2014/main" id="{776C7D6E-7350-9261-ACCB-71BC7CB49552}"/>
              </a:ext>
            </a:extLst>
          </p:cNvPr>
          <p:cNvSpPr txBox="1"/>
          <p:nvPr/>
        </p:nvSpPr>
        <p:spPr>
          <a:xfrm>
            <a:off x="8879016" y="4174609"/>
            <a:ext cx="2661309" cy="400110"/>
          </a:xfrm>
          <a:prstGeom prst="rect">
            <a:avLst/>
          </a:prstGeom>
          <a:noFill/>
          <a:ln cap="flat">
            <a:noFill/>
          </a:ln>
        </p:spPr>
        <p:txBody>
          <a:bodyPr vert="horz" wrap="square" lIns="91440" tIns="45720" rIns="91440" bIns="45720" anchor="t" anchorCtr="0" compatLnSpc="1">
            <a:spAutoFit/>
          </a:bodyPr>
          <a:lstStyle/>
          <a:p>
            <a:pPr lvl="0">
              <a:defRPr sz="1800" b="0" i="0" u="none" strike="noStrike" kern="0" cap="none" spc="0" baseline="0">
                <a:solidFill>
                  <a:srgbClr val="000000"/>
                </a:solidFill>
                <a:uFillTx/>
              </a:defRPr>
            </a:pPr>
            <a:r>
              <a:rPr lang="fr-FR" sz="2000" dirty="0">
                <a:solidFill>
                  <a:srgbClr val="000000"/>
                </a:solidFill>
                <a:latin typeface="Times New Roman" pitchFamily="18"/>
                <a:cs typeface="Times New Roman" pitchFamily="18"/>
              </a:rPr>
              <a:t>SRTF</a:t>
            </a:r>
          </a:p>
        </p:txBody>
      </p:sp>
      <p:sp>
        <p:nvSpPr>
          <p:cNvPr id="18" name="Slide Number Placeholder 17"/>
          <p:cNvSpPr>
            <a:spLocks noGrp="1"/>
          </p:cNvSpPr>
          <p:nvPr>
            <p:ph type="sldNum" sz="quarter" idx="8"/>
          </p:nvPr>
        </p:nvSpPr>
        <p:spPr/>
        <p:txBody>
          <a:bodyPr/>
          <a:lstStyle/>
          <a:p>
            <a:pPr lvl="0"/>
            <a:fld id="{02B8FB8E-1F6B-40A8-92F2-62696E1B5E1D}" type="slidenum">
              <a:rPr lang="fr-FR" smtClean="0"/>
              <a:t>8</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dow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down)">
                                      <p:cBhvr>
                                        <p:cTn id="23" dur="500"/>
                                        <p:tgtEl>
                                          <p:spTgt spid="15"/>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P spid="13" grpId="0"/>
      <p:bldP spid="15" grpId="0" animBg="1"/>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17">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DEBEF5A7-4215-B907-60F1-E657BA8E7C88}"/>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5E2982CC-F0EC-05F0-FBB9-A22A68258285}"/>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9DF0A67B-8375-2645-94EF-FEF917AF3610}"/>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6506416E-E199-5826-B5BD-E49CE87C6411}"/>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6012286A-7CD7-AC4C-B9D2-61B30E17CE4F}"/>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8" name="Oval 4">
            <a:extLst>
              <a:ext uri="{FF2B5EF4-FFF2-40B4-BE49-F238E27FC236}">
                <a16:creationId xmlns:a16="http://schemas.microsoft.com/office/drawing/2014/main" id="{464DF42D-5D18-F326-16E0-398A78DD0DCF}"/>
              </a:ext>
            </a:extLst>
          </p:cNvPr>
          <p:cNvSpPr/>
          <p:nvPr/>
        </p:nvSpPr>
        <p:spPr>
          <a:xfrm>
            <a:off x="2422478" y="2535987"/>
            <a:ext cx="777925" cy="72332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57150" cap="flat">
            <a:solidFill>
              <a:srgbClr val="EDE2DE"/>
            </a:solidFill>
            <a:custDash>
              <a:ds d="800000" sp="1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9" name="TextBox 9">
            <a:extLst>
              <a:ext uri="{FF2B5EF4-FFF2-40B4-BE49-F238E27FC236}">
                <a16:creationId xmlns:a16="http://schemas.microsoft.com/office/drawing/2014/main" id="{776C7D6E-7350-9261-ACCB-71BC7CB49552}"/>
              </a:ext>
            </a:extLst>
          </p:cNvPr>
          <p:cNvSpPr txBox="1"/>
          <p:nvPr/>
        </p:nvSpPr>
        <p:spPr>
          <a:xfrm>
            <a:off x="2381534" y="3406244"/>
            <a:ext cx="2661309" cy="400110"/>
          </a:xfrm>
          <a:prstGeom prst="rect">
            <a:avLst/>
          </a:prstGeom>
          <a:noFill/>
          <a:ln cap="flat">
            <a:noFill/>
          </a:ln>
        </p:spPr>
        <p:txBody>
          <a:bodyPr vert="horz" wrap="square" lIns="91440" tIns="45720" rIns="91440" bIns="45720" anchor="t" anchorCtr="0" compatLnSpc="1">
            <a:spAutoFit/>
          </a:bodyPr>
          <a:lstStyle/>
          <a:p>
            <a:pPr lvl="0">
              <a:defRPr sz="1800" b="0" i="0" u="none" strike="noStrike" kern="0" cap="none" spc="0" baseline="0">
                <a:solidFill>
                  <a:srgbClr val="000000"/>
                </a:solidFill>
                <a:uFillTx/>
              </a:defRPr>
            </a:pPr>
            <a:r>
              <a:rPr lang="fr-FR" sz="2000" dirty="0">
                <a:solidFill>
                  <a:srgbClr val="000000"/>
                </a:solidFill>
                <a:latin typeface="Times New Roman" pitchFamily="18"/>
                <a:cs typeface="Times New Roman" pitchFamily="18"/>
              </a:rPr>
              <a:t>HRRN</a:t>
            </a:r>
          </a:p>
        </p:txBody>
      </p:sp>
      <p:sp>
        <p:nvSpPr>
          <p:cNvPr id="10" name="Oval 10">
            <a:extLst>
              <a:ext uri="{FF2B5EF4-FFF2-40B4-BE49-F238E27FC236}">
                <a16:creationId xmlns:a16="http://schemas.microsoft.com/office/drawing/2014/main" id="{F17241C9-5092-C806-9B94-27CAD26BF523}"/>
              </a:ext>
            </a:extLst>
          </p:cNvPr>
          <p:cNvSpPr/>
          <p:nvPr/>
        </p:nvSpPr>
        <p:spPr>
          <a:xfrm>
            <a:off x="9032541" y="2495028"/>
            <a:ext cx="777925" cy="72332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noFill/>
          <a:ln w="57150" cap="flat">
            <a:solidFill>
              <a:srgbClr val="EDE2DE"/>
            </a:solidFill>
            <a:custDash>
              <a:ds d="800000" sp="1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11" name="TextBox 11">
            <a:extLst>
              <a:ext uri="{FF2B5EF4-FFF2-40B4-BE49-F238E27FC236}">
                <a16:creationId xmlns:a16="http://schemas.microsoft.com/office/drawing/2014/main" id="{B0DC866E-CC4D-36F3-4AF1-6F1D9AF85EC7}"/>
              </a:ext>
            </a:extLst>
          </p:cNvPr>
          <p:cNvSpPr txBox="1"/>
          <p:nvPr/>
        </p:nvSpPr>
        <p:spPr>
          <a:xfrm>
            <a:off x="8111314" y="3365281"/>
            <a:ext cx="2784146" cy="400114"/>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Round Robin</a:t>
            </a:r>
          </a:p>
        </p:txBody>
      </p:sp>
      <p:pic>
        <p:nvPicPr>
          <p:cNvPr id="12" name="Picture 12">
            <a:extLst>
              <a:ext uri="{FF2B5EF4-FFF2-40B4-BE49-F238E27FC236}">
                <a16:creationId xmlns:a16="http://schemas.microsoft.com/office/drawing/2014/main" id="{BA125AA7-0F2A-599F-F98B-AA406699872B}"/>
              </a:ext>
            </a:extLst>
          </p:cNvPr>
          <p:cNvPicPr>
            <a:picLocks noChangeAspect="1"/>
          </p:cNvPicPr>
          <p:nvPr/>
        </p:nvPicPr>
        <p:blipFill>
          <a:blip r:embed="rId2"/>
          <a:stretch>
            <a:fillRect/>
          </a:stretch>
        </p:blipFill>
        <p:spPr>
          <a:xfrm>
            <a:off x="3882147" y="4261745"/>
            <a:ext cx="4600575" cy="1343025"/>
          </a:xfrm>
          <a:prstGeom prst="rect">
            <a:avLst/>
          </a:prstGeom>
          <a:noFill/>
          <a:ln cap="flat">
            <a:noFill/>
          </a:ln>
        </p:spPr>
      </p:pic>
      <p:sp>
        <p:nvSpPr>
          <p:cNvPr id="13" name="TextBox 9">
            <a:extLst>
              <a:ext uri="{FF2B5EF4-FFF2-40B4-BE49-F238E27FC236}">
                <a16:creationId xmlns:a16="http://schemas.microsoft.com/office/drawing/2014/main" id="{86652D89-0ADD-1E19-5F3E-5167547D0E7A}"/>
              </a:ext>
            </a:extLst>
          </p:cNvPr>
          <p:cNvSpPr txBox="1"/>
          <p:nvPr/>
        </p:nvSpPr>
        <p:spPr>
          <a:xfrm>
            <a:off x="2047158" y="1253230"/>
            <a:ext cx="5773000" cy="430883"/>
          </a:xfrm>
          <a:prstGeom prst="rect">
            <a:avLst/>
          </a:prstGeom>
          <a:noFill/>
          <a:ln cap="flat">
            <a:noFill/>
          </a:ln>
        </p:spPr>
        <p:txBody>
          <a:bodyPr vert="horz" wrap="square" lIns="91440" tIns="45720" rIns="91440" bIns="45720" anchor="t" anchorCtr="0" compatLnSpc="1">
            <a:spAutoFit/>
          </a:bodyPr>
          <a:lstStyle/>
          <a:p>
            <a:pPr marL="342900" marR="0" lvl="0" indent="-342900" algn="l" defTabSz="914400" rtl="0" fontAlgn="auto" hangingPunct="1">
              <a:lnSpc>
                <a:spcPct val="100000"/>
              </a:lnSpc>
              <a:spcBef>
                <a:spcPts val="0"/>
              </a:spcBef>
              <a:spcAft>
                <a:spcPts val="0"/>
              </a:spcAft>
              <a:buSzPct val="100000"/>
              <a:buFont typeface="Wingdings" pitchFamily="2"/>
              <a:buChar char="v"/>
              <a:tabLst/>
              <a:defRPr sz="1800" b="0" i="0" u="none" strike="noStrike" kern="0" cap="none" spc="0" baseline="0">
                <a:solidFill>
                  <a:srgbClr val="000000"/>
                </a:solidFill>
                <a:uFillTx/>
              </a:defRPr>
            </a:pPr>
            <a:r>
              <a:rPr lang="fr-FR" sz="2200" b="0" i="0" u="none" strike="noStrike" kern="1200" cap="none" spc="0" baseline="0" dirty="0">
                <a:solidFill>
                  <a:srgbClr val="2B2A4C"/>
                </a:solidFill>
                <a:uFillTx/>
                <a:latin typeface="Times New Roman" pitchFamily="18"/>
                <a:cs typeface="Times New Roman" pitchFamily="18"/>
              </a:rPr>
              <a:t>Algorithmes d’ordonnancement :</a:t>
            </a:r>
          </a:p>
        </p:txBody>
      </p:sp>
      <p:sp>
        <p:nvSpPr>
          <p:cNvPr id="15" name="Slide Number Placeholder 14"/>
          <p:cNvSpPr>
            <a:spLocks noGrp="1"/>
          </p:cNvSpPr>
          <p:nvPr>
            <p:ph type="sldNum" sz="quarter" idx="8"/>
          </p:nvPr>
        </p:nvSpPr>
        <p:spPr/>
        <p:txBody>
          <a:bodyPr/>
          <a:lstStyle/>
          <a:p>
            <a:pPr lvl="0"/>
            <a:fld id="{02B8FB8E-1F6B-40A8-92F2-62696E1B5E1D}" type="slidenum">
              <a:rPr lang="fr-FR" smtClean="0"/>
              <a:t>9</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arn(inVertical)">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21">
    <p:spTree>
      <p:nvGrpSpPr>
        <p:cNvPr id="1" name=""/>
        <p:cNvGrpSpPr/>
        <p:nvPr/>
      </p:nvGrpSpPr>
      <p:grpSpPr>
        <a:xfrm>
          <a:off x="0" y="0"/>
          <a:ext cx="0" cy="0"/>
          <a:chOff x="0" y="0"/>
          <a:chExt cx="0" cy="0"/>
        </a:xfrm>
      </p:grpSpPr>
      <p:cxnSp>
        <p:nvCxnSpPr>
          <p:cNvPr id="2" name="Straight Connector 13">
            <a:extLst>
              <a:ext uri="{FF2B5EF4-FFF2-40B4-BE49-F238E27FC236}">
                <a16:creationId xmlns:a16="http://schemas.microsoft.com/office/drawing/2014/main" id="{3B1E96E5-3D88-5546-5A19-28D8EFB494DB}"/>
              </a:ext>
            </a:extLst>
          </p:cNvPr>
          <p:cNvCxnSpPr/>
          <p:nvPr/>
        </p:nvCxnSpPr>
        <p:spPr>
          <a:xfrm>
            <a:off x="2251883" y="1951631"/>
            <a:ext cx="0" cy="3289106"/>
          </a:xfrm>
          <a:prstGeom prst="straightConnector1">
            <a:avLst/>
          </a:prstGeom>
          <a:noFill/>
          <a:ln w="28575" cap="flat">
            <a:solidFill>
              <a:srgbClr val="2B2A4C"/>
            </a:solidFill>
            <a:prstDash val="solid"/>
            <a:miter/>
          </a:ln>
        </p:spPr>
      </p:cxnSp>
      <p:grpSp>
        <p:nvGrpSpPr>
          <p:cNvPr id="3" name="Group 6">
            <a:extLst>
              <a:ext uri="{FF2B5EF4-FFF2-40B4-BE49-F238E27FC236}">
                <a16:creationId xmlns:a16="http://schemas.microsoft.com/office/drawing/2014/main" id="{60C8047F-DF63-B0D7-D139-D48CE11D5D35}"/>
              </a:ext>
            </a:extLst>
          </p:cNvPr>
          <p:cNvGrpSpPr/>
          <p:nvPr/>
        </p:nvGrpSpPr>
        <p:grpSpPr>
          <a:xfrm>
            <a:off x="409431" y="0"/>
            <a:ext cx="286600" cy="1774200"/>
            <a:chOff x="409431" y="0"/>
            <a:chExt cx="286600" cy="1774200"/>
          </a:xfrm>
        </p:grpSpPr>
        <p:sp>
          <p:nvSpPr>
            <p:cNvPr id="4" name="Rectangle 1">
              <a:extLst>
                <a:ext uri="{FF2B5EF4-FFF2-40B4-BE49-F238E27FC236}">
                  <a16:creationId xmlns:a16="http://schemas.microsoft.com/office/drawing/2014/main" id="{6BE789BE-8B60-91AF-A975-40A6663A987F}"/>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2">
              <a:extLst>
                <a:ext uri="{FF2B5EF4-FFF2-40B4-BE49-F238E27FC236}">
                  <a16:creationId xmlns:a16="http://schemas.microsoft.com/office/drawing/2014/main" id="{76B6AC40-9109-4993-73F8-0A0761618B45}"/>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6" name="Oval 3">
              <a:extLst>
                <a:ext uri="{FF2B5EF4-FFF2-40B4-BE49-F238E27FC236}">
                  <a16:creationId xmlns:a16="http://schemas.microsoft.com/office/drawing/2014/main" id="{D3005B9B-E81D-BA03-B11B-E89242965D70}"/>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7" name="Rectangle 7">
            <a:extLst>
              <a:ext uri="{FF2B5EF4-FFF2-40B4-BE49-F238E27FC236}">
                <a16:creationId xmlns:a16="http://schemas.microsoft.com/office/drawing/2014/main" id="{2132679F-CD0E-D631-F009-2AA9108F4606}"/>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8" name="TextBox 8">
            <a:extLst>
              <a:ext uri="{FF2B5EF4-FFF2-40B4-BE49-F238E27FC236}">
                <a16:creationId xmlns:a16="http://schemas.microsoft.com/office/drawing/2014/main" id="{9814E815-37DB-EA7F-655B-6A569CA12542}"/>
              </a:ext>
            </a:extLst>
          </p:cNvPr>
          <p:cNvSpPr txBox="1"/>
          <p:nvPr/>
        </p:nvSpPr>
        <p:spPr>
          <a:xfrm>
            <a:off x="1576315" y="912159"/>
            <a:ext cx="6571399" cy="430883"/>
          </a:xfrm>
          <a:prstGeom prst="rect">
            <a:avLst/>
          </a:prstGeom>
          <a:noFill/>
          <a:ln cap="flat">
            <a:noFill/>
          </a:ln>
        </p:spPr>
        <p:txBody>
          <a:bodyPr vert="horz" wrap="square" lIns="91440" tIns="45720" rIns="91440" bIns="45720" anchor="t" anchorCtr="0" compatLnSpc="1">
            <a:spAutoFit/>
          </a:bodyPr>
          <a:lstStyle/>
          <a:p>
            <a:pPr marL="342900" marR="0" lvl="0" indent="-342900" algn="l" defTabSz="914400" rtl="0" fontAlgn="auto" hangingPunct="1">
              <a:lnSpc>
                <a:spcPct val="100000"/>
              </a:lnSpc>
              <a:spcBef>
                <a:spcPts val="0"/>
              </a:spcBef>
              <a:spcAft>
                <a:spcPts val="0"/>
              </a:spcAft>
              <a:buSzPct val="100000"/>
              <a:buFont typeface="Wingdings" panose="05000000000000000000" pitchFamily="2" charset="2"/>
              <a:buChar char="v"/>
              <a:tabLst/>
              <a:defRPr sz="1800" b="0" i="0" u="none" strike="noStrike" kern="0" cap="none" spc="0" baseline="0">
                <a:solidFill>
                  <a:srgbClr val="000000"/>
                </a:solidFill>
                <a:uFillTx/>
              </a:defRPr>
            </a:pPr>
            <a:r>
              <a:rPr lang="fr-FR" sz="2200" b="0" i="0" u="none" strike="noStrike" kern="1200" cap="none" spc="0" baseline="0" dirty="0">
                <a:solidFill>
                  <a:srgbClr val="2B2A4C"/>
                </a:solidFill>
                <a:uFillTx/>
                <a:latin typeface="Times New Roman" pitchFamily="18"/>
                <a:cs typeface="Times New Roman" pitchFamily="18"/>
              </a:rPr>
              <a:t>Critères d’ ordonnancement des processus :</a:t>
            </a:r>
          </a:p>
        </p:txBody>
      </p:sp>
      <p:sp>
        <p:nvSpPr>
          <p:cNvPr id="9" name="Flowchart: Connector 4">
            <a:extLst>
              <a:ext uri="{FF2B5EF4-FFF2-40B4-BE49-F238E27FC236}">
                <a16:creationId xmlns:a16="http://schemas.microsoft.com/office/drawing/2014/main" id="{ADE2A2D9-B18C-9F48-085F-1B4FDB5EEAD9}"/>
              </a:ext>
            </a:extLst>
          </p:cNvPr>
          <p:cNvSpPr/>
          <p:nvPr/>
        </p:nvSpPr>
        <p:spPr>
          <a:xfrm>
            <a:off x="1972104" y="2320116"/>
            <a:ext cx="559557" cy="54590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B31313"/>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10" name="Flowchart: Connector 10">
            <a:extLst>
              <a:ext uri="{FF2B5EF4-FFF2-40B4-BE49-F238E27FC236}">
                <a16:creationId xmlns:a16="http://schemas.microsoft.com/office/drawing/2014/main" id="{82533461-357C-4D50-7102-E1F22AD26F59}"/>
              </a:ext>
            </a:extLst>
          </p:cNvPr>
          <p:cNvSpPr/>
          <p:nvPr/>
        </p:nvSpPr>
        <p:spPr>
          <a:xfrm>
            <a:off x="1972104" y="4306110"/>
            <a:ext cx="559557" cy="54590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11" name="Flowchart: Connector 11">
            <a:extLst>
              <a:ext uri="{FF2B5EF4-FFF2-40B4-BE49-F238E27FC236}">
                <a16:creationId xmlns:a16="http://schemas.microsoft.com/office/drawing/2014/main" id="{1F87DFE1-613B-C0B6-D49A-F34DF0025966}"/>
              </a:ext>
            </a:extLst>
          </p:cNvPr>
          <p:cNvSpPr/>
          <p:nvPr/>
        </p:nvSpPr>
        <p:spPr>
          <a:xfrm>
            <a:off x="1972104" y="3313118"/>
            <a:ext cx="559557" cy="54590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12" name="TextBox 15">
            <a:extLst>
              <a:ext uri="{FF2B5EF4-FFF2-40B4-BE49-F238E27FC236}">
                <a16:creationId xmlns:a16="http://schemas.microsoft.com/office/drawing/2014/main" id="{304FBD45-D3A0-B823-1D05-C292D238D1BB}"/>
              </a:ext>
            </a:extLst>
          </p:cNvPr>
          <p:cNvSpPr txBox="1"/>
          <p:nvPr/>
        </p:nvSpPr>
        <p:spPr>
          <a:xfrm>
            <a:off x="2531662" y="2355613"/>
            <a:ext cx="6134673"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L'utilisation intensive du processeur </a:t>
            </a:r>
            <a:br>
              <a:rPr lang="fr-FR" sz="2000" b="0" i="0" u="none" strike="noStrike" kern="1200" cap="none" spc="0" baseline="0" dirty="0">
                <a:solidFill>
                  <a:srgbClr val="000000"/>
                </a:solidFill>
                <a:uFillTx/>
                <a:latin typeface="Times New Roman" pitchFamily="18"/>
                <a:cs typeface="Times New Roman" pitchFamily="18"/>
              </a:rPr>
            </a:br>
            <a:endParaRPr lang="fr-FR" sz="2000" b="0" i="0" u="none" strike="noStrike" kern="1200" cap="none" spc="0" baseline="0" dirty="0">
              <a:solidFill>
                <a:srgbClr val="000000"/>
              </a:solidFill>
              <a:uFillTx/>
              <a:latin typeface="Times New Roman" pitchFamily="18"/>
              <a:cs typeface="Times New Roman" pitchFamily="18"/>
            </a:endParaRPr>
          </a:p>
        </p:txBody>
      </p:sp>
      <p:sp>
        <p:nvSpPr>
          <p:cNvPr id="13" name="TextBox 16">
            <a:extLst>
              <a:ext uri="{FF2B5EF4-FFF2-40B4-BE49-F238E27FC236}">
                <a16:creationId xmlns:a16="http://schemas.microsoft.com/office/drawing/2014/main" id="{C931A041-CF43-D16B-27A8-69134C569B82}"/>
              </a:ext>
            </a:extLst>
          </p:cNvPr>
          <p:cNvSpPr txBox="1"/>
          <p:nvPr/>
        </p:nvSpPr>
        <p:spPr>
          <a:xfrm>
            <a:off x="2531662" y="3396127"/>
            <a:ext cx="3009336"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a:solidFill>
                  <a:srgbClr val="000000"/>
                </a:solidFill>
                <a:uFillTx/>
                <a:latin typeface="Times New Roman" pitchFamily="18"/>
                <a:cs typeface="Times New Roman" pitchFamily="18"/>
              </a:rPr>
              <a:t>L’équité </a:t>
            </a:r>
            <a:br>
              <a:rPr lang="fr-FR" sz="2000" b="0" i="0" u="none" strike="noStrike" kern="1200" cap="none" spc="0" baseline="0">
                <a:solidFill>
                  <a:srgbClr val="000000"/>
                </a:solidFill>
                <a:uFillTx/>
                <a:latin typeface="Times New Roman" pitchFamily="18"/>
                <a:cs typeface="Times New Roman" pitchFamily="18"/>
              </a:rPr>
            </a:br>
            <a:endParaRPr lang="fr-FR" sz="2000" b="0" i="0" u="none" strike="noStrike" kern="1200" cap="none" spc="0" baseline="0">
              <a:solidFill>
                <a:srgbClr val="000000"/>
              </a:solidFill>
              <a:uFillTx/>
              <a:latin typeface="Times New Roman" pitchFamily="18"/>
              <a:cs typeface="Times New Roman" pitchFamily="18"/>
            </a:endParaRPr>
          </a:p>
        </p:txBody>
      </p:sp>
      <p:sp>
        <p:nvSpPr>
          <p:cNvPr id="14" name="TextBox 17">
            <a:extLst>
              <a:ext uri="{FF2B5EF4-FFF2-40B4-BE49-F238E27FC236}">
                <a16:creationId xmlns:a16="http://schemas.microsoft.com/office/drawing/2014/main" id="{9DB10F64-63E3-231E-1A17-72FF7B826D44}"/>
              </a:ext>
            </a:extLst>
          </p:cNvPr>
          <p:cNvSpPr txBox="1"/>
          <p:nvPr/>
        </p:nvSpPr>
        <p:spPr>
          <a:xfrm>
            <a:off x="2531662" y="4355570"/>
            <a:ext cx="6393978"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Utilisation répartie de l'ensemble des ressources </a:t>
            </a:r>
            <a:br>
              <a:rPr lang="fr-FR" sz="2000" b="0" i="0" u="none" strike="noStrike" kern="1200" cap="none" spc="0" baseline="0" dirty="0">
                <a:solidFill>
                  <a:srgbClr val="000000"/>
                </a:solidFill>
                <a:uFillTx/>
                <a:latin typeface="Times New Roman" pitchFamily="18"/>
                <a:cs typeface="Times New Roman" pitchFamily="18"/>
              </a:rPr>
            </a:br>
            <a:endParaRPr lang="fr-FR" sz="2000" b="0" i="0" u="none" strike="noStrike" kern="1200" cap="none" spc="0" baseline="0" dirty="0">
              <a:solidFill>
                <a:srgbClr val="000000"/>
              </a:solidFill>
              <a:uFillTx/>
              <a:latin typeface="Times New Roman" pitchFamily="18"/>
              <a:cs typeface="Times New Roman" pitchFamily="18"/>
            </a:endParaRPr>
          </a:p>
        </p:txBody>
      </p:sp>
      <p:sp>
        <p:nvSpPr>
          <p:cNvPr id="16" name="Slide Number Placeholder 15"/>
          <p:cNvSpPr>
            <a:spLocks noGrp="1"/>
          </p:cNvSpPr>
          <p:nvPr>
            <p:ph type="sldNum" sz="quarter" idx="8"/>
          </p:nvPr>
        </p:nvSpPr>
        <p:spPr/>
        <p:txBody>
          <a:bodyPr/>
          <a:lstStyle/>
          <a:p>
            <a:pPr lvl="0"/>
            <a:fld id="{02B8FB8E-1F6B-40A8-92F2-62696E1B5E1D}" type="slidenum">
              <a:rPr lang="fr-FR" smtClean="0"/>
              <a:t>10</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down)">
                                      <p:cBhvr>
                                        <p:cTn id="28" dur="500"/>
                                        <p:tgtEl>
                                          <p:spTgt spid="10"/>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down)">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19">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AFD66073-1009-2735-1FA0-427DA695978F}"/>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374F964A-B254-E674-D25D-0388335F6066}"/>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557321DF-581F-152C-8FED-8F3CAA12F6A3}"/>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927E2576-6548-F536-C778-B07F0019C9CD}"/>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D56B88F7-7B75-6010-78E0-25B0AB333666}"/>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3D32171F-B60E-741E-3763-8F86C639065D}"/>
              </a:ext>
            </a:extLst>
          </p:cNvPr>
          <p:cNvSpPr txBox="1"/>
          <p:nvPr/>
        </p:nvSpPr>
        <p:spPr>
          <a:xfrm>
            <a:off x="1651378" y="1323822"/>
            <a:ext cx="5773000"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b="0" i="0" u="none" strike="noStrike" kern="1200" cap="none" spc="0" baseline="0" dirty="0">
                <a:solidFill>
                  <a:srgbClr val="EA906D"/>
                </a:solidFill>
                <a:uFillTx/>
                <a:latin typeface="Times New Roman" pitchFamily="18"/>
                <a:cs typeface="Times New Roman" pitchFamily="18"/>
              </a:rPr>
              <a:t>2. </a:t>
            </a:r>
            <a:r>
              <a:rPr lang="fr-FR" sz="2300" dirty="0">
                <a:solidFill>
                  <a:srgbClr val="EA906D"/>
                </a:solidFill>
                <a:latin typeface="Times New Roman" pitchFamily="18"/>
                <a:cs typeface="Times New Roman" pitchFamily="18"/>
              </a:rPr>
              <a:t>Gestion</a:t>
            </a:r>
            <a:r>
              <a:rPr lang="fr-FR" sz="2300" b="0" i="0" u="none" strike="noStrike" kern="1200" cap="none" spc="0" baseline="0" dirty="0">
                <a:solidFill>
                  <a:srgbClr val="EA906D"/>
                </a:solidFill>
                <a:uFillTx/>
                <a:latin typeface="Times New Roman" pitchFamily="18"/>
                <a:cs typeface="Times New Roman" pitchFamily="18"/>
              </a:rPr>
              <a:t> des états des processus :</a:t>
            </a:r>
          </a:p>
        </p:txBody>
      </p:sp>
      <p:sp>
        <p:nvSpPr>
          <p:cNvPr id="8" name="TextBox 9">
            <a:extLst>
              <a:ext uri="{FF2B5EF4-FFF2-40B4-BE49-F238E27FC236}">
                <a16:creationId xmlns:a16="http://schemas.microsoft.com/office/drawing/2014/main" id="{29E6D164-AD4C-87A5-FE5F-F45FF25F3DBE}"/>
              </a:ext>
            </a:extLst>
          </p:cNvPr>
          <p:cNvSpPr txBox="1"/>
          <p:nvPr/>
        </p:nvSpPr>
        <p:spPr>
          <a:xfrm>
            <a:off x="1146410" y="2179527"/>
            <a:ext cx="10235811" cy="2400656"/>
          </a:xfrm>
          <a:prstGeom prst="rect">
            <a:avLst/>
          </a:prstGeom>
          <a:noFill/>
          <a:ln cap="flat">
            <a:noFill/>
          </a:ln>
        </p:spPr>
        <p:txBody>
          <a:bodyPr vert="horz" wrap="square" lIns="91440" tIns="45720" rIns="91440" bIns="45720" anchor="t" anchorCtr="0" compatLnSpc="1">
            <a:spAutoFit/>
          </a:bodyPr>
          <a:lstStyle/>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La gestion des états des processus constitue un pilier fondamental du système d'exploitation. Elle assure à celui-ci le contrôle sur l'exécution des programmes, la juste allocation des ressources système, et la préservation de la stabilité et de la réactivité du système.</a:t>
            </a:r>
          </a:p>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endParaRPr lang="fr-FR" sz="2000" b="0" i="0" u="none" strike="noStrike" kern="1200" cap="none" spc="0" baseline="0" dirty="0">
              <a:solidFill>
                <a:srgbClr val="000000"/>
              </a:solidFill>
              <a:uFillTx/>
              <a:latin typeface="Times New Roman" pitchFamily="18"/>
              <a:cs typeface="Times New Roman" pitchFamily="18"/>
            </a:endParaRPr>
          </a:p>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endParaRPr lang="fr-FR" sz="2000" b="0" i="0" u="none" strike="noStrike" kern="1200" cap="none" spc="0" baseline="0" dirty="0">
              <a:solidFill>
                <a:srgbClr val="000000"/>
              </a:solidFill>
              <a:uFillTx/>
              <a:latin typeface="Times New Roman" pitchFamily="18"/>
              <a:cs typeface="Times New Roman" pitchFamily="18"/>
            </a:endParaRPr>
          </a:p>
        </p:txBody>
      </p:sp>
      <p:sp>
        <p:nvSpPr>
          <p:cNvPr id="10" name="Slide Number Placeholder 9"/>
          <p:cNvSpPr>
            <a:spLocks noGrp="1"/>
          </p:cNvSpPr>
          <p:nvPr>
            <p:ph type="sldNum" sz="quarter" idx="8"/>
          </p:nvPr>
        </p:nvSpPr>
        <p:spPr/>
        <p:txBody>
          <a:bodyPr/>
          <a:lstStyle/>
          <a:p>
            <a:pPr lvl="0"/>
            <a:fld id="{02B8FB8E-1F6B-40A8-92F2-62696E1B5E1D}" type="slidenum">
              <a:rPr lang="fr-FR" smtClean="0"/>
              <a:t>11</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20">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9EE0D566-6E7D-7924-43EE-126C8B95E133}"/>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2837F803-EF0D-EC99-C527-324C1C4BD2CE}"/>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4A613CEB-265F-39A0-31BB-EA16E44E2327}"/>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E98C7A49-775A-3DA1-A655-3AB4F28EC2E3}"/>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62DBE05A-0947-9BFF-2FA5-9551E2192D39}"/>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D8081F87-2FDA-7B04-C1B8-AE3BEB8B4302}"/>
              </a:ext>
            </a:extLst>
          </p:cNvPr>
          <p:cNvSpPr txBox="1"/>
          <p:nvPr/>
        </p:nvSpPr>
        <p:spPr>
          <a:xfrm>
            <a:off x="1576315" y="1207977"/>
            <a:ext cx="5773000" cy="430883"/>
          </a:xfrm>
          <a:prstGeom prst="rect">
            <a:avLst/>
          </a:prstGeom>
          <a:noFill/>
          <a:ln cap="flat">
            <a:noFill/>
          </a:ln>
        </p:spPr>
        <p:txBody>
          <a:bodyPr vert="horz" wrap="square" lIns="91440" tIns="45720" rIns="91440" bIns="45720" anchor="t" anchorCtr="0" compatLnSpc="1">
            <a:spAutoFit/>
          </a:bodyPr>
          <a:lstStyle/>
          <a:p>
            <a:pPr marL="342900" marR="0" lvl="0" indent="-34290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fr-FR" sz="2200" b="0" i="0" u="none" strike="noStrike" kern="1200" cap="none" spc="0" baseline="0" dirty="0">
                <a:solidFill>
                  <a:srgbClr val="2B2A4C"/>
                </a:solidFill>
                <a:uFillTx/>
                <a:latin typeface="Times New Roman" pitchFamily="18"/>
                <a:cs typeface="Times New Roman" pitchFamily="18"/>
              </a:rPr>
              <a:t>Les différents états des processus :</a:t>
            </a:r>
          </a:p>
        </p:txBody>
      </p:sp>
      <p:pic>
        <p:nvPicPr>
          <p:cNvPr id="9" name="Picture 10">
            <a:extLst>
              <a:ext uri="{FF2B5EF4-FFF2-40B4-BE49-F238E27FC236}">
                <a16:creationId xmlns:a16="http://schemas.microsoft.com/office/drawing/2014/main" id="{B1C77338-EDD6-D0A3-5C68-8FC9B3506BAB}"/>
              </a:ext>
            </a:extLst>
          </p:cNvPr>
          <p:cNvPicPr>
            <a:picLocks noChangeAspect="1"/>
          </p:cNvPicPr>
          <p:nvPr/>
        </p:nvPicPr>
        <p:blipFill>
          <a:blip r:embed="rId2"/>
          <a:stretch>
            <a:fillRect/>
          </a:stretch>
        </p:blipFill>
        <p:spPr>
          <a:xfrm>
            <a:off x="1678983" y="2363320"/>
            <a:ext cx="9006903" cy="3136728"/>
          </a:xfrm>
          <a:prstGeom prst="rect">
            <a:avLst/>
          </a:prstGeom>
          <a:noFill/>
          <a:ln cap="flat">
            <a:noFill/>
          </a:ln>
        </p:spPr>
      </p:pic>
      <p:sp>
        <p:nvSpPr>
          <p:cNvPr id="11" name="Slide Number Placeholder 10"/>
          <p:cNvSpPr>
            <a:spLocks noGrp="1"/>
          </p:cNvSpPr>
          <p:nvPr>
            <p:ph type="sldNum" sz="quarter" idx="8"/>
          </p:nvPr>
        </p:nvSpPr>
        <p:spPr/>
        <p:txBody>
          <a:bodyPr/>
          <a:lstStyle/>
          <a:p>
            <a:pPr lvl="0"/>
            <a:fld id="{02B8FB8E-1F6B-40A8-92F2-62696E1B5E1D}" type="slidenum">
              <a:rPr lang="fr-FR" smtClean="0"/>
              <a:t>12</a:t>
            </a:fld>
            <a:endParaRPr lang="fr-FR"/>
          </a:p>
        </p:txBody>
      </p:sp>
      <p:sp>
        <p:nvSpPr>
          <p:cNvPr id="8" name="Rectangle 7"/>
          <p:cNvSpPr/>
          <p:nvPr/>
        </p:nvSpPr>
        <p:spPr>
          <a:xfrm>
            <a:off x="6223380" y="3057099"/>
            <a:ext cx="559558" cy="3684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p:nvPr/>
        </p:nvSpPr>
        <p:spPr>
          <a:xfrm>
            <a:off x="5584211" y="3794079"/>
            <a:ext cx="461748" cy="3286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6277972" y="4792639"/>
            <a:ext cx="559558" cy="3684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4001070" y="3930548"/>
            <a:ext cx="559558" cy="3684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22">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D573D7D3-BA52-C818-261E-8ECF1D83DA85}"/>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A56C5075-B351-48AE-FC12-8DF64E9B4203}"/>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1B32A1FC-C065-BC99-185F-F0D7464644EA}"/>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062AEB30-7AB7-32F7-E0E4-47100E1959E3}"/>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2B403717-42F3-00EC-C85D-F31A48882221}"/>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56E0432C-0353-ED45-20A2-4C6C780DF432}"/>
              </a:ext>
            </a:extLst>
          </p:cNvPr>
          <p:cNvSpPr txBox="1"/>
          <p:nvPr/>
        </p:nvSpPr>
        <p:spPr>
          <a:xfrm>
            <a:off x="1651378" y="1323822"/>
            <a:ext cx="7342494"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b="0" i="0" u="none" strike="noStrike" kern="1200" cap="none" spc="0" baseline="0">
                <a:solidFill>
                  <a:srgbClr val="EA906D"/>
                </a:solidFill>
                <a:uFillTx/>
                <a:latin typeface="Times New Roman" pitchFamily="18"/>
                <a:cs typeface="Times New Roman" pitchFamily="18"/>
              </a:rPr>
              <a:t>3. Niveaux principaux de planification des processus :</a:t>
            </a:r>
          </a:p>
        </p:txBody>
      </p:sp>
      <p:sp>
        <p:nvSpPr>
          <p:cNvPr id="8" name="Double Bracket 10">
            <a:extLst>
              <a:ext uri="{FF2B5EF4-FFF2-40B4-BE49-F238E27FC236}">
                <a16:creationId xmlns:a16="http://schemas.microsoft.com/office/drawing/2014/main" id="{B957BFD9-94B6-6137-7229-34F735763E7C}"/>
              </a:ext>
            </a:extLst>
          </p:cNvPr>
          <p:cNvSpPr/>
          <p:nvPr/>
        </p:nvSpPr>
        <p:spPr>
          <a:xfrm>
            <a:off x="8264272" y="3094853"/>
            <a:ext cx="1974372" cy="1269242"/>
          </a:xfrm>
          <a:custGeom>
            <a:avLst>
              <a:gd name="f8" fmla="val 16667"/>
            </a:avLst>
            <a:gdLst>
              <a:gd name="f1" fmla="val 10800000"/>
              <a:gd name="f2" fmla="val 5400000"/>
              <a:gd name="f3" fmla="val 16200000"/>
              <a:gd name="f4" fmla="val w"/>
              <a:gd name="f5" fmla="val h"/>
              <a:gd name="f6" fmla="val ss"/>
              <a:gd name="f7" fmla="val 0"/>
              <a:gd name="f8" fmla="val 16667"/>
              <a:gd name="f9" fmla="abs f4"/>
              <a:gd name="f10" fmla="abs f5"/>
              <a:gd name="f11" fmla="abs f6"/>
              <a:gd name="f12" fmla="val f7"/>
              <a:gd name="f13" fmla="val f8"/>
              <a:gd name="f14" fmla="?: f9 f4 1"/>
              <a:gd name="f15" fmla="?: f10 f5 1"/>
              <a:gd name="f16" fmla="?: f11 f6 1"/>
              <a:gd name="f17" fmla="*/ f14 1 21600"/>
              <a:gd name="f18" fmla="*/ f15 1 21600"/>
              <a:gd name="f19" fmla="*/ 21600 f14 1"/>
              <a:gd name="f20" fmla="*/ 21600 f15 1"/>
              <a:gd name="f21" fmla="min f18 f17"/>
              <a:gd name="f22" fmla="*/ f19 1 f16"/>
              <a:gd name="f23" fmla="*/ f20 1 f16"/>
              <a:gd name="f24" fmla="val f22"/>
              <a:gd name="f25" fmla="val f23"/>
              <a:gd name="f26" fmla="*/ f12 f21 1"/>
              <a:gd name="f27" fmla="+- f25 0 f12"/>
              <a:gd name="f28" fmla="+- f24 0 f12"/>
              <a:gd name="f29" fmla="*/ f24 f21 1"/>
              <a:gd name="f30" fmla="*/ f25 f21 1"/>
              <a:gd name="f31" fmla="min f28 f27"/>
              <a:gd name="f32" fmla="*/ f31 f13 1"/>
              <a:gd name="f33" fmla="*/ f32 1 100000"/>
              <a:gd name="f34" fmla="+- f24 0 f33"/>
              <a:gd name="f35" fmla="+- f25 0 f33"/>
              <a:gd name="f36" fmla="*/ f33 29289 1"/>
              <a:gd name="f37" fmla="*/ f33 f21 1"/>
              <a:gd name="f38" fmla="*/ f36 1 100000"/>
              <a:gd name="f39" fmla="*/ f34 f21 1"/>
              <a:gd name="f40" fmla="*/ f35 f21 1"/>
              <a:gd name="f41" fmla="+- f24 0 f38"/>
              <a:gd name="f42" fmla="+- f25 0 f38"/>
              <a:gd name="f43" fmla="*/ f38 f21 1"/>
              <a:gd name="f44" fmla="*/ f41 f21 1"/>
              <a:gd name="f45" fmla="*/ f42 f21 1"/>
            </a:gdLst>
            <a:ahLst/>
            <a:cxnLst>
              <a:cxn ang="3cd4">
                <a:pos x="hc" y="t"/>
              </a:cxn>
              <a:cxn ang="0">
                <a:pos x="r" y="vc"/>
              </a:cxn>
              <a:cxn ang="cd4">
                <a:pos x="hc" y="b"/>
              </a:cxn>
              <a:cxn ang="cd2">
                <a:pos x="l" y="vc"/>
              </a:cxn>
            </a:cxnLst>
            <a:rect l="f43" t="f43" r="f44" b="f45"/>
            <a:pathLst>
              <a:path stroke="0">
                <a:moveTo>
                  <a:pt x="f26" y="f37"/>
                </a:moveTo>
                <a:arcTo wR="f37" hR="f37" stAng="f1" swAng="f2"/>
                <a:lnTo>
                  <a:pt x="f39" y="f26"/>
                </a:lnTo>
                <a:arcTo wR="f37" hR="f37" stAng="f3" swAng="f2"/>
                <a:lnTo>
                  <a:pt x="f29" y="f40"/>
                </a:lnTo>
                <a:arcTo wR="f37" hR="f37" stAng="f7" swAng="f2"/>
                <a:lnTo>
                  <a:pt x="f37" y="f30"/>
                </a:lnTo>
                <a:arcTo wR="f37" hR="f37" stAng="f2" swAng="f2"/>
                <a:close/>
              </a:path>
              <a:path fill="none">
                <a:moveTo>
                  <a:pt x="f37" y="f30"/>
                </a:moveTo>
                <a:arcTo wR="f37" hR="f37" stAng="f2" swAng="f2"/>
                <a:lnTo>
                  <a:pt x="f26" y="f37"/>
                </a:lnTo>
                <a:arcTo wR="f37" hR="f37" stAng="f1" swAng="f2"/>
                <a:moveTo>
                  <a:pt x="f39" y="f26"/>
                </a:moveTo>
                <a:arcTo wR="f37" hR="f37" stAng="f3" swAng="f2"/>
                <a:lnTo>
                  <a:pt x="f29" y="f40"/>
                </a:lnTo>
                <a:arcTo wR="f37" hR="f37" stAng="f7" swAng="f2"/>
              </a:path>
            </a:pathLst>
          </a:custGeom>
          <a:noFill/>
          <a:ln w="57150" cap="flat">
            <a:solidFill>
              <a:srgbClr val="2B2A4C"/>
            </a:solidFill>
            <a:custDash>
              <a:ds d="800000" sp="1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Calibri"/>
            </a:endParaRPr>
          </a:p>
        </p:txBody>
      </p:sp>
      <p:sp>
        <p:nvSpPr>
          <p:cNvPr id="9" name="TextBox 11">
            <a:extLst>
              <a:ext uri="{FF2B5EF4-FFF2-40B4-BE49-F238E27FC236}">
                <a16:creationId xmlns:a16="http://schemas.microsoft.com/office/drawing/2014/main" id="{DE02B7D7-84BF-60F1-B7DE-FD7B597BAB95}"/>
              </a:ext>
            </a:extLst>
          </p:cNvPr>
          <p:cNvSpPr txBox="1"/>
          <p:nvPr/>
        </p:nvSpPr>
        <p:spPr>
          <a:xfrm>
            <a:off x="1651378" y="3375533"/>
            <a:ext cx="1612708"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Planification à long terme</a:t>
            </a:r>
          </a:p>
        </p:txBody>
      </p:sp>
      <p:sp>
        <p:nvSpPr>
          <p:cNvPr id="10" name="TextBox 12">
            <a:extLst>
              <a:ext uri="{FF2B5EF4-FFF2-40B4-BE49-F238E27FC236}">
                <a16:creationId xmlns:a16="http://schemas.microsoft.com/office/drawing/2014/main" id="{49561B8C-7D8E-4FFC-3FBF-3319F4928846}"/>
              </a:ext>
            </a:extLst>
          </p:cNvPr>
          <p:cNvSpPr txBox="1"/>
          <p:nvPr/>
        </p:nvSpPr>
        <p:spPr>
          <a:xfrm>
            <a:off x="8500280" y="3375533"/>
            <a:ext cx="1612708"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Planification à court terme</a:t>
            </a:r>
          </a:p>
        </p:txBody>
      </p:sp>
      <p:sp>
        <p:nvSpPr>
          <p:cNvPr id="11" name="TextBox 13">
            <a:extLst>
              <a:ext uri="{FF2B5EF4-FFF2-40B4-BE49-F238E27FC236}">
                <a16:creationId xmlns:a16="http://schemas.microsoft.com/office/drawing/2014/main" id="{949E8D86-738A-2424-D4AC-C7A9FF0F96E4}"/>
              </a:ext>
            </a:extLst>
          </p:cNvPr>
          <p:cNvSpPr txBox="1"/>
          <p:nvPr/>
        </p:nvSpPr>
        <p:spPr>
          <a:xfrm>
            <a:off x="5014972" y="3375533"/>
            <a:ext cx="1684361"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Planification à moyen terme</a:t>
            </a:r>
          </a:p>
        </p:txBody>
      </p:sp>
      <p:sp>
        <p:nvSpPr>
          <p:cNvPr id="12" name="Double Bracket 14">
            <a:extLst>
              <a:ext uri="{FF2B5EF4-FFF2-40B4-BE49-F238E27FC236}">
                <a16:creationId xmlns:a16="http://schemas.microsoft.com/office/drawing/2014/main" id="{E6A27870-69C7-FE13-B10A-DF45D3EE18DF}"/>
              </a:ext>
            </a:extLst>
          </p:cNvPr>
          <p:cNvSpPr/>
          <p:nvPr/>
        </p:nvSpPr>
        <p:spPr>
          <a:xfrm>
            <a:off x="1424492" y="3094853"/>
            <a:ext cx="1974372" cy="1269242"/>
          </a:xfrm>
          <a:custGeom>
            <a:avLst>
              <a:gd name="f8" fmla="val 16667"/>
            </a:avLst>
            <a:gdLst>
              <a:gd name="f1" fmla="val 10800000"/>
              <a:gd name="f2" fmla="val 5400000"/>
              <a:gd name="f3" fmla="val 16200000"/>
              <a:gd name="f4" fmla="val w"/>
              <a:gd name="f5" fmla="val h"/>
              <a:gd name="f6" fmla="val ss"/>
              <a:gd name="f7" fmla="val 0"/>
              <a:gd name="f8" fmla="val 16667"/>
              <a:gd name="f9" fmla="abs f4"/>
              <a:gd name="f10" fmla="abs f5"/>
              <a:gd name="f11" fmla="abs f6"/>
              <a:gd name="f12" fmla="val f7"/>
              <a:gd name="f13" fmla="val f8"/>
              <a:gd name="f14" fmla="?: f9 f4 1"/>
              <a:gd name="f15" fmla="?: f10 f5 1"/>
              <a:gd name="f16" fmla="?: f11 f6 1"/>
              <a:gd name="f17" fmla="*/ f14 1 21600"/>
              <a:gd name="f18" fmla="*/ f15 1 21600"/>
              <a:gd name="f19" fmla="*/ 21600 f14 1"/>
              <a:gd name="f20" fmla="*/ 21600 f15 1"/>
              <a:gd name="f21" fmla="min f18 f17"/>
              <a:gd name="f22" fmla="*/ f19 1 f16"/>
              <a:gd name="f23" fmla="*/ f20 1 f16"/>
              <a:gd name="f24" fmla="val f22"/>
              <a:gd name="f25" fmla="val f23"/>
              <a:gd name="f26" fmla="*/ f12 f21 1"/>
              <a:gd name="f27" fmla="+- f25 0 f12"/>
              <a:gd name="f28" fmla="+- f24 0 f12"/>
              <a:gd name="f29" fmla="*/ f24 f21 1"/>
              <a:gd name="f30" fmla="*/ f25 f21 1"/>
              <a:gd name="f31" fmla="min f28 f27"/>
              <a:gd name="f32" fmla="*/ f31 f13 1"/>
              <a:gd name="f33" fmla="*/ f32 1 100000"/>
              <a:gd name="f34" fmla="+- f24 0 f33"/>
              <a:gd name="f35" fmla="+- f25 0 f33"/>
              <a:gd name="f36" fmla="*/ f33 29289 1"/>
              <a:gd name="f37" fmla="*/ f33 f21 1"/>
              <a:gd name="f38" fmla="*/ f36 1 100000"/>
              <a:gd name="f39" fmla="*/ f34 f21 1"/>
              <a:gd name="f40" fmla="*/ f35 f21 1"/>
              <a:gd name="f41" fmla="+- f24 0 f38"/>
              <a:gd name="f42" fmla="+- f25 0 f38"/>
              <a:gd name="f43" fmla="*/ f38 f21 1"/>
              <a:gd name="f44" fmla="*/ f41 f21 1"/>
              <a:gd name="f45" fmla="*/ f42 f21 1"/>
            </a:gdLst>
            <a:ahLst/>
            <a:cxnLst>
              <a:cxn ang="3cd4">
                <a:pos x="hc" y="t"/>
              </a:cxn>
              <a:cxn ang="0">
                <a:pos x="r" y="vc"/>
              </a:cxn>
              <a:cxn ang="cd4">
                <a:pos x="hc" y="b"/>
              </a:cxn>
              <a:cxn ang="cd2">
                <a:pos x="l" y="vc"/>
              </a:cxn>
            </a:cxnLst>
            <a:rect l="f43" t="f43" r="f44" b="f45"/>
            <a:pathLst>
              <a:path stroke="0">
                <a:moveTo>
                  <a:pt x="f26" y="f37"/>
                </a:moveTo>
                <a:arcTo wR="f37" hR="f37" stAng="f1" swAng="f2"/>
                <a:lnTo>
                  <a:pt x="f39" y="f26"/>
                </a:lnTo>
                <a:arcTo wR="f37" hR="f37" stAng="f3" swAng="f2"/>
                <a:lnTo>
                  <a:pt x="f29" y="f40"/>
                </a:lnTo>
                <a:arcTo wR="f37" hR="f37" stAng="f7" swAng="f2"/>
                <a:lnTo>
                  <a:pt x="f37" y="f30"/>
                </a:lnTo>
                <a:arcTo wR="f37" hR="f37" stAng="f2" swAng="f2"/>
                <a:close/>
              </a:path>
              <a:path fill="none">
                <a:moveTo>
                  <a:pt x="f37" y="f30"/>
                </a:moveTo>
                <a:arcTo wR="f37" hR="f37" stAng="f2" swAng="f2"/>
                <a:lnTo>
                  <a:pt x="f26" y="f37"/>
                </a:lnTo>
                <a:arcTo wR="f37" hR="f37" stAng="f1" swAng="f2"/>
                <a:moveTo>
                  <a:pt x="f39" y="f26"/>
                </a:moveTo>
                <a:arcTo wR="f37" hR="f37" stAng="f3" swAng="f2"/>
                <a:lnTo>
                  <a:pt x="f29" y="f40"/>
                </a:lnTo>
                <a:arcTo wR="f37" hR="f37" stAng="f7" swAng="f2"/>
              </a:path>
            </a:pathLst>
          </a:custGeom>
          <a:noFill/>
          <a:ln w="57150" cap="flat">
            <a:solidFill>
              <a:srgbClr val="B31313"/>
            </a:solidFill>
            <a:custDash>
              <a:ds d="800000" sp="1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Calibri"/>
            </a:endParaRPr>
          </a:p>
        </p:txBody>
      </p:sp>
      <p:sp>
        <p:nvSpPr>
          <p:cNvPr id="13" name="Double Bracket 15">
            <a:extLst>
              <a:ext uri="{FF2B5EF4-FFF2-40B4-BE49-F238E27FC236}">
                <a16:creationId xmlns:a16="http://schemas.microsoft.com/office/drawing/2014/main" id="{6AAE83CB-93A0-0703-6539-B7E04812D6BA}"/>
              </a:ext>
            </a:extLst>
          </p:cNvPr>
          <p:cNvSpPr/>
          <p:nvPr/>
        </p:nvSpPr>
        <p:spPr>
          <a:xfrm>
            <a:off x="4844382" y="3094853"/>
            <a:ext cx="1974372" cy="1269242"/>
          </a:xfrm>
          <a:custGeom>
            <a:avLst>
              <a:gd name="f8" fmla="val 16667"/>
            </a:avLst>
            <a:gdLst>
              <a:gd name="f1" fmla="val 10800000"/>
              <a:gd name="f2" fmla="val 5400000"/>
              <a:gd name="f3" fmla="val 16200000"/>
              <a:gd name="f4" fmla="val w"/>
              <a:gd name="f5" fmla="val h"/>
              <a:gd name="f6" fmla="val ss"/>
              <a:gd name="f7" fmla="val 0"/>
              <a:gd name="f8" fmla="val 16667"/>
              <a:gd name="f9" fmla="abs f4"/>
              <a:gd name="f10" fmla="abs f5"/>
              <a:gd name="f11" fmla="abs f6"/>
              <a:gd name="f12" fmla="val f7"/>
              <a:gd name="f13" fmla="val f8"/>
              <a:gd name="f14" fmla="?: f9 f4 1"/>
              <a:gd name="f15" fmla="?: f10 f5 1"/>
              <a:gd name="f16" fmla="?: f11 f6 1"/>
              <a:gd name="f17" fmla="*/ f14 1 21600"/>
              <a:gd name="f18" fmla="*/ f15 1 21600"/>
              <a:gd name="f19" fmla="*/ 21600 f14 1"/>
              <a:gd name="f20" fmla="*/ 21600 f15 1"/>
              <a:gd name="f21" fmla="min f18 f17"/>
              <a:gd name="f22" fmla="*/ f19 1 f16"/>
              <a:gd name="f23" fmla="*/ f20 1 f16"/>
              <a:gd name="f24" fmla="val f22"/>
              <a:gd name="f25" fmla="val f23"/>
              <a:gd name="f26" fmla="*/ f12 f21 1"/>
              <a:gd name="f27" fmla="+- f25 0 f12"/>
              <a:gd name="f28" fmla="+- f24 0 f12"/>
              <a:gd name="f29" fmla="*/ f24 f21 1"/>
              <a:gd name="f30" fmla="*/ f25 f21 1"/>
              <a:gd name="f31" fmla="min f28 f27"/>
              <a:gd name="f32" fmla="*/ f31 f13 1"/>
              <a:gd name="f33" fmla="*/ f32 1 100000"/>
              <a:gd name="f34" fmla="+- f24 0 f33"/>
              <a:gd name="f35" fmla="+- f25 0 f33"/>
              <a:gd name="f36" fmla="*/ f33 29289 1"/>
              <a:gd name="f37" fmla="*/ f33 f21 1"/>
              <a:gd name="f38" fmla="*/ f36 1 100000"/>
              <a:gd name="f39" fmla="*/ f34 f21 1"/>
              <a:gd name="f40" fmla="*/ f35 f21 1"/>
              <a:gd name="f41" fmla="+- f24 0 f38"/>
              <a:gd name="f42" fmla="+- f25 0 f38"/>
              <a:gd name="f43" fmla="*/ f38 f21 1"/>
              <a:gd name="f44" fmla="*/ f41 f21 1"/>
              <a:gd name="f45" fmla="*/ f42 f21 1"/>
            </a:gdLst>
            <a:ahLst/>
            <a:cxnLst>
              <a:cxn ang="3cd4">
                <a:pos x="hc" y="t"/>
              </a:cxn>
              <a:cxn ang="0">
                <a:pos x="r" y="vc"/>
              </a:cxn>
              <a:cxn ang="cd4">
                <a:pos x="hc" y="b"/>
              </a:cxn>
              <a:cxn ang="cd2">
                <a:pos x="l" y="vc"/>
              </a:cxn>
            </a:cxnLst>
            <a:rect l="f43" t="f43" r="f44" b="f45"/>
            <a:pathLst>
              <a:path stroke="0">
                <a:moveTo>
                  <a:pt x="f26" y="f37"/>
                </a:moveTo>
                <a:arcTo wR="f37" hR="f37" stAng="f1" swAng="f2"/>
                <a:lnTo>
                  <a:pt x="f39" y="f26"/>
                </a:lnTo>
                <a:arcTo wR="f37" hR="f37" stAng="f3" swAng="f2"/>
                <a:lnTo>
                  <a:pt x="f29" y="f40"/>
                </a:lnTo>
                <a:arcTo wR="f37" hR="f37" stAng="f7" swAng="f2"/>
                <a:lnTo>
                  <a:pt x="f37" y="f30"/>
                </a:lnTo>
                <a:arcTo wR="f37" hR="f37" stAng="f2" swAng="f2"/>
                <a:close/>
              </a:path>
              <a:path fill="none">
                <a:moveTo>
                  <a:pt x="f37" y="f30"/>
                </a:moveTo>
                <a:arcTo wR="f37" hR="f37" stAng="f2" swAng="f2"/>
                <a:lnTo>
                  <a:pt x="f26" y="f37"/>
                </a:lnTo>
                <a:arcTo wR="f37" hR="f37" stAng="f1" swAng="f2"/>
                <a:moveTo>
                  <a:pt x="f39" y="f26"/>
                </a:moveTo>
                <a:arcTo wR="f37" hR="f37" stAng="f3" swAng="f2"/>
                <a:lnTo>
                  <a:pt x="f29" y="f40"/>
                </a:lnTo>
                <a:arcTo wR="f37" hR="f37" stAng="f7" swAng="f2"/>
              </a:path>
            </a:pathLst>
          </a:custGeom>
          <a:noFill/>
          <a:ln w="57150" cap="flat">
            <a:solidFill>
              <a:srgbClr val="EDE2DE"/>
            </a:solidFill>
            <a:custDash>
              <a:ds d="800000" sp="100000"/>
            </a:custDash>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Calibri"/>
            </a:endParaRPr>
          </a:p>
        </p:txBody>
      </p:sp>
      <p:sp>
        <p:nvSpPr>
          <p:cNvPr id="48" name="Slide Number Placeholder 47"/>
          <p:cNvSpPr>
            <a:spLocks noGrp="1"/>
          </p:cNvSpPr>
          <p:nvPr>
            <p:ph type="sldNum" sz="quarter" idx="8"/>
          </p:nvPr>
        </p:nvSpPr>
        <p:spPr/>
        <p:txBody>
          <a:bodyPr/>
          <a:lstStyle/>
          <a:p>
            <a:pPr lvl="0"/>
            <a:fld id="{02B8FB8E-1F6B-40A8-92F2-62696E1B5E1D}" type="slidenum">
              <a:rPr lang="fr-FR" smtClean="0"/>
              <a:t>13</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00"/>
                                        <p:tgtEl>
                                          <p:spTgt spid="10"/>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E6944B9F-37E9-110D-9E96-58F76C20521D}"/>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1BF69BF8-C94B-11F4-07EE-D71FF2DCD9CD}"/>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5BB836EE-7F13-1295-9E1E-BEC7EECF9C8E}"/>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354CA210-1DA6-3E61-4064-2809577FB4BE}"/>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A4122798-F55D-B58B-28C2-DCC546EA564D}"/>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0" name="Slide Number Placeholder 49"/>
          <p:cNvSpPr>
            <a:spLocks noGrp="1"/>
          </p:cNvSpPr>
          <p:nvPr>
            <p:ph type="sldNum" sz="quarter" idx="8"/>
          </p:nvPr>
        </p:nvSpPr>
        <p:spPr/>
        <p:txBody>
          <a:bodyPr/>
          <a:lstStyle/>
          <a:p>
            <a:pPr lvl="0"/>
            <a:fld id="{02B8FB8E-1F6B-40A8-92F2-62696E1B5E1D}" type="slidenum">
              <a:rPr lang="fr-FR" smtClean="0"/>
              <a:t>14</a:t>
            </a:fld>
            <a:endParaRPr lang="fr-FR"/>
          </a:p>
        </p:txBody>
      </p:sp>
      <p:sp>
        <p:nvSpPr>
          <p:cNvPr id="10" name="TextBox 9">
            <a:extLst>
              <a:ext uri="{FF2B5EF4-FFF2-40B4-BE49-F238E27FC236}">
                <a16:creationId xmlns:a16="http://schemas.microsoft.com/office/drawing/2014/main" id="{A30AF649-989D-019F-50F7-F7FF387D4B5A}"/>
              </a:ext>
            </a:extLst>
          </p:cNvPr>
          <p:cNvSpPr txBox="1"/>
          <p:nvPr/>
        </p:nvSpPr>
        <p:spPr>
          <a:xfrm>
            <a:off x="1007310" y="453297"/>
            <a:ext cx="9940815" cy="430887"/>
          </a:xfrm>
          <a:prstGeom prst="rect">
            <a:avLst/>
          </a:prstGeom>
          <a:noFill/>
        </p:spPr>
        <p:txBody>
          <a:bodyPr wrap="square">
            <a:spAutoFit/>
          </a:bodyPr>
          <a:lstStyle/>
          <a:p>
            <a:pPr marL="342900" indent="-342900">
              <a:buFont typeface="Wingdings" panose="05000000000000000000" pitchFamily="2" charset="2"/>
              <a:buChar char="v"/>
            </a:pPr>
            <a:r>
              <a:rPr lang="fr-FR" sz="2200" kern="0" dirty="0">
                <a:solidFill>
                  <a:srgbClr val="2B2A4C"/>
                </a:solidFill>
                <a:latin typeface="Times New Roman" pitchFamily="18"/>
                <a:cs typeface="Times New Roman" pitchFamily="18"/>
              </a:rPr>
              <a:t>La gestion des processus sous Windows :</a:t>
            </a:r>
          </a:p>
        </p:txBody>
      </p:sp>
      <p:pic>
        <p:nvPicPr>
          <p:cNvPr id="8" name="Picture 7"/>
          <p:cNvPicPr>
            <a:picLocks noChangeAspect="1"/>
          </p:cNvPicPr>
          <p:nvPr/>
        </p:nvPicPr>
        <p:blipFill>
          <a:blip r:embed="rId2"/>
          <a:stretch>
            <a:fillRect/>
          </a:stretch>
        </p:blipFill>
        <p:spPr>
          <a:xfrm>
            <a:off x="1243187" y="1033707"/>
            <a:ext cx="9469059" cy="5322644"/>
          </a:xfrm>
          <a:prstGeom prst="rect">
            <a:avLst/>
          </a:prstGeom>
        </p:spPr>
      </p:pic>
    </p:spTree>
    <p:extLst>
      <p:ext uri="{BB962C8B-B14F-4D97-AF65-F5344CB8AC3E}">
        <p14:creationId xmlns:p14="http://schemas.microsoft.com/office/powerpoint/2010/main" val="2914480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E6944B9F-37E9-110D-9E96-58F76C20521D}"/>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1BF69BF8-C94B-11F4-07EE-D71FF2DCD9CD}"/>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5BB836EE-7F13-1295-9E1E-BEC7EECF9C8E}"/>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354CA210-1DA6-3E61-4064-2809577FB4BE}"/>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A4122798-F55D-B58B-28C2-DCC546EA564D}"/>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0" name="Slide Number Placeholder 49"/>
          <p:cNvSpPr>
            <a:spLocks noGrp="1"/>
          </p:cNvSpPr>
          <p:nvPr>
            <p:ph type="sldNum" sz="quarter" idx="8"/>
          </p:nvPr>
        </p:nvSpPr>
        <p:spPr/>
        <p:txBody>
          <a:bodyPr/>
          <a:lstStyle/>
          <a:p>
            <a:pPr lvl="0"/>
            <a:fld id="{02B8FB8E-1F6B-40A8-92F2-62696E1B5E1D}" type="slidenum">
              <a:rPr lang="fr-FR" smtClean="0"/>
              <a:t>15</a:t>
            </a:fld>
            <a:endParaRPr lang="fr-FR"/>
          </a:p>
        </p:txBody>
      </p:sp>
      <p:sp>
        <p:nvSpPr>
          <p:cNvPr id="10" name="TextBox 9">
            <a:extLst>
              <a:ext uri="{FF2B5EF4-FFF2-40B4-BE49-F238E27FC236}">
                <a16:creationId xmlns:a16="http://schemas.microsoft.com/office/drawing/2014/main" id="{A30AF649-989D-019F-50F7-F7FF387D4B5A}"/>
              </a:ext>
            </a:extLst>
          </p:cNvPr>
          <p:cNvSpPr txBox="1"/>
          <p:nvPr/>
        </p:nvSpPr>
        <p:spPr>
          <a:xfrm>
            <a:off x="1007310" y="453297"/>
            <a:ext cx="9940815" cy="430887"/>
          </a:xfrm>
          <a:prstGeom prst="rect">
            <a:avLst/>
          </a:prstGeom>
          <a:noFill/>
        </p:spPr>
        <p:txBody>
          <a:bodyPr wrap="square">
            <a:spAutoFit/>
          </a:bodyPr>
          <a:lstStyle/>
          <a:p>
            <a:pPr marL="342900" indent="-342900">
              <a:buFont typeface="Wingdings" panose="05000000000000000000" pitchFamily="2" charset="2"/>
              <a:buChar char="v"/>
            </a:pPr>
            <a:r>
              <a:rPr lang="fr-FR" sz="2200" kern="0" dirty="0">
                <a:solidFill>
                  <a:srgbClr val="2B2A4C"/>
                </a:solidFill>
                <a:latin typeface="Times New Roman" pitchFamily="18"/>
                <a:cs typeface="Times New Roman" pitchFamily="18"/>
              </a:rPr>
              <a:t>La gestion des processus sous Windows :</a:t>
            </a:r>
          </a:p>
        </p:txBody>
      </p:sp>
      <p:pic>
        <p:nvPicPr>
          <p:cNvPr id="8" name="Picture 7"/>
          <p:cNvPicPr>
            <a:picLocks noChangeAspect="1"/>
          </p:cNvPicPr>
          <p:nvPr/>
        </p:nvPicPr>
        <p:blipFill>
          <a:blip r:embed="rId2"/>
          <a:stretch>
            <a:fillRect/>
          </a:stretch>
        </p:blipFill>
        <p:spPr>
          <a:xfrm>
            <a:off x="2682889" y="1048138"/>
            <a:ext cx="6589655" cy="5673342"/>
          </a:xfrm>
          <a:prstGeom prst="rect">
            <a:avLst/>
          </a:prstGeom>
        </p:spPr>
      </p:pic>
    </p:spTree>
    <p:extLst>
      <p:ext uri="{BB962C8B-B14F-4D97-AF65-F5344CB8AC3E}">
        <p14:creationId xmlns:p14="http://schemas.microsoft.com/office/powerpoint/2010/main" val="373989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E6944B9F-37E9-110D-9E96-58F76C20521D}"/>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1BF69BF8-C94B-11F4-07EE-D71FF2DCD9CD}"/>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5BB836EE-7F13-1295-9E1E-BEC7EECF9C8E}"/>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354CA210-1DA6-3E61-4064-2809577FB4BE}"/>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A4122798-F55D-B58B-28C2-DCC546EA564D}"/>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0" name="Slide Number Placeholder 49"/>
          <p:cNvSpPr>
            <a:spLocks noGrp="1"/>
          </p:cNvSpPr>
          <p:nvPr>
            <p:ph type="sldNum" sz="quarter" idx="8"/>
          </p:nvPr>
        </p:nvSpPr>
        <p:spPr/>
        <p:txBody>
          <a:bodyPr/>
          <a:lstStyle/>
          <a:p>
            <a:pPr lvl="0"/>
            <a:fld id="{02B8FB8E-1F6B-40A8-92F2-62696E1B5E1D}" type="slidenum">
              <a:rPr lang="fr-FR" smtClean="0"/>
              <a:t>16</a:t>
            </a:fld>
            <a:endParaRPr lang="fr-FR"/>
          </a:p>
        </p:txBody>
      </p:sp>
      <p:sp>
        <p:nvSpPr>
          <p:cNvPr id="10" name="TextBox 9">
            <a:extLst>
              <a:ext uri="{FF2B5EF4-FFF2-40B4-BE49-F238E27FC236}">
                <a16:creationId xmlns:a16="http://schemas.microsoft.com/office/drawing/2014/main" id="{A30AF649-989D-019F-50F7-F7FF387D4B5A}"/>
              </a:ext>
            </a:extLst>
          </p:cNvPr>
          <p:cNvSpPr txBox="1"/>
          <p:nvPr/>
        </p:nvSpPr>
        <p:spPr>
          <a:xfrm>
            <a:off x="1007310" y="453297"/>
            <a:ext cx="9940815" cy="430887"/>
          </a:xfrm>
          <a:prstGeom prst="rect">
            <a:avLst/>
          </a:prstGeom>
          <a:noFill/>
        </p:spPr>
        <p:txBody>
          <a:bodyPr wrap="square">
            <a:spAutoFit/>
          </a:bodyPr>
          <a:lstStyle/>
          <a:p>
            <a:pPr marL="342900" indent="-342900">
              <a:buFont typeface="Wingdings" panose="05000000000000000000" pitchFamily="2" charset="2"/>
              <a:buChar char="v"/>
            </a:pPr>
            <a:r>
              <a:rPr lang="fr-FR" sz="2200" kern="0" dirty="0">
                <a:solidFill>
                  <a:srgbClr val="2B2A4C"/>
                </a:solidFill>
                <a:latin typeface="Times New Roman" pitchFamily="18"/>
                <a:cs typeface="Times New Roman" pitchFamily="18"/>
              </a:rPr>
              <a:t>La gestion des processus sous Windows :</a:t>
            </a:r>
          </a:p>
        </p:txBody>
      </p:sp>
      <p:pic>
        <p:nvPicPr>
          <p:cNvPr id="7" name="Picture 6"/>
          <p:cNvPicPr>
            <a:picLocks noChangeAspect="1"/>
          </p:cNvPicPr>
          <p:nvPr/>
        </p:nvPicPr>
        <p:blipFill>
          <a:blip r:embed="rId2"/>
          <a:stretch>
            <a:fillRect/>
          </a:stretch>
        </p:blipFill>
        <p:spPr>
          <a:xfrm>
            <a:off x="1007310" y="1337478"/>
            <a:ext cx="10121885" cy="4220391"/>
          </a:xfrm>
          <a:prstGeom prst="rect">
            <a:avLst/>
          </a:prstGeom>
        </p:spPr>
      </p:pic>
    </p:spTree>
    <p:extLst>
      <p:ext uri="{BB962C8B-B14F-4D97-AF65-F5344CB8AC3E}">
        <p14:creationId xmlns:p14="http://schemas.microsoft.com/office/powerpoint/2010/main" val="193541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5B1FCA40-04AF-EC47-CA62-738295149790}"/>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D117D4C8-315E-6D11-B239-EBC92DA30E65}"/>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22C5E514-C5DA-0A55-37AE-36D1EC5315EF}"/>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8AFF931A-A487-1446-628D-A0001FE50848}"/>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507D37B5-E436-F14D-857F-C12E619DE6BB}"/>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623F7CA8-550F-65C4-051D-A35E27994119}"/>
              </a:ext>
            </a:extLst>
          </p:cNvPr>
          <p:cNvSpPr txBox="1"/>
          <p:nvPr/>
        </p:nvSpPr>
        <p:spPr>
          <a:xfrm>
            <a:off x="1296536" y="1132770"/>
            <a:ext cx="7287905" cy="800218"/>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800" b="0" i="0" u="none" strike="noStrike" kern="1200" cap="none" spc="0" baseline="0" dirty="0">
                <a:solidFill>
                  <a:srgbClr val="B31313"/>
                </a:solidFill>
                <a:uFillTx/>
                <a:latin typeface="Times New Roman" pitchFamily="18"/>
                <a:cs typeface="Times New Roman" pitchFamily="18"/>
              </a:rPr>
              <a:t>III. Gestion des ressources par les SE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dirty="0">
                <a:solidFill>
                  <a:srgbClr val="000000"/>
                </a:solidFill>
                <a:uFillTx/>
                <a:latin typeface="Calibri"/>
              </a:rPr>
              <a:t> </a:t>
            </a:r>
          </a:p>
        </p:txBody>
      </p:sp>
      <p:sp>
        <p:nvSpPr>
          <p:cNvPr id="8" name="TextBox 9">
            <a:extLst>
              <a:ext uri="{FF2B5EF4-FFF2-40B4-BE49-F238E27FC236}">
                <a16:creationId xmlns:a16="http://schemas.microsoft.com/office/drawing/2014/main" id="{F56AED82-B56C-5E79-934D-0062DE06585F}"/>
              </a:ext>
            </a:extLst>
          </p:cNvPr>
          <p:cNvSpPr txBox="1"/>
          <p:nvPr/>
        </p:nvSpPr>
        <p:spPr>
          <a:xfrm>
            <a:off x="1651378" y="1828802"/>
            <a:ext cx="5773000"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b="0" i="0" u="none" strike="noStrike" kern="1200" cap="none" spc="0" baseline="0" dirty="0">
                <a:solidFill>
                  <a:srgbClr val="EA906D"/>
                </a:solidFill>
                <a:uFillTx/>
                <a:latin typeface="Times New Roman" pitchFamily="18"/>
                <a:cs typeface="Times New Roman" pitchFamily="18"/>
              </a:rPr>
              <a:t>1. Gestion du CPU (Central </a:t>
            </a:r>
            <a:r>
              <a:rPr lang="fr-FR" sz="2300" b="0" i="0" u="none" strike="noStrike" kern="1200" cap="none" spc="0" baseline="0" dirty="0" err="1">
                <a:solidFill>
                  <a:srgbClr val="EA906D"/>
                </a:solidFill>
                <a:uFillTx/>
                <a:latin typeface="Times New Roman" pitchFamily="18"/>
                <a:cs typeface="Times New Roman" pitchFamily="18"/>
              </a:rPr>
              <a:t>Processing</a:t>
            </a:r>
            <a:r>
              <a:rPr lang="fr-FR" sz="2300" b="0" i="0" u="none" strike="noStrike" kern="1200" cap="none" spc="0" baseline="0" dirty="0">
                <a:solidFill>
                  <a:srgbClr val="EA906D"/>
                </a:solidFill>
                <a:uFillTx/>
                <a:latin typeface="Times New Roman" pitchFamily="18"/>
                <a:cs typeface="Times New Roman" pitchFamily="18"/>
              </a:rPr>
              <a:t> Unit) :</a:t>
            </a:r>
          </a:p>
        </p:txBody>
      </p:sp>
      <p:sp>
        <p:nvSpPr>
          <p:cNvPr id="9" name="TextBox 10">
            <a:extLst>
              <a:ext uri="{FF2B5EF4-FFF2-40B4-BE49-F238E27FC236}">
                <a16:creationId xmlns:a16="http://schemas.microsoft.com/office/drawing/2014/main" id="{6DD32FEA-AC1D-DA30-5B17-DDEF799F4BD0}"/>
              </a:ext>
            </a:extLst>
          </p:cNvPr>
          <p:cNvSpPr txBox="1"/>
          <p:nvPr/>
        </p:nvSpPr>
        <p:spPr>
          <a:xfrm>
            <a:off x="1146410" y="2684506"/>
            <a:ext cx="10235811" cy="1883657"/>
          </a:xfrm>
          <a:prstGeom prst="rect">
            <a:avLst/>
          </a:prstGeom>
          <a:noFill/>
          <a:ln cap="flat">
            <a:noFill/>
          </a:ln>
        </p:spPr>
        <p:txBody>
          <a:bodyPr vert="horz" wrap="square" lIns="91440" tIns="45720" rIns="91440" bIns="45720" anchor="t" anchorCtr="0" compatLnSpc="1">
            <a:spAutoFit/>
          </a:bodyPr>
          <a:lstStyle/>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dirty="0">
                <a:latin typeface="Times New Roman" pitchFamily="18"/>
                <a:cs typeface="Times New Roman" pitchFamily="18"/>
              </a:rPr>
              <a:t>Les systèmes d'exploitation (OS) sont responsables de la gestion dynamique du temps CPU, qui est la ressource centrale dans l'exécution des processus. Leur rôle principal est de garantir que chaque processus reçoive le temps de traitement nécessaire tout en optimisant l'utilisation globale du CPU.</a:t>
            </a:r>
            <a:endParaRPr lang="fr-FR" sz="2000" b="0" i="0" u="none" strike="noStrike" kern="1200" cap="none" spc="0" baseline="0" dirty="0">
              <a:uFillTx/>
              <a:latin typeface="Times New Roman" pitchFamily="18"/>
              <a:cs typeface="Times New Roman" pitchFamily="18"/>
            </a:endParaRPr>
          </a:p>
        </p:txBody>
      </p:sp>
      <p:sp>
        <p:nvSpPr>
          <p:cNvPr id="11" name="Slide Number Placeholder 10"/>
          <p:cNvSpPr>
            <a:spLocks noGrp="1"/>
          </p:cNvSpPr>
          <p:nvPr>
            <p:ph type="sldNum" sz="quarter" idx="8"/>
          </p:nvPr>
        </p:nvSpPr>
        <p:spPr/>
        <p:txBody>
          <a:bodyPr/>
          <a:lstStyle/>
          <a:p>
            <a:pPr lvl="0"/>
            <a:fld id="{02B8FB8E-1F6B-40A8-92F2-62696E1B5E1D}" type="slidenum">
              <a:rPr lang="fr-FR" smtClean="0"/>
              <a:t>17</a:t>
            </a:fld>
            <a:endParaRPr lang="fr-FR"/>
          </a:p>
        </p:txBody>
      </p:sp>
    </p:spTree>
    <p:extLst>
      <p:ext uri="{BB962C8B-B14F-4D97-AF65-F5344CB8AC3E}">
        <p14:creationId xmlns:p14="http://schemas.microsoft.com/office/powerpoint/2010/main" val="329462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6">
            <a:extLst>
              <a:ext uri="{FF2B5EF4-FFF2-40B4-BE49-F238E27FC236}">
                <a16:creationId xmlns:a16="http://schemas.microsoft.com/office/drawing/2014/main" id="{60C8047F-DF63-B0D7-D139-D48CE11D5D35}"/>
              </a:ext>
            </a:extLst>
          </p:cNvPr>
          <p:cNvGrpSpPr/>
          <p:nvPr/>
        </p:nvGrpSpPr>
        <p:grpSpPr>
          <a:xfrm>
            <a:off x="409431" y="0"/>
            <a:ext cx="286600" cy="1774200"/>
            <a:chOff x="409431" y="0"/>
            <a:chExt cx="286600" cy="1774200"/>
          </a:xfrm>
        </p:grpSpPr>
        <p:sp>
          <p:nvSpPr>
            <p:cNvPr id="4" name="Rectangle 1">
              <a:extLst>
                <a:ext uri="{FF2B5EF4-FFF2-40B4-BE49-F238E27FC236}">
                  <a16:creationId xmlns:a16="http://schemas.microsoft.com/office/drawing/2014/main" id="{6BE789BE-8B60-91AF-A975-40A6663A987F}"/>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2">
              <a:extLst>
                <a:ext uri="{FF2B5EF4-FFF2-40B4-BE49-F238E27FC236}">
                  <a16:creationId xmlns:a16="http://schemas.microsoft.com/office/drawing/2014/main" id="{76B6AC40-9109-4993-73F8-0A0761618B45}"/>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6" name="Oval 3">
              <a:extLst>
                <a:ext uri="{FF2B5EF4-FFF2-40B4-BE49-F238E27FC236}">
                  <a16:creationId xmlns:a16="http://schemas.microsoft.com/office/drawing/2014/main" id="{D3005B9B-E81D-BA03-B11B-E89242965D70}"/>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7" name="Rectangle 7">
            <a:extLst>
              <a:ext uri="{FF2B5EF4-FFF2-40B4-BE49-F238E27FC236}">
                <a16:creationId xmlns:a16="http://schemas.microsoft.com/office/drawing/2014/main" id="{2132679F-CD0E-D631-F009-2AA9108F4606}"/>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8" name="TextBox 8">
            <a:extLst>
              <a:ext uri="{FF2B5EF4-FFF2-40B4-BE49-F238E27FC236}">
                <a16:creationId xmlns:a16="http://schemas.microsoft.com/office/drawing/2014/main" id="{9814E815-37DB-EA7F-655B-6A569CA12542}"/>
              </a:ext>
            </a:extLst>
          </p:cNvPr>
          <p:cNvSpPr txBox="1"/>
          <p:nvPr/>
        </p:nvSpPr>
        <p:spPr>
          <a:xfrm>
            <a:off x="1576315" y="912159"/>
            <a:ext cx="6571399" cy="430883"/>
          </a:xfrm>
          <a:prstGeom prst="rect">
            <a:avLst/>
          </a:prstGeom>
          <a:noFill/>
          <a:ln cap="flat">
            <a:noFill/>
          </a:ln>
        </p:spPr>
        <p:txBody>
          <a:bodyPr vert="horz" wrap="square" lIns="91440" tIns="45720" rIns="91440" bIns="45720" anchor="t" anchorCtr="0" compatLnSpc="1">
            <a:spAutoFit/>
          </a:bodyPr>
          <a:lstStyle/>
          <a:p>
            <a:pPr marL="342900" marR="0" lvl="0" indent="-34290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fr-FR" sz="2200" dirty="0">
                <a:solidFill>
                  <a:srgbClr val="2B2A4C"/>
                </a:solidFill>
                <a:latin typeface="Times New Roman" pitchFamily="18"/>
                <a:cs typeface="Times New Roman" pitchFamily="18"/>
              </a:rPr>
              <a:t>M</a:t>
            </a:r>
            <a:r>
              <a:rPr lang="fr-FR" sz="2200" b="0" i="0" u="none" strike="noStrike" kern="1200" cap="none" spc="0" baseline="0" dirty="0">
                <a:solidFill>
                  <a:srgbClr val="2B2A4C"/>
                </a:solidFill>
                <a:uFillTx/>
                <a:latin typeface="Times New Roman" pitchFamily="18"/>
                <a:cs typeface="Times New Roman" pitchFamily="18"/>
              </a:rPr>
              <a:t>écanismes et stratégies utilisés :</a:t>
            </a:r>
          </a:p>
        </p:txBody>
      </p:sp>
      <p:sp>
        <p:nvSpPr>
          <p:cNvPr id="12" name="TextBox 15">
            <a:extLst>
              <a:ext uri="{FF2B5EF4-FFF2-40B4-BE49-F238E27FC236}">
                <a16:creationId xmlns:a16="http://schemas.microsoft.com/office/drawing/2014/main" id="{304FBD45-D3A0-B823-1D05-C292D238D1BB}"/>
              </a:ext>
            </a:extLst>
          </p:cNvPr>
          <p:cNvSpPr txBox="1"/>
          <p:nvPr/>
        </p:nvSpPr>
        <p:spPr>
          <a:xfrm>
            <a:off x="2678374" y="2483920"/>
            <a:ext cx="6134673"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Allocation basée sur les priorités</a:t>
            </a:r>
            <a:br>
              <a:rPr lang="fr-FR" sz="2000" b="0" i="0" u="none" strike="noStrike" kern="1200" cap="none" spc="0" baseline="0" dirty="0">
                <a:solidFill>
                  <a:srgbClr val="000000"/>
                </a:solidFill>
                <a:uFillTx/>
                <a:latin typeface="Times New Roman" pitchFamily="18"/>
                <a:cs typeface="Times New Roman" pitchFamily="18"/>
              </a:rPr>
            </a:br>
            <a:endParaRPr lang="fr-FR" sz="2000" b="0" i="0" u="none" strike="noStrike" kern="1200" cap="none" spc="0" baseline="0" dirty="0">
              <a:solidFill>
                <a:srgbClr val="000000"/>
              </a:solidFill>
              <a:uFillTx/>
              <a:latin typeface="Times New Roman" pitchFamily="18"/>
              <a:cs typeface="Times New Roman" pitchFamily="18"/>
            </a:endParaRPr>
          </a:p>
        </p:txBody>
      </p:sp>
      <p:sp>
        <p:nvSpPr>
          <p:cNvPr id="13" name="TextBox 16">
            <a:extLst>
              <a:ext uri="{FF2B5EF4-FFF2-40B4-BE49-F238E27FC236}">
                <a16:creationId xmlns:a16="http://schemas.microsoft.com/office/drawing/2014/main" id="{C931A041-CF43-D16B-27A8-69134C569B82}"/>
              </a:ext>
            </a:extLst>
          </p:cNvPr>
          <p:cNvSpPr txBox="1"/>
          <p:nvPr/>
        </p:nvSpPr>
        <p:spPr>
          <a:xfrm>
            <a:off x="3391470" y="3331312"/>
            <a:ext cx="3909777" cy="70788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Planification de l'ordonnancement </a:t>
            </a:r>
            <a:br>
              <a:rPr lang="fr-FR" sz="2000" b="0" i="0" u="none" strike="noStrike" kern="1200" cap="none" spc="0" baseline="0" dirty="0">
                <a:solidFill>
                  <a:srgbClr val="000000"/>
                </a:solidFill>
                <a:uFillTx/>
                <a:latin typeface="Times New Roman" pitchFamily="18"/>
                <a:cs typeface="Times New Roman" pitchFamily="18"/>
              </a:rPr>
            </a:br>
            <a:endParaRPr lang="fr-FR" sz="2000" b="0" i="0" u="none" strike="noStrike" kern="1200" cap="none" spc="0" baseline="0" dirty="0">
              <a:solidFill>
                <a:srgbClr val="000000"/>
              </a:solidFill>
              <a:uFillTx/>
              <a:latin typeface="Times New Roman" pitchFamily="18"/>
              <a:cs typeface="Times New Roman" pitchFamily="18"/>
            </a:endParaRPr>
          </a:p>
        </p:txBody>
      </p:sp>
      <p:sp>
        <p:nvSpPr>
          <p:cNvPr id="14" name="TextBox 17">
            <a:extLst>
              <a:ext uri="{FF2B5EF4-FFF2-40B4-BE49-F238E27FC236}">
                <a16:creationId xmlns:a16="http://schemas.microsoft.com/office/drawing/2014/main" id="{9DB10F64-63E3-231E-1A17-72FF7B826D44}"/>
              </a:ext>
            </a:extLst>
          </p:cNvPr>
          <p:cNvSpPr txBox="1"/>
          <p:nvPr/>
        </p:nvSpPr>
        <p:spPr>
          <a:xfrm>
            <a:off x="4049666" y="4191111"/>
            <a:ext cx="6393978"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Partage équitable des ressources</a:t>
            </a:r>
            <a:br>
              <a:rPr lang="fr-FR" sz="2000" b="0" i="0" u="none" strike="noStrike" kern="1200" cap="none" spc="0" baseline="0" dirty="0">
                <a:solidFill>
                  <a:srgbClr val="000000"/>
                </a:solidFill>
                <a:uFillTx/>
                <a:latin typeface="Times New Roman" pitchFamily="18"/>
                <a:cs typeface="Times New Roman" pitchFamily="18"/>
              </a:rPr>
            </a:br>
            <a:endParaRPr lang="fr-FR" sz="2000" b="0" i="0" u="none" strike="noStrike" kern="1200" cap="none" spc="0" baseline="0" dirty="0">
              <a:solidFill>
                <a:srgbClr val="000000"/>
              </a:solidFill>
              <a:uFillTx/>
              <a:latin typeface="Times New Roman" pitchFamily="18"/>
              <a:cs typeface="Times New Roman" pitchFamily="18"/>
            </a:endParaRPr>
          </a:p>
        </p:txBody>
      </p:sp>
      <p:sp>
        <p:nvSpPr>
          <p:cNvPr id="18" name="TextBox 16">
            <a:extLst>
              <a:ext uri="{FF2B5EF4-FFF2-40B4-BE49-F238E27FC236}">
                <a16:creationId xmlns:a16="http://schemas.microsoft.com/office/drawing/2014/main" id="{603D5CCC-B29A-F971-20D0-1BA3C539B29A}"/>
              </a:ext>
            </a:extLst>
          </p:cNvPr>
          <p:cNvSpPr txBox="1"/>
          <p:nvPr/>
        </p:nvSpPr>
        <p:spPr>
          <a:xfrm>
            <a:off x="4677767" y="5119435"/>
            <a:ext cx="3009336"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Gestion des interruptions</a:t>
            </a:r>
            <a:br>
              <a:rPr lang="fr-FR" sz="2000" b="0" i="0" u="none" strike="noStrike" kern="1200" cap="none" spc="0" baseline="0" dirty="0">
                <a:solidFill>
                  <a:srgbClr val="000000"/>
                </a:solidFill>
                <a:uFillTx/>
                <a:latin typeface="Times New Roman" pitchFamily="18"/>
                <a:cs typeface="Times New Roman" pitchFamily="18"/>
              </a:rPr>
            </a:br>
            <a:endParaRPr lang="fr-FR" sz="2000" b="0" i="0" u="none" strike="noStrike" kern="1200" cap="none" spc="0" baseline="0" dirty="0">
              <a:solidFill>
                <a:srgbClr val="000000"/>
              </a:solidFill>
              <a:uFillTx/>
              <a:latin typeface="Times New Roman" pitchFamily="18"/>
              <a:cs typeface="Times New Roman" pitchFamily="18"/>
            </a:endParaRPr>
          </a:p>
        </p:txBody>
      </p:sp>
      <p:sp>
        <p:nvSpPr>
          <p:cNvPr id="16" name="Hexagon 15"/>
          <p:cNvSpPr/>
          <p:nvPr/>
        </p:nvSpPr>
        <p:spPr>
          <a:xfrm>
            <a:off x="1917512" y="2484286"/>
            <a:ext cx="675568" cy="602508"/>
          </a:xfrm>
          <a:prstGeom prst="hexagon">
            <a:avLst/>
          </a:prstGeom>
          <a:noFill/>
          <a:ln w="76200">
            <a:solidFill>
              <a:srgbClr val="B3131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Hexagon 18"/>
          <p:cNvSpPr/>
          <p:nvPr/>
        </p:nvSpPr>
        <p:spPr>
          <a:xfrm>
            <a:off x="2593080" y="3324005"/>
            <a:ext cx="675568" cy="602508"/>
          </a:xfrm>
          <a:prstGeom prst="hexagon">
            <a:avLst/>
          </a:prstGeom>
          <a:noFill/>
          <a:ln w="76200">
            <a:solidFill>
              <a:srgbClr val="2B2A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Hexagon 19"/>
          <p:cNvSpPr/>
          <p:nvPr/>
        </p:nvSpPr>
        <p:spPr>
          <a:xfrm>
            <a:off x="3944216" y="5048451"/>
            <a:ext cx="675568" cy="602508"/>
          </a:xfrm>
          <a:prstGeom prst="hexagon">
            <a:avLst/>
          </a:prstGeom>
          <a:noFill/>
          <a:ln w="76200">
            <a:solidFill>
              <a:srgbClr val="EDE2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Hexagon 20"/>
          <p:cNvSpPr/>
          <p:nvPr/>
        </p:nvSpPr>
        <p:spPr>
          <a:xfrm>
            <a:off x="3268648" y="4191111"/>
            <a:ext cx="675568" cy="602508"/>
          </a:xfrm>
          <a:prstGeom prst="hexagon">
            <a:avLst/>
          </a:prstGeom>
          <a:noFill/>
          <a:ln w="76200">
            <a:solidFill>
              <a:srgbClr val="EA90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Slide Number Placeholder 21"/>
          <p:cNvSpPr>
            <a:spLocks noGrp="1"/>
          </p:cNvSpPr>
          <p:nvPr>
            <p:ph type="sldNum" sz="quarter" idx="8"/>
          </p:nvPr>
        </p:nvSpPr>
        <p:spPr/>
        <p:txBody>
          <a:bodyPr/>
          <a:lstStyle/>
          <a:p>
            <a:pPr lvl="0"/>
            <a:fld id="{02B8FB8E-1F6B-40A8-92F2-62696E1B5E1D}" type="slidenum">
              <a:rPr lang="fr-FR" smtClean="0"/>
              <a:t>18</a:t>
            </a:fld>
            <a:endParaRPr lang="fr-FR"/>
          </a:p>
        </p:txBody>
      </p:sp>
    </p:spTree>
    <p:extLst>
      <p:ext uri="{BB962C8B-B14F-4D97-AF65-F5344CB8AC3E}">
        <p14:creationId xmlns:p14="http://schemas.microsoft.com/office/powerpoint/2010/main" val="3057124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arn(inVertical)">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barn(inVertical)">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barn(inVertical)">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barn(inVertical)">
                                      <p:cBhvr>
                                        <p:cTn id="31" dur="500"/>
                                        <p:tgtEl>
                                          <p:spTgt spid="18"/>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barn(inVertical)">
                                      <p:cBhvr>
                                        <p:cTn id="3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8" grpId="0"/>
      <p:bldP spid="16" grpId="0" animBg="1"/>
      <p:bldP spid="19" grpId="0" animBg="1"/>
      <p:bldP spid="20"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5B1FCA40-04AF-EC47-CA62-738295149790}"/>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D117D4C8-315E-6D11-B239-EBC92DA30E65}"/>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22C5E514-C5DA-0A55-37AE-36D1EC5315EF}"/>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8AFF931A-A487-1446-628D-A0001FE50848}"/>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507D37B5-E436-F14D-857F-C12E619DE6BB}"/>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8" name="TextBox 9">
            <a:extLst>
              <a:ext uri="{FF2B5EF4-FFF2-40B4-BE49-F238E27FC236}">
                <a16:creationId xmlns:a16="http://schemas.microsoft.com/office/drawing/2014/main" id="{F56AED82-B56C-5E79-934D-0062DE06585F}"/>
              </a:ext>
            </a:extLst>
          </p:cNvPr>
          <p:cNvSpPr txBox="1"/>
          <p:nvPr/>
        </p:nvSpPr>
        <p:spPr>
          <a:xfrm>
            <a:off x="1651378" y="1441834"/>
            <a:ext cx="5773000"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dirty="0">
                <a:solidFill>
                  <a:srgbClr val="EA906D"/>
                </a:solidFill>
                <a:latin typeface="Times New Roman" pitchFamily="18"/>
                <a:cs typeface="Times New Roman" pitchFamily="18"/>
              </a:rPr>
              <a:t>2</a:t>
            </a:r>
            <a:r>
              <a:rPr lang="fr-FR" sz="2300" b="0" i="0" u="none" strike="noStrike" kern="1200" cap="none" spc="0" baseline="0" dirty="0">
                <a:solidFill>
                  <a:srgbClr val="EA906D"/>
                </a:solidFill>
                <a:uFillTx/>
                <a:latin typeface="Times New Roman" pitchFamily="18"/>
                <a:cs typeface="Times New Roman" pitchFamily="18"/>
              </a:rPr>
              <a:t>. Gestion de</a:t>
            </a:r>
            <a:r>
              <a:rPr lang="fr-FR" sz="2300" b="0" i="0" u="none" strike="noStrike" kern="1200" cap="none" spc="0" dirty="0">
                <a:solidFill>
                  <a:srgbClr val="EA906D"/>
                </a:solidFill>
                <a:uFillTx/>
                <a:latin typeface="Times New Roman" pitchFamily="18"/>
                <a:cs typeface="Times New Roman" pitchFamily="18"/>
              </a:rPr>
              <a:t> la</a:t>
            </a:r>
            <a:r>
              <a:rPr lang="fr-FR" sz="2300" b="0" i="0" u="none" strike="noStrike" kern="1200" cap="none" spc="0" baseline="0" dirty="0">
                <a:solidFill>
                  <a:srgbClr val="EA906D"/>
                </a:solidFill>
                <a:uFillTx/>
                <a:latin typeface="Times New Roman" pitchFamily="18"/>
                <a:cs typeface="Times New Roman" pitchFamily="18"/>
              </a:rPr>
              <a:t> mémoire :</a:t>
            </a:r>
          </a:p>
        </p:txBody>
      </p:sp>
      <p:sp>
        <p:nvSpPr>
          <p:cNvPr id="9" name="TextBox 10">
            <a:extLst>
              <a:ext uri="{FF2B5EF4-FFF2-40B4-BE49-F238E27FC236}">
                <a16:creationId xmlns:a16="http://schemas.microsoft.com/office/drawing/2014/main" id="{6DD32FEA-AC1D-DA30-5B17-DDEF799F4BD0}"/>
              </a:ext>
            </a:extLst>
          </p:cNvPr>
          <p:cNvSpPr txBox="1"/>
          <p:nvPr/>
        </p:nvSpPr>
        <p:spPr>
          <a:xfrm>
            <a:off x="1146410" y="2116337"/>
            <a:ext cx="10235811" cy="1477328"/>
          </a:xfrm>
          <a:prstGeom prst="rect">
            <a:avLst/>
          </a:prstGeom>
          <a:noFill/>
          <a:ln cap="flat">
            <a:noFill/>
          </a:ln>
        </p:spPr>
        <p:txBody>
          <a:bodyPr vert="horz" wrap="square" lIns="91440" tIns="45720" rIns="91440" bIns="45720" anchor="t" anchorCtr="0" compatLnSpc="1">
            <a:spAutoFit/>
          </a:bodyPr>
          <a:lstStyle/>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dirty="0">
                <a:latin typeface="Times New Roman" pitchFamily="18"/>
                <a:cs typeface="Times New Roman" pitchFamily="18"/>
              </a:rPr>
              <a:t>L'allocation et la libération de la mémoire par les SE sont des processus complexes qui visent à optimiser l'utilisation des ressources tout en évitant les problèmes de fragmentation et de débordement de mémoire.</a:t>
            </a:r>
            <a:endParaRPr lang="fr-FR" sz="2000" b="0" i="0" u="none" strike="noStrike" kern="1200" cap="none" spc="0" baseline="0" dirty="0">
              <a:uFillTx/>
              <a:latin typeface="Times New Roman" pitchFamily="18"/>
              <a:cs typeface="Times New Roman" pitchFamily="18"/>
            </a:endParaRPr>
          </a:p>
        </p:txBody>
      </p:sp>
      <p:sp>
        <p:nvSpPr>
          <p:cNvPr id="10" name="Slide Number Placeholder 9"/>
          <p:cNvSpPr>
            <a:spLocks noGrp="1"/>
          </p:cNvSpPr>
          <p:nvPr>
            <p:ph type="sldNum" sz="quarter" idx="8"/>
          </p:nvPr>
        </p:nvSpPr>
        <p:spPr/>
        <p:txBody>
          <a:bodyPr/>
          <a:lstStyle/>
          <a:p>
            <a:pPr lvl="0"/>
            <a:fld id="{02B8FB8E-1F6B-40A8-92F2-62696E1B5E1D}" type="slidenum">
              <a:rPr lang="fr-FR" smtClean="0"/>
              <a:t>19</a:t>
            </a:fld>
            <a:endParaRPr lang="fr-FR"/>
          </a:p>
        </p:txBody>
      </p:sp>
      <p:pic>
        <p:nvPicPr>
          <p:cNvPr id="1026" name="Picture 2" descr="Gestion de la mémoire sous Linu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3103" y="3424852"/>
            <a:ext cx="2857500" cy="2857500"/>
          </a:xfrm>
          <a:prstGeom prst="rect">
            <a:avLst/>
          </a:prstGeom>
          <a:noFill/>
          <a:effectLst>
            <a:softEdge rad="508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84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wipe(down)">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6">
            <a:extLst>
              <a:ext uri="{FF2B5EF4-FFF2-40B4-BE49-F238E27FC236}">
                <a16:creationId xmlns:a16="http://schemas.microsoft.com/office/drawing/2014/main" id="{60C8047F-DF63-B0D7-D139-D48CE11D5D35}"/>
              </a:ext>
            </a:extLst>
          </p:cNvPr>
          <p:cNvGrpSpPr/>
          <p:nvPr/>
        </p:nvGrpSpPr>
        <p:grpSpPr>
          <a:xfrm>
            <a:off x="409431" y="0"/>
            <a:ext cx="286600" cy="1774200"/>
            <a:chOff x="409431" y="0"/>
            <a:chExt cx="286600" cy="1774200"/>
          </a:xfrm>
        </p:grpSpPr>
        <p:sp>
          <p:nvSpPr>
            <p:cNvPr id="4" name="Rectangle 1">
              <a:extLst>
                <a:ext uri="{FF2B5EF4-FFF2-40B4-BE49-F238E27FC236}">
                  <a16:creationId xmlns:a16="http://schemas.microsoft.com/office/drawing/2014/main" id="{6BE789BE-8B60-91AF-A975-40A6663A987F}"/>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2">
              <a:extLst>
                <a:ext uri="{FF2B5EF4-FFF2-40B4-BE49-F238E27FC236}">
                  <a16:creationId xmlns:a16="http://schemas.microsoft.com/office/drawing/2014/main" id="{76B6AC40-9109-4993-73F8-0A0761618B45}"/>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6" name="Oval 3">
              <a:extLst>
                <a:ext uri="{FF2B5EF4-FFF2-40B4-BE49-F238E27FC236}">
                  <a16:creationId xmlns:a16="http://schemas.microsoft.com/office/drawing/2014/main" id="{D3005B9B-E81D-BA03-B11B-E89242965D70}"/>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7" name="Rectangle 7">
            <a:extLst>
              <a:ext uri="{FF2B5EF4-FFF2-40B4-BE49-F238E27FC236}">
                <a16:creationId xmlns:a16="http://schemas.microsoft.com/office/drawing/2014/main" id="{2132679F-CD0E-D631-F009-2AA9108F4606}"/>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8" name="TextBox 8">
            <a:extLst>
              <a:ext uri="{FF2B5EF4-FFF2-40B4-BE49-F238E27FC236}">
                <a16:creationId xmlns:a16="http://schemas.microsoft.com/office/drawing/2014/main" id="{9814E815-37DB-EA7F-655B-6A569CA12542}"/>
              </a:ext>
            </a:extLst>
          </p:cNvPr>
          <p:cNvSpPr txBox="1"/>
          <p:nvPr/>
        </p:nvSpPr>
        <p:spPr>
          <a:xfrm>
            <a:off x="1576315" y="912159"/>
            <a:ext cx="6571399" cy="430883"/>
          </a:xfrm>
          <a:prstGeom prst="rect">
            <a:avLst/>
          </a:prstGeom>
          <a:noFill/>
          <a:ln cap="flat">
            <a:noFill/>
          </a:ln>
        </p:spPr>
        <p:txBody>
          <a:bodyPr vert="horz" wrap="square" lIns="91440" tIns="45720" rIns="91440" bIns="45720" anchor="t" anchorCtr="0" compatLnSpc="1">
            <a:spAutoFit/>
          </a:bodyPr>
          <a:lstStyle/>
          <a:p>
            <a:pPr marL="342900" lvl="0" indent="-342900">
              <a:buSzPct val="100000"/>
              <a:buFont typeface="Wingdings" pitchFamily="2"/>
              <a:buChar char="Ø"/>
              <a:defRPr sz="1800" b="0" i="0" u="none" strike="noStrike" kern="0" cap="none" spc="0" baseline="0">
                <a:solidFill>
                  <a:srgbClr val="000000"/>
                </a:solidFill>
                <a:uFillTx/>
              </a:defRPr>
            </a:pPr>
            <a:r>
              <a:rPr lang="fr-FR" sz="2200" dirty="0">
                <a:solidFill>
                  <a:srgbClr val="2B2A4C"/>
                </a:solidFill>
                <a:latin typeface="Times New Roman" pitchFamily="18"/>
                <a:cs typeface="Times New Roman" pitchFamily="18"/>
              </a:rPr>
              <a:t>Mécanismes et stratégies utilisés </a:t>
            </a:r>
            <a:r>
              <a:rPr lang="fr-FR" sz="2200" b="0" i="0" u="none" strike="noStrike" kern="1200" cap="none" spc="0" baseline="0" dirty="0">
                <a:solidFill>
                  <a:srgbClr val="2B2A4C"/>
                </a:solidFill>
                <a:uFillTx/>
                <a:latin typeface="Times New Roman" pitchFamily="18"/>
                <a:cs typeface="Times New Roman" pitchFamily="18"/>
              </a:rPr>
              <a:t>:</a:t>
            </a:r>
          </a:p>
        </p:txBody>
      </p:sp>
      <p:sp>
        <p:nvSpPr>
          <p:cNvPr id="12" name="TextBox 15">
            <a:extLst>
              <a:ext uri="{FF2B5EF4-FFF2-40B4-BE49-F238E27FC236}">
                <a16:creationId xmlns:a16="http://schemas.microsoft.com/office/drawing/2014/main" id="{304FBD45-D3A0-B823-1D05-C292D238D1BB}"/>
              </a:ext>
            </a:extLst>
          </p:cNvPr>
          <p:cNvSpPr txBox="1"/>
          <p:nvPr/>
        </p:nvSpPr>
        <p:spPr>
          <a:xfrm>
            <a:off x="2765961" y="2126572"/>
            <a:ext cx="6134673"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Allocation de la mémoire</a:t>
            </a:r>
            <a:br>
              <a:rPr lang="fr-FR" sz="2000" b="0" i="0" u="none" strike="noStrike" kern="1200" cap="none" spc="0" baseline="0" dirty="0">
                <a:solidFill>
                  <a:srgbClr val="000000"/>
                </a:solidFill>
                <a:uFillTx/>
                <a:latin typeface="Times New Roman" pitchFamily="18"/>
                <a:cs typeface="Times New Roman" pitchFamily="18"/>
              </a:rPr>
            </a:br>
            <a:endParaRPr lang="fr-FR" sz="2000" b="0" i="0" u="none" strike="noStrike" kern="1200" cap="none" spc="0" baseline="0" dirty="0">
              <a:solidFill>
                <a:srgbClr val="000000"/>
              </a:solidFill>
              <a:uFillTx/>
              <a:latin typeface="Times New Roman" pitchFamily="18"/>
              <a:cs typeface="Times New Roman" pitchFamily="18"/>
            </a:endParaRPr>
          </a:p>
        </p:txBody>
      </p:sp>
      <p:sp>
        <p:nvSpPr>
          <p:cNvPr id="13" name="TextBox 16">
            <a:extLst>
              <a:ext uri="{FF2B5EF4-FFF2-40B4-BE49-F238E27FC236}">
                <a16:creationId xmlns:a16="http://schemas.microsoft.com/office/drawing/2014/main" id="{C931A041-CF43-D16B-27A8-69134C569B82}"/>
              </a:ext>
            </a:extLst>
          </p:cNvPr>
          <p:cNvSpPr txBox="1"/>
          <p:nvPr/>
        </p:nvSpPr>
        <p:spPr>
          <a:xfrm>
            <a:off x="4136420" y="2984409"/>
            <a:ext cx="3909777" cy="707886"/>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Gestion des pages</a:t>
            </a:r>
            <a:br>
              <a:rPr lang="fr-FR" sz="2000" b="0" i="0" u="none" strike="noStrike" kern="1200" cap="none" spc="0" baseline="0" dirty="0">
                <a:solidFill>
                  <a:srgbClr val="000000"/>
                </a:solidFill>
                <a:uFillTx/>
                <a:latin typeface="Times New Roman" pitchFamily="18"/>
                <a:cs typeface="Times New Roman" pitchFamily="18"/>
              </a:rPr>
            </a:br>
            <a:endParaRPr lang="fr-FR" sz="2000" b="0" i="0" u="none" strike="noStrike" kern="1200" cap="none" spc="0" baseline="0" dirty="0">
              <a:solidFill>
                <a:srgbClr val="000000"/>
              </a:solidFill>
              <a:uFillTx/>
              <a:latin typeface="Times New Roman" pitchFamily="18"/>
              <a:cs typeface="Times New Roman" pitchFamily="18"/>
            </a:endParaRPr>
          </a:p>
        </p:txBody>
      </p:sp>
      <p:sp>
        <p:nvSpPr>
          <p:cNvPr id="14" name="TextBox 17">
            <a:extLst>
              <a:ext uri="{FF2B5EF4-FFF2-40B4-BE49-F238E27FC236}">
                <a16:creationId xmlns:a16="http://schemas.microsoft.com/office/drawing/2014/main" id="{9DB10F64-63E3-231E-1A17-72FF7B826D44}"/>
              </a:ext>
            </a:extLst>
          </p:cNvPr>
          <p:cNvSpPr txBox="1"/>
          <p:nvPr/>
        </p:nvSpPr>
        <p:spPr>
          <a:xfrm>
            <a:off x="2765961" y="3806407"/>
            <a:ext cx="6393978" cy="70788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Stratégies d'allocation</a:t>
            </a:r>
            <a:br>
              <a:rPr lang="fr-FR" sz="2000" b="0" i="0" u="none" strike="noStrike" kern="1200" cap="none" spc="0" baseline="0" dirty="0">
                <a:solidFill>
                  <a:srgbClr val="000000"/>
                </a:solidFill>
                <a:uFillTx/>
                <a:latin typeface="Times New Roman" pitchFamily="18"/>
                <a:cs typeface="Times New Roman" pitchFamily="18"/>
              </a:rPr>
            </a:br>
            <a:endParaRPr lang="fr-FR" sz="2000" b="0" i="0" u="none" strike="noStrike" kern="1200" cap="none" spc="0" baseline="0" dirty="0">
              <a:solidFill>
                <a:srgbClr val="000000"/>
              </a:solidFill>
              <a:uFillTx/>
              <a:latin typeface="Times New Roman" pitchFamily="18"/>
              <a:cs typeface="Times New Roman" pitchFamily="18"/>
            </a:endParaRPr>
          </a:p>
        </p:txBody>
      </p:sp>
      <p:sp>
        <p:nvSpPr>
          <p:cNvPr id="18" name="TextBox 16">
            <a:extLst>
              <a:ext uri="{FF2B5EF4-FFF2-40B4-BE49-F238E27FC236}">
                <a16:creationId xmlns:a16="http://schemas.microsoft.com/office/drawing/2014/main" id="{603D5CCC-B29A-F971-20D0-1BA3C539B29A}"/>
              </a:ext>
            </a:extLst>
          </p:cNvPr>
          <p:cNvSpPr txBox="1"/>
          <p:nvPr/>
        </p:nvSpPr>
        <p:spPr>
          <a:xfrm>
            <a:off x="4156897" y="4693079"/>
            <a:ext cx="3009336" cy="4001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Libération de la mémoire</a:t>
            </a:r>
          </a:p>
        </p:txBody>
      </p:sp>
      <p:sp>
        <p:nvSpPr>
          <p:cNvPr id="19" name="TextBox 16">
            <a:extLst>
              <a:ext uri="{FF2B5EF4-FFF2-40B4-BE49-F238E27FC236}">
                <a16:creationId xmlns:a16="http://schemas.microsoft.com/office/drawing/2014/main" id="{07EA929F-7472-D23D-B754-D56D96942CB9}"/>
              </a:ext>
            </a:extLst>
          </p:cNvPr>
          <p:cNvSpPr txBox="1"/>
          <p:nvPr/>
        </p:nvSpPr>
        <p:spPr>
          <a:xfrm>
            <a:off x="2765961" y="5513956"/>
            <a:ext cx="3009336" cy="4001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Gestion de la fragmentation</a:t>
            </a:r>
          </a:p>
        </p:txBody>
      </p:sp>
      <p:sp>
        <p:nvSpPr>
          <p:cNvPr id="24" name="Plus 23"/>
          <p:cNvSpPr/>
          <p:nvPr/>
        </p:nvSpPr>
        <p:spPr>
          <a:xfrm>
            <a:off x="2090393" y="2024792"/>
            <a:ext cx="675568" cy="704005"/>
          </a:xfrm>
          <a:prstGeom prst="mathPlus">
            <a:avLst/>
          </a:prstGeom>
          <a:solidFill>
            <a:srgbClr val="B31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Plus 24"/>
          <p:cNvSpPr/>
          <p:nvPr/>
        </p:nvSpPr>
        <p:spPr>
          <a:xfrm>
            <a:off x="3460852" y="2851629"/>
            <a:ext cx="675568" cy="704005"/>
          </a:xfrm>
          <a:prstGeom prst="mathPlus">
            <a:avLst/>
          </a:prstGeom>
          <a:solidFill>
            <a:srgbClr val="2B2A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Plus 25"/>
          <p:cNvSpPr/>
          <p:nvPr/>
        </p:nvSpPr>
        <p:spPr>
          <a:xfrm>
            <a:off x="2090393" y="3673623"/>
            <a:ext cx="675568" cy="704005"/>
          </a:xfrm>
          <a:prstGeom prst="mathPlus">
            <a:avLst/>
          </a:prstGeom>
          <a:solidFill>
            <a:srgbClr val="EA90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Plus 26"/>
          <p:cNvSpPr/>
          <p:nvPr/>
        </p:nvSpPr>
        <p:spPr>
          <a:xfrm>
            <a:off x="3460852" y="4577626"/>
            <a:ext cx="675568" cy="704005"/>
          </a:xfrm>
          <a:prstGeom prst="mathPlus">
            <a:avLst/>
          </a:prstGeom>
          <a:solidFill>
            <a:srgbClr val="EDE2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Plus 27"/>
          <p:cNvSpPr/>
          <p:nvPr/>
        </p:nvSpPr>
        <p:spPr>
          <a:xfrm>
            <a:off x="2090393" y="5404463"/>
            <a:ext cx="675568" cy="704005"/>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Slide Number Placeholder 31"/>
          <p:cNvSpPr>
            <a:spLocks noGrp="1"/>
          </p:cNvSpPr>
          <p:nvPr>
            <p:ph type="sldNum" sz="quarter" idx="8"/>
          </p:nvPr>
        </p:nvSpPr>
        <p:spPr/>
        <p:txBody>
          <a:bodyPr/>
          <a:lstStyle/>
          <a:p>
            <a:pPr lvl="0"/>
            <a:fld id="{02B8FB8E-1F6B-40A8-92F2-62696E1B5E1D}" type="slidenum">
              <a:rPr lang="fr-FR" smtClean="0"/>
              <a:t>20</a:t>
            </a:fld>
            <a:endParaRPr lang="fr-FR"/>
          </a:p>
        </p:txBody>
      </p:sp>
    </p:spTree>
    <p:extLst>
      <p:ext uri="{BB962C8B-B14F-4D97-AF65-F5344CB8AC3E}">
        <p14:creationId xmlns:p14="http://schemas.microsoft.com/office/powerpoint/2010/main" val="270518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arn(inVertical)">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barn(inVertical)">
                                      <p:cBhvr>
                                        <p:cTn id="18" dur="500"/>
                                        <p:tgtEl>
                                          <p:spTgt spid="25"/>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barn(inVertical)">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barn(inVertical)">
                                      <p:cBhvr>
                                        <p:cTn id="31" dur="500"/>
                                        <p:tgtEl>
                                          <p:spTgt spid="18"/>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barn(inVertical)">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barn(inVertical)">
                                      <p:cBhvr>
                                        <p:cTn id="39" dur="500"/>
                                        <p:tgtEl>
                                          <p:spTgt spid="28"/>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barn(inVertical)">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8" grpId="0"/>
      <p:bldP spid="19" grpId="0"/>
      <p:bldP spid="24" grpId="0" animBg="1"/>
      <p:bldP spid="25" grpId="0" animBg="1"/>
      <p:bldP spid="26" grpId="0" animBg="1"/>
      <p:bldP spid="27" grpId="0" animBg="1"/>
      <p:bldP spid="2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5B1FCA40-04AF-EC47-CA62-738295149790}"/>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D117D4C8-315E-6D11-B239-EBC92DA30E65}"/>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22C5E514-C5DA-0A55-37AE-36D1EC5315EF}"/>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8AFF931A-A487-1446-628D-A0001FE50848}"/>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507D37B5-E436-F14D-857F-C12E619DE6BB}"/>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623F7CA8-550F-65C4-051D-A35E27994119}"/>
              </a:ext>
            </a:extLst>
          </p:cNvPr>
          <p:cNvSpPr txBox="1"/>
          <p:nvPr/>
        </p:nvSpPr>
        <p:spPr>
          <a:xfrm>
            <a:off x="1296536" y="532263"/>
            <a:ext cx="7287905" cy="800218"/>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800" b="0" i="0" u="none" strike="noStrike" kern="1200" cap="none" spc="0" baseline="0" dirty="0">
                <a:solidFill>
                  <a:srgbClr val="B31313"/>
                </a:solidFill>
                <a:uFillTx/>
                <a:latin typeface="Times New Roman" pitchFamily="18"/>
                <a:cs typeface="Times New Roman" pitchFamily="18"/>
              </a:rPr>
              <a:t>IV. Impacts &amp; Enjeux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800" b="0" i="0" u="none" strike="noStrike" kern="1200" cap="none" spc="0" baseline="0" dirty="0">
                <a:solidFill>
                  <a:srgbClr val="000000"/>
                </a:solidFill>
                <a:uFillTx/>
                <a:latin typeface="Calibri"/>
              </a:rPr>
              <a:t> </a:t>
            </a:r>
          </a:p>
        </p:txBody>
      </p:sp>
      <p:sp>
        <p:nvSpPr>
          <p:cNvPr id="8" name="TextBox 9">
            <a:extLst>
              <a:ext uri="{FF2B5EF4-FFF2-40B4-BE49-F238E27FC236}">
                <a16:creationId xmlns:a16="http://schemas.microsoft.com/office/drawing/2014/main" id="{F56AED82-B56C-5E79-934D-0062DE06585F}"/>
              </a:ext>
            </a:extLst>
          </p:cNvPr>
          <p:cNvSpPr txBox="1"/>
          <p:nvPr/>
        </p:nvSpPr>
        <p:spPr>
          <a:xfrm>
            <a:off x="1651378" y="1228295"/>
            <a:ext cx="5773000"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b="0" i="0" u="none" strike="noStrike" kern="1200" cap="none" spc="0" baseline="0" dirty="0">
                <a:solidFill>
                  <a:srgbClr val="EA906D"/>
                </a:solidFill>
                <a:uFillTx/>
                <a:latin typeface="Times New Roman" pitchFamily="18"/>
                <a:cs typeface="Times New Roman" pitchFamily="18"/>
              </a:rPr>
              <a:t>1. </a:t>
            </a:r>
            <a:r>
              <a:rPr lang="fr-FR" sz="2300" dirty="0">
                <a:solidFill>
                  <a:srgbClr val="EA906D"/>
                </a:solidFill>
                <a:latin typeface="Times New Roman" pitchFamily="18"/>
                <a:cs typeface="Times New Roman" pitchFamily="18"/>
              </a:rPr>
              <a:t>Performance</a:t>
            </a:r>
            <a:r>
              <a:rPr lang="fr-FR" sz="2300" b="0" i="0" u="none" strike="noStrike" kern="1200" cap="none" spc="0" baseline="0" dirty="0">
                <a:solidFill>
                  <a:srgbClr val="EA906D"/>
                </a:solidFill>
                <a:uFillTx/>
                <a:latin typeface="Times New Roman" pitchFamily="18"/>
                <a:cs typeface="Times New Roman" pitchFamily="18"/>
              </a:rPr>
              <a:t> :</a:t>
            </a:r>
          </a:p>
        </p:txBody>
      </p:sp>
      <p:sp>
        <p:nvSpPr>
          <p:cNvPr id="9" name="TextBox 10">
            <a:extLst>
              <a:ext uri="{FF2B5EF4-FFF2-40B4-BE49-F238E27FC236}">
                <a16:creationId xmlns:a16="http://schemas.microsoft.com/office/drawing/2014/main" id="{6DD32FEA-AC1D-DA30-5B17-DDEF799F4BD0}"/>
              </a:ext>
            </a:extLst>
          </p:cNvPr>
          <p:cNvSpPr txBox="1"/>
          <p:nvPr/>
        </p:nvSpPr>
        <p:spPr>
          <a:xfrm>
            <a:off x="1064529" y="1797362"/>
            <a:ext cx="10235811" cy="1427955"/>
          </a:xfrm>
          <a:prstGeom prst="rect">
            <a:avLst/>
          </a:prstGeom>
          <a:noFill/>
          <a:ln cap="flat">
            <a:noFill/>
          </a:ln>
        </p:spPr>
        <p:txBody>
          <a:bodyPr vert="horz" wrap="square" lIns="91440" tIns="45720" rIns="91440" bIns="45720" anchor="t" anchorCtr="0" compatLnSpc="1">
            <a:spAutoFit/>
          </a:bodyPr>
          <a:lstStyle/>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dirty="0">
                <a:latin typeface="Times New Roman" panose="02020603050405020304" pitchFamily="18" charset="0"/>
                <a:cs typeface="Times New Roman" panose="02020603050405020304" pitchFamily="18" charset="0"/>
              </a:rPr>
              <a:t>Dans le domaine de l'informatique, les performances des systèmes revêtent une haute importance pour assurer le bon fonctionnement et la satisfaction des utilisateurs. Les performances d'un système d’exploitation se mesurent généralement par :</a:t>
            </a:r>
            <a:endParaRPr lang="fr-FR" sz="2000" b="0" i="0" u="none" strike="noStrike" kern="1200" cap="none" spc="0" baseline="0" dirty="0">
              <a:solidFill>
                <a:srgbClr val="2B2A4C"/>
              </a:solidFill>
              <a:uFillTx/>
              <a:latin typeface="Times New Roman" panose="02020603050405020304" pitchFamily="18" charset="0"/>
              <a:cs typeface="Times New Roman" panose="02020603050405020304" pitchFamily="18" charset="0"/>
            </a:endParaRPr>
          </a:p>
        </p:txBody>
      </p:sp>
      <p:grpSp>
        <p:nvGrpSpPr>
          <p:cNvPr id="10" name="Group 9"/>
          <p:cNvGrpSpPr/>
          <p:nvPr/>
        </p:nvGrpSpPr>
        <p:grpSpPr>
          <a:xfrm>
            <a:off x="2251883" y="3739486"/>
            <a:ext cx="7108454" cy="2087111"/>
            <a:chOff x="1830830" y="2232405"/>
            <a:chExt cx="8396878" cy="2393190"/>
          </a:xfrm>
        </p:grpSpPr>
        <p:sp>
          <p:nvSpPr>
            <p:cNvPr id="11" name="Google Shape;73;p13">
              <a:extLst>
                <a:ext uri="{FF2B5EF4-FFF2-40B4-BE49-F238E27FC236}">
                  <a16:creationId xmlns:a16="http://schemas.microsoft.com/office/drawing/2014/main" id="{002EA725-1EB5-1C8B-0F0F-6E84E2BFF3A3}"/>
                </a:ext>
              </a:extLst>
            </p:cNvPr>
            <p:cNvSpPr txBox="1"/>
            <p:nvPr/>
          </p:nvSpPr>
          <p:spPr>
            <a:xfrm>
              <a:off x="2729295" y="2919165"/>
              <a:ext cx="2193000" cy="787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000" dirty="0">
                  <a:solidFill>
                    <a:schemeClr val="dk1"/>
                  </a:solidFill>
                  <a:latin typeface="Times New Roman" panose="02020603050405020304" pitchFamily="18" charset="0"/>
                  <a:ea typeface="Quantico"/>
                  <a:cs typeface="Times New Roman" panose="02020603050405020304" pitchFamily="18" charset="0"/>
                  <a:sym typeface="Quantico"/>
                </a:rPr>
                <a:t>Performances d'un système</a:t>
              </a:r>
              <a:endParaRPr sz="2000" dirty="0">
                <a:solidFill>
                  <a:schemeClr val="dk1"/>
                </a:solidFill>
                <a:latin typeface="Times New Roman" panose="02020603050405020304" pitchFamily="18" charset="0"/>
                <a:ea typeface="Quantico"/>
                <a:cs typeface="Times New Roman" panose="02020603050405020304" pitchFamily="18" charset="0"/>
                <a:sym typeface="Quantico"/>
              </a:endParaRPr>
            </a:p>
          </p:txBody>
        </p:sp>
        <p:sp>
          <p:nvSpPr>
            <p:cNvPr id="12" name="Google Shape;74;p13">
              <a:extLst>
                <a:ext uri="{FF2B5EF4-FFF2-40B4-BE49-F238E27FC236}">
                  <a16:creationId xmlns:a16="http://schemas.microsoft.com/office/drawing/2014/main" id="{591F92D9-1B15-E8C4-612C-D30AF4A2AB72}"/>
                </a:ext>
              </a:extLst>
            </p:cNvPr>
            <p:cNvSpPr/>
            <p:nvPr/>
          </p:nvSpPr>
          <p:spPr>
            <a:xfrm>
              <a:off x="1830830" y="2961037"/>
              <a:ext cx="661970" cy="659168"/>
            </a:xfrm>
            <a:custGeom>
              <a:avLst/>
              <a:gdLst/>
              <a:ahLst/>
              <a:cxnLst/>
              <a:rect l="l" t="t" r="r" b="b"/>
              <a:pathLst>
                <a:path w="11348" h="11300" extrusionOk="0">
                  <a:moveTo>
                    <a:pt x="7752" y="846"/>
                  </a:moveTo>
                  <a:cubicBezTo>
                    <a:pt x="7978" y="846"/>
                    <a:pt x="8133" y="1025"/>
                    <a:pt x="8133" y="1239"/>
                  </a:cubicBezTo>
                  <a:lnTo>
                    <a:pt x="8133" y="4001"/>
                  </a:lnTo>
                  <a:lnTo>
                    <a:pt x="4252" y="4001"/>
                  </a:lnTo>
                  <a:cubicBezTo>
                    <a:pt x="3763" y="4001"/>
                    <a:pt x="3359" y="4406"/>
                    <a:pt x="3359" y="4894"/>
                  </a:cubicBezTo>
                  <a:lnTo>
                    <a:pt x="3359" y="4990"/>
                  </a:lnTo>
                  <a:lnTo>
                    <a:pt x="1168" y="4990"/>
                  </a:lnTo>
                  <a:lnTo>
                    <a:pt x="1168" y="5001"/>
                  </a:lnTo>
                  <a:cubicBezTo>
                    <a:pt x="942" y="5001"/>
                    <a:pt x="787" y="4823"/>
                    <a:pt x="787" y="4609"/>
                  </a:cubicBezTo>
                  <a:lnTo>
                    <a:pt x="787" y="1239"/>
                  </a:lnTo>
                  <a:cubicBezTo>
                    <a:pt x="787" y="1013"/>
                    <a:pt x="965" y="846"/>
                    <a:pt x="1168" y="846"/>
                  </a:cubicBezTo>
                  <a:close/>
                  <a:moveTo>
                    <a:pt x="3370" y="6621"/>
                  </a:moveTo>
                  <a:lnTo>
                    <a:pt x="3370" y="6978"/>
                  </a:lnTo>
                  <a:lnTo>
                    <a:pt x="3180" y="6978"/>
                  </a:lnTo>
                  <a:lnTo>
                    <a:pt x="3370" y="6621"/>
                  </a:lnTo>
                  <a:close/>
                  <a:moveTo>
                    <a:pt x="3382" y="7335"/>
                  </a:moveTo>
                  <a:lnTo>
                    <a:pt x="3382" y="7490"/>
                  </a:lnTo>
                  <a:lnTo>
                    <a:pt x="2644" y="7490"/>
                  </a:lnTo>
                  <a:cubicBezTo>
                    <a:pt x="2597" y="7490"/>
                    <a:pt x="2573" y="7454"/>
                    <a:pt x="2573" y="7407"/>
                  </a:cubicBezTo>
                  <a:cubicBezTo>
                    <a:pt x="2573" y="7383"/>
                    <a:pt x="2585" y="7371"/>
                    <a:pt x="2597" y="7347"/>
                  </a:cubicBezTo>
                  <a:cubicBezTo>
                    <a:pt x="2620" y="7335"/>
                    <a:pt x="2632" y="7335"/>
                    <a:pt x="2656" y="7335"/>
                  </a:cubicBezTo>
                  <a:close/>
                  <a:moveTo>
                    <a:pt x="8966" y="8276"/>
                  </a:moveTo>
                  <a:cubicBezTo>
                    <a:pt x="9062" y="8276"/>
                    <a:pt x="9133" y="8347"/>
                    <a:pt x="9133" y="8442"/>
                  </a:cubicBezTo>
                  <a:lnTo>
                    <a:pt x="9133" y="8573"/>
                  </a:lnTo>
                  <a:cubicBezTo>
                    <a:pt x="9109" y="8573"/>
                    <a:pt x="9074" y="8561"/>
                    <a:pt x="9038" y="8561"/>
                  </a:cubicBezTo>
                  <a:lnTo>
                    <a:pt x="7454" y="8561"/>
                  </a:lnTo>
                  <a:cubicBezTo>
                    <a:pt x="7419" y="8561"/>
                    <a:pt x="7395" y="8561"/>
                    <a:pt x="7359" y="8573"/>
                  </a:cubicBezTo>
                  <a:lnTo>
                    <a:pt x="7359" y="8442"/>
                  </a:lnTo>
                  <a:cubicBezTo>
                    <a:pt x="7359" y="8347"/>
                    <a:pt x="7430" y="8276"/>
                    <a:pt x="7526" y="8276"/>
                  </a:cubicBezTo>
                  <a:close/>
                  <a:moveTo>
                    <a:pt x="9883" y="4347"/>
                  </a:moveTo>
                  <a:cubicBezTo>
                    <a:pt x="10193" y="4347"/>
                    <a:pt x="10443" y="4597"/>
                    <a:pt x="10443" y="4906"/>
                  </a:cubicBezTo>
                  <a:lnTo>
                    <a:pt x="10443" y="9276"/>
                  </a:lnTo>
                  <a:lnTo>
                    <a:pt x="9478" y="9276"/>
                  </a:lnTo>
                  <a:lnTo>
                    <a:pt x="9478" y="9109"/>
                  </a:lnTo>
                  <a:lnTo>
                    <a:pt x="9764" y="9109"/>
                  </a:lnTo>
                  <a:cubicBezTo>
                    <a:pt x="10038" y="9109"/>
                    <a:pt x="10264" y="8883"/>
                    <a:pt x="10264" y="8597"/>
                  </a:cubicBezTo>
                  <a:lnTo>
                    <a:pt x="10264" y="5942"/>
                  </a:lnTo>
                  <a:cubicBezTo>
                    <a:pt x="10264" y="5847"/>
                    <a:pt x="10193" y="5775"/>
                    <a:pt x="10097" y="5775"/>
                  </a:cubicBezTo>
                  <a:cubicBezTo>
                    <a:pt x="10014" y="5775"/>
                    <a:pt x="9931" y="5847"/>
                    <a:pt x="9931" y="5942"/>
                  </a:cubicBezTo>
                  <a:lnTo>
                    <a:pt x="9931" y="8585"/>
                  </a:lnTo>
                  <a:cubicBezTo>
                    <a:pt x="9931" y="8680"/>
                    <a:pt x="9859" y="8752"/>
                    <a:pt x="9764" y="8752"/>
                  </a:cubicBezTo>
                  <a:lnTo>
                    <a:pt x="9478" y="8752"/>
                  </a:lnTo>
                  <a:lnTo>
                    <a:pt x="9478" y="8419"/>
                  </a:lnTo>
                  <a:cubicBezTo>
                    <a:pt x="9478" y="8157"/>
                    <a:pt x="9252" y="7918"/>
                    <a:pt x="8966" y="7918"/>
                  </a:cubicBezTo>
                  <a:lnTo>
                    <a:pt x="7526" y="7918"/>
                  </a:lnTo>
                  <a:cubicBezTo>
                    <a:pt x="7264" y="7918"/>
                    <a:pt x="7026" y="8145"/>
                    <a:pt x="7026" y="8419"/>
                  </a:cubicBezTo>
                  <a:lnTo>
                    <a:pt x="7026" y="8752"/>
                  </a:lnTo>
                  <a:lnTo>
                    <a:pt x="4382" y="8752"/>
                  </a:lnTo>
                  <a:cubicBezTo>
                    <a:pt x="4299" y="8752"/>
                    <a:pt x="4204" y="8680"/>
                    <a:pt x="4204" y="8585"/>
                  </a:cubicBezTo>
                  <a:lnTo>
                    <a:pt x="4204" y="5121"/>
                  </a:lnTo>
                  <a:cubicBezTo>
                    <a:pt x="4204" y="5025"/>
                    <a:pt x="4287" y="4942"/>
                    <a:pt x="4382" y="4942"/>
                  </a:cubicBezTo>
                  <a:lnTo>
                    <a:pt x="9740" y="4942"/>
                  </a:lnTo>
                  <a:cubicBezTo>
                    <a:pt x="9836" y="4942"/>
                    <a:pt x="9919" y="5013"/>
                    <a:pt x="9919" y="5121"/>
                  </a:cubicBezTo>
                  <a:lnTo>
                    <a:pt x="9919" y="5251"/>
                  </a:lnTo>
                  <a:cubicBezTo>
                    <a:pt x="9919" y="5347"/>
                    <a:pt x="10002" y="5418"/>
                    <a:pt x="10086" y="5418"/>
                  </a:cubicBezTo>
                  <a:cubicBezTo>
                    <a:pt x="10181" y="5418"/>
                    <a:pt x="10252" y="5347"/>
                    <a:pt x="10252" y="5251"/>
                  </a:cubicBezTo>
                  <a:lnTo>
                    <a:pt x="10252" y="5121"/>
                  </a:lnTo>
                  <a:cubicBezTo>
                    <a:pt x="10252" y="4835"/>
                    <a:pt x="10026" y="4609"/>
                    <a:pt x="9740" y="4609"/>
                  </a:cubicBezTo>
                  <a:lnTo>
                    <a:pt x="4382" y="4609"/>
                  </a:lnTo>
                  <a:cubicBezTo>
                    <a:pt x="4109" y="4609"/>
                    <a:pt x="3882" y="4835"/>
                    <a:pt x="3882" y="5121"/>
                  </a:cubicBezTo>
                  <a:lnTo>
                    <a:pt x="3882" y="8585"/>
                  </a:lnTo>
                  <a:cubicBezTo>
                    <a:pt x="3882" y="8871"/>
                    <a:pt x="4109" y="9097"/>
                    <a:pt x="4382" y="9097"/>
                  </a:cubicBezTo>
                  <a:lnTo>
                    <a:pt x="7026" y="9097"/>
                  </a:lnTo>
                  <a:lnTo>
                    <a:pt x="7026" y="9252"/>
                  </a:lnTo>
                  <a:lnTo>
                    <a:pt x="3716" y="9252"/>
                  </a:lnTo>
                  <a:lnTo>
                    <a:pt x="3716" y="4906"/>
                  </a:lnTo>
                  <a:cubicBezTo>
                    <a:pt x="3716" y="4597"/>
                    <a:pt x="3966" y="4347"/>
                    <a:pt x="4287" y="4347"/>
                  </a:cubicBezTo>
                  <a:close/>
                  <a:moveTo>
                    <a:pt x="7038" y="9597"/>
                  </a:moveTo>
                  <a:lnTo>
                    <a:pt x="7038" y="10002"/>
                  </a:lnTo>
                  <a:lnTo>
                    <a:pt x="3549" y="10002"/>
                  </a:lnTo>
                  <a:cubicBezTo>
                    <a:pt x="3539" y="10003"/>
                    <a:pt x="3529" y="10004"/>
                    <a:pt x="3520" y="10004"/>
                  </a:cubicBezTo>
                  <a:cubicBezTo>
                    <a:pt x="3434" y="10004"/>
                    <a:pt x="3351" y="9959"/>
                    <a:pt x="3287" y="9895"/>
                  </a:cubicBezTo>
                  <a:cubicBezTo>
                    <a:pt x="3216" y="9823"/>
                    <a:pt x="3168" y="9716"/>
                    <a:pt x="3168" y="9609"/>
                  </a:cubicBezTo>
                  <a:cubicBezTo>
                    <a:pt x="3168" y="9597"/>
                    <a:pt x="3168" y="9597"/>
                    <a:pt x="3180" y="9597"/>
                  </a:cubicBezTo>
                  <a:close/>
                  <a:moveTo>
                    <a:pt x="10990" y="9609"/>
                  </a:moveTo>
                  <a:lnTo>
                    <a:pt x="10990" y="9633"/>
                  </a:lnTo>
                  <a:cubicBezTo>
                    <a:pt x="10979" y="9835"/>
                    <a:pt x="10812" y="10014"/>
                    <a:pt x="10598" y="10014"/>
                  </a:cubicBezTo>
                  <a:lnTo>
                    <a:pt x="9478" y="10014"/>
                  </a:lnTo>
                  <a:lnTo>
                    <a:pt x="9478" y="9609"/>
                  </a:lnTo>
                  <a:close/>
                  <a:moveTo>
                    <a:pt x="9050" y="8883"/>
                  </a:moveTo>
                  <a:cubicBezTo>
                    <a:pt x="9085" y="8883"/>
                    <a:pt x="9133" y="8931"/>
                    <a:pt x="9133" y="8978"/>
                  </a:cubicBezTo>
                  <a:lnTo>
                    <a:pt x="9133" y="10240"/>
                  </a:lnTo>
                  <a:cubicBezTo>
                    <a:pt x="9133" y="10288"/>
                    <a:pt x="9085" y="10324"/>
                    <a:pt x="9050" y="10324"/>
                  </a:cubicBezTo>
                  <a:lnTo>
                    <a:pt x="7454" y="10324"/>
                  </a:lnTo>
                  <a:cubicBezTo>
                    <a:pt x="7407" y="10324"/>
                    <a:pt x="7359" y="10288"/>
                    <a:pt x="7359" y="10240"/>
                  </a:cubicBezTo>
                  <a:lnTo>
                    <a:pt x="7359" y="10181"/>
                  </a:lnTo>
                  <a:lnTo>
                    <a:pt x="7359" y="8978"/>
                  </a:lnTo>
                  <a:cubicBezTo>
                    <a:pt x="7359" y="8931"/>
                    <a:pt x="7407" y="8883"/>
                    <a:pt x="7454" y="8883"/>
                  </a:cubicBezTo>
                  <a:close/>
                  <a:moveTo>
                    <a:pt x="9133" y="10645"/>
                  </a:moveTo>
                  <a:lnTo>
                    <a:pt x="9133" y="10776"/>
                  </a:lnTo>
                  <a:cubicBezTo>
                    <a:pt x="9133" y="10859"/>
                    <a:pt x="9062" y="10943"/>
                    <a:pt x="8966" y="10943"/>
                  </a:cubicBezTo>
                  <a:lnTo>
                    <a:pt x="7526" y="10943"/>
                  </a:lnTo>
                  <a:cubicBezTo>
                    <a:pt x="7442" y="10943"/>
                    <a:pt x="7359" y="10859"/>
                    <a:pt x="7359" y="10776"/>
                  </a:cubicBezTo>
                  <a:lnTo>
                    <a:pt x="7359" y="10645"/>
                  </a:lnTo>
                  <a:cubicBezTo>
                    <a:pt x="7395" y="10645"/>
                    <a:pt x="7419" y="10657"/>
                    <a:pt x="7454" y="10657"/>
                  </a:cubicBezTo>
                  <a:lnTo>
                    <a:pt x="9050" y="10657"/>
                  </a:lnTo>
                  <a:cubicBezTo>
                    <a:pt x="9074" y="10657"/>
                    <a:pt x="9109" y="10657"/>
                    <a:pt x="9133" y="10645"/>
                  </a:cubicBezTo>
                  <a:close/>
                  <a:moveTo>
                    <a:pt x="858" y="1"/>
                  </a:moveTo>
                  <a:cubicBezTo>
                    <a:pt x="382" y="1"/>
                    <a:pt x="1" y="382"/>
                    <a:pt x="1" y="858"/>
                  </a:cubicBezTo>
                  <a:lnTo>
                    <a:pt x="1" y="5561"/>
                  </a:lnTo>
                  <a:cubicBezTo>
                    <a:pt x="1" y="6037"/>
                    <a:pt x="382" y="6430"/>
                    <a:pt x="858" y="6430"/>
                  </a:cubicBezTo>
                  <a:lnTo>
                    <a:pt x="1334" y="6430"/>
                  </a:lnTo>
                  <a:cubicBezTo>
                    <a:pt x="1430" y="6430"/>
                    <a:pt x="1501" y="6359"/>
                    <a:pt x="1501" y="6264"/>
                  </a:cubicBezTo>
                  <a:cubicBezTo>
                    <a:pt x="1501" y="6180"/>
                    <a:pt x="1430" y="6097"/>
                    <a:pt x="1334" y="6097"/>
                  </a:cubicBezTo>
                  <a:lnTo>
                    <a:pt x="858" y="6097"/>
                  </a:lnTo>
                  <a:cubicBezTo>
                    <a:pt x="572" y="6097"/>
                    <a:pt x="334" y="5859"/>
                    <a:pt x="334" y="5585"/>
                  </a:cubicBezTo>
                  <a:lnTo>
                    <a:pt x="334" y="882"/>
                  </a:lnTo>
                  <a:cubicBezTo>
                    <a:pt x="334" y="596"/>
                    <a:pt x="572" y="358"/>
                    <a:pt x="858" y="358"/>
                  </a:cubicBezTo>
                  <a:lnTo>
                    <a:pt x="8062" y="358"/>
                  </a:lnTo>
                  <a:cubicBezTo>
                    <a:pt x="8347" y="358"/>
                    <a:pt x="8585" y="596"/>
                    <a:pt x="8585" y="882"/>
                  </a:cubicBezTo>
                  <a:lnTo>
                    <a:pt x="8585" y="4001"/>
                  </a:lnTo>
                  <a:lnTo>
                    <a:pt x="8478" y="4001"/>
                  </a:lnTo>
                  <a:lnTo>
                    <a:pt x="8478" y="1215"/>
                  </a:lnTo>
                  <a:cubicBezTo>
                    <a:pt x="8478" y="822"/>
                    <a:pt x="8157" y="489"/>
                    <a:pt x="7752" y="489"/>
                  </a:cubicBezTo>
                  <a:lnTo>
                    <a:pt x="1168" y="489"/>
                  </a:lnTo>
                  <a:cubicBezTo>
                    <a:pt x="775" y="489"/>
                    <a:pt x="442" y="822"/>
                    <a:pt x="442" y="1215"/>
                  </a:cubicBezTo>
                  <a:lnTo>
                    <a:pt x="442" y="4597"/>
                  </a:lnTo>
                  <a:cubicBezTo>
                    <a:pt x="442" y="5001"/>
                    <a:pt x="775" y="5323"/>
                    <a:pt x="1168" y="5323"/>
                  </a:cubicBezTo>
                  <a:lnTo>
                    <a:pt x="3370" y="5323"/>
                  </a:lnTo>
                  <a:lnTo>
                    <a:pt x="3370" y="6085"/>
                  </a:lnTo>
                  <a:lnTo>
                    <a:pt x="2001" y="6085"/>
                  </a:lnTo>
                  <a:cubicBezTo>
                    <a:pt x="1918" y="6085"/>
                    <a:pt x="1846" y="6156"/>
                    <a:pt x="1846" y="6252"/>
                  </a:cubicBezTo>
                  <a:cubicBezTo>
                    <a:pt x="1846" y="6335"/>
                    <a:pt x="1918" y="6418"/>
                    <a:pt x="2001" y="6418"/>
                  </a:cubicBezTo>
                  <a:lnTo>
                    <a:pt x="3109" y="6418"/>
                  </a:lnTo>
                  <a:lnTo>
                    <a:pt x="2811" y="6978"/>
                  </a:lnTo>
                  <a:lnTo>
                    <a:pt x="2656" y="6978"/>
                  </a:lnTo>
                  <a:cubicBezTo>
                    <a:pt x="2561" y="6978"/>
                    <a:pt x="2454" y="7026"/>
                    <a:pt x="2358" y="7097"/>
                  </a:cubicBezTo>
                  <a:cubicBezTo>
                    <a:pt x="2287" y="7168"/>
                    <a:pt x="2239" y="7276"/>
                    <a:pt x="2239" y="7395"/>
                  </a:cubicBezTo>
                  <a:cubicBezTo>
                    <a:pt x="2239" y="7621"/>
                    <a:pt x="2418" y="7811"/>
                    <a:pt x="2656" y="7811"/>
                  </a:cubicBezTo>
                  <a:lnTo>
                    <a:pt x="3394" y="7811"/>
                  </a:lnTo>
                  <a:lnTo>
                    <a:pt x="3394" y="9276"/>
                  </a:lnTo>
                  <a:lnTo>
                    <a:pt x="3192" y="9276"/>
                  </a:lnTo>
                  <a:cubicBezTo>
                    <a:pt x="3001" y="9276"/>
                    <a:pt x="2835" y="9431"/>
                    <a:pt x="2835" y="9633"/>
                  </a:cubicBezTo>
                  <a:cubicBezTo>
                    <a:pt x="2835" y="9823"/>
                    <a:pt x="2918" y="10002"/>
                    <a:pt x="3049" y="10145"/>
                  </a:cubicBezTo>
                  <a:cubicBezTo>
                    <a:pt x="3180" y="10288"/>
                    <a:pt x="3370" y="10359"/>
                    <a:pt x="3573" y="10359"/>
                  </a:cubicBezTo>
                  <a:lnTo>
                    <a:pt x="7049" y="10359"/>
                  </a:lnTo>
                  <a:lnTo>
                    <a:pt x="7049" y="10788"/>
                  </a:lnTo>
                  <a:cubicBezTo>
                    <a:pt x="7049" y="11062"/>
                    <a:pt x="7276" y="11300"/>
                    <a:pt x="7550" y="11300"/>
                  </a:cubicBezTo>
                  <a:lnTo>
                    <a:pt x="9002" y="11300"/>
                  </a:lnTo>
                  <a:cubicBezTo>
                    <a:pt x="9264" y="11300"/>
                    <a:pt x="9502" y="11074"/>
                    <a:pt x="9502" y="10788"/>
                  </a:cubicBezTo>
                  <a:lnTo>
                    <a:pt x="9502" y="10359"/>
                  </a:lnTo>
                  <a:lnTo>
                    <a:pt x="10621" y="10359"/>
                  </a:lnTo>
                  <a:cubicBezTo>
                    <a:pt x="11026" y="10359"/>
                    <a:pt x="11348" y="10026"/>
                    <a:pt x="11348" y="9633"/>
                  </a:cubicBezTo>
                  <a:cubicBezTo>
                    <a:pt x="11324" y="9526"/>
                    <a:pt x="11276" y="9431"/>
                    <a:pt x="11217" y="9371"/>
                  </a:cubicBezTo>
                  <a:cubicBezTo>
                    <a:pt x="11157" y="9312"/>
                    <a:pt x="11074" y="9276"/>
                    <a:pt x="10967" y="9276"/>
                  </a:cubicBezTo>
                  <a:lnTo>
                    <a:pt x="10776" y="9276"/>
                  </a:lnTo>
                  <a:lnTo>
                    <a:pt x="10776" y="4906"/>
                  </a:lnTo>
                  <a:cubicBezTo>
                    <a:pt x="10776" y="4418"/>
                    <a:pt x="10371" y="4013"/>
                    <a:pt x="9883" y="4013"/>
                  </a:cubicBezTo>
                  <a:lnTo>
                    <a:pt x="8931" y="4013"/>
                  </a:lnTo>
                  <a:lnTo>
                    <a:pt x="8931" y="858"/>
                  </a:lnTo>
                  <a:cubicBezTo>
                    <a:pt x="8931" y="382"/>
                    <a:pt x="8538" y="1"/>
                    <a:pt x="8062" y="1"/>
                  </a:cubicBezTo>
                  <a:close/>
                </a:path>
              </a:pathLst>
            </a:custGeom>
            <a:solidFill>
              <a:srgbClr val="B31313"/>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chemeClr val="dk1"/>
                </a:solidFill>
              </a:endParaRPr>
            </a:p>
          </p:txBody>
        </p:sp>
        <p:sp>
          <p:nvSpPr>
            <p:cNvPr id="13" name="Google Shape;75;p13">
              <a:extLst>
                <a:ext uri="{FF2B5EF4-FFF2-40B4-BE49-F238E27FC236}">
                  <a16:creationId xmlns:a16="http://schemas.microsoft.com/office/drawing/2014/main" id="{7D51BD1B-F51F-EC54-FD5D-C8CFC41CFCE2}"/>
                </a:ext>
              </a:extLst>
            </p:cNvPr>
            <p:cNvSpPr txBox="1"/>
            <p:nvPr/>
          </p:nvSpPr>
          <p:spPr>
            <a:xfrm>
              <a:off x="5547545" y="2232405"/>
              <a:ext cx="3672300" cy="852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000" dirty="0">
                  <a:solidFill>
                    <a:schemeClr val="dk1"/>
                  </a:solidFill>
                  <a:latin typeface="Times New Roman" panose="02020603050405020304" pitchFamily="18" charset="0"/>
                  <a:ea typeface="Quantico"/>
                  <a:cs typeface="Times New Roman" panose="02020603050405020304" pitchFamily="18" charset="0"/>
                  <a:sym typeface="Quantico"/>
                </a:rPr>
                <a:t>Capacité à exécuter efficacement les tâches</a:t>
              </a:r>
              <a:endParaRPr sz="2000" dirty="0">
                <a:solidFill>
                  <a:schemeClr val="dk1"/>
                </a:solidFill>
                <a:latin typeface="Times New Roman" panose="02020603050405020304" pitchFamily="18" charset="0"/>
                <a:ea typeface="Quantico"/>
                <a:cs typeface="Times New Roman" panose="02020603050405020304" pitchFamily="18" charset="0"/>
                <a:sym typeface="Quantico"/>
              </a:endParaRPr>
            </a:p>
          </p:txBody>
        </p:sp>
        <p:sp>
          <p:nvSpPr>
            <p:cNvPr id="14" name="Google Shape;76;p13">
              <a:extLst>
                <a:ext uri="{FF2B5EF4-FFF2-40B4-BE49-F238E27FC236}">
                  <a16:creationId xmlns:a16="http://schemas.microsoft.com/office/drawing/2014/main" id="{C0DAF822-70A4-7FFD-5814-E74BBDC9CF27}"/>
                </a:ext>
              </a:extLst>
            </p:cNvPr>
            <p:cNvSpPr txBox="1"/>
            <p:nvPr/>
          </p:nvSpPr>
          <p:spPr>
            <a:xfrm>
              <a:off x="5547545" y="3229095"/>
              <a:ext cx="4016700" cy="1396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000" dirty="0">
                  <a:solidFill>
                    <a:schemeClr val="dk1"/>
                  </a:solidFill>
                  <a:latin typeface="Times New Roman" panose="02020603050405020304" pitchFamily="18" charset="0"/>
                  <a:ea typeface="Quantico"/>
                  <a:cs typeface="Times New Roman" panose="02020603050405020304" pitchFamily="18" charset="0"/>
                  <a:sym typeface="Quantico"/>
                </a:rPr>
                <a:t>Réponse rapide avec une utilisation optimale des ressources disponibles</a:t>
              </a:r>
              <a:endParaRPr sz="2000" dirty="0">
                <a:solidFill>
                  <a:schemeClr val="dk1"/>
                </a:solidFill>
                <a:latin typeface="Times New Roman" panose="02020603050405020304" pitchFamily="18" charset="0"/>
                <a:ea typeface="Quantico"/>
                <a:cs typeface="Times New Roman" panose="02020603050405020304" pitchFamily="18" charset="0"/>
                <a:sym typeface="Quantico"/>
              </a:endParaRPr>
            </a:p>
          </p:txBody>
        </p:sp>
        <p:cxnSp>
          <p:nvCxnSpPr>
            <p:cNvPr id="15" name="Google Shape;77;p13">
              <a:extLst>
                <a:ext uri="{FF2B5EF4-FFF2-40B4-BE49-F238E27FC236}">
                  <a16:creationId xmlns:a16="http://schemas.microsoft.com/office/drawing/2014/main" id="{C22FA481-730F-7D92-C748-2912271A67CF}"/>
                </a:ext>
              </a:extLst>
            </p:cNvPr>
            <p:cNvCxnSpPr>
              <a:cxnSpLocks/>
            </p:cNvCxnSpPr>
            <p:nvPr/>
          </p:nvCxnSpPr>
          <p:spPr>
            <a:xfrm rot="10800000" flipH="1">
              <a:off x="4713749" y="2658465"/>
              <a:ext cx="625200" cy="654600"/>
            </a:xfrm>
            <a:prstGeom prst="bentConnector3">
              <a:avLst>
                <a:gd name="adj1" fmla="val 50004"/>
              </a:avLst>
            </a:prstGeom>
            <a:ln w="9525" cap="flat" cmpd="sng" algn="ctr">
              <a:solidFill>
                <a:srgbClr val="2B2A4C"/>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6" name="Google Shape;79;p13">
              <a:extLst>
                <a:ext uri="{FF2B5EF4-FFF2-40B4-BE49-F238E27FC236}">
                  <a16:creationId xmlns:a16="http://schemas.microsoft.com/office/drawing/2014/main" id="{23A27DB6-72AD-FE6C-1C68-70A00D30B2DE}"/>
                </a:ext>
              </a:extLst>
            </p:cNvPr>
            <p:cNvGrpSpPr/>
            <p:nvPr/>
          </p:nvGrpSpPr>
          <p:grpSpPr>
            <a:xfrm>
              <a:off x="9469845" y="3718078"/>
              <a:ext cx="757863" cy="459474"/>
              <a:chOff x="3961923" y="2486317"/>
              <a:chExt cx="364415" cy="220936"/>
            </a:xfrm>
            <a:solidFill>
              <a:srgbClr val="B31313"/>
            </a:solidFill>
          </p:grpSpPr>
          <p:sp>
            <p:nvSpPr>
              <p:cNvPr id="22" name="Google Shape;80;p13">
                <a:extLst>
                  <a:ext uri="{FF2B5EF4-FFF2-40B4-BE49-F238E27FC236}">
                    <a16:creationId xmlns:a16="http://schemas.microsoft.com/office/drawing/2014/main" id="{765E2BEE-0111-EDBC-6BD2-4F0EA630210B}"/>
                  </a:ext>
                </a:extLst>
              </p:cNvPr>
              <p:cNvSpPr/>
              <p:nvPr/>
            </p:nvSpPr>
            <p:spPr>
              <a:xfrm>
                <a:off x="4106764" y="2486507"/>
                <a:ext cx="219574" cy="220746"/>
              </a:xfrm>
              <a:custGeom>
                <a:avLst/>
                <a:gdLst/>
                <a:ahLst/>
                <a:cxnLst/>
                <a:rect l="l" t="t" r="r" b="b"/>
                <a:pathLst>
                  <a:path w="6931" h="6968" extrusionOk="0">
                    <a:moveTo>
                      <a:pt x="4114" y="1"/>
                    </a:moveTo>
                    <a:cubicBezTo>
                      <a:pt x="4035" y="1"/>
                      <a:pt x="3953" y="69"/>
                      <a:pt x="3942" y="157"/>
                    </a:cubicBezTo>
                    <a:cubicBezTo>
                      <a:pt x="3930" y="240"/>
                      <a:pt x="4001" y="336"/>
                      <a:pt x="4085" y="348"/>
                    </a:cubicBezTo>
                    <a:cubicBezTo>
                      <a:pt x="4906" y="455"/>
                      <a:pt x="5633" y="895"/>
                      <a:pt x="6085" y="1574"/>
                    </a:cubicBezTo>
                    <a:cubicBezTo>
                      <a:pt x="6764" y="2610"/>
                      <a:pt x="6728" y="3943"/>
                      <a:pt x="5954" y="4908"/>
                    </a:cubicBezTo>
                    <a:cubicBezTo>
                      <a:pt x="5918" y="4943"/>
                      <a:pt x="5906" y="4991"/>
                      <a:pt x="5918" y="5027"/>
                    </a:cubicBezTo>
                    <a:lnTo>
                      <a:pt x="5990" y="6539"/>
                    </a:lnTo>
                    <a:lnTo>
                      <a:pt x="5990" y="6539"/>
                    </a:lnTo>
                    <a:lnTo>
                      <a:pt x="4644" y="5896"/>
                    </a:lnTo>
                    <a:cubicBezTo>
                      <a:pt x="4609" y="5884"/>
                      <a:pt x="4561" y="5884"/>
                      <a:pt x="4525" y="5884"/>
                    </a:cubicBezTo>
                    <a:cubicBezTo>
                      <a:pt x="4272" y="5957"/>
                      <a:pt x="4014" y="5992"/>
                      <a:pt x="3758" y="5992"/>
                    </a:cubicBezTo>
                    <a:cubicBezTo>
                      <a:pt x="2969" y="5992"/>
                      <a:pt x="2201" y="5659"/>
                      <a:pt x="1644" y="5074"/>
                    </a:cubicBezTo>
                    <a:cubicBezTo>
                      <a:pt x="1584" y="5015"/>
                      <a:pt x="1549" y="4955"/>
                      <a:pt x="1501" y="4896"/>
                    </a:cubicBezTo>
                    <a:cubicBezTo>
                      <a:pt x="1453" y="4836"/>
                      <a:pt x="1430" y="4789"/>
                      <a:pt x="1382" y="4729"/>
                    </a:cubicBezTo>
                    <a:lnTo>
                      <a:pt x="1382" y="4717"/>
                    </a:lnTo>
                    <a:cubicBezTo>
                      <a:pt x="1620" y="4300"/>
                      <a:pt x="1751" y="3836"/>
                      <a:pt x="1787" y="3384"/>
                    </a:cubicBezTo>
                    <a:cubicBezTo>
                      <a:pt x="1787" y="3288"/>
                      <a:pt x="1727" y="3205"/>
                      <a:pt x="1632" y="3205"/>
                    </a:cubicBezTo>
                    <a:cubicBezTo>
                      <a:pt x="1549" y="3205"/>
                      <a:pt x="1453" y="3265"/>
                      <a:pt x="1453" y="3348"/>
                    </a:cubicBezTo>
                    <a:cubicBezTo>
                      <a:pt x="1430" y="3836"/>
                      <a:pt x="1263" y="4312"/>
                      <a:pt x="977" y="4729"/>
                    </a:cubicBezTo>
                    <a:cubicBezTo>
                      <a:pt x="739" y="5074"/>
                      <a:pt x="441" y="5360"/>
                      <a:pt x="96" y="5586"/>
                    </a:cubicBezTo>
                    <a:cubicBezTo>
                      <a:pt x="25" y="5622"/>
                      <a:pt x="1" y="5729"/>
                      <a:pt x="37" y="5801"/>
                    </a:cubicBezTo>
                    <a:cubicBezTo>
                      <a:pt x="72" y="5848"/>
                      <a:pt x="132" y="5884"/>
                      <a:pt x="191" y="5884"/>
                    </a:cubicBezTo>
                    <a:cubicBezTo>
                      <a:pt x="215" y="5884"/>
                      <a:pt x="251" y="5860"/>
                      <a:pt x="275" y="5848"/>
                    </a:cubicBezTo>
                    <a:cubicBezTo>
                      <a:pt x="632" y="5622"/>
                      <a:pt x="953" y="5348"/>
                      <a:pt x="1192" y="5015"/>
                    </a:cubicBezTo>
                    <a:cubicBezTo>
                      <a:pt x="1203" y="5051"/>
                      <a:pt x="1215" y="5062"/>
                      <a:pt x="1251" y="5086"/>
                    </a:cubicBezTo>
                    <a:cubicBezTo>
                      <a:pt x="1311" y="5170"/>
                      <a:pt x="1370" y="5229"/>
                      <a:pt x="1406" y="5301"/>
                    </a:cubicBezTo>
                    <a:cubicBezTo>
                      <a:pt x="1811" y="5729"/>
                      <a:pt x="2323" y="6039"/>
                      <a:pt x="2894" y="6205"/>
                    </a:cubicBezTo>
                    <a:cubicBezTo>
                      <a:pt x="3179" y="6284"/>
                      <a:pt x="3465" y="6323"/>
                      <a:pt x="3749" y="6323"/>
                    </a:cubicBezTo>
                    <a:cubicBezTo>
                      <a:pt x="4021" y="6323"/>
                      <a:pt x="4293" y="6287"/>
                      <a:pt x="4561" y="6217"/>
                    </a:cubicBezTo>
                    <a:lnTo>
                      <a:pt x="6109" y="6956"/>
                    </a:lnTo>
                    <a:cubicBezTo>
                      <a:pt x="6145" y="6967"/>
                      <a:pt x="6156" y="6967"/>
                      <a:pt x="6192" y="6967"/>
                    </a:cubicBezTo>
                    <a:cubicBezTo>
                      <a:pt x="6216" y="6967"/>
                      <a:pt x="6252" y="6956"/>
                      <a:pt x="6275" y="6932"/>
                    </a:cubicBezTo>
                    <a:cubicBezTo>
                      <a:pt x="6323" y="6908"/>
                      <a:pt x="6347" y="6848"/>
                      <a:pt x="6347" y="6789"/>
                    </a:cubicBezTo>
                    <a:lnTo>
                      <a:pt x="6275" y="5074"/>
                    </a:lnTo>
                    <a:cubicBezTo>
                      <a:pt x="6668" y="4574"/>
                      <a:pt x="6883" y="3955"/>
                      <a:pt x="6918" y="3300"/>
                    </a:cubicBezTo>
                    <a:cubicBezTo>
                      <a:pt x="6930" y="2622"/>
                      <a:pt x="6752" y="1967"/>
                      <a:pt x="6371" y="1383"/>
                    </a:cubicBezTo>
                    <a:cubicBezTo>
                      <a:pt x="5859" y="633"/>
                      <a:pt x="5037" y="121"/>
                      <a:pt x="4132" y="2"/>
                    </a:cubicBezTo>
                    <a:cubicBezTo>
                      <a:pt x="4126" y="1"/>
                      <a:pt x="4120" y="1"/>
                      <a:pt x="4114"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3" name="Google Shape;81;p13">
                <a:extLst>
                  <a:ext uri="{FF2B5EF4-FFF2-40B4-BE49-F238E27FC236}">
                    <a16:creationId xmlns:a16="http://schemas.microsoft.com/office/drawing/2014/main" id="{FCA6FF48-1976-FB0D-3112-F95EB978A5F6}"/>
                  </a:ext>
                </a:extLst>
              </p:cNvPr>
              <p:cNvSpPr/>
              <p:nvPr/>
            </p:nvSpPr>
            <p:spPr>
              <a:xfrm>
                <a:off x="3961923" y="2486317"/>
                <a:ext cx="259839" cy="220936"/>
              </a:xfrm>
              <a:custGeom>
                <a:avLst/>
                <a:gdLst/>
                <a:ahLst/>
                <a:cxnLst/>
                <a:rect l="l" t="t" r="r" b="b"/>
                <a:pathLst>
                  <a:path w="8202" h="6974" extrusionOk="0">
                    <a:moveTo>
                      <a:pt x="3198" y="1"/>
                    </a:moveTo>
                    <a:cubicBezTo>
                      <a:pt x="2177" y="1"/>
                      <a:pt x="1174" y="493"/>
                      <a:pt x="560" y="1413"/>
                    </a:cubicBezTo>
                    <a:cubicBezTo>
                      <a:pt x="179" y="1973"/>
                      <a:pt x="1" y="2640"/>
                      <a:pt x="25" y="3318"/>
                    </a:cubicBezTo>
                    <a:cubicBezTo>
                      <a:pt x="60" y="3949"/>
                      <a:pt x="287" y="4556"/>
                      <a:pt x="668" y="5080"/>
                    </a:cubicBezTo>
                    <a:lnTo>
                      <a:pt x="596" y="6795"/>
                    </a:lnTo>
                    <a:cubicBezTo>
                      <a:pt x="596" y="6854"/>
                      <a:pt x="620" y="6914"/>
                      <a:pt x="668" y="6938"/>
                    </a:cubicBezTo>
                    <a:cubicBezTo>
                      <a:pt x="703" y="6962"/>
                      <a:pt x="727" y="6973"/>
                      <a:pt x="763" y="6973"/>
                    </a:cubicBezTo>
                    <a:cubicBezTo>
                      <a:pt x="787" y="6973"/>
                      <a:pt x="799" y="6973"/>
                      <a:pt x="834" y="6962"/>
                    </a:cubicBezTo>
                    <a:lnTo>
                      <a:pt x="2382" y="6235"/>
                    </a:lnTo>
                    <a:cubicBezTo>
                      <a:pt x="2647" y="6300"/>
                      <a:pt x="2916" y="6333"/>
                      <a:pt x="3186" y="6333"/>
                    </a:cubicBezTo>
                    <a:cubicBezTo>
                      <a:pt x="3512" y="6333"/>
                      <a:pt x="3837" y="6285"/>
                      <a:pt x="4156" y="6188"/>
                    </a:cubicBezTo>
                    <a:cubicBezTo>
                      <a:pt x="4240" y="6152"/>
                      <a:pt x="4287" y="6069"/>
                      <a:pt x="4251" y="5973"/>
                    </a:cubicBezTo>
                    <a:cubicBezTo>
                      <a:pt x="4233" y="5909"/>
                      <a:pt x="4172" y="5866"/>
                      <a:pt x="4107" y="5866"/>
                    </a:cubicBezTo>
                    <a:cubicBezTo>
                      <a:pt x="4088" y="5866"/>
                      <a:pt x="4068" y="5870"/>
                      <a:pt x="4049" y="5878"/>
                    </a:cubicBezTo>
                    <a:cubicBezTo>
                      <a:pt x="3772" y="5971"/>
                      <a:pt x="3484" y="6015"/>
                      <a:pt x="3198" y="6015"/>
                    </a:cubicBezTo>
                    <a:cubicBezTo>
                      <a:pt x="2931" y="6015"/>
                      <a:pt x="2664" y="5976"/>
                      <a:pt x="2406" y="5902"/>
                    </a:cubicBezTo>
                    <a:cubicBezTo>
                      <a:pt x="2391" y="5897"/>
                      <a:pt x="2376" y="5894"/>
                      <a:pt x="2361" y="5894"/>
                    </a:cubicBezTo>
                    <a:cubicBezTo>
                      <a:pt x="2339" y="5894"/>
                      <a:pt x="2315" y="5900"/>
                      <a:pt x="2287" y="5914"/>
                    </a:cubicBezTo>
                    <a:lnTo>
                      <a:pt x="941" y="6533"/>
                    </a:lnTo>
                    <a:lnTo>
                      <a:pt x="941" y="6533"/>
                    </a:lnTo>
                    <a:lnTo>
                      <a:pt x="1013" y="5021"/>
                    </a:lnTo>
                    <a:cubicBezTo>
                      <a:pt x="1013" y="4985"/>
                      <a:pt x="1001" y="4949"/>
                      <a:pt x="977" y="4902"/>
                    </a:cubicBezTo>
                    <a:cubicBezTo>
                      <a:pt x="203" y="3937"/>
                      <a:pt x="168" y="2604"/>
                      <a:pt x="846" y="1568"/>
                    </a:cubicBezTo>
                    <a:cubicBezTo>
                      <a:pt x="1393" y="759"/>
                      <a:pt x="2293" y="318"/>
                      <a:pt x="3208" y="318"/>
                    </a:cubicBezTo>
                    <a:cubicBezTo>
                      <a:pt x="3748" y="318"/>
                      <a:pt x="4294" y="472"/>
                      <a:pt x="4775" y="794"/>
                    </a:cubicBezTo>
                    <a:cubicBezTo>
                      <a:pt x="5430" y="1247"/>
                      <a:pt x="5883" y="1949"/>
                      <a:pt x="6002" y="2735"/>
                    </a:cubicBezTo>
                    <a:cubicBezTo>
                      <a:pt x="6013" y="2811"/>
                      <a:pt x="6083" y="2867"/>
                      <a:pt x="6168" y="2867"/>
                    </a:cubicBezTo>
                    <a:cubicBezTo>
                      <a:pt x="6176" y="2867"/>
                      <a:pt x="6184" y="2867"/>
                      <a:pt x="6192" y="2866"/>
                    </a:cubicBezTo>
                    <a:cubicBezTo>
                      <a:pt x="6275" y="2854"/>
                      <a:pt x="6335" y="2759"/>
                      <a:pt x="6323" y="2675"/>
                    </a:cubicBezTo>
                    <a:cubicBezTo>
                      <a:pt x="6264" y="2282"/>
                      <a:pt x="6133" y="1913"/>
                      <a:pt x="5954" y="1592"/>
                    </a:cubicBezTo>
                    <a:cubicBezTo>
                      <a:pt x="5990" y="1532"/>
                      <a:pt x="6025" y="1473"/>
                      <a:pt x="6073" y="1413"/>
                    </a:cubicBezTo>
                    <a:cubicBezTo>
                      <a:pt x="6133" y="1330"/>
                      <a:pt x="6192" y="1270"/>
                      <a:pt x="6252" y="1199"/>
                    </a:cubicBezTo>
                    <a:cubicBezTo>
                      <a:pt x="6395" y="1056"/>
                      <a:pt x="6561" y="901"/>
                      <a:pt x="6740" y="782"/>
                    </a:cubicBezTo>
                    <a:cubicBezTo>
                      <a:pt x="7121" y="520"/>
                      <a:pt x="7585" y="365"/>
                      <a:pt x="8050" y="318"/>
                    </a:cubicBezTo>
                    <a:cubicBezTo>
                      <a:pt x="8057" y="320"/>
                      <a:pt x="8065" y="322"/>
                      <a:pt x="8073" y="322"/>
                    </a:cubicBezTo>
                    <a:cubicBezTo>
                      <a:pt x="8137" y="322"/>
                      <a:pt x="8202" y="238"/>
                      <a:pt x="8180" y="163"/>
                    </a:cubicBezTo>
                    <a:cubicBezTo>
                      <a:pt x="8169" y="75"/>
                      <a:pt x="8107" y="7"/>
                      <a:pt x="8022" y="7"/>
                    </a:cubicBezTo>
                    <a:cubicBezTo>
                      <a:pt x="8016" y="7"/>
                      <a:pt x="8009" y="7"/>
                      <a:pt x="8002" y="8"/>
                    </a:cubicBezTo>
                    <a:cubicBezTo>
                      <a:pt x="7490" y="56"/>
                      <a:pt x="6978" y="234"/>
                      <a:pt x="6549" y="532"/>
                    </a:cubicBezTo>
                    <a:cubicBezTo>
                      <a:pt x="6359" y="663"/>
                      <a:pt x="6156" y="818"/>
                      <a:pt x="6002" y="996"/>
                    </a:cubicBezTo>
                    <a:cubicBezTo>
                      <a:pt x="5918" y="1068"/>
                      <a:pt x="5859" y="1139"/>
                      <a:pt x="5799" y="1211"/>
                    </a:cubicBezTo>
                    <a:cubicBezTo>
                      <a:pt x="5787" y="1247"/>
                      <a:pt x="5764" y="1258"/>
                      <a:pt x="5740" y="1294"/>
                    </a:cubicBezTo>
                    <a:cubicBezTo>
                      <a:pt x="5525" y="996"/>
                      <a:pt x="5252" y="735"/>
                      <a:pt x="4954" y="532"/>
                    </a:cubicBezTo>
                    <a:cubicBezTo>
                      <a:pt x="4414" y="174"/>
                      <a:pt x="3803" y="1"/>
                      <a:pt x="3198"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4" name="Google Shape;82;p13">
                <a:extLst>
                  <a:ext uri="{FF2B5EF4-FFF2-40B4-BE49-F238E27FC236}">
                    <a16:creationId xmlns:a16="http://schemas.microsoft.com/office/drawing/2014/main" id="{69A3987D-BDB7-5D29-4F0F-995E40C324F4}"/>
                  </a:ext>
                </a:extLst>
              </p:cNvPr>
              <p:cNvSpPr/>
              <p:nvPr/>
            </p:nvSpPr>
            <p:spPr>
              <a:xfrm>
                <a:off x="4015113" y="2540870"/>
                <a:ext cx="96212" cy="95832"/>
              </a:xfrm>
              <a:custGeom>
                <a:avLst/>
                <a:gdLst/>
                <a:ahLst/>
                <a:cxnLst/>
                <a:rect l="l" t="t" r="r" b="b"/>
                <a:pathLst>
                  <a:path w="3037" h="3025" extrusionOk="0">
                    <a:moveTo>
                      <a:pt x="1418" y="346"/>
                    </a:moveTo>
                    <a:cubicBezTo>
                      <a:pt x="2013" y="346"/>
                      <a:pt x="2501" y="834"/>
                      <a:pt x="2501" y="1430"/>
                    </a:cubicBezTo>
                    <a:cubicBezTo>
                      <a:pt x="2501" y="1668"/>
                      <a:pt x="2430" y="1894"/>
                      <a:pt x="2299" y="2072"/>
                    </a:cubicBezTo>
                    <a:lnTo>
                      <a:pt x="1537" y="1310"/>
                    </a:lnTo>
                    <a:cubicBezTo>
                      <a:pt x="1507" y="1281"/>
                      <a:pt x="1462" y="1266"/>
                      <a:pt x="1418" y="1266"/>
                    </a:cubicBezTo>
                    <a:cubicBezTo>
                      <a:pt x="1373" y="1266"/>
                      <a:pt x="1328" y="1281"/>
                      <a:pt x="1298" y="1310"/>
                    </a:cubicBezTo>
                    <a:cubicBezTo>
                      <a:pt x="1239" y="1370"/>
                      <a:pt x="1239" y="1489"/>
                      <a:pt x="1298" y="1549"/>
                    </a:cubicBezTo>
                    <a:lnTo>
                      <a:pt x="2060" y="2311"/>
                    </a:lnTo>
                    <a:cubicBezTo>
                      <a:pt x="1870" y="2442"/>
                      <a:pt x="1656" y="2513"/>
                      <a:pt x="1418" y="2513"/>
                    </a:cubicBezTo>
                    <a:cubicBezTo>
                      <a:pt x="822" y="2513"/>
                      <a:pt x="334" y="2025"/>
                      <a:pt x="334" y="1430"/>
                    </a:cubicBezTo>
                    <a:cubicBezTo>
                      <a:pt x="334" y="834"/>
                      <a:pt x="822" y="346"/>
                      <a:pt x="1418" y="346"/>
                    </a:cubicBezTo>
                    <a:close/>
                    <a:moveTo>
                      <a:pt x="1429" y="1"/>
                    </a:moveTo>
                    <a:cubicBezTo>
                      <a:pt x="644" y="1"/>
                      <a:pt x="1" y="644"/>
                      <a:pt x="1" y="1430"/>
                    </a:cubicBezTo>
                    <a:cubicBezTo>
                      <a:pt x="1" y="2215"/>
                      <a:pt x="644" y="2858"/>
                      <a:pt x="1429" y="2858"/>
                    </a:cubicBezTo>
                    <a:cubicBezTo>
                      <a:pt x="1763" y="2858"/>
                      <a:pt x="2072" y="2739"/>
                      <a:pt x="2310" y="2549"/>
                    </a:cubicBezTo>
                    <a:lnTo>
                      <a:pt x="2739" y="2977"/>
                    </a:lnTo>
                    <a:cubicBezTo>
                      <a:pt x="2775" y="3001"/>
                      <a:pt x="2811" y="3025"/>
                      <a:pt x="2858" y="3025"/>
                    </a:cubicBezTo>
                    <a:cubicBezTo>
                      <a:pt x="2906" y="3025"/>
                      <a:pt x="2953" y="3001"/>
                      <a:pt x="2977" y="2977"/>
                    </a:cubicBezTo>
                    <a:cubicBezTo>
                      <a:pt x="3037" y="2918"/>
                      <a:pt x="3037" y="2811"/>
                      <a:pt x="2977" y="2739"/>
                    </a:cubicBezTo>
                    <a:lnTo>
                      <a:pt x="2549" y="2311"/>
                    </a:lnTo>
                    <a:cubicBezTo>
                      <a:pt x="2739" y="2072"/>
                      <a:pt x="2858" y="1751"/>
                      <a:pt x="2858" y="1430"/>
                    </a:cubicBezTo>
                    <a:cubicBezTo>
                      <a:pt x="2858" y="644"/>
                      <a:pt x="2215" y="1"/>
                      <a:pt x="1429"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5" name="Google Shape;83;p13">
                <a:extLst>
                  <a:ext uri="{FF2B5EF4-FFF2-40B4-BE49-F238E27FC236}">
                    <a16:creationId xmlns:a16="http://schemas.microsoft.com/office/drawing/2014/main" id="{8CE7F849-1553-E3C8-5ED1-8174D2F5D33D}"/>
                  </a:ext>
                </a:extLst>
              </p:cNvPr>
              <p:cNvSpPr/>
              <p:nvPr/>
            </p:nvSpPr>
            <p:spPr>
              <a:xfrm>
                <a:off x="4186375" y="2539381"/>
                <a:ext cx="77331" cy="90541"/>
              </a:xfrm>
              <a:custGeom>
                <a:avLst/>
                <a:gdLst/>
                <a:ahLst/>
                <a:cxnLst/>
                <a:rect l="l" t="t" r="r" b="b"/>
                <a:pathLst>
                  <a:path w="2441" h="2858" extrusionOk="0">
                    <a:moveTo>
                      <a:pt x="1203" y="607"/>
                    </a:moveTo>
                    <a:lnTo>
                      <a:pt x="1572" y="1524"/>
                    </a:lnTo>
                    <a:lnTo>
                      <a:pt x="834" y="1524"/>
                    </a:lnTo>
                    <a:lnTo>
                      <a:pt x="1203" y="607"/>
                    </a:lnTo>
                    <a:close/>
                    <a:moveTo>
                      <a:pt x="1215" y="0"/>
                    </a:moveTo>
                    <a:cubicBezTo>
                      <a:pt x="1155" y="0"/>
                      <a:pt x="1084" y="48"/>
                      <a:pt x="1072" y="107"/>
                    </a:cubicBezTo>
                    <a:lnTo>
                      <a:pt x="441" y="1619"/>
                    </a:lnTo>
                    <a:lnTo>
                      <a:pt x="24" y="2620"/>
                    </a:lnTo>
                    <a:cubicBezTo>
                      <a:pt x="0" y="2715"/>
                      <a:pt x="24" y="2798"/>
                      <a:pt x="119" y="2846"/>
                    </a:cubicBezTo>
                    <a:cubicBezTo>
                      <a:pt x="139" y="2851"/>
                      <a:pt x="159" y="2854"/>
                      <a:pt x="179" y="2854"/>
                    </a:cubicBezTo>
                    <a:cubicBezTo>
                      <a:pt x="245" y="2854"/>
                      <a:pt x="309" y="2823"/>
                      <a:pt x="345" y="2750"/>
                    </a:cubicBezTo>
                    <a:lnTo>
                      <a:pt x="714" y="1858"/>
                    </a:lnTo>
                    <a:lnTo>
                      <a:pt x="1750" y="1858"/>
                    </a:lnTo>
                    <a:lnTo>
                      <a:pt x="2131" y="2750"/>
                    </a:lnTo>
                    <a:cubicBezTo>
                      <a:pt x="2155" y="2810"/>
                      <a:pt x="2215" y="2858"/>
                      <a:pt x="2274" y="2858"/>
                    </a:cubicBezTo>
                    <a:cubicBezTo>
                      <a:pt x="2286" y="2858"/>
                      <a:pt x="2322" y="2858"/>
                      <a:pt x="2334" y="2846"/>
                    </a:cubicBezTo>
                    <a:cubicBezTo>
                      <a:pt x="2405" y="2798"/>
                      <a:pt x="2441" y="2715"/>
                      <a:pt x="2405" y="2620"/>
                    </a:cubicBezTo>
                    <a:lnTo>
                      <a:pt x="1988" y="1619"/>
                    </a:lnTo>
                    <a:lnTo>
                      <a:pt x="1369" y="107"/>
                    </a:lnTo>
                    <a:cubicBezTo>
                      <a:pt x="1334" y="48"/>
                      <a:pt x="1274" y="0"/>
                      <a:pt x="1215"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grpSp>
          <p:nvGrpSpPr>
            <p:cNvPr id="17" name="Google Shape;84;p13">
              <a:extLst>
                <a:ext uri="{FF2B5EF4-FFF2-40B4-BE49-F238E27FC236}">
                  <a16:creationId xmlns:a16="http://schemas.microsoft.com/office/drawing/2014/main" id="{AA9BB0E6-BC9A-370C-AAA5-04D74D8BDEE9}"/>
                </a:ext>
              </a:extLst>
            </p:cNvPr>
            <p:cNvGrpSpPr/>
            <p:nvPr/>
          </p:nvGrpSpPr>
          <p:grpSpPr>
            <a:xfrm>
              <a:off x="9581693" y="2248320"/>
              <a:ext cx="454492" cy="737445"/>
              <a:chOff x="2691555" y="2884503"/>
              <a:chExt cx="215044" cy="348924"/>
            </a:xfrm>
            <a:solidFill>
              <a:srgbClr val="B31313"/>
            </a:solidFill>
          </p:grpSpPr>
          <p:sp>
            <p:nvSpPr>
              <p:cNvPr id="19" name="Google Shape;85;p13">
                <a:extLst>
                  <a:ext uri="{FF2B5EF4-FFF2-40B4-BE49-F238E27FC236}">
                    <a16:creationId xmlns:a16="http://schemas.microsoft.com/office/drawing/2014/main" id="{CF145833-305D-E1D8-747B-0D82727C5CF3}"/>
                  </a:ext>
                </a:extLst>
              </p:cNvPr>
              <p:cNvSpPr/>
              <p:nvPr/>
            </p:nvSpPr>
            <p:spPr>
              <a:xfrm>
                <a:off x="2691555" y="2884503"/>
                <a:ext cx="215044" cy="348924"/>
              </a:xfrm>
              <a:custGeom>
                <a:avLst/>
                <a:gdLst/>
                <a:ahLst/>
                <a:cxnLst/>
                <a:rect l="l" t="t" r="r" b="b"/>
                <a:pathLst>
                  <a:path w="6788" h="11014" extrusionOk="0">
                    <a:moveTo>
                      <a:pt x="632" y="4941"/>
                    </a:moveTo>
                    <a:lnTo>
                      <a:pt x="632" y="5394"/>
                    </a:lnTo>
                    <a:lnTo>
                      <a:pt x="441" y="5394"/>
                    </a:lnTo>
                    <a:lnTo>
                      <a:pt x="632" y="4941"/>
                    </a:lnTo>
                    <a:close/>
                    <a:moveTo>
                      <a:pt x="3703" y="0"/>
                    </a:moveTo>
                    <a:cubicBezTo>
                      <a:pt x="2013" y="0"/>
                      <a:pt x="632" y="1346"/>
                      <a:pt x="632" y="2989"/>
                    </a:cubicBezTo>
                    <a:lnTo>
                      <a:pt x="632" y="4179"/>
                    </a:lnTo>
                    <a:lnTo>
                      <a:pt x="36" y="5489"/>
                    </a:lnTo>
                    <a:cubicBezTo>
                      <a:pt x="1" y="5537"/>
                      <a:pt x="13" y="5596"/>
                      <a:pt x="48" y="5644"/>
                    </a:cubicBezTo>
                    <a:cubicBezTo>
                      <a:pt x="72" y="5692"/>
                      <a:pt x="120" y="5715"/>
                      <a:pt x="179" y="5715"/>
                    </a:cubicBezTo>
                    <a:lnTo>
                      <a:pt x="632" y="5715"/>
                    </a:lnTo>
                    <a:lnTo>
                      <a:pt x="632" y="6965"/>
                    </a:lnTo>
                    <a:cubicBezTo>
                      <a:pt x="632" y="7335"/>
                      <a:pt x="941" y="7656"/>
                      <a:pt x="1310" y="7656"/>
                    </a:cubicBezTo>
                    <a:lnTo>
                      <a:pt x="2156" y="7656"/>
                    </a:lnTo>
                    <a:lnTo>
                      <a:pt x="2156" y="8704"/>
                    </a:lnTo>
                    <a:lnTo>
                      <a:pt x="751" y="10775"/>
                    </a:lnTo>
                    <a:cubicBezTo>
                      <a:pt x="703" y="10835"/>
                      <a:pt x="703" y="10906"/>
                      <a:pt x="751" y="10954"/>
                    </a:cubicBezTo>
                    <a:cubicBezTo>
                      <a:pt x="775" y="11002"/>
                      <a:pt x="822" y="11014"/>
                      <a:pt x="882" y="11014"/>
                    </a:cubicBezTo>
                    <a:lnTo>
                      <a:pt x="929" y="11014"/>
                    </a:lnTo>
                    <a:lnTo>
                      <a:pt x="2394" y="10585"/>
                    </a:lnTo>
                    <a:cubicBezTo>
                      <a:pt x="2489" y="10549"/>
                      <a:pt x="2537" y="10466"/>
                      <a:pt x="2501" y="10394"/>
                    </a:cubicBezTo>
                    <a:cubicBezTo>
                      <a:pt x="2482" y="10328"/>
                      <a:pt x="2418" y="10277"/>
                      <a:pt x="2356" y="10277"/>
                    </a:cubicBezTo>
                    <a:cubicBezTo>
                      <a:pt x="2340" y="10277"/>
                      <a:pt x="2325" y="10280"/>
                      <a:pt x="2310" y="10287"/>
                    </a:cubicBezTo>
                    <a:lnTo>
                      <a:pt x="1263" y="10597"/>
                    </a:lnTo>
                    <a:lnTo>
                      <a:pt x="2441" y="8859"/>
                    </a:lnTo>
                    <a:cubicBezTo>
                      <a:pt x="2453" y="8823"/>
                      <a:pt x="2477" y="8799"/>
                      <a:pt x="2477" y="8763"/>
                    </a:cubicBezTo>
                    <a:lnTo>
                      <a:pt x="2477" y="7608"/>
                    </a:lnTo>
                    <a:lnTo>
                      <a:pt x="3453" y="7073"/>
                    </a:lnTo>
                    <a:cubicBezTo>
                      <a:pt x="3537" y="7025"/>
                      <a:pt x="3561" y="6942"/>
                      <a:pt x="3513" y="6846"/>
                    </a:cubicBezTo>
                    <a:cubicBezTo>
                      <a:pt x="3488" y="6797"/>
                      <a:pt x="3436" y="6765"/>
                      <a:pt x="3378" y="6765"/>
                    </a:cubicBezTo>
                    <a:cubicBezTo>
                      <a:pt x="3352" y="6765"/>
                      <a:pt x="3325" y="6772"/>
                      <a:pt x="3299" y="6787"/>
                    </a:cubicBezTo>
                    <a:lnTo>
                      <a:pt x="2263" y="7358"/>
                    </a:lnTo>
                    <a:lnTo>
                      <a:pt x="1298" y="7358"/>
                    </a:lnTo>
                    <a:cubicBezTo>
                      <a:pt x="1108" y="7358"/>
                      <a:pt x="941" y="7192"/>
                      <a:pt x="941" y="7001"/>
                    </a:cubicBezTo>
                    <a:lnTo>
                      <a:pt x="941" y="6549"/>
                    </a:lnTo>
                    <a:lnTo>
                      <a:pt x="1775" y="6549"/>
                    </a:lnTo>
                    <a:cubicBezTo>
                      <a:pt x="1870" y="6549"/>
                      <a:pt x="1941" y="6477"/>
                      <a:pt x="1941" y="6382"/>
                    </a:cubicBezTo>
                    <a:cubicBezTo>
                      <a:pt x="1941" y="6299"/>
                      <a:pt x="1870" y="6227"/>
                      <a:pt x="1775" y="6227"/>
                    </a:cubicBezTo>
                    <a:lnTo>
                      <a:pt x="941" y="6227"/>
                    </a:lnTo>
                    <a:lnTo>
                      <a:pt x="941" y="3025"/>
                    </a:lnTo>
                    <a:cubicBezTo>
                      <a:pt x="941" y="1548"/>
                      <a:pt x="2179" y="358"/>
                      <a:pt x="3715" y="358"/>
                    </a:cubicBezTo>
                    <a:cubicBezTo>
                      <a:pt x="5239" y="358"/>
                      <a:pt x="6478" y="1548"/>
                      <a:pt x="6478" y="3025"/>
                    </a:cubicBezTo>
                    <a:cubicBezTo>
                      <a:pt x="6478" y="4263"/>
                      <a:pt x="5811" y="5406"/>
                      <a:pt x="4727" y="6013"/>
                    </a:cubicBezTo>
                    <a:lnTo>
                      <a:pt x="3954" y="6442"/>
                    </a:lnTo>
                    <a:cubicBezTo>
                      <a:pt x="3870" y="6489"/>
                      <a:pt x="3846" y="6584"/>
                      <a:pt x="3894" y="6668"/>
                    </a:cubicBezTo>
                    <a:cubicBezTo>
                      <a:pt x="3918" y="6717"/>
                      <a:pt x="3971" y="6749"/>
                      <a:pt x="4029" y="6749"/>
                    </a:cubicBezTo>
                    <a:cubicBezTo>
                      <a:pt x="4055" y="6749"/>
                      <a:pt x="4082" y="6742"/>
                      <a:pt x="4108" y="6727"/>
                    </a:cubicBezTo>
                    <a:lnTo>
                      <a:pt x="4882" y="6299"/>
                    </a:lnTo>
                    <a:cubicBezTo>
                      <a:pt x="4918" y="6287"/>
                      <a:pt x="4930" y="6263"/>
                      <a:pt x="4966" y="6251"/>
                    </a:cubicBezTo>
                    <a:lnTo>
                      <a:pt x="4966" y="8525"/>
                    </a:lnTo>
                    <a:cubicBezTo>
                      <a:pt x="4966" y="8573"/>
                      <a:pt x="4977" y="8609"/>
                      <a:pt x="5001" y="8632"/>
                    </a:cubicBezTo>
                    <a:lnTo>
                      <a:pt x="5620" y="9323"/>
                    </a:lnTo>
                    <a:lnTo>
                      <a:pt x="2965" y="10109"/>
                    </a:lnTo>
                    <a:cubicBezTo>
                      <a:pt x="2882" y="10133"/>
                      <a:pt x="2834" y="10228"/>
                      <a:pt x="2858" y="10299"/>
                    </a:cubicBezTo>
                    <a:cubicBezTo>
                      <a:pt x="2882" y="10371"/>
                      <a:pt x="2953" y="10418"/>
                      <a:pt x="3013" y="10418"/>
                    </a:cubicBezTo>
                    <a:lnTo>
                      <a:pt x="3061" y="10418"/>
                    </a:lnTo>
                    <a:lnTo>
                      <a:pt x="5942" y="9573"/>
                    </a:lnTo>
                    <a:cubicBezTo>
                      <a:pt x="6001" y="9549"/>
                      <a:pt x="6037" y="9513"/>
                      <a:pt x="6049" y="9466"/>
                    </a:cubicBezTo>
                    <a:cubicBezTo>
                      <a:pt x="6061" y="9406"/>
                      <a:pt x="6049" y="9359"/>
                      <a:pt x="6013" y="9311"/>
                    </a:cubicBezTo>
                    <a:lnTo>
                      <a:pt x="5263" y="8442"/>
                    </a:lnTo>
                    <a:lnTo>
                      <a:pt x="5263" y="6013"/>
                    </a:lnTo>
                    <a:cubicBezTo>
                      <a:pt x="6216" y="5311"/>
                      <a:pt x="6787" y="4203"/>
                      <a:pt x="6787" y="2989"/>
                    </a:cubicBezTo>
                    <a:cubicBezTo>
                      <a:pt x="6787" y="1346"/>
                      <a:pt x="5406" y="0"/>
                      <a:pt x="3703"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0" name="Google Shape;86;p13">
                <a:extLst>
                  <a:ext uri="{FF2B5EF4-FFF2-40B4-BE49-F238E27FC236}">
                    <a16:creationId xmlns:a16="http://schemas.microsoft.com/office/drawing/2014/main" id="{30E93EC9-38D9-59B2-8F2F-B3EE73443084}"/>
                  </a:ext>
                </a:extLst>
              </p:cNvPr>
              <p:cNvSpPr/>
              <p:nvPr/>
            </p:nvSpPr>
            <p:spPr>
              <a:xfrm>
                <a:off x="2754535" y="2907503"/>
                <a:ext cx="126783" cy="127164"/>
              </a:xfrm>
              <a:custGeom>
                <a:avLst/>
                <a:gdLst/>
                <a:ahLst/>
                <a:cxnLst/>
                <a:rect l="l" t="t" r="r" b="b"/>
                <a:pathLst>
                  <a:path w="4002" h="4014" extrusionOk="0">
                    <a:moveTo>
                      <a:pt x="1989" y="1"/>
                    </a:moveTo>
                    <a:cubicBezTo>
                      <a:pt x="953" y="1"/>
                      <a:pt x="72" y="822"/>
                      <a:pt x="1" y="1870"/>
                    </a:cubicBezTo>
                    <a:cubicBezTo>
                      <a:pt x="1" y="1953"/>
                      <a:pt x="61" y="2025"/>
                      <a:pt x="144" y="2048"/>
                    </a:cubicBezTo>
                    <a:cubicBezTo>
                      <a:pt x="239" y="2048"/>
                      <a:pt x="311" y="1989"/>
                      <a:pt x="322" y="1894"/>
                    </a:cubicBezTo>
                    <a:cubicBezTo>
                      <a:pt x="382" y="1013"/>
                      <a:pt x="1108" y="346"/>
                      <a:pt x="1989" y="346"/>
                    </a:cubicBezTo>
                    <a:cubicBezTo>
                      <a:pt x="2918" y="346"/>
                      <a:pt x="3656" y="1096"/>
                      <a:pt x="3656" y="2013"/>
                    </a:cubicBezTo>
                    <a:cubicBezTo>
                      <a:pt x="3656" y="2941"/>
                      <a:pt x="2918" y="3680"/>
                      <a:pt x="1989" y="3680"/>
                    </a:cubicBezTo>
                    <a:cubicBezTo>
                      <a:pt x="1251" y="3680"/>
                      <a:pt x="596" y="3191"/>
                      <a:pt x="382" y="2477"/>
                    </a:cubicBezTo>
                    <a:cubicBezTo>
                      <a:pt x="363" y="2401"/>
                      <a:pt x="298" y="2363"/>
                      <a:pt x="236" y="2363"/>
                    </a:cubicBezTo>
                    <a:cubicBezTo>
                      <a:pt x="221" y="2363"/>
                      <a:pt x="206" y="2365"/>
                      <a:pt x="191" y="2370"/>
                    </a:cubicBezTo>
                    <a:cubicBezTo>
                      <a:pt x="96" y="2406"/>
                      <a:pt x="61" y="2489"/>
                      <a:pt x="84" y="2560"/>
                    </a:cubicBezTo>
                    <a:cubicBezTo>
                      <a:pt x="322" y="3418"/>
                      <a:pt x="1108" y="4013"/>
                      <a:pt x="2001" y="4013"/>
                    </a:cubicBezTo>
                    <a:cubicBezTo>
                      <a:pt x="3109" y="4013"/>
                      <a:pt x="4001" y="3120"/>
                      <a:pt x="4001" y="2013"/>
                    </a:cubicBezTo>
                    <a:cubicBezTo>
                      <a:pt x="3990" y="917"/>
                      <a:pt x="3097" y="1"/>
                      <a:pt x="1989"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21" name="Google Shape;87;p13">
                <a:extLst>
                  <a:ext uri="{FF2B5EF4-FFF2-40B4-BE49-F238E27FC236}">
                    <a16:creationId xmlns:a16="http://schemas.microsoft.com/office/drawing/2014/main" id="{C8FBDD39-42E0-3F35-BD19-B0EC33BE9EA3}"/>
                  </a:ext>
                </a:extLst>
              </p:cNvPr>
              <p:cNvSpPr/>
              <p:nvPr/>
            </p:nvSpPr>
            <p:spPr>
              <a:xfrm>
                <a:off x="2781336" y="2931263"/>
                <a:ext cx="74321" cy="74353"/>
              </a:xfrm>
              <a:custGeom>
                <a:avLst/>
                <a:gdLst/>
                <a:ahLst/>
                <a:cxnLst/>
                <a:rect l="l" t="t" r="r" b="b"/>
                <a:pathLst>
                  <a:path w="2346" h="2347" extrusionOk="0">
                    <a:moveTo>
                      <a:pt x="1465" y="310"/>
                    </a:moveTo>
                    <a:cubicBezTo>
                      <a:pt x="1620" y="310"/>
                      <a:pt x="1751" y="370"/>
                      <a:pt x="1858" y="477"/>
                    </a:cubicBezTo>
                    <a:cubicBezTo>
                      <a:pt x="1965" y="584"/>
                      <a:pt x="2024" y="715"/>
                      <a:pt x="2024" y="858"/>
                    </a:cubicBezTo>
                    <a:cubicBezTo>
                      <a:pt x="2024" y="1013"/>
                      <a:pt x="1965" y="1144"/>
                      <a:pt x="1858" y="1251"/>
                    </a:cubicBezTo>
                    <a:cubicBezTo>
                      <a:pt x="1751" y="1358"/>
                      <a:pt x="1620" y="1418"/>
                      <a:pt x="1465" y="1418"/>
                    </a:cubicBezTo>
                    <a:cubicBezTo>
                      <a:pt x="1322" y="1418"/>
                      <a:pt x="1191" y="1358"/>
                      <a:pt x="1084" y="1251"/>
                    </a:cubicBezTo>
                    <a:cubicBezTo>
                      <a:pt x="869" y="1037"/>
                      <a:pt x="869" y="679"/>
                      <a:pt x="1084" y="477"/>
                    </a:cubicBezTo>
                    <a:cubicBezTo>
                      <a:pt x="1191" y="370"/>
                      <a:pt x="1322" y="310"/>
                      <a:pt x="1465" y="310"/>
                    </a:cubicBezTo>
                    <a:close/>
                    <a:moveTo>
                      <a:pt x="1489" y="1"/>
                    </a:moveTo>
                    <a:cubicBezTo>
                      <a:pt x="1262" y="1"/>
                      <a:pt x="1036" y="84"/>
                      <a:pt x="869" y="251"/>
                    </a:cubicBezTo>
                    <a:cubicBezTo>
                      <a:pt x="572" y="548"/>
                      <a:pt x="536" y="1025"/>
                      <a:pt x="774" y="1370"/>
                    </a:cubicBezTo>
                    <a:lnTo>
                      <a:pt x="60" y="2084"/>
                    </a:lnTo>
                    <a:cubicBezTo>
                      <a:pt x="0" y="2144"/>
                      <a:pt x="0" y="2239"/>
                      <a:pt x="60" y="2299"/>
                    </a:cubicBezTo>
                    <a:cubicBezTo>
                      <a:pt x="84" y="2334"/>
                      <a:pt x="131" y="2346"/>
                      <a:pt x="179" y="2346"/>
                    </a:cubicBezTo>
                    <a:cubicBezTo>
                      <a:pt x="215" y="2346"/>
                      <a:pt x="262" y="2334"/>
                      <a:pt x="298" y="2299"/>
                    </a:cubicBezTo>
                    <a:lnTo>
                      <a:pt x="1012" y="1584"/>
                    </a:lnTo>
                    <a:cubicBezTo>
                      <a:pt x="1155" y="1691"/>
                      <a:pt x="1322" y="1739"/>
                      <a:pt x="1501" y="1739"/>
                    </a:cubicBezTo>
                    <a:cubicBezTo>
                      <a:pt x="1739" y="1739"/>
                      <a:pt x="1941" y="1644"/>
                      <a:pt x="2108" y="1489"/>
                    </a:cubicBezTo>
                    <a:cubicBezTo>
                      <a:pt x="2263" y="1310"/>
                      <a:pt x="2346" y="1096"/>
                      <a:pt x="2346" y="858"/>
                    </a:cubicBezTo>
                    <a:cubicBezTo>
                      <a:pt x="2346" y="620"/>
                      <a:pt x="2263" y="417"/>
                      <a:pt x="2096" y="251"/>
                    </a:cubicBezTo>
                    <a:cubicBezTo>
                      <a:pt x="1929" y="84"/>
                      <a:pt x="1703" y="1"/>
                      <a:pt x="1489"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cxnSp>
          <p:nvCxnSpPr>
            <p:cNvPr id="18" name="Google Shape;77;p13">
              <a:extLst>
                <a:ext uri="{FF2B5EF4-FFF2-40B4-BE49-F238E27FC236}">
                  <a16:creationId xmlns:a16="http://schemas.microsoft.com/office/drawing/2014/main" id="{E65DC3E7-FD14-C9C4-9E12-6116F988DB86}"/>
                </a:ext>
              </a:extLst>
            </p:cNvPr>
            <p:cNvCxnSpPr>
              <a:cxnSpLocks/>
            </p:cNvCxnSpPr>
            <p:nvPr/>
          </p:nvCxnSpPr>
          <p:spPr>
            <a:xfrm>
              <a:off x="4713749" y="3313065"/>
              <a:ext cx="625250" cy="614280"/>
            </a:xfrm>
            <a:prstGeom prst="bentConnector3">
              <a:avLst>
                <a:gd name="adj1" fmla="val 50000"/>
              </a:avLst>
            </a:prstGeom>
            <a:ln w="9525" cap="flat" cmpd="sng" algn="ctr">
              <a:solidFill>
                <a:srgbClr val="2B2A4C"/>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27" name="Slide Number Placeholder 26"/>
          <p:cNvSpPr>
            <a:spLocks noGrp="1"/>
          </p:cNvSpPr>
          <p:nvPr>
            <p:ph type="sldNum" sz="quarter" idx="8"/>
          </p:nvPr>
        </p:nvSpPr>
        <p:spPr/>
        <p:txBody>
          <a:bodyPr/>
          <a:lstStyle/>
          <a:p>
            <a:pPr lvl="0"/>
            <a:fld id="{02B8FB8E-1F6B-40A8-92F2-62696E1B5E1D}" type="slidenum">
              <a:rPr lang="fr-FR" smtClean="0"/>
              <a:t>21</a:t>
            </a:fld>
            <a:endParaRPr lang="fr-FR"/>
          </a:p>
        </p:txBody>
      </p:sp>
    </p:spTree>
    <p:extLst>
      <p:ext uri="{BB962C8B-B14F-4D97-AF65-F5344CB8AC3E}">
        <p14:creationId xmlns:p14="http://schemas.microsoft.com/office/powerpoint/2010/main" val="157138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C05C4B10-C833-42BB-9687-E297CBD618F6}"/>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2FC0359B-8666-16BF-2503-D3FD486BBE10}"/>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739F89CD-A98B-B659-3C17-18B1948FC08B}"/>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C226E67F-338C-0E2A-6A3A-6CA5F0805881}"/>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AD5C3794-5D43-6651-C659-FE3D71181811}"/>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21" name="Google Shape;162;p15">
            <a:extLst>
              <a:ext uri="{FF2B5EF4-FFF2-40B4-BE49-F238E27FC236}">
                <a16:creationId xmlns:a16="http://schemas.microsoft.com/office/drawing/2014/main" id="{E2158516-542F-8DD5-F2E4-7592D552C135}"/>
              </a:ext>
            </a:extLst>
          </p:cNvPr>
          <p:cNvSpPr txBox="1"/>
          <p:nvPr/>
        </p:nvSpPr>
        <p:spPr>
          <a:xfrm>
            <a:off x="1082996" y="4187800"/>
            <a:ext cx="2665315" cy="86937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2000" b="1" dirty="0">
                <a:solidFill>
                  <a:schemeClr val="dk1"/>
                </a:solidFill>
                <a:latin typeface="Times New Roman" panose="02020603050405020304" pitchFamily="18" charset="0"/>
                <a:ea typeface="Quantico"/>
                <a:cs typeface="Times New Roman" panose="02020603050405020304" pitchFamily="18" charset="0"/>
                <a:sym typeface="Quantico"/>
              </a:rPr>
              <a:t>Optimisation des ressources système</a:t>
            </a:r>
            <a:endParaRPr sz="2000" b="1" dirty="0">
              <a:solidFill>
                <a:schemeClr val="dk1"/>
              </a:solidFill>
              <a:latin typeface="Times New Roman" panose="02020603050405020304" pitchFamily="18" charset="0"/>
              <a:ea typeface="Quantico"/>
              <a:cs typeface="Times New Roman" panose="02020603050405020304" pitchFamily="18" charset="0"/>
              <a:sym typeface="Quantico"/>
            </a:endParaRPr>
          </a:p>
        </p:txBody>
      </p:sp>
      <p:sp>
        <p:nvSpPr>
          <p:cNvPr id="22" name="Google Shape;163;p15">
            <a:extLst>
              <a:ext uri="{FF2B5EF4-FFF2-40B4-BE49-F238E27FC236}">
                <a16:creationId xmlns:a16="http://schemas.microsoft.com/office/drawing/2014/main" id="{2FCD2B13-B4D8-00F0-050A-BB5DE8077A69}"/>
              </a:ext>
            </a:extLst>
          </p:cNvPr>
          <p:cNvSpPr txBox="1"/>
          <p:nvPr/>
        </p:nvSpPr>
        <p:spPr>
          <a:xfrm>
            <a:off x="3802303" y="4311033"/>
            <a:ext cx="2334440" cy="7461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2000" b="1" dirty="0">
                <a:solidFill>
                  <a:schemeClr val="dk1"/>
                </a:solidFill>
                <a:latin typeface="Times New Roman" panose="02020603050405020304" pitchFamily="18" charset="0"/>
                <a:ea typeface="Quantico"/>
                <a:cs typeface="Times New Roman" panose="02020603050405020304" pitchFamily="18" charset="0"/>
                <a:sym typeface="Quantico"/>
              </a:rPr>
              <a:t>Utilisation optimale de la mémoire</a:t>
            </a:r>
            <a:endParaRPr sz="2000" b="1" dirty="0">
              <a:solidFill>
                <a:schemeClr val="dk1"/>
              </a:solidFill>
              <a:latin typeface="Times New Roman" panose="02020603050405020304" pitchFamily="18" charset="0"/>
              <a:ea typeface="Quantico"/>
              <a:cs typeface="Times New Roman" panose="02020603050405020304" pitchFamily="18" charset="0"/>
              <a:sym typeface="Quantico"/>
            </a:endParaRPr>
          </a:p>
        </p:txBody>
      </p:sp>
      <p:sp>
        <p:nvSpPr>
          <p:cNvPr id="24" name="Google Shape;164;p15">
            <a:extLst>
              <a:ext uri="{FF2B5EF4-FFF2-40B4-BE49-F238E27FC236}">
                <a16:creationId xmlns:a16="http://schemas.microsoft.com/office/drawing/2014/main" id="{A0B821C0-A82C-7583-17DC-BB710E63DC14}"/>
              </a:ext>
            </a:extLst>
          </p:cNvPr>
          <p:cNvSpPr txBox="1"/>
          <p:nvPr/>
        </p:nvSpPr>
        <p:spPr>
          <a:xfrm>
            <a:off x="1695595" y="2547938"/>
            <a:ext cx="3923400" cy="862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2000" b="1" dirty="0">
                <a:solidFill>
                  <a:srgbClr val="B31313"/>
                </a:solidFill>
                <a:latin typeface="Times New Roman" panose="02020603050405020304" pitchFamily="18" charset="0"/>
                <a:ea typeface="Quantico"/>
                <a:cs typeface="Times New Roman" panose="02020603050405020304" pitchFamily="18" charset="0"/>
                <a:sym typeface="Quantico"/>
              </a:rPr>
              <a:t>Optimisation des ressources système</a:t>
            </a:r>
            <a:endParaRPr sz="2000" b="1" dirty="0">
              <a:solidFill>
                <a:srgbClr val="B31313"/>
              </a:solidFill>
              <a:latin typeface="Times New Roman" panose="02020603050405020304" pitchFamily="18" charset="0"/>
              <a:ea typeface="Quantico"/>
              <a:cs typeface="Times New Roman" panose="02020603050405020304" pitchFamily="18" charset="0"/>
              <a:sym typeface="Quantico"/>
            </a:endParaRPr>
          </a:p>
        </p:txBody>
      </p:sp>
      <p:sp>
        <p:nvSpPr>
          <p:cNvPr id="25" name="Google Shape;165;p15">
            <a:extLst>
              <a:ext uri="{FF2B5EF4-FFF2-40B4-BE49-F238E27FC236}">
                <a16:creationId xmlns:a16="http://schemas.microsoft.com/office/drawing/2014/main" id="{0FB5BCD2-61B0-EF98-6436-8A92AC519D75}"/>
              </a:ext>
            </a:extLst>
          </p:cNvPr>
          <p:cNvSpPr txBox="1"/>
          <p:nvPr/>
        </p:nvSpPr>
        <p:spPr>
          <a:xfrm>
            <a:off x="7219589" y="2708578"/>
            <a:ext cx="4136100" cy="67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2000" b="1" dirty="0">
                <a:solidFill>
                  <a:srgbClr val="B31313"/>
                </a:solidFill>
                <a:latin typeface="Times New Roman" panose="02020603050405020304" pitchFamily="18" charset="0"/>
                <a:ea typeface="Quantico"/>
                <a:cs typeface="Times New Roman" panose="02020603050405020304" pitchFamily="18" charset="0"/>
                <a:sym typeface="Quantico"/>
              </a:rPr>
              <a:t>Réduction des temps d'attente et amélioration de la réactivité</a:t>
            </a:r>
            <a:endParaRPr sz="2000" b="1" dirty="0">
              <a:solidFill>
                <a:srgbClr val="B31313"/>
              </a:solidFill>
              <a:latin typeface="Times New Roman" panose="02020603050405020304" pitchFamily="18" charset="0"/>
              <a:ea typeface="Quantico"/>
              <a:cs typeface="Times New Roman" panose="02020603050405020304" pitchFamily="18" charset="0"/>
              <a:sym typeface="Quantico"/>
            </a:endParaRPr>
          </a:p>
        </p:txBody>
      </p:sp>
      <p:sp>
        <p:nvSpPr>
          <p:cNvPr id="27" name="Google Shape;167;p15">
            <a:extLst>
              <a:ext uri="{FF2B5EF4-FFF2-40B4-BE49-F238E27FC236}">
                <a16:creationId xmlns:a16="http://schemas.microsoft.com/office/drawing/2014/main" id="{6A12562E-E5AE-9448-6B36-93420E8A436D}"/>
              </a:ext>
            </a:extLst>
          </p:cNvPr>
          <p:cNvSpPr txBox="1"/>
          <p:nvPr/>
        </p:nvSpPr>
        <p:spPr>
          <a:xfrm>
            <a:off x="6953199" y="4321720"/>
            <a:ext cx="2334440" cy="103423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2000" b="1" dirty="0">
                <a:solidFill>
                  <a:schemeClr val="dk1"/>
                </a:solidFill>
                <a:latin typeface="Times New Roman" panose="02020603050405020304" pitchFamily="18" charset="0"/>
                <a:ea typeface="Quantico"/>
                <a:cs typeface="Times New Roman" panose="02020603050405020304" pitchFamily="18" charset="0"/>
                <a:sym typeface="Quantico"/>
              </a:rPr>
              <a:t>Optimisation de la planification des tâche</a:t>
            </a:r>
            <a:endParaRPr sz="2000" b="1" dirty="0">
              <a:solidFill>
                <a:schemeClr val="dk1"/>
              </a:solidFill>
              <a:latin typeface="Times New Roman" panose="02020603050405020304" pitchFamily="18" charset="0"/>
              <a:ea typeface="Quantico"/>
              <a:cs typeface="Times New Roman" panose="02020603050405020304" pitchFamily="18" charset="0"/>
              <a:sym typeface="Quantico"/>
            </a:endParaRPr>
          </a:p>
        </p:txBody>
      </p:sp>
      <p:sp>
        <p:nvSpPr>
          <p:cNvPr id="31" name="Google Shape;171;p15">
            <a:extLst>
              <a:ext uri="{FF2B5EF4-FFF2-40B4-BE49-F238E27FC236}">
                <a16:creationId xmlns:a16="http://schemas.microsoft.com/office/drawing/2014/main" id="{DA88256E-9EF4-D711-7CCA-BC9B7AB04468}"/>
              </a:ext>
            </a:extLst>
          </p:cNvPr>
          <p:cNvSpPr txBox="1"/>
          <p:nvPr/>
        </p:nvSpPr>
        <p:spPr>
          <a:xfrm>
            <a:off x="9349666" y="4321720"/>
            <a:ext cx="2515254" cy="49397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2000" b="1" dirty="0">
                <a:solidFill>
                  <a:schemeClr val="dk1"/>
                </a:solidFill>
                <a:latin typeface="Times New Roman" panose="02020603050405020304" pitchFamily="18" charset="0"/>
                <a:ea typeface="Quantico"/>
                <a:cs typeface="Times New Roman" panose="02020603050405020304" pitchFamily="18" charset="0"/>
                <a:sym typeface="Quantico"/>
              </a:rPr>
              <a:t>Optimisation des E/S</a:t>
            </a:r>
            <a:endParaRPr sz="2000" b="1" dirty="0">
              <a:solidFill>
                <a:schemeClr val="dk1"/>
              </a:solidFill>
              <a:latin typeface="Times New Roman" panose="02020603050405020304" pitchFamily="18" charset="0"/>
              <a:ea typeface="Quantico"/>
              <a:cs typeface="Times New Roman" panose="02020603050405020304" pitchFamily="18" charset="0"/>
              <a:sym typeface="Quantico"/>
            </a:endParaRPr>
          </a:p>
        </p:txBody>
      </p:sp>
      <p:sp>
        <p:nvSpPr>
          <p:cNvPr id="42" name="TextBox 41">
            <a:extLst>
              <a:ext uri="{FF2B5EF4-FFF2-40B4-BE49-F238E27FC236}">
                <a16:creationId xmlns:a16="http://schemas.microsoft.com/office/drawing/2014/main" id="{A30AF649-989D-019F-50F7-F7FF387D4B5A}"/>
              </a:ext>
            </a:extLst>
          </p:cNvPr>
          <p:cNvSpPr txBox="1"/>
          <p:nvPr/>
        </p:nvSpPr>
        <p:spPr>
          <a:xfrm>
            <a:off x="1212027" y="1285098"/>
            <a:ext cx="9940815" cy="430887"/>
          </a:xfrm>
          <a:prstGeom prst="rect">
            <a:avLst/>
          </a:prstGeom>
          <a:noFill/>
        </p:spPr>
        <p:txBody>
          <a:bodyPr wrap="square">
            <a:spAutoFit/>
          </a:bodyPr>
          <a:lstStyle/>
          <a:p>
            <a:pPr marL="342900" indent="-342900">
              <a:buFont typeface="Wingdings" panose="05000000000000000000" pitchFamily="2" charset="2"/>
              <a:buChar char="v"/>
            </a:pPr>
            <a:r>
              <a:rPr lang="en" sz="2200" kern="0" dirty="0">
                <a:solidFill>
                  <a:srgbClr val="2B2A4C"/>
                </a:solidFill>
                <a:latin typeface="Times New Roman" pitchFamily="18"/>
                <a:cs typeface="Times New Roman" pitchFamily="18"/>
              </a:rPr>
              <a:t>Les </a:t>
            </a:r>
            <a:r>
              <a:rPr lang="fr-FR" sz="2200" kern="0" dirty="0">
                <a:solidFill>
                  <a:srgbClr val="2B2A4C"/>
                </a:solidFill>
                <a:latin typeface="Times New Roman" pitchFamily="18"/>
                <a:cs typeface="Times New Roman" pitchFamily="18"/>
              </a:rPr>
              <a:t>principes fondamentaux de la performance des systèmes informatiques :</a:t>
            </a:r>
          </a:p>
        </p:txBody>
      </p:sp>
      <p:sp>
        <p:nvSpPr>
          <p:cNvPr id="9" name="Right Brace 8"/>
          <p:cNvSpPr/>
          <p:nvPr/>
        </p:nvSpPr>
        <p:spPr>
          <a:xfrm rot="16200000">
            <a:off x="3357045" y="2645908"/>
            <a:ext cx="600501" cy="2483282"/>
          </a:xfrm>
          <a:prstGeom prst="rightBrace">
            <a:avLst/>
          </a:prstGeom>
          <a:ln w="57150">
            <a:solidFill>
              <a:srgbClr val="EDE2D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3" name="Right Brace 22"/>
          <p:cNvSpPr/>
          <p:nvPr/>
        </p:nvSpPr>
        <p:spPr>
          <a:xfrm rot="16200000">
            <a:off x="9049416" y="2658302"/>
            <a:ext cx="600501" cy="2458494"/>
          </a:xfrm>
          <a:prstGeom prst="rightBrace">
            <a:avLst/>
          </a:prstGeom>
          <a:ln w="57150">
            <a:solidFill>
              <a:srgbClr val="EDE2D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1" name="Slide Number Placeholder 10"/>
          <p:cNvSpPr>
            <a:spLocks noGrp="1"/>
          </p:cNvSpPr>
          <p:nvPr>
            <p:ph type="sldNum" sz="quarter" idx="8"/>
          </p:nvPr>
        </p:nvSpPr>
        <p:spPr/>
        <p:txBody>
          <a:bodyPr/>
          <a:lstStyle/>
          <a:p>
            <a:pPr lvl="0"/>
            <a:fld id="{02B8FB8E-1F6B-40A8-92F2-62696E1B5E1D}" type="slidenum">
              <a:rPr lang="fr-FR" smtClean="0"/>
              <a:t>22</a:t>
            </a:fld>
            <a:endParaRPr lang="fr-FR"/>
          </a:p>
        </p:txBody>
      </p:sp>
    </p:spTree>
    <p:extLst>
      <p:ext uri="{BB962C8B-B14F-4D97-AF65-F5344CB8AC3E}">
        <p14:creationId xmlns:p14="http://schemas.microsoft.com/office/powerpoint/2010/main" val="2725205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down)">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down)">
                                      <p:cBhvr>
                                        <p:cTn id="21" dur="500"/>
                                        <p:tgtEl>
                                          <p:spTgt spid="2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down)">
                                      <p:cBhvr>
                                        <p:cTn id="24" dur="500"/>
                                        <p:tgtEl>
                                          <p:spTgt spid="23"/>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wipe(down)">
                                      <p:cBhvr>
                                        <p:cTn id="3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4" grpId="0"/>
      <p:bldP spid="25" grpId="0"/>
      <p:bldP spid="27" grpId="0"/>
      <p:bldP spid="31" grpId="0"/>
      <p:bldP spid="9"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5B1FCA40-04AF-EC47-CA62-738295149790}"/>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D117D4C8-315E-6D11-B239-EBC92DA30E65}"/>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22C5E514-C5DA-0A55-37AE-36D1EC5315EF}"/>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8AFF931A-A487-1446-628D-A0001FE50848}"/>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507D37B5-E436-F14D-857F-C12E619DE6BB}"/>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8" name="TextBox 9">
            <a:extLst>
              <a:ext uri="{FF2B5EF4-FFF2-40B4-BE49-F238E27FC236}">
                <a16:creationId xmlns:a16="http://schemas.microsoft.com/office/drawing/2014/main" id="{F56AED82-B56C-5E79-934D-0062DE06585F}"/>
              </a:ext>
            </a:extLst>
          </p:cNvPr>
          <p:cNvSpPr txBox="1"/>
          <p:nvPr/>
        </p:nvSpPr>
        <p:spPr>
          <a:xfrm>
            <a:off x="1651378" y="1228295"/>
            <a:ext cx="5773000"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300" dirty="0">
                <a:solidFill>
                  <a:srgbClr val="EA906D"/>
                </a:solidFill>
                <a:latin typeface="Times New Roman" pitchFamily="18"/>
                <a:cs typeface="Times New Roman" pitchFamily="18"/>
              </a:rPr>
              <a:t>2</a:t>
            </a:r>
            <a:r>
              <a:rPr lang="fr-FR" sz="2300" b="0" i="0" u="none" strike="noStrike" kern="1200" cap="none" spc="0" baseline="0" dirty="0">
                <a:solidFill>
                  <a:srgbClr val="EA906D"/>
                </a:solidFill>
                <a:uFillTx/>
                <a:latin typeface="Times New Roman" pitchFamily="18"/>
                <a:cs typeface="Times New Roman" pitchFamily="18"/>
              </a:rPr>
              <a:t>. Scalabilité :</a:t>
            </a:r>
          </a:p>
        </p:txBody>
      </p:sp>
      <p:sp>
        <p:nvSpPr>
          <p:cNvPr id="9" name="TextBox 10">
            <a:extLst>
              <a:ext uri="{FF2B5EF4-FFF2-40B4-BE49-F238E27FC236}">
                <a16:creationId xmlns:a16="http://schemas.microsoft.com/office/drawing/2014/main" id="{6DD32FEA-AC1D-DA30-5B17-DDEF799F4BD0}"/>
              </a:ext>
            </a:extLst>
          </p:cNvPr>
          <p:cNvSpPr txBox="1"/>
          <p:nvPr/>
        </p:nvSpPr>
        <p:spPr>
          <a:xfrm>
            <a:off x="1146410" y="2083999"/>
            <a:ext cx="10235811" cy="1477328"/>
          </a:xfrm>
          <a:prstGeom prst="rect">
            <a:avLst/>
          </a:prstGeom>
          <a:noFill/>
          <a:ln cap="flat">
            <a:noFill/>
          </a:ln>
        </p:spPr>
        <p:txBody>
          <a:bodyPr vert="horz" wrap="square" lIns="91440" tIns="45720" rIns="91440" bIns="45720" anchor="t" anchorCtr="0" compatLnSpc="1">
            <a:spAutoFit/>
          </a:bodyPr>
          <a:lstStyle/>
          <a:p>
            <a:pPr marL="0" marR="0" lvl="0" indent="0" algn="just"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fr-FR" sz="2000" dirty="0">
                <a:latin typeface="Times New Roman" panose="02020603050405020304" pitchFamily="18" charset="0"/>
                <a:cs typeface="Times New Roman" panose="02020603050405020304" pitchFamily="18" charset="0"/>
              </a:rPr>
              <a:t>La scalabilité est essentielle dans la gestion des processus par les systèmes d'exploitation (OS), car elle garantit que le système peut gérer efficacement des charges de travail croissantes sans compromettre ses performances ou sa stabilité.</a:t>
            </a:r>
            <a:endParaRPr lang="fr-FR" sz="2000" b="0" i="0" u="none" strike="noStrike" kern="1200" cap="none" spc="0" baseline="0" dirty="0">
              <a:solidFill>
                <a:srgbClr val="2B2A4C"/>
              </a:solidFill>
              <a:uFillTx/>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8"/>
          </p:nvPr>
        </p:nvSpPr>
        <p:spPr/>
        <p:txBody>
          <a:bodyPr/>
          <a:lstStyle/>
          <a:p>
            <a:pPr lvl="0"/>
            <a:fld id="{02B8FB8E-1F6B-40A8-92F2-62696E1B5E1D}" type="slidenum">
              <a:rPr lang="fr-FR" smtClean="0"/>
              <a:t>23</a:t>
            </a:fld>
            <a:endParaRPr lang="fr-FR"/>
          </a:p>
        </p:txBody>
      </p:sp>
      <p:pic>
        <p:nvPicPr>
          <p:cNvPr id="1026" name="Picture 2" descr="Qu'est-ce que la scalabilité ? Les 5 meilleurs articles sur la scalabilité  - IT SOCIAL">
            <a:extLst>
              <a:ext uri="{FF2B5EF4-FFF2-40B4-BE49-F238E27FC236}">
                <a16:creationId xmlns:a16="http://schemas.microsoft.com/office/drawing/2014/main" id="{BB161162-710E-767E-3998-52F3AF3144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3161688"/>
            <a:ext cx="5190971" cy="328514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0441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6">
            <a:extLst>
              <a:ext uri="{FF2B5EF4-FFF2-40B4-BE49-F238E27FC236}">
                <a16:creationId xmlns:a16="http://schemas.microsoft.com/office/drawing/2014/main" id="{60C8047F-DF63-B0D7-D139-D48CE11D5D35}"/>
              </a:ext>
            </a:extLst>
          </p:cNvPr>
          <p:cNvGrpSpPr/>
          <p:nvPr/>
        </p:nvGrpSpPr>
        <p:grpSpPr>
          <a:xfrm>
            <a:off x="409431" y="0"/>
            <a:ext cx="286600" cy="1774200"/>
            <a:chOff x="409431" y="0"/>
            <a:chExt cx="286600" cy="1774200"/>
          </a:xfrm>
        </p:grpSpPr>
        <p:sp>
          <p:nvSpPr>
            <p:cNvPr id="4" name="Rectangle 1">
              <a:extLst>
                <a:ext uri="{FF2B5EF4-FFF2-40B4-BE49-F238E27FC236}">
                  <a16:creationId xmlns:a16="http://schemas.microsoft.com/office/drawing/2014/main" id="{6BE789BE-8B60-91AF-A975-40A6663A987F}"/>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2">
              <a:extLst>
                <a:ext uri="{FF2B5EF4-FFF2-40B4-BE49-F238E27FC236}">
                  <a16:creationId xmlns:a16="http://schemas.microsoft.com/office/drawing/2014/main" id="{76B6AC40-9109-4993-73F8-0A0761618B45}"/>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6" name="Oval 3">
              <a:extLst>
                <a:ext uri="{FF2B5EF4-FFF2-40B4-BE49-F238E27FC236}">
                  <a16:creationId xmlns:a16="http://schemas.microsoft.com/office/drawing/2014/main" id="{D3005B9B-E81D-BA03-B11B-E89242965D70}"/>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7" name="Rectangle 7">
            <a:extLst>
              <a:ext uri="{FF2B5EF4-FFF2-40B4-BE49-F238E27FC236}">
                <a16:creationId xmlns:a16="http://schemas.microsoft.com/office/drawing/2014/main" id="{2132679F-CD0E-D631-F009-2AA9108F4606}"/>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8" name="TextBox 8">
            <a:extLst>
              <a:ext uri="{FF2B5EF4-FFF2-40B4-BE49-F238E27FC236}">
                <a16:creationId xmlns:a16="http://schemas.microsoft.com/office/drawing/2014/main" id="{9814E815-37DB-EA7F-655B-6A569CA12542}"/>
              </a:ext>
            </a:extLst>
          </p:cNvPr>
          <p:cNvSpPr txBox="1"/>
          <p:nvPr/>
        </p:nvSpPr>
        <p:spPr>
          <a:xfrm>
            <a:off x="1576315" y="912159"/>
            <a:ext cx="6571399" cy="430883"/>
          </a:xfrm>
          <a:prstGeom prst="rect">
            <a:avLst/>
          </a:prstGeom>
          <a:noFill/>
          <a:ln cap="flat">
            <a:noFill/>
          </a:ln>
        </p:spPr>
        <p:txBody>
          <a:bodyPr vert="horz" wrap="square" lIns="91440" tIns="45720" rIns="91440" bIns="45720" anchor="t" anchorCtr="0" compatLnSpc="1">
            <a:spAutoFit/>
          </a:bodyPr>
          <a:lstStyle/>
          <a:p>
            <a:pPr marL="342900" marR="0" lvl="0" indent="-342900" algn="l" defTabSz="914400" rtl="0" fontAlgn="auto" hangingPunct="1">
              <a:lnSpc>
                <a:spcPct val="100000"/>
              </a:lnSpc>
              <a:spcBef>
                <a:spcPts val="0"/>
              </a:spcBef>
              <a:spcAft>
                <a:spcPts val="0"/>
              </a:spcAft>
              <a:buSzPct val="100000"/>
              <a:buFont typeface="Wingdings" pitchFamily="2"/>
              <a:buChar char="Ø"/>
              <a:tabLst/>
              <a:defRPr sz="1800" b="0" i="0" u="none" strike="noStrike" kern="0" cap="none" spc="0" baseline="0">
                <a:solidFill>
                  <a:srgbClr val="000000"/>
                </a:solidFill>
                <a:uFillTx/>
              </a:defRPr>
            </a:pPr>
            <a:r>
              <a:rPr lang="fr-FR" sz="2200" dirty="0">
                <a:solidFill>
                  <a:srgbClr val="2B2A4C"/>
                </a:solidFill>
                <a:latin typeface="Times New Roman" pitchFamily="18"/>
                <a:cs typeface="Times New Roman" pitchFamily="18"/>
              </a:rPr>
              <a:t>M</a:t>
            </a:r>
            <a:r>
              <a:rPr lang="fr-FR" sz="2200" b="0" i="0" u="none" strike="noStrike" kern="1200" cap="none" spc="0" baseline="0" dirty="0">
                <a:solidFill>
                  <a:srgbClr val="2B2A4C"/>
                </a:solidFill>
                <a:uFillTx/>
                <a:latin typeface="Times New Roman" pitchFamily="18"/>
                <a:cs typeface="Times New Roman" pitchFamily="18"/>
              </a:rPr>
              <a:t>écanismes utilisés :</a:t>
            </a:r>
          </a:p>
        </p:txBody>
      </p:sp>
      <p:sp>
        <p:nvSpPr>
          <p:cNvPr id="44" name="Freeform: Shape 6">
            <a:extLst>
              <a:ext uri="{FF2B5EF4-FFF2-40B4-BE49-F238E27FC236}">
                <a16:creationId xmlns:a16="http://schemas.microsoft.com/office/drawing/2014/main" id="{0940DCFD-7DF8-0D23-9CBF-6B9633E41058}"/>
              </a:ext>
            </a:extLst>
          </p:cNvPr>
          <p:cNvSpPr/>
          <p:nvPr/>
        </p:nvSpPr>
        <p:spPr>
          <a:xfrm>
            <a:off x="1222911" y="2025407"/>
            <a:ext cx="1398208" cy="1561497"/>
          </a:xfrm>
          <a:custGeom>
            <a:avLst/>
            <a:gdLst>
              <a:gd name="connsiteX0" fmla="*/ -25 w 1398208"/>
              <a:gd name="connsiteY0" fmla="*/ 466731 h 1561497"/>
              <a:gd name="connsiteX1" fmla="*/ 77573 w 1398208"/>
              <a:gd name="connsiteY1" fmla="*/ 332248 h 1561497"/>
              <a:gd name="connsiteX2" fmla="*/ 621190 w 1398208"/>
              <a:gd name="connsiteY2" fmla="*/ 18359 h 1561497"/>
              <a:gd name="connsiteX3" fmla="*/ 776531 w 1398208"/>
              <a:gd name="connsiteY3" fmla="*/ 18359 h 1561497"/>
              <a:gd name="connsiteX4" fmla="*/ 1320586 w 1398208"/>
              <a:gd name="connsiteY4" fmla="*/ 332248 h 1561497"/>
              <a:gd name="connsiteX5" fmla="*/ 1398183 w 1398208"/>
              <a:gd name="connsiteY5" fmla="*/ 466731 h 1561497"/>
              <a:gd name="connsiteX6" fmla="*/ 1398183 w 1398208"/>
              <a:gd name="connsiteY6" fmla="*/ 1093926 h 1561497"/>
              <a:gd name="connsiteX7" fmla="*/ 1320586 w 1398208"/>
              <a:gd name="connsiteY7" fmla="*/ 1228408 h 1561497"/>
              <a:gd name="connsiteX8" fmla="*/ 776531 w 1398208"/>
              <a:gd name="connsiteY8" fmla="*/ 1542881 h 1561497"/>
              <a:gd name="connsiteX9" fmla="*/ 621190 w 1398208"/>
              <a:gd name="connsiteY9" fmla="*/ 1542881 h 1561497"/>
              <a:gd name="connsiteX10" fmla="*/ 77573 w 1398208"/>
              <a:gd name="connsiteY10" fmla="*/ 1228992 h 1561497"/>
              <a:gd name="connsiteX11" fmla="*/ -25 w 1398208"/>
              <a:gd name="connsiteY11" fmla="*/ 1094509 h 1561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98208" h="1561497">
                <a:moveTo>
                  <a:pt x="-25" y="466731"/>
                </a:moveTo>
                <a:cubicBezTo>
                  <a:pt x="3003" y="412121"/>
                  <a:pt x="31808" y="362193"/>
                  <a:pt x="77573" y="332248"/>
                </a:cubicBezTo>
                <a:lnTo>
                  <a:pt x="621190" y="18359"/>
                </a:lnTo>
                <a:cubicBezTo>
                  <a:pt x="670037" y="-6292"/>
                  <a:pt x="727684" y="-6292"/>
                  <a:pt x="776531" y="18359"/>
                </a:cubicBezTo>
                <a:lnTo>
                  <a:pt x="1320586" y="332248"/>
                </a:lnTo>
                <a:cubicBezTo>
                  <a:pt x="1366357" y="362193"/>
                  <a:pt x="1395149" y="412121"/>
                  <a:pt x="1398183" y="466731"/>
                </a:cubicBezTo>
                <a:lnTo>
                  <a:pt x="1398183" y="1093926"/>
                </a:lnTo>
                <a:cubicBezTo>
                  <a:pt x="1395149" y="1148536"/>
                  <a:pt x="1366357" y="1198463"/>
                  <a:pt x="1320586" y="1228408"/>
                </a:cubicBezTo>
                <a:lnTo>
                  <a:pt x="776531" y="1542881"/>
                </a:lnTo>
                <a:cubicBezTo>
                  <a:pt x="727684" y="1567531"/>
                  <a:pt x="670037" y="1567531"/>
                  <a:pt x="621190" y="1542881"/>
                </a:cubicBezTo>
                <a:lnTo>
                  <a:pt x="77573" y="1228992"/>
                </a:lnTo>
                <a:cubicBezTo>
                  <a:pt x="31808" y="1199047"/>
                  <a:pt x="3003" y="1149119"/>
                  <a:pt x="-25" y="1094509"/>
                </a:cubicBezTo>
                <a:close/>
              </a:path>
            </a:pathLst>
          </a:custGeom>
          <a:solidFill>
            <a:srgbClr val="FFFFFF"/>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8" name="Group 67"/>
          <p:cNvGrpSpPr/>
          <p:nvPr/>
        </p:nvGrpSpPr>
        <p:grpSpPr>
          <a:xfrm>
            <a:off x="916075" y="1815513"/>
            <a:ext cx="4938816" cy="1385155"/>
            <a:chOff x="1046592" y="1756183"/>
            <a:chExt cx="4938816" cy="1385155"/>
          </a:xfrm>
        </p:grpSpPr>
        <p:sp>
          <p:nvSpPr>
            <p:cNvPr id="45" name="Freeform: Shape 7">
              <a:extLst>
                <a:ext uri="{FF2B5EF4-FFF2-40B4-BE49-F238E27FC236}">
                  <a16:creationId xmlns:a16="http://schemas.microsoft.com/office/drawing/2014/main" id="{8365C20B-4524-51B5-00CB-CC0744A6B8BC}"/>
                </a:ext>
              </a:extLst>
            </p:cNvPr>
            <p:cNvSpPr/>
            <p:nvPr/>
          </p:nvSpPr>
          <p:spPr>
            <a:xfrm>
              <a:off x="1046592" y="1756183"/>
              <a:ext cx="1370339" cy="1385155"/>
            </a:xfrm>
            <a:custGeom>
              <a:avLst/>
              <a:gdLst>
                <a:gd name="connsiteX0" fmla="*/ 748380 w 1496954"/>
                <a:gd name="connsiteY0" fmla="*/ 1661643 h 1661792"/>
                <a:gd name="connsiteX1" fmla="*/ 646278 w 1496954"/>
                <a:gd name="connsiteY1" fmla="*/ 1636410 h 1661792"/>
                <a:gd name="connsiteX2" fmla="*/ 102077 w 1496954"/>
                <a:gd name="connsiteY2" fmla="*/ 1321937 h 1661792"/>
                <a:gd name="connsiteX3" fmla="*/ -25 w 1496954"/>
                <a:gd name="connsiteY3" fmla="*/ 1143988 h 1661792"/>
                <a:gd name="connsiteX4" fmla="*/ -25 w 1496954"/>
                <a:gd name="connsiteY4" fmla="*/ 516793 h 1661792"/>
                <a:gd name="connsiteX5" fmla="*/ 102077 w 1496954"/>
                <a:gd name="connsiteY5" fmla="*/ 338991 h 1661792"/>
                <a:gd name="connsiteX6" fmla="*/ 645695 w 1496954"/>
                <a:gd name="connsiteY6" fmla="*/ 24955 h 1661792"/>
                <a:gd name="connsiteX7" fmla="*/ 851211 w 1496954"/>
                <a:gd name="connsiteY7" fmla="*/ 24955 h 1661792"/>
                <a:gd name="connsiteX8" fmla="*/ 1394829 w 1496954"/>
                <a:gd name="connsiteY8" fmla="*/ 338991 h 1661792"/>
                <a:gd name="connsiteX9" fmla="*/ 1496930 w 1496954"/>
                <a:gd name="connsiteY9" fmla="*/ 516793 h 1661792"/>
                <a:gd name="connsiteX10" fmla="*/ 1496930 w 1496954"/>
                <a:gd name="connsiteY10" fmla="*/ 1143988 h 1661792"/>
                <a:gd name="connsiteX11" fmla="*/ 1394829 w 1496954"/>
                <a:gd name="connsiteY11" fmla="*/ 1321791 h 1661792"/>
                <a:gd name="connsiteX12" fmla="*/ 851211 w 1496954"/>
                <a:gd name="connsiteY12" fmla="*/ 1635681 h 1661792"/>
                <a:gd name="connsiteX13" fmla="*/ 748380 w 1496954"/>
                <a:gd name="connsiteY13" fmla="*/ 1661643 h 1661792"/>
                <a:gd name="connsiteX14" fmla="*/ 748380 w 1496954"/>
                <a:gd name="connsiteY14" fmla="*/ 100948 h 1661792"/>
                <a:gd name="connsiteX15" fmla="*/ 695870 w 1496954"/>
                <a:gd name="connsiteY15" fmla="*/ 112763 h 1661792"/>
                <a:gd name="connsiteX16" fmla="*/ 152252 w 1496954"/>
                <a:gd name="connsiteY16" fmla="*/ 425193 h 1661792"/>
                <a:gd name="connsiteX17" fmla="*/ 99597 w 1496954"/>
                <a:gd name="connsiteY17" fmla="*/ 516210 h 1661792"/>
                <a:gd name="connsiteX18" fmla="*/ 99597 w 1496954"/>
                <a:gd name="connsiteY18" fmla="*/ 1143405 h 1661792"/>
                <a:gd name="connsiteX19" fmla="*/ 152252 w 1496954"/>
                <a:gd name="connsiteY19" fmla="*/ 1234421 h 1661792"/>
                <a:gd name="connsiteX20" fmla="*/ 695870 w 1496954"/>
                <a:gd name="connsiteY20" fmla="*/ 1548311 h 1661792"/>
                <a:gd name="connsiteX21" fmla="*/ 801035 w 1496954"/>
                <a:gd name="connsiteY21" fmla="*/ 1548311 h 1661792"/>
                <a:gd name="connsiteX22" fmla="*/ 1344653 w 1496954"/>
                <a:gd name="connsiteY22" fmla="*/ 1234421 h 1661792"/>
                <a:gd name="connsiteX23" fmla="*/ 1397308 w 1496954"/>
                <a:gd name="connsiteY23" fmla="*/ 1143405 h 1661792"/>
                <a:gd name="connsiteX24" fmla="*/ 1397308 w 1496954"/>
                <a:gd name="connsiteY24" fmla="*/ 516210 h 1661792"/>
                <a:gd name="connsiteX25" fmla="*/ 1344653 w 1496954"/>
                <a:gd name="connsiteY25" fmla="*/ 425193 h 1661792"/>
                <a:gd name="connsiteX26" fmla="*/ 801327 w 1496954"/>
                <a:gd name="connsiteY26" fmla="*/ 111304 h 1661792"/>
                <a:gd name="connsiteX27" fmla="*/ 748380 w 1496954"/>
                <a:gd name="connsiteY27" fmla="*/ 99489 h 166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96954" h="1661792">
                  <a:moveTo>
                    <a:pt x="748380" y="1661643"/>
                  </a:moveTo>
                  <a:cubicBezTo>
                    <a:pt x="712743" y="1662139"/>
                    <a:pt x="677581" y="1653446"/>
                    <a:pt x="646278" y="1636410"/>
                  </a:cubicBezTo>
                  <a:lnTo>
                    <a:pt x="102077" y="1321937"/>
                  </a:lnTo>
                  <a:cubicBezTo>
                    <a:pt x="40938" y="1282934"/>
                    <a:pt x="2792" y="1216451"/>
                    <a:pt x="-25" y="1143988"/>
                  </a:cubicBezTo>
                  <a:lnTo>
                    <a:pt x="-25" y="516793"/>
                  </a:lnTo>
                  <a:cubicBezTo>
                    <a:pt x="2741" y="444359"/>
                    <a:pt x="40906" y="377891"/>
                    <a:pt x="102077" y="338991"/>
                  </a:cubicBezTo>
                  <a:lnTo>
                    <a:pt x="645695" y="24955"/>
                  </a:lnTo>
                  <a:cubicBezTo>
                    <a:pt x="710118" y="-8490"/>
                    <a:pt x="786787" y="-8490"/>
                    <a:pt x="851211" y="24955"/>
                  </a:cubicBezTo>
                  <a:lnTo>
                    <a:pt x="1394829" y="338991"/>
                  </a:lnTo>
                  <a:cubicBezTo>
                    <a:pt x="1456002" y="377891"/>
                    <a:pt x="1494159" y="444359"/>
                    <a:pt x="1496930" y="516793"/>
                  </a:cubicBezTo>
                  <a:lnTo>
                    <a:pt x="1496930" y="1143988"/>
                  </a:lnTo>
                  <a:cubicBezTo>
                    <a:pt x="1494144" y="1216422"/>
                    <a:pt x="1455987" y="1282876"/>
                    <a:pt x="1394829" y="1321791"/>
                  </a:cubicBezTo>
                  <a:lnTo>
                    <a:pt x="851211" y="1635681"/>
                  </a:lnTo>
                  <a:cubicBezTo>
                    <a:pt x="819750" y="1653067"/>
                    <a:pt x="784324" y="1662008"/>
                    <a:pt x="748380" y="1661643"/>
                  </a:cubicBezTo>
                  <a:close/>
                  <a:moveTo>
                    <a:pt x="748380" y="100948"/>
                  </a:moveTo>
                  <a:cubicBezTo>
                    <a:pt x="730168" y="100467"/>
                    <a:pt x="712121" y="104521"/>
                    <a:pt x="695870" y="112763"/>
                  </a:cubicBezTo>
                  <a:lnTo>
                    <a:pt x="152252" y="425193"/>
                  </a:lnTo>
                  <a:cubicBezTo>
                    <a:pt x="122036" y="446197"/>
                    <a:pt x="102738" y="479555"/>
                    <a:pt x="99597" y="516210"/>
                  </a:cubicBezTo>
                  <a:lnTo>
                    <a:pt x="99597" y="1143405"/>
                  </a:lnTo>
                  <a:cubicBezTo>
                    <a:pt x="102797" y="1180045"/>
                    <a:pt x="122083" y="1213388"/>
                    <a:pt x="152252" y="1234421"/>
                  </a:cubicBezTo>
                  <a:lnTo>
                    <a:pt x="695870" y="1548311"/>
                  </a:lnTo>
                  <a:cubicBezTo>
                    <a:pt x="729393" y="1562970"/>
                    <a:pt x="767512" y="1562970"/>
                    <a:pt x="801035" y="1548311"/>
                  </a:cubicBezTo>
                  <a:lnTo>
                    <a:pt x="1344653" y="1234421"/>
                  </a:lnTo>
                  <a:cubicBezTo>
                    <a:pt x="1374817" y="1213388"/>
                    <a:pt x="1394114" y="1180045"/>
                    <a:pt x="1397308" y="1143405"/>
                  </a:cubicBezTo>
                  <a:lnTo>
                    <a:pt x="1397308" y="516210"/>
                  </a:lnTo>
                  <a:cubicBezTo>
                    <a:pt x="1394114" y="479570"/>
                    <a:pt x="1374817" y="446226"/>
                    <a:pt x="1344653" y="425193"/>
                  </a:cubicBezTo>
                  <a:lnTo>
                    <a:pt x="801327" y="111304"/>
                  </a:lnTo>
                  <a:cubicBezTo>
                    <a:pt x="784931" y="103034"/>
                    <a:pt x="766735" y="98979"/>
                    <a:pt x="748380" y="99489"/>
                  </a:cubicBezTo>
                  <a:close/>
                </a:path>
              </a:pathLst>
            </a:custGeom>
            <a:solidFill>
              <a:srgbClr val="B31313"/>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Shape 8">
              <a:extLst>
                <a:ext uri="{FF2B5EF4-FFF2-40B4-BE49-F238E27FC236}">
                  <a16:creationId xmlns:a16="http://schemas.microsoft.com/office/drawing/2014/main" id="{E87111DA-0D2E-80D5-5A78-18B2F3CD2226}"/>
                </a:ext>
              </a:extLst>
            </p:cNvPr>
            <p:cNvSpPr/>
            <p:nvPr/>
          </p:nvSpPr>
          <p:spPr>
            <a:xfrm>
              <a:off x="1440750" y="1973441"/>
              <a:ext cx="4544658" cy="967155"/>
            </a:xfrm>
            <a:custGeom>
              <a:avLst/>
              <a:gdLst>
                <a:gd name="connsiteX0" fmla="*/ 4247984 w 4248008"/>
                <a:gd name="connsiteY0" fmla="*/ 580100 h 1160311"/>
                <a:gd name="connsiteX1" fmla="*/ 3667901 w 4248008"/>
                <a:gd name="connsiteY1" fmla="*/ 1160183 h 1160311"/>
                <a:gd name="connsiteX2" fmla="*/ 3667172 w 4248008"/>
                <a:gd name="connsiteY2" fmla="*/ 1160183 h 1160311"/>
                <a:gd name="connsiteX3" fmla="*/ 580204 w 4248008"/>
                <a:gd name="connsiteY3" fmla="*/ 1160183 h 1160311"/>
                <a:gd name="connsiteX4" fmla="*/ -25 w 4248008"/>
                <a:gd name="connsiteY4" fmla="*/ 580245 h 1160311"/>
                <a:gd name="connsiteX5" fmla="*/ -25 w 4248008"/>
                <a:gd name="connsiteY5" fmla="*/ 580100 h 1160311"/>
                <a:gd name="connsiteX6" fmla="*/ -25 w 4248008"/>
                <a:gd name="connsiteY6" fmla="*/ 580100 h 1160311"/>
                <a:gd name="connsiteX7" fmla="*/ 580204 w 4248008"/>
                <a:gd name="connsiteY7" fmla="*/ -129 h 1160311"/>
                <a:gd name="connsiteX8" fmla="*/ 3667172 w 4248008"/>
                <a:gd name="connsiteY8" fmla="*/ -129 h 1160311"/>
                <a:gd name="connsiteX9" fmla="*/ 4247401 w 4248008"/>
                <a:gd name="connsiteY9" fmla="*/ 580100 h 1160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8008" h="1160311">
                  <a:moveTo>
                    <a:pt x="4247984" y="580100"/>
                  </a:moveTo>
                  <a:cubicBezTo>
                    <a:pt x="4247984" y="900465"/>
                    <a:pt x="3988267" y="1160183"/>
                    <a:pt x="3667901" y="1160183"/>
                  </a:cubicBezTo>
                  <a:cubicBezTo>
                    <a:pt x="3667653" y="1160183"/>
                    <a:pt x="3667420" y="1160183"/>
                    <a:pt x="3667172" y="1160183"/>
                  </a:cubicBezTo>
                  <a:lnTo>
                    <a:pt x="580204" y="1160183"/>
                  </a:lnTo>
                  <a:cubicBezTo>
                    <a:pt x="259833" y="1160270"/>
                    <a:pt x="56" y="900611"/>
                    <a:pt x="-25" y="580245"/>
                  </a:cubicBezTo>
                  <a:cubicBezTo>
                    <a:pt x="-25" y="580202"/>
                    <a:pt x="-25" y="580143"/>
                    <a:pt x="-25" y="580100"/>
                  </a:cubicBezTo>
                  <a:lnTo>
                    <a:pt x="-25" y="580100"/>
                  </a:lnTo>
                  <a:cubicBezTo>
                    <a:pt x="-25" y="259647"/>
                    <a:pt x="259752" y="-129"/>
                    <a:pt x="580204" y="-129"/>
                  </a:cubicBezTo>
                  <a:lnTo>
                    <a:pt x="3667172" y="-129"/>
                  </a:lnTo>
                  <a:cubicBezTo>
                    <a:pt x="3987625" y="-129"/>
                    <a:pt x="4247401" y="259647"/>
                    <a:pt x="4247401" y="580100"/>
                  </a:cubicBezTo>
                  <a:close/>
                </a:path>
              </a:pathLst>
            </a:custGeom>
            <a:solidFill>
              <a:srgbClr val="FFFFFF"/>
            </a:solidFill>
            <a:ln w="14577" cap="flat">
              <a:noFill/>
              <a:prstDash val="solid"/>
              <a:miter/>
            </a:ln>
            <a:effectLst>
              <a:outerShdw blurRad="63500" sx="102000" sy="102000" algn="ctr" rotWithShape="0">
                <a:prstClr val="black">
                  <a:alpha val="2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Freeform: Shape 9">
              <a:extLst>
                <a:ext uri="{FF2B5EF4-FFF2-40B4-BE49-F238E27FC236}">
                  <a16:creationId xmlns:a16="http://schemas.microsoft.com/office/drawing/2014/main" id="{C1CD1B20-A20C-819C-9BE4-A22F733ED24E}"/>
                </a:ext>
              </a:extLst>
            </p:cNvPr>
            <p:cNvSpPr/>
            <p:nvPr/>
          </p:nvSpPr>
          <p:spPr>
            <a:xfrm>
              <a:off x="1220705" y="1928426"/>
              <a:ext cx="1022113" cy="1039555"/>
            </a:xfrm>
            <a:custGeom>
              <a:avLst/>
              <a:gdLst>
                <a:gd name="connsiteX0" fmla="*/ -25 w 1116553"/>
                <a:gd name="connsiteY0" fmla="*/ 372724 h 1247170"/>
                <a:gd name="connsiteX1" fmla="*/ 61966 w 1116553"/>
                <a:gd name="connsiteY1" fmla="*/ 265372 h 1247170"/>
                <a:gd name="connsiteX2" fmla="*/ 496189 w 1116553"/>
                <a:gd name="connsiteY2" fmla="*/ 14639 h 1247170"/>
                <a:gd name="connsiteX3" fmla="*/ 620315 w 1116553"/>
                <a:gd name="connsiteY3" fmla="*/ 14639 h 1247170"/>
                <a:gd name="connsiteX4" fmla="*/ 1054539 w 1116553"/>
                <a:gd name="connsiteY4" fmla="*/ 265372 h 1247170"/>
                <a:gd name="connsiteX5" fmla="*/ 1116529 w 1116553"/>
                <a:gd name="connsiteY5" fmla="*/ 372724 h 1247170"/>
                <a:gd name="connsiteX6" fmla="*/ 1116529 w 1116553"/>
                <a:gd name="connsiteY6" fmla="*/ 874189 h 1247170"/>
                <a:gd name="connsiteX7" fmla="*/ 1054539 w 1116553"/>
                <a:gd name="connsiteY7" fmla="*/ 981541 h 1247170"/>
                <a:gd name="connsiteX8" fmla="*/ 620315 w 1116553"/>
                <a:gd name="connsiteY8" fmla="*/ 1232273 h 1247170"/>
                <a:gd name="connsiteX9" fmla="*/ 496189 w 1116553"/>
                <a:gd name="connsiteY9" fmla="*/ 1232273 h 1247170"/>
                <a:gd name="connsiteX10" fmla="*/ 61966 w 1116553"/>
                <a:gd name="connsiteY10" fmla="*/ 981541 h 1247170"/>
                <a:gd name="connsiteX11" fmla="*/ -25 w 1116553"/>
                <a:gd name="connsiteY11" fmla="*/ 874189 h 124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6553" h="1247170">
                  <a:moveTo>
                    <a:pt x="-25" y="372724"/>
                  </a:moveTo>
                  <a:cubicBezTo>
                    <a:pt x="2405" y="329127"/>
                    <a:pt x="25416" y="289278"/>
                    <a:pt x="61966" y="265372"/>
                  </a:cubicBezTo>
                  <a:lnTo>
                    <a:pt x="496189" y="14639"/>
                  </a:lnTo>
                  <a:cubicBezTo>
                    <a:pt x="535224" y="-5052"/>
                    <a:pt x="581280" y="-5052"/>
                    <a:pt x="620315" y="14639"/>
                  </a:cubicBezTo>
                  <a:lnTo>
                    <a:pt x="1054539" y="265372"/>
                  </a:lnTo>
                  <a:cubicBezTo>
                    <a:pt x="1091091" y="289278"/>
                    <a:pt x="1114093" y="329127"/>
                    <a:pt x="1116529" y="372724"/>
                  </a:cubicBezTo>
                  <a:lnTo>
                    <a:pt x="1116529" y="874189"/>
                  </a:lnTo>
                  <a:cubicBezTo>
                    <a:pt x="1114093" y="917786"/>
                    <a:pt x="1091091" y="957635"/>
                    <a:pt x="1054539" y="981541"/>
                  </a:cubicBezTo>
                  <a:lnTo>
                    <a:pt x="620315" y="1232273"/>
                  </a:lnTo>
                  <a:cubicBezTo>
                    <a:pt x="581280" y="1251965"/>
                    <a:pt x="535224" y="1251965"/>
                    <a:pt x="496189" y="1232273"/>
                  </a:cubicBezTo>
                  <a:lnTo>
                    <a:pt x="61966" y="981541"/>
                  </a:lnTo>
                  <a:cubicBezTo>
                    <a:pt x="25416" y="957635"/>
                    <a:pt x="2405" y="917786"/>
                    <a:pt x="-25" y="874189"/>
                  </a:cubicBezTo>
                  <a:close/>
                </a:path>
              </a:pathLst>
            </a:custGeom>
            <a:solidFill>
              <a:srgbClr val="B31313"/>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1" name="Group 80"/>
          <p:cNvGrpSpPr/>
          <p:nvPr/>
        </p:nvGrpSpPr>
        <p:grpSpPr>
          <a:xfrm>
            <a:off x="916075" y="3362563"/>
            <a:ext cx="4938816" cy="1385155"/>
            <a:chOff x="1046592" y="1756183"/>
            <a:chExt cx="4938816" cy="1385155"/>
          </a:xfrm>
        </p:grpSpPr>
        <p:sp>
          <p:nvSpPr>
            <p:cNvPr id="82" name="Freeform: Shape 7">
              <a:extLst>
                <a:ext uri="{FF2B5EF4-FFF2-40B4-BE49-F238E27FC236}">
                  <a16:creationId xmlns:a16="http://schemas.microsoft.com/office/drawing/2014/main" id="{8365C20B-4524-51B5-00CB-CC0744A6B8BC}"/>
                </a:ext>
              </a:extLst>
            </p:cNvPr>
            <p:cNvSpPr/>
            <p:nvPr/>
          </p:nvSpPr>
          <p:spPr>
            <a:xfrm>
              <a:off x="1046592" y="1756183"/>
              <a:ext cx="1370339" cy="1385155"/>
            </a:xfrm>
            <a:custGeom>
              <a:avLst/>
              <a:gdLst>
                <a:gd name="connsiteX0" fmla="*/ 748380 w 1496954"/>
                <a:gd name="connsiteY0" fmla="*/ 1661643 h 1661792"/>
                <a:gd name="connsiteX1" fmla="*/ 646278 w 1496954"/>
                <a:gd name="connsiteY1" fmla="*/ 1636410 h 1661792"/>
                <a:gd name="connsiteX2" fmla="*/ 102077 w 1496954"/>
                <a:gd name="connsiteY2" fmla="*/ 1321937 h 1661792"/>
                <a:gd name="connsiteX3" fmla="*/ -25 w 1496954"/>
                <a:gd name="connsiteY3" fmla="*/ 1143988 h 1661792"/>
                <a:gd name="connsiteX4" fmla="*/ -25 w 1496954"/>
                <a:gd name="connsiteY4" fmla="*/ 516793 h 1661792"/>
                <a:gd name="connsiteX5" fmla="*/ 102077 w 1496954"/>
                <a:gd name="connsiteY5" fmla="*/ 338991 h 1661792"/>
                <a:gd name="connsiteX6" fmla="*/ 645695 w 1496954"/>
                <a:gd name="connsiteY6" fmla="*/ 24955 h 1661792"/>
                <a:gd name="connsiteX7" fmla="*/ 851211 w 1496954"/>
                <a:gd name="connsiteY7" fmla="*/ 24955 h 1661792"/>
                <a:gd name="connsiteX8" fmla="*/ 1394829 w 1496954"/>
                <a:gd name="connsiteY8" fmla="*/ 338991 h 1661792"/>
                <a:gd name="connsiteX9" fmla="*/ 1496930 w 1496954"/>
                <a:gd name="connsiteY9" fmla="*/ 516793 h 1661792"/>
                <a:gd name="connsiteX10" fmla="*/ 1496930 w 1496954"/>
                <a:gd name="connsiteY10" fmla="*/ 1143988 h 1661792"/>
                <a:gd name="connsiteX11" fmla="*/ 1394829 w 1496954"/>
                <a:gd name="connsiteY11" fmla="*/ 1321791 h 1661792"/>
                <a:gd name="connsiteX12" fmla="*/ 851211 w 1496954"/>
                <a:gd name="connsiteY12" fmla="*/ 1635681 h 1661792"/>
                <a:gd name="connsiteX13" fmla="*/ 748380 w 1496954"/>
                <a:gd name="connsiteY13" fmla="*/ 1661643 h 1661792"/>
                <a:gd name="connsiteX14" fmla="*/ 748380 w 1496954"/>
                <a:gd name="connsiteY14" fmla="*/ 100948 h 1661792"/>
                <a:gd name="connsiteX15" fmla="*/ 695870 w 1496954"/>
                <a:gd name="connsiteY15" fmla="*/ 112763 h 1661792"/>
                <a:gd name="connsiteX16" fmla="*/ 152252 w 1496954"/>
                <a:gd name="connsiteY16" fmla="*/ 425193 h 1661792"/>
                <a:gd name="connsiteX17" fmla="*/ 99597 w 1496954"/>
                <a:gd name="connsiteY17" fmla="*/ 516210 h 1661792"/>
                <a:gd name="connsiteX18" fmla="*/ 99597 w 1496954"/>
                <a:gd name="connsiteY18" fmla="*/ 1143405 h 1661792"/>
                <a:gd name="connsiteX19" fmla="*/ 152252 w 1496954"/>
                <a:gd name="connsiteY19" fmla="*/ 1234421 h 1661792"/>
                <a:gd name="connsiteX20" fmla="*/ 695870 w 1496954"/>
                <a:gd name="connsiteY20" fmla="*/ 1548311 h 1661792"/>
                <a:gd name="connsiteX21" fmla="*/ 801035 w 1496954"/>
                <a:gd name="connsiteY21" fmla="*/ 1548311 h 1661792"/>
                <a:gd name="connsiteX22" fmla="*/ 1344653 w 1496954"/>
                <a:gd name="connsiteY22" fmla="*/ 1234421 h 1661792"/>
                <a:gd name="connsiteX23" fmla="*/ 1397308 w 1496954"/>
                <a:gd name="connsiteY23" fmla="*/ 1143405 h 1661792"/>
                <a:gd name="connsiteX24" fmla="*/ 1397308 w 1496954"/>
                <a:gd name="connsiteY24" fmla="*/ 516210 h 1661792"/>
                <a:gd name="connsiteX25" fmla="*/ 1344653 w 1496954"/>
                <a:gd name="connsiteY25" fmla="*/ 425193 h 1661792"/>
                <a:gd name="connsiteX26" fmla="*/ 801327 w 1496954"/>
                <a:gd name="connsiteY26" fmla="*/ 111304 h 1661792"/>
                <a:gd name="connsiteX27" fmla="*/ 748380 w 1496954"/>
                <a:gd name="connsiteY27" fmla="*/ 99489 h 166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96954" h="1661792">
                  <a:moveTo>
                    <a:pt x="748380" y="1661643"/>
                  </a:moveTo>
                  <a:cubicBezTo>
                    <a:pt x="712743" y="1662139"/>
                    <a:pt x="677581" y="1653446"/>
                    <a:pt x="646278" y="1636410"/>
                  </a:cubicBezTo>
                  <a:lnTo>
                    <a:pt x="102077" y="1321937"/>
                  </a:lnTo>
                  <a:cubicBezTo>
                    <a:pt x="40938" y="1282934"/>
                    <a:pt x="2792" y="1216451"/>
                    <a:pt x="-25" y="1143988"/>
                  </a:cubicBezTo>
                  <a:lnTo>
                    <a:pt x="-25" y="516793"/>
                  </a:lnTo>
                  <a:cubicBezTo>
                    <a:pt x="2741" y="444359"/>
                    <a:pt x="40906" y="377891"/>
                    <a:pt x="102077" y="338991"/>
                  </a:cubicBezTo>
                  <a:lnTo>
                    <a:pt x="645695" y="24955"/>
                  </a:lnTo>
                  <a:cubicBezTo>
                    <a:pt x="710118" y="-8490"/>
                    <a:pt x="786787" y="-8490"/>
                    <a:pt x="851211" y="24955"/>
                  </a:cubicBezTo>
                  <a:lnTo>
                    <a:pt x="1394829" y="338991"/>
                  </a:lnTo>
                  <a:cubicBezTo>
                    <a:pt x="1456002" y="377891"/>
                    <a:pt x="1494159" y="444359"/>
                    <a:pt x="1496930" y="516793"/>
                  </a:cubicBezTo>
                  <a:lnTo>
                    <a:pt x="1496930" y="1143988"/>
                  </a:lnTo>
                  <a:cubicBezTo>
                    <a:pt x="1494144" y="1216422"/>
                    <a:pt x="1455987" y="1282876"/>
                    <a:pt x="1394829" y="1321791"/>
                  </a:cubicBezTo>
                  <a:lnTo>
                    <a:pt x="851211" y="1635681"/>
                  </a:lnTo>
                  <a:cubicBezTo>
                    <a:pt x="819750" y="1653067"/>
                    <a:pt x="784324" y="1662008"/>
                    <a:pt x="748380" y="1661643"/>
                  </a:cubicBezTo>
                  <a:close/>
                  <a:moveTo>
                    <a:pt x="748380" y="100948"/>
                  </a:moveTo>
                  <a:cubicBezTo>
                    <a:pt x="730168" y="100467"/>
                    <a:pt x="712121" y="104521"/>
                    <a:pt x="695870" y="112763"/>
                  </a:cubicBezTo>
                  <a:lnTo>
                    <a:pt x="152252" y="425193"/>
                  </a:lnTo>
                  <a:cubicBezTo>
                    <a:pt x="122036" y="446197"/>
                    <a:pt x="102738" y="479555"/>
                    <a:pt x="99597" y="516210"/>
                  </a:cubicBezTo>
                  <a:lnTo>
                    <a:pt x="99597" y="1143405"/>
                  </a:lnTo>
                  <a:cubicBezTo>
                    <a:pt x="102797" y="1180045"/>
                    <a:pt x="122083" y="1213388"/>
                    <a:pt x="152252" y="1234421"/>
                  </a:cubicBezTo>
                  <a:lnTo>
                    <a:pt x="695870" y="1548311"/>
                  </a:lnTo>
                  <a:cubicBezTo>
                    <a:pt x="729393" y="1562970"/>
                    <a:pt x="767512" y="1562970"/>
                    <a:pt x="801035" y="1548311"/>
                  </a:cubicBezTo>
                  <a:lnTo>
                    <a:pt x="1344653" y="1234421"/>
                  </a:lnTo>
                  <a:cubicBezTo>
                    <a:pt x="1374817" y="1213388"/>
                    <a:pt x="1394114" y="1180045"/>
                    <a:pt x="1397308" y="1143405"/>
                  </a:cubicBezTo>
                  <a:lnTo>
                    <a:pt x="1397308" y="516210"/>
                  </a:lnTo>
                  <a:cubicBezTo>
                    <a:pt x="1394114" y="479570"/>
                    <a:pt x="1374817" y="446226"/>
                    <a:pt x="1344653" y="425193"/>
                  </a:cubicBezTo>
                  <a:lnTo>
                    <a:pt x="801327" y="111304"/>
                  </a:lnTo>
                  <a:cubicBezTo>
                    <a:pt x="784931" y="103034"/>
                    <a:pt x="766735" y="98979"/>
                    <a:pt x="748380" y="99489"/>
                  </a:cubicBezTo>
                  <a:close/>
                </a:path>
              </a:pathLst>
            </a:custGeom>
            <a:solidFill>
              <a:srgbClr val="2B2A4C"/>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Freeform: Shape 8">
              <a:extLst>
                <a:ext uri="{FF2B5EF4-FFF2-40B4-BE49-F238E27FC236}">
                  <a16:creationId xmlns:a16="http://schemas.microsoft.com/office/drawing/2014/main" id="{E87111DA-0D2E-80D5-5A78-18B2F3CD2226}"/>
                </a:ext>
              </a:extLst>
            </p:cNvPr>
            <p:cNvSpPr/>
            <p:nvPr/>
          </p:nvSpPr>
          <p:spPr>
            <a:xfrm>
              <a:off x="1440750" y="1973441"/>
              <a:ext cx="4544658" cy="967155"/>
            </a:xfrm>
            <a:custGeom>
              <a:avLst/>
              <a:gdLst>
                <a:gd name="connsiteX0" fmla="*/ 4247984 w 4248008"/>
                <a:gd name="connsiteY0" fmla="*/ 580100 h 1160311"/>
                <a:gd name="connsiteX1" fmla="*/ 3667901 w 4248008"/>
                <a:gd name="connsiteY1" fmla="*/ 1160183 h 1160311"/>
                <a:gd name="connsiteX2" fmla="*/ 3667172 w 4248008"/>
                <a:gd name="connsiteY2" fmla="*/ 1160183 h 1160311"/>
                <a:gd name="connsiteX3" fmla="*/ 580204 w 4248008"/>
                <a:gd name="connsiteY3" fmla="*/ 1160183 h 1160311"/>
                <a:gd name="connsiteX4" fmla="*/ -25 w 4248008"/>
                <a:gd name="connsiteY4" fmla="*/ 580245 h 1160311"/>
                <a:gd name="connsiteX5" fmla="*/ -25 w 4248008"/>
                <a:gd name="connsiteY5" fmla="*/ 580100 h 1160311"/>
                <a:gd name="connsiteX6" fmla="*/ -25 w 4248008"/>
                <a:gd name="connsiteY6" fmla="*/ 580100 h 1160311"/>
                <a:gd name="connsiteX7" fmla="*/ 580204 w 4248008"/>
                <a:gd name="connsiteY7" fmla="*/ -129 h 1160311"/>
                <a:gd name="connsiteX8" fmla="*/ 3667172 w 4248008"/>
                <a:gd name="connsiteY8" fmla="*/ -129 h 1160311"/>
                <a:gd name="connsiteX9" fmla="*/ 4247401 w 4248008"/>
                <a:gd name="connsiteY9" fmla="*/ 580100 h 1160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8008" h="1160311">
                  <a:moveTo>
                    <a:pt x="4247984" y="580100"/>
                  </a:moveTo>
                  <a:cubicBezTo>
                    <a:pt x="4247984" y="900465"/>
                    <a:pt x="3988267" y="1160183"/>
                    <a:pt x="3667901" y="1160183"/>
                  </a:cubicBezTo>
                  <a:cubicBezTo>
                    <a:pt x="3667653" y="1160183"/>
                    <a:pt x="3667420" y="1160183"/>
                    <a:pt x="3667172" y="1160183"/>
                  </a:cubicBezTo>
                  <a:lnTo>
                    <a:pt x="580204" y="1160183"/>
                  </a:lnTo>
                  <a:cubicBezTo>
                    <a:pt x="259833" y="1160270"/>
                    <a:pt x="56" y="900611"/>
                    <a:pt x="-25" y="580245"/>
                  </a:cubicBezTo>
                  <a:cubicBezTo>
                    <a:pt x="-25" y="580202"/>
                    <a:pt x="-25" y="580143"/>
                    <a:pt x="-25" y="580100"/>
                  </a:cubicBezTo>
                  <a:lnTo>
                    <a:pt x="-25" y="580100"/>
                  </a:lnTo>
                  <a:cubicBezTo>
                    <a:pt x="-25" y="259647"/>
                    <a:pt x="259752" y="-129"/>
                    <a:pt x="580204" y="-129"/>
                  </a:cubicBezTo>
                  <a:lnTo>
                    <a:pt x="3667172" y="-129"/>
                  </a:lnTo>
                  <a:cubicBezTo>
                    <a:pt x="3987625" y="-129"/>
                    <a:pt x="4247401" y="259647"/>
                    <a:pt x="4247401" y="580100"/>
                  </a:cubicBezTo>
                  <a:close/>
                </a:path>
              </a:pathLst>
            </a:custGeom>
            <a:solidFill>
              <a:srgbClr val="FFFFFF"/>
            </a:solidFill>
            <a:ln w="14577" cap="flat">
              <a:noFill/>
              <a:prstDash val="solid"/>
              <a:miter/>
            </a:ln>
            <a:effectLst>
              <a:outerShdw blurRad="63500" sx="102000" sy="102000" algn="ctr" rotWithShape="0">
                <a:prstClr val="black">
                  <a:alpha val="2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Freeform: Shape 9">
              <a:extLst>
                <a:ext uri="{FF2B5EF4-FFF2-40B4-BE49-F238E27FC236}">
                  <a16:creationId xmlns:a16="http://schemas.microsoft.com/office/drawing/2014/main" id="{C1CD1B20-A20C-819C-9BE4-A22F733ED24E}"/>
                </a:ext>
              </a:extLst>
            </p:cNvPr>
            <p:cNvSpPr/>
            <p:nvPr/>
          </p:nvSpPr>
          <p:spPr>
            <a:xfrm>
              <a:off x="1220705" y="1928426"/>
              <a:ext cx="1022113" cy="1039555"/>
            </a:xfrm>
            <a:custGeom>
              <a:avLst/>
              <a:gdLst>
                <a:gd name="connsiteX0" fmla="*/ -25 w 1116553"/>
                <a:gd name="connsiteY0" fmla="*/ 372724 h 1247170"/>
                <a:gd name="connsiteX1" fmla="*/ 61966 w 1116553"/>
                <a:gd name="connsiteY1" fmla="*/ 265372 h 1247170"/>
                <a:gd name="connsiteX2" fmla="*/ 496189 w 1116553"/>
                <a:gd name="connsiteY2" fmla="*/ 14639 h 1247170"/>
                <a:gd name="connsiteX3" fmla="*/ 620315 w 1116553"/>
                <a:gd name="connsiteY3" fmla="*/ 14639 h 1247170"/>
                <a:gd name="connsiteX4" fmla="*/ 1054539 w 1116553"/>
                <a:gd name="connsiteY4" fmla="*/ 265372 h 1247170"/>
                <a:gd name="connsiteX5" fmla="*/ 1116529 w 1116553"/>
                <a:gd name="connsiteY5" fmla="*/ 372724 h 1247170"/>
                <a:gd name="connsiteX6" fmla="*/ 1116529 w 1116553"/>
                <a:gd name="connsiteY6" fmla="*/ 874189 h 1247170"/>
                <a:gd name="connsiteX7" fmla="*/ 1054539 w 1116553"/>
                <a:gd name="connsiteY7" fmla="*/ 981541 h 1247170"/>
                <a:gd name="connsiteX8" fmla="*/ 620315 w 1116553"/>
                <a:gd name="connsiteY8" fmla="*/ 1232273 h 1247170"/>
                <a:gd name="connsiteX9" fmla="*/ 496189 w 1116553"/>
                <a:gd name="connsiteY9" fmla="*/ 1232273 h 1247170"/>
                <a:gd name="connsiteX10" fmla="*/ 61966 w 1116553"/>
                <a:gd name="connsiteY10" fmla="*/ 981541 h 1247170"/>
                <a:gd name="connsiteX11" fmla="*/ -25 w 1116553"/>
                <a:gd name="connsiteY11" fmla="*/ 874189 h 124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6553" h="1247170">
                  <a:moveTo>
                    <a:pt x="-25" y="372724"/>
                  </a:moveTo>
                  <a:cubicBezTo>
                    <a:pt x="2405" y="329127"/>
                    <a:pt x="25416" y="289278"/>
                    <a:pt x="61966" y="265372"/>
                  </a:cubicBezTo>
                  <a:lnTo>
                    <a:pt x="496189" y="14639"/>
                  </a:lnTo>
                  <a:cubicBezTo>
                    <a:pt x="535224" y="-5052"/>
                    <a:pt x="581280" y="-5052"/>
                    <a:pt x="620315" y="14639"/>
                  </a:cubicBezTo>
                  <a:lnTo>
                    <a:pt x="1054539" y="265372"/>
                  </a:lnTo>
                  <a:cubicBezTo>
                    <a:pt x="1091091" y="289278"/>
                    <a:pt x="1114093" y="329127"/>
                    <a:pt x="1116529" y="372724"/>
                  </a:cubicBezTo>
                  <a:lnTo>
                    <a:pt x="1116529" y="874189"/>
                  </a:lnTo>
                  <a:cubicBezTo>
                    <a:pt x="1114093" y="917786"/>
                    <a:pt x="1091091" y="957635"/>
                    <a:pt x="1054539" y="981541"/>
                  </a:cubicBezTo>
                  <a:lnTo>
                    <a:pt x="620315" y="1232273"/>
                  </a:lnTo>
                  <a:cubicBezTo>
                    <a:pt x="581280" y="1251965"/>
                    <a:pt x="535224" y="1251965"/>
                    <a:pt x="496189" y="1232273"/>
                  </a:cubicBezTo>
                  <a:lnTo>
                    <a:pt x="61966" y="981541"/>
                  </a:lnTo>
                  <a:cubicBezTo>
                    <a:pt x="25416" y="957635"/>
                    <a:pt x="2405" y="917786"/>
                    <a:pt x="-25" y="874189"/>
                  </a:cubicBezTo>
                  <a:close/>
                </a:path>
              </a:pathLst>
            </a:custGeom>
            <a:solidFill>
              <a:srgbClr val="2B2A4C"/>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5" name="Group 84"/>
          <p:cNvGrpSpPr/>
          <p:nvPr/>
        </p:nvGrpSpPr>
        <p:grpSpPr>
          <a:xfrm>
            <a:off x="6498303" y="2355771"/>
            <a:ext cx="4938816" cy="1385155"/>
            <a:chOff x="1046592" y="1756183"/>
            <a:chExt cx="4938816" cy="1385155"/>
          </a:xfrm>
        </p:grpSpPr>
        <p:sp>
          <p:nvSpPr>
            <p:cNvPr id="86" name="Freeform: Shape 7">
              <a:extLst>
                <a:ext uri="{FF2B5EF4-FFF2-40B4-BE49-F238E27FC236}">
                  <a16:creationId xmlns:a16="http://schemas.microsoft.com/office/drawing/2014/main" id="{8365C20B-4524-51B5-00CB-CC0744A6B8BC}"/>
                </a:ext>
              </a:extLst>
            </p:cNvPr>
            <p:cNvSpPr/>
            <p:nvPr/>
          </p:nvSpPr>
          <p:spPr>
            <a:xfrm>
              <a:off x="1046592" y="1756183"/>
              <a:ext cx="1370339" cy="1385155"/>
            </a:xfrm>
            <a:custGeom>
              <a:avLst/>
              <a:gdLst>
                <a:gd name="connsiteX0" fmla="*/ 748380 w 1496954"/>
                <a:gd name="connsiteY0" fmla="*/ 1661643 h 1661792"/>
                <a:gd name="connsiteX1" fmla="*/ 646278 w 1496954"/>
                <a:gd name="connsiteY1" fmla="*/ 1636410 h 1661792"/>
                <a:gd name="connsiteX2" fmla="*/ 102077 w 1496954"/>
                <a:gd name="connsiteY2" fmla="*/ 1321937 h 1661792"/>
                <a:gd name="connsiteX3" fmla="*/ -25 w 1496954"/>
                <a:gd name="connsiteY3" fmla="*/ 1143988 h 1661792"/>
                <a:gd name="connsiteX4" fmla="*/ -25 w 1496954"/>
                <a:gd name="connsiteY4" fmla="*/ 516793 h 1661792"/>
                <a:gd name="connsiteX5" fmla="*/ 102077 w 1496954"/>
                <a:gd name="connsiteY5" fmla="*/ 338991 h 1661792"/>
                <a:gd name="connsiteX6" fmla="*/ 645695 w 1496954"/>
                <a:gd name="connsiteY6" fmla="*/ 24955 h 1661792"/>
                <a:gd name="connsiteX7" fmla="*/ 851211 w 1496954"/>
                <a:gd name="connsiteY7" fmla="*/ 24955 h 1661792"/>
                <a:gd name="connsiteX8" fmla="*/ 1394829 w 1496954"/>
                <a:gd name="connsiteY8" fmla="*/ 338991 h 1661792"/>
                <a:gd name="connsiteX9" fmla="*/ 1496930 w 1496954"/>
                <a:gd name="connsiteY9" fmla="*/ 516793 h 1661792"/>
                <a:gd name="connsiteX10" fmla="*/ 1496930 w 1496954"/>
                <a:gd name="connsiteY10" fmla="*/ 1143988 h 1661792"/>
                <a:gd name="connsiteX11" fmla="*/ 1394829 w 1496954"/>
                <a:gd name="connsiteY11" fmla="*/ 1321791 h 1661792"/>
                <a:gd name="connsiteX12" fmla="*/ 851211 w 1496954"/>
                <a:gd name="connsiteY12" fmla="*/ 1635681 h 1661792"/>
                <a:gd name="connsiteX13" fmla="*/ 748380 w 1496954"/>
                <a:gd name="connsiteY13" fmla="*/ 1661643 h 1661792"/>
                <a:gd name="connsiteX14" fmla="*/ 748380 w 1496954"/>
                <a:gd name="connsiteY14" fmla="*/ 100948 h 1661792"/>
                <a:gd name="connsiteX15" fmla="*/ 695870 w 1496954"/>
                <a:gd name="connsiteY15" fmla="*/ 112763 h 1661792"/>
                <a:gd name="connsiteX16" fmla="*/ 152252 w 1496954"/>
                <a:gd name="connsiteY16" fmla="*/ 425193 h 1661792"/>
                <a:gd name="connsiteX17" fmla="*/ 99597 w 1496954"/>
                <a:gd name="connsiteY17" fmla="*/ 516210 h 1661792"/>
                <a:gd name="connsiteX18" fmla="*/ 99597 w 1496954"/>
                <a:gd name="connsiteY18" fmla="*/ 1143405 h 1661792"/>
                <a:gd name="connsiteX19" fmla="*/ 152252 w 1496954"/>
                <a:gd name="connsiteY19" fmla="*/ 1234421 h 1661792"/>
                <a:gd name="connsiteX20" fmla="*/ 695870 w 1496954"/>
                <a:gd name="connsiteY20" fmla="*/ 1548311 h 1661792"/>
                <a:gd name="connsiteX21" fmla="*/ 801035 w 1496954"/>
                <a:gd name="connsiteY21" fmla="*/ 1548311 h 1661792"/>
                <a:gd name="connsiteX22" fmla="*/ 1344653 w 1496954"/>
                <a:gd name="connsiteY22" fmla="*/ 1234421 h 1661792"/>
                <a:gd name="connsiteX23" fmla="*/ 1397308 w 1496954"/>
                <a:gd name="connsiteY23" fmla="*/ 1143405 h 1661792"/>
                <a:gd name="connsiteX24" fmla="*/ 1397308 w 1496954"/>
                <a:gd name="connsiteY24" fmla="*/ 516210 h 1661792"/>
                <a:gd name="connsiteX25" fmla="*/ 1344653 w 1496954"/>
                <a:gd name="connsiteY25" fmla="*/ 425193 h 1661792"/>
                <a:gd name="connsiteX26" fmla="*/ 801327 w 1496954"/>
                <a:gd name="connsiteY26" fmla="*/ 111304 h 1661792"/>
                <a:gd name="connsiteX27" fmla="*/ 748380 w 1496954"/>
                <a:gd name="connsiteY27" fmla="*/ 99489 h 166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96954" h="1661792">
                  <a:moveTo>
                    <a:pt x="748380" y="1661643"/>
                  </a:moveTo>
                  <a:cubicBezTo>
                    <a:pt x="712743" y="1662139"/>
                    <a:pt x="677581" y="1653446"/>
                    <a:pt x="646278" y="1636410"/>
                  </a:cubicBezTo>
                  <a:lnTo>
                    <a:pt x="102077" y="1321937"/>
                  </a:lnTo>
                  <a:cubicBezTo>
                    <a:pt x="40938" y="1282934"/>
                    <a:pt x="2792" y="1216451"/>
                    <a:pt x="-25" y="1143988"/>
                  </a:cubicBezTo>
                  <a:lnTo>
                    <a:pt x="-25" y="516793"/>
                  </a:lnTo>
                  <a:cubicBezTo>
                    <a:pt x="2741" y="444359"/>
                    <a:pt x="40906" y="377891"/>
                    <a:pt x="102077" y="338991"/>
                  </a:cubicBezTo>
                  <a:lnTo>
                    <a:pt x="645695" y="24955"/>
                  </a:lnTo>
                  <a:cubicBezTo>
                    <a:pt x="710118" y="-8490"/>
                    <a:pt x="786787" y="-8490"/>
                    <a:pt x="851211" y="24955"/>
                  </a:cubicBezTo>
                  <a:lnTo>
                    <a:pt x="1394829" y="338991"/>
                  </a:lnTo>
                  <a:cubicBezTo>
                    <a:pt x="1456002" y="377891"/>
                    <a:pt x="1494159" y="444359"/>
                    <a:pt x="1496930" y="516793"/>
                  </a:cubicBezTo>
                  <a:lnTo>
                    <a:pt x="1496930" y="1143988"/>
                  </a:lnTo>
                  <a:cubicBezTo>
                    <a:pt x="1494144" y="1216422"/>
                    <a:pt x="1455987" y="1282876"/>
                    <a:pt x="1394829" y="1321791"/>
                  </a:cubicBezTo>
                  <a:lnTo>
                    <a:pt x="851211" y="1635681"/>
                  </a:lnTo>
                  <a:cubicBezTo>
                    <a:pt x="819750" y="1653067"/>
                    <a:pt x="784324" y="1662008"/>
                    <a:pt x="748380" y="1661643"/>
                  </a:cubicBezTo>
                  <a:close/>
                  <a:moveTo>
                    <a:pt x="748380" y="100948"/>
                  </a:moveTo>
                  <a:cubicBezTo>
                    <a:pt x="730168" y="100467"/>
                    <a:pt x="712121" y="104521"/>
                    <a:pt x="695870" y="112763"/>
                  </a:cubicBezTo>
                  <a:lnTo>
                    <a:pt x="152252" y="425193"/>
                  </a:lnTo>
                  <a:cubicBezTo>
                    <a:pt x="122036" y="446197"/>
                    <a:pt x="102738" y="479555"/>
                    <a:pt x="99597" y="516210"/>
                  </a:cubicBezTo>
                  <a:lnTo>
                    <a:pt x="99597" y="1143405"/>
                  </a:lnTo>
                  <a:cubicBezTo>
                    <a:pt x="102797" y="1180045"/>
                    <a:pt x="122083" y="1213388"/>
                    <a:pt x="152252" y="1234421"/>
                  </a:cubicBezTo>
                  <a:lnTo>
                    <a:pt x="695870" y="1548311"/>
                  </a:lnTo>
                  <a:cubicBezTo>
                    <a:pt x="729393" y="1562970"/>
                    <a:pt x="767512" y="1562970"/>
                    <a:pt x="801035" y="1548311"/>
                  </a:cubicBezTo>
                  <a:lnTo>
                    <a:pt x="1344653" y="1234421"/>
                  </a:lnTo>
                  <a:cubicBezTo>
                    <a:pt x="1374817" y="1213388"/>
                    <a:pt x="1394114" y="1180045"/>
                    <a:pt x="1397308" y="1143405"/>
                  </a:cubicBezTo>
                  <a:lnTo>
                    <a:pt x="1397308" y="516210"/>
                  </a:lnTo>
                  <a:cubicBezTo>
                    <a:pt x="1394114" y="479570"/>
                    <a:pt x="1374817" y="446226"/>
                    <a:pt x="1344653" y="425193"/>
                  </a:cubicBezTo>
                  <a:lnTo>
                    <a:pt x="801327" y="111304"/>
                  </a:lnTo>
                  <a:cubicBezTo>
                    <a:pt x="784931" y="103034"/>
                    <a:pt x="766735" y="98979"/>
                    <a:pt x="748380" y="99489"/>
                  </a:cubicBezTo>
                  <a:close/>
                </a:path>
              </a:pathLst>
            </a:custGeom>
            <a:solidFill>
              <a:srgbClr val="EA906D"/>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Freeform: Shape 8">
              <a:extLst>
                <a:ext uri="{FF2B5EF4-FFF2-40B4-BE49-F238E27FC236}">
                  <a16:creationId xmlns:a16="http://schemas.microsoft.com/office/drawing/2014/main" id="{E87111DA-0D2E-80D5-5A78-18B2F3CD2226}"/>
                </a:ext>
              </a:extLst>
            </p:cNvPr>
            <p:cNvSpPr/>
            <p:nvPr/>
          </p:nvSpPr>
          <p:spPr>
            <a:xfrm>
              <a:off x="1440750" y="1973441"/>
              <a:ext cx="4544658" cy="967155"/>
            </a:xfrm>
            <a:custGeom>
              <a:avLst/>
              <a:gdLst>
                <a:gd name="connsiteX0" fmla="*/ 4247984 w 4248008"/>
                <a:gd name="connsiteY0" fmla="*/ 580100 h 1160311"/>
                <a:gd name="connsiteX1" fmla="*/ 3667901 w 4248008"/>
                <a:gd name="connsiteY1" fmla="*/ 1160183 h 1160311"/>
                <a:gd name="connsiteX2" fmla="*/ 3667172 w 4248008"/>
                <a:gd name="connsiteY2" fmla="*/ 1160183 h 1160311"/>
                <a:gd name="connsiteX3" fmla="*/ 580204 w 4248008"/>
                <a:gd name="connsiteY3" fmla="*/ 1160183 h 1160311"/>
                <a:gd name="connsiteX4" fmla="*/ -25 w 4248008"/>
                <a:gd name="connsiteY4" fmla="*/ 580245 h 1160311"/>
                <a:gd name="connsiteX5" fmla="*/ -25 w 4248008"/>
                <a:gd name="connsiteY5" fmla="*/ 580100 h 1160311"/>
                <a:gd name="connsiteX6" fmla="*/ -25 w 4248008"/>
                <a:gd name="connsiteY6" fmla="*/ 580100 h 1160311"/>
                <a:gd name="connsiteX7" fmla="*/ 580204 w 4248008"/>
                <a:gd name="connsiteY7" fmla="*/ -129 h 1160311"/>
                <a:gd name="connsiteX8" fmla="*/ 3667172 w 4248008"/>
                <a:gd name="connsiteY8" fmla="*/ -129 h 1160311"/>
                <a:gd name="connsiteX9" fmla="*/ 4247401 w 4248008"/>
                <a:gd name="connsiteY9" fmla="*/ 580100 h 1160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8008" h="1160311">
                  <a:moveTo>
                    <a:pt x="4247984" y="580100"/>
                  </a:moveTo>
                  <a:cubicBezTo>
                    <a:pt x="4247984" y="900465"/>
                    <a:pt x="3988267" y="1160183"/>
                    <a:pt x="3667901" y="1160183"/>
                  </a:cubicBezTo>
                  <a:cubicBezTo>
                    <a:pt x="3667653" y="1160183"/>
                    <a:pt x="3667420" y="1160183"/>
                    <a:pt x="3667172" y="1160183"/>
                  </a:cubicBezTo>
                  <a:lnTo>
                    <a:pt x="580204" y="1160183"/>
                  </a:lnTo>
                  <a:cubicBezTo>
                    <a:pt x="259833" y="1160270"/>
                    <a:pt x="56" y="900611"/>
                    <a:pt x="-25" y="580245"/>
                  </a:cubicBezTo>
                  <a:cubicBezTo>
                    <a:pt x="-25" y="580202"/>
                    <a:pt x="-25" y="580143"/>
                    <a:pt x="-25" y="580100"/>
                  </a:cubicBezTo>
                  <a:lnTo>
                    <a:pt x="-25" y="580100"/>
                  </a:lnTo>
                  <a:cubicBezTo>
                    <a:pt x="-25" y="259647"/>
                    <a:pt x="259752" y="-129"/>
                    <a:pt x="580204" y="-129"/>
                  </a:cubicBezTo>
                  <a:lnTo>
                    <a:pt x="3667172" y="-129"/>
                  </a:lnTo>
                  <a:cubicBezTo>
                    <a:pt x="3987625" y="-129"/>
                    <a:pt x="4247401" y="259647"/>
                    <a:pt x="4247401" y="580100"/>
                  </a:cubicBezTo>
                  <a:close/>
                </a:path>
              </a:pathLst>
            </a:custGeom>
            <a:solidFill>
              <a:srgbClr val="FFFFFF"/>
            </a:solidFill>
            <a:ln w="14577" cap="flat">
              <a:noFill/>
              <a:prstDash val="solid"/>
              <a:miter/>
            </a:ln>
            <a:effectLst>
              <a:outerShdw blurRad="63500" sx="102000" sy="102000" algn="ctr" rotWithShape="0">
                <a:prstClr val="black">
                  <a:alpha val="2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Freeform: Shape 9">
              <a:extLst>
                <a:ext uri="{FF2B5EF4-FFF2-40B4-BE49-F238E27FC236}">
                  <a16:creationId xmlns:a16="http://schemas.microsoft.com/office/drawing/2014/main" id="{C1CD1B20-A20C-819C-9BE4-A22F733ED24E}"/>
                </a:ext>
              </a:extLst>
            </p:cNvPr>
            <p:cNvSpPr/>
            <p:nvPr/>
          </p:nvSpPr>
          <p:spPr>
            <a:xfrm>
              <a:off x="1220705" y="1928426"/>
              <a:ext cx="1022113" cy="1039555"/>
            </a:xfrm>
            <a:custGeom>
              <a:avLst/>
              <a:gdLst>
                <a:gd name="connsiteX0" fmla="*/ -25 w 1116553"/>
                <a:gd name="connsiteY0" fmla="*/ 372724 h 1247170"/>
                <a:gd name="connsiteX1" fmla="*/ 61966 w 1116553"/>
                <a:gd name="connsiteY1" fmla="*/ 265372 h 1247170"/>
                <a:gd name="connsiteX2" fmla="*/ 496189 w 1116553"/>
                <a:gd name="connsiteY2" fmla="*/ 14639 h 1247170"/>
                <a:gd name="connsiteX3" fmla="*/ 620315 w 1116553"/>
                <a:gd name="connsiteY3" fmla="*/ 14639 h 1247170"/>
                <a:gd name="connsiteX4" fmla="*/ 1054539 w 1116553"/>
                <a:gd name="connsiteY4" fmla="*/ 265372 h 1247170"/>
                <a:gd name="connsiteX5" fmla="*/ 1116529 w 1116553"/>
                <a:gd name="connsiteY5" fmla="*/ 372724 h 1247170"/>
                <a:gd name="connsiteX6" fmla="*/ 1116529 w 1116553"/>
                <a:gd name="connsiteY6" fmla="*/ 874189 h 1247170"/>
                <a:gd name="connsiteX7" fmla="*/ 1054539 w 1116553"/>
                <a:gd name="connsiteY7" fmla="*/ 981541 h 1247170"/>
                <a:gd name="connsiteX8" fmla="*/ 620315 w 1116553"/>
                <a:gd name="connsiteY8" fmla="*/ 1232273 h 1247170"/>
                <a:gd name="connsiteX9" fmla="*/ 496189 w 1116553"/>
                <a:gd name="connsiteY9" fmla="*/ 1232273 h 1247170"/>
                <a:gd name="connsiteX10" fmla="*/ 61966 w 1116553"/>
                <a:gd name="connsiteY10" fmla="*/ 981541 h 1247170"/>
                <a:gd name="connsiteX11" fmla="*/ -25 w 1116553"/>
                <a:gd name="connsiteY11" fmla="*/ 874189 h 124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6553" h="1247170">
                  <a:moveTo>
                    <a:pt x="-25" y="372724"/>
                  </a:moveTo>
                  <a:cubicBezTo>
                    <a:pt x="2405" y="329127"/>
                    <a:pt x="25416" y="289278"/>
                    <a:pt x="61966" y="265372"/>
                  </a:cubicBezTo>
                  <a:lnTo>
                    <a:pt x="496189" y="14639"/>
                  </a:lnTo>
                  <a:cubicBezTo>
                    <a:pt x="535224" y="-5052"/>
                    <a:pt x="581280" y="-5052"/>
                    <a:pt x="620315" y="14639"/>
                  </a:cubicBezTo>
                  <a:lnTo>
                    <a:pt x="1054539" y="265372"/>
                  </a:lnTo>
                  <a:cubicBezTo>
                    <a:pt x="1091091" y="289278"/>
                    <a:pt x="1114093" y="329127"/>
                    <a:pt x="1116529" y="372724"/>
                  </a:cubicBezTo>
                  <a:lnTo>
                    <a:pt x="1116529" y="874189"/>
                  </a:lnTo>
                  <a:cubicBezTo>
                    <a:pt x="1114093" y="917786"/>
                    <a:pt x="1091091" y="957635"/>
                    <a:pt x="1054539" y="981541"/>
                  </a:cubicBezTo>
                  <a:lnTo>
                    <a:pt x="620315" y="1232273"/>
                  </a:lnTo>
                  <a:cubicBezTo>
                    <a:pt x="581280" y="1251965"/>
                    <a:pt x="535224" y="1251965"/>
                    <a:pt x="496189" y="1232273"/>
                  </a:cubicBezTo>
                  <a:lnTo>
                    <a:pt x="61966" y="981541"/>
                  </a:lnTo>
                  <a:cubicBezTo>
                    <a:pt x="25416" y="957635"/>
                    <a:pt x="2405" y="917786"/>
                    <a:pt x="-25" y="874189"/>
                  </a:cubicBezTo>
                  <a:close/>
                </a:path>
              </a:pathLst>
            </a:custGeom>
            <a:solidFill>
              <a:srgbClr val="EA906D"/>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9" name="Group 88"/>
          <p:cNvGrpSpPr/>
          <p:nvPr/>
        </p:nvGrpSpPr>
        <p:grpSpPr>
          <a:xfrm>
            <a:off x="916075" y="4925883"/>
            <a:ext cx="4938816" cy="1385155"/>
            <a:chOff x="1046592" y="1756183"/>
            <a:chExt cx="4938816" cy="1385155"/>
          </a:xfrm>
        </p:grpSpPr>
        <p:sp>
          <p:nvSpPr>
            <p:cNvPr id="90" name="Freeform: Shape 7">
              <a:extLst>
                <a:ext uri="{FF2B5EF4-FFF2-40B4-BE49-F238E27FC236}">
                  <a16:creationId xmlns:a16="http://schemas.microsoft.com/office/drawing/2014/main" id="{8365C20B-4524-51B5-00CB-CC0744A6B8BC}"/>
                </a:ext>
              </a:extLst>
            </p:cNvPr>
            <p:cNvSpPr/>
            <p:nvPr/>
          </p:nvSpPr>
          <p:spPr>
            <a:xfrm>
              <a:off x="1046592" y="1756183"/>
              <a:ext cx="1370339" cy="1385155"/>
            </a:xfrm>
            <a:custGeom>
              <a:avLst/>
              <a:gdLst>
                <a:gd name="connsiteX0" fmla="*/ 748380 w 1496954"/>
                <a:gd name="connsiteY0" fmla="*/ 1661643 h 1661792"/>
                <a:gd name="connsiteX1" fmla="*/ 646278 w 1496954"/>
                <a:gd name="connsiteY1" fmla="*/ 1636410 h 1661792"/>
                <a:gd name="connsiteX2" fmla="*/ 102077 w 1496954"/>
                <a:gd name="connsiteY2" fmla="*/ 1321937 h 1661792"/>
                <a:gd name="connsiteX3" fmla="*/ -25 w 1496954"/>
                <a:gd name="connsiteY3" fmla="*/ 1143988 h 1661792"/>
                <a:gd name="connsiteX4" fmla="*/ -25 w 1496954"/>
                <a:gd name="connsiteY4" fmla="*/ 516793 h 1661792"/>
                <a:gd name="connsiteX5" fmla="*/ 102077 w 1496954"/>
                <a:gd name="connsiteY5" fmla="*/ 338991 h 1661792"/>
                <a:gd name="connsiteX6" fmla="*/ 645695 w 1496954"/>
                <a:gd name="connsiteY6" fmla="*/ 24955 h 1661792"/>
                <a:gd name="connsiteX7" fmla="*/ 851211 w 1496954"/>
                <a:gd name="connsiteY7" fmla="*/ 24955 h 1661792"/>
                <a:gd name="connsiteX8" fmla="*/ 1394829 w 1496954"/>
                <a:gd name="connsiteY8" fmla="*/ 338991 h 1661792"/>
                <a:gd name="connsiteX9" fmla="*/ 1496930 w 1496954"/>
                <a:gd name="connsiteY9" fmla="*/ 516793 h 1661792"/>
                <a:gd name="connsiteX10" fmla="*/ 1496930 w 1496954"/>
                <a:gd name="connsiteY10" fmla="*/ 1143988 h 1661792"/>
                <a:gd name="connsiteX11" fmla="*/ 1394829 w 1496954"/>
                <a:gd name="connsiteY11" fmla="*/ 1321791 h 1661792"/>
                <a:gd name="connsiteX12" fmla="*/ 851211 w 1496954"/>
                <a:gd name="connsiteY12" fmla="*/ 1635681 h 1661792"/>
                <a:gd name="connsiteX13" fmla="*/ 748380 w 1496954"/>
                <a:gd name="connsiteY13" fmla="*/ 1661643 h 1661792"/>
                <a:gd name="connsiteX14" fmla="*/ 748380 w 1496954"/>
                <a:gd name="connsiteY14" fmla="*/ 100948 h 1661792"/>
                <a:gd name="connsiteX15" fmla="*/ 695870 w 1496954"/>
                <a:gd name="connsiteY15" fmla="*/ 112763 h 1661792"/>
                <a:gd name="connsiteX16" fmla="*/ 152252 w 1496954"/>
                <a:gd name="connsiteY16" fmla="*/ 425193 h 1661792"/>
                <a:gd name="connsiteX17" fmla="*/ 99597 w 1496954"/>
                <a:gd name="connsiteY17" fmla="*/ 516210 h 1661792"/>
                <a:gd name="connsiteX18" fmla="*/ 99597 w 1496954"/>
                <a:gd name="connsiteY18" fmla="*/ 1143405 h 1661792"/>
                <a:gd name="connsiteX19" fmla="*/ 152252 w 1496954"/>
                <a:gd name="connsiteY19" fmla="*/ 1234421 h 1661792"/>
                <a:gd name="connsiteX20" fmla="*/ 695870 w 1496954"/>
                <a:gd name="connsiteY20" fmla="*/ 1548311 h 1661792"/>
                <a:gd name="connsiteX21" fmla="*/ 801035 w 1496954"/>
                <a:gd name="connsiteY21" fmla="*/ 1548311 h 1661792"/>
                <a:gd name="connsiteX22" fmla="*/ 1344653 w 1496954"/>
                <a:gd name="connsiteY22" fmla="*/ 1234421 h 1661792"/>
                <a:gd name="connsiteX23" fmla="*/ 1397308 w 1496954"/>
                <a:gd name="connsiteY23" fmla="*/ 1143405 h 1661792"/>
                <a:gd name="connsiteX24" fmla="*/ 1397308 w 1496954"/>
                <a:gd name="connsiteY24" fmla="*/ 516210 h 1661792"/>
                <a:gd name="connsiteX25" fmla="*/ 1344653 w 1496954"/>
                <a:gd name="connsiteY25" fmla="*/ 425193 h 1661792"/>
                <a:gd name="connsiteX26" fmla="*/ 801327 w 1496954"/>
                <a:gd name="connsiteY26" fmla="*/ 111304 h 1661792"/>
                <a:gd name="connsiteX27" fmla="*/ 748380 w 1496954"/>
                <a:gd name="connsiteY27" fmla="*/ 99489 h 166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96954" h="1661792">
                  <a:moveTo>
                    <a:pt x="748380" y="1661643"/>
                  </a:moveTo>
                  <a:cubicBezTo>
                    <a:pt x="712743" y="1662139"/>
                    <a:pt x="677581" y="1653446"/>
                    <a:pt x="646278" y="1636410"/>
                  </a:cubicBezTo>
                  <a:lnTo>
                    <a:pt x="102077" y="1321937"/>
                  </a:lnTo>
                  <a:cubicBezTo>
                    <a:pt x="40938" y="1282934"/>
                    <a:pt x="2792" y="1216451"/>
                    <a:pt x="-25" y="1143988"/>
                  </a:cubicBezTo>
                  <a:lnTo>
                    <a:pt x="-25" y="516793"/>
                  </a:lnTo>
                  <a:cubicBezTo>
                    <a:pt x="2741" y="444359"/>
                    <a:pt x="40906" y="377891"/>
                    <a:pt x="102077" y="338991"/>
                  </a:cubicBezTo>
                  <a:lnTo>
                    <a:pt x="645695" y="24955"/>
                  </a:lnTo>
                  <a:cubicBezTo>
                    <a:pt x="710118" y="-8490"/>
                    <a:pt x="786787" y="-8490"/>
                    <a:pt x="851211" y="24955"/>
                  </a:cubicBezTo>
                  <a:lnTo>
                    <a:pt x="1394829" y="338991"/>
                  </a:lnTo>
                  <a:cubicBezTo>
                    <a:pt x="1456002" y="377891"/>
                    <a:pt x="1494159" y="444359"/>
                    <a:pt x="1496930" y="516793"/>
                  </a:cubicBezTo>
                  <a:lnTo>
                    <a:pt x="1496930" y="1143988"/>
                  </a:lnTo>
                  <a:cubicBezTo>
                    <a:pt x="1494144" y="1216422"/>
                    <a:pt x="1455987" y="1282876"/>
                    <a:pt x="1394829" y="1321791"/>
                  </a:cubicBezTo>
                  <a:lnTo>
                    <a:pt x="851211" y="1635681"/>
                  </a:lnTo>
                  <a:cubicBezTo>
                    <a:pt x="819750" y="1653067"/>
                    <a:pt x="784324" y="1662008"/>
                    <a:pt x="748380" y="1661643"/>
                  </a:cubicBezTo>
                  <a:close/>
                  <a:moveTo>
                    <a:pt x="748380" y="100948"/>
                  </a:moveTo>
                  <a:cubicBezTo>
                    <a:pt x="730168" y="100467"/>
                    <a:pt x="712121" y="104521"/>
                    <a:pt x="695870" y="112763"/>
                  </a:cubicBezTo>
                  <a:lnTo>
                    <a:pt x="152252" y="425193"/>
                  </a:lnTo>
                  <a:cubicBezTo>
                    <a:pt x="122036" y="446197"/>
                    <a:pt x="102738" y="479555"/>
                    <a:pt x="99597" y="516210"/>
                  </a:cubicBezTo>
                  <a:lnTo>
                    <a:pt x="99597" y="1143405"/>
                  </a:lnTo>
                  <a:cubicBezTo>
                    <a:pt x="102797" y="1180045"/>
                    <a:pt x="122083" y="1213388"/>
                    <a:pt x="152252" y="1234421"/>
                  </a:cubicBezTo>
                  <a:lnTo>
                    <a:pt x="695870" y="1548311"/>
                  </a:lnTo>
                  <a:cubicBezTo>
                    <a:pt x="729393" y="1562970"/>
                    <a:pt x="767512" y="1562970"/>
                    <a:pt x="801035" y="1548311"/>
                  </a:cubicBezTo>
                  <a:lnTo>
                    <a:pt x="1344653" y="1234421"/>
                  </a:lnTo>
                  <a:cubicBezTo>
                    <a:pt x="1374817" y="1213388"/>
                    <a:pt x="1394114" y="1180045"/>
                    <a:pt x="1397308" y="1143405"/>
                  </a:cubicBezTo>
                  <a:lnTo>
                    <a:pt x="1397308" y="516210"/>
                  </a:lnTo>
                  <a:cubicBezTo>
                    <a:pt x="1394114" y="479570"/>
                    <a:pt x="1374817" y="446226"/>
                    <a:pt x="1344653" y="425193"/>
                  </a:cubicBezTo>
                  <a:lnTo>
                    <a:pt x="801327" y="111304"/>
                  </a:lnTo>
                  <a:cubicBezTo>
                    <a:pt x="784931" y="103034"/>
                    <a:pt x="766735" y="98979"/>
                    <a:pt x="748380" y="99489"/>
                  </a:cubicBezTo>
                  <a:close/>
                </a:path>
              </a:pathLst>
            </a:custGeom>
            <a:solidFill>
              <a:srgbClr val="EDE2DE"/>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Freeform: Shape 8">
              <a:extLst>
                <a:ext uri="{FF2B5EF4-FFF2-40B4-BE49-F238E27FC236}">
                  <a16:creationId xmlns:a16="http://schemas.microsoft.com/office/drawing/2014/main" id="{E87111DA-0D2E-80D5-5A78-18B2F3CD2226}"/>
                </a:ext>
              </a:extLst>
            </p:cNvPr>
            <p:cNvSpPr/>
            <p:nvPr/>
          </p:nvSpPr>
          <p:spPr>
            <a:xfrm>
              <a:off x="1440750" y="1973441"/>
              <a:ext cx="4544658" cy="967155"/>
            </a:xfrm>
            <a:custGeom>
              <a:avLst/>
              <a:gdLst>
                <a:gd name="connsiteX0" fmla="*/ 4247984 w 4248008"/>
                <a:gd name="connsiteY0" fmla="*/ 580100 h 1160311"/>
                <a:gd name="connsiteX1" fmla="*/ 3667901 w 4248008"/>
                <a:gd name="connsiteY1" fmla="*/ 1160183 h 1160311"/>
                <a:gd name="connsiteX2" fmla="*/ 3667172 w 4248008"/>
                <a:gd name="connsiteY2" fmla="*/ 1160183 h 1160311"/>
                <a:gd name="connsiteX3" fmla="*/ 580204 w 4248008"/>
                <a:gd name="connsiteY3" fmla="*/ 1160183 h 1160311"/>
                <a:gd name="connsiteX4" fmla="*/ -25 w 4248008"/>
                <a:gd name="connsiteY4" fmla="*/ 580245 h 1160311"/>
                <a:gd name="connsiteX5" fmla="*/ -25 w 4248008"/>
                <a:gd name="connsiteY5" fmla="*/ 580100 h 1160311"/>
                <a:gd name="connsiteX6" fmla="*/ -25 w 4248008"/>
                <a:gd name="connsiteY6" fmla="*/ 580100 h 1160311"/>
                <a:gd name="connsiteX7" fmla="*/ 580204 w 4248008"/>
                <a:gd name="connsiteY7" fmla="*/ -129 h 1160311"/>
                <a:gd name="connsiteX8" fmla="*/ 3667172 w 4248008"/>
                <a:gd name="connsiteY8" fmla="*/ -129 h 1160311"/>
                <a:gd name="connsiteX9" fmla="*/ 4247401 w 4248008"/>
                <a:gd name="connsiteY9" fmla="*/ 580100 h 1160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8008" h="1160311">
                  <a:moveTo>
                    <a:pt x="4247984" y="580100"/>
                  </a:moveTo>
                  <a:cubicBezTo>
                    <a:pt x="4247984" y="900465"/>
                    <a:pt x="3988267" y="1160183"/>
                    <a:pt x="3667901" y="1160183"/>
                  </a:cubicBezTo>
                  <a:cubicBezTo>
                    <a:pt x="3667653" y="1160183"/>
                    <a:pt x="3667420" y="1160183"/>
                    <a:pt x="3667172" y="1160183"/>
                  </a:cubicBezTo>
                  <a:lnTo>
                    <a:pt x="580204" y="1160183"/>
                  </a:lnTo>
                  <a:cubicBezTo>
                    <a:pt x="259833" y="1160270"/>
                    <a:pt x="56" y="900611"/>
                    <a:pt x="-25" y="580245"/>
                  </a:cubicBezTo>
                  <a:cubicBezTo>
                    <a:pt x="-25" y="580202"/>
                    <a:pt x="-25" y="580143"/>
                    <a:pt x="-25" y="580100"/>
                  </a:cubicBezTo>
                  <a:lnTo>
                    <a:pt x="-25" y="580100"/>
                  </a:lnTo>
                  <a:cubicBezTo>
                    <a:pt x="-25" y="259647"/>
                    <a:pt x="259752" y="-129"/>
                    <a:pt x="580204" y="-129"/>
                  </a:cubicBezTo>
                  <a:lnTo>
                    <a:pt x="3667172" y="-129"/>
                  </a:lnTo>
                  <a:cubicBezTo>
                    <a:pt x="3987625" y="-129"/>
                    <a:pt x="4247401" y="259647"/>
                    <a:pt x="4247401" y="580100"/>
                  </a:cubicBezTo>
                  <a:close/>
                </a:path>
              </a:pathLst>
            </a:custGeom>
            <a:solidFill>
              <a:srgbClr val="FFFFFF"/>
            </a:solidFill>
            <a:ln w="14577" cap="flat">
              <a:noFill/>
              <a:prstDash val="solid"/>
              <a:miter/>
            </a:ln>
            <a:effectLst>
              <a:outerShdw blurRad="63500" sx="102000" sy="102000" algn="ctr" rotWithShape="0">
                <a:prstClr val="black">
                  <a:alpha val="2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Shape 9">
              <a:extLst>
                <a:ext uri="{FF2B5EF4-FFF2-40B4-BE49-F238E27FC236}">
                  <a16:creationId xmlns:a16="http://schemas.microsoft.com/office/drawing/2014/main" id="{C1CD1B20-A20C-819C-9BE4-A22F733ED24E}"/>
                </a:ext>
              </a:extLst>
            </p:cNvPr>
            <p:cNvSpPr/>
            <p:nvPr/>
          </p:nvSpPr>
          <p:spPr>
            <a:xfrm>
              <a:off x="1220705" y="1928426"/>
              <a:ext cx="1022113" cy="1039555"/>
            </a:xfrm>
            <a:custGeom>
              <a:avLst/>
              <a:gdLst>
                <a:gd name="connsiteX0" fmla="*/ -25 w 1116553"/>
                <a:gd name="connsiteY0" fmla="*/ 372724 h 1247170"/>
                <a:gd name="connsiteX1" fmla="*/ 61966 w 1116553"/>
                <a:gd name="connsiteY1" fmla="*/ 265372 h 1247170"/>
                <a:gd name="connsiteX2" fmla="*/ 496189 w 1116553"/>
                <a:gd name="connsiteY2" fmla="*/ 14639 h 1247170"/>
                <a:gd name="connsiteX3" fmla="*/ 620315 w 1116553"/>
                <a:gd name="connsiteY3" fmla="*/ 14639 h 1247170"/>
                <a:gd name="connsiteX4" fmla="*/ 1054539 w 1116553"/>
                <a:gd name="connsiteY4" fmla="*/ 265372 h 1247170"/>
                <a:gd name="connsiteX5" fmla="*/ 1116529 w 1116553"/>
                <a:gd name="connsiteY5" fmla="*/ 372724 h 1247170"/>
                <a:gd name="connsiteX6" fmla="*/ 1116529 w 1116553"/>
                <a:gd name="connsiteY6" fmla="*/ 874189 h 1247170"/>
                <a:gd name="connsiteX7" fmla="*/ 1054539 w 1116553"/>
                <a:gd name="connsiteY7" fmla="*/ 981541 h 1247170"/>
                <a:gd name="connsiteX8" fmla="*/ 620315 w 1116553"/>
                <a:gd name="connsiteY8" fmla="*/ 1232273 h 1247170"/>
                <a:gd name="connsiteX9" fmla="*/ 496189 w 1116553"/>
                <a:gd name="connsiteY9" fmla="*/ 1232273 h 1247170"/>
                <a:gd name="connsiteX10" fmla="*/ 61966 w 1116553"/>
                <a:gd name="connsiteY10" fmla="*/ 981541 h 1247170"/>
                <a:gd name="connsiteX11" fmla="*/ -25 w 1116553"/>
                <a:gd name="connsiteY11" fmla="*/ 874189 h 124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6553" h="1247170">
                  <a:moveTo>
                    <a:pt x="-25" y="372724"/>
                  </a:moveTo>
                  <a:cubicBezTo>
                    <a:pt x="2405" y="329127"/>
                    <a:pt x="25416" y="289278"/>
                    <a:pt x="61966" y="265372"/>
                  </a:cubicBezTo>
                  <a:lnTo>
                    <a:pt x="496189" y="14639"/>
                  </a:lnTo>
                  <a:cubicBezTo>
                    <a:pt x="535224" y="-5052"/>
                    <a:pt x="581280" y="-5052"/>
                    <a:pt x="620315" y="14639"/>
                  </a:cubicBezTo>
                  <a:lnTo>
                    <a:pt x="1054539" y="265372"/>
                  </a:lnTo>
                  <a:cubicBezTo>
                    <a:pt x="1091091" y="289278"/>
                    <a:pt x="1114093" y="329127"/>
                    <a:pt x="1116529" y="372724"/>
                  </a:cubicBezTo>
                  <a:lnTo>
                    <a:pt x="1116529" y="874189"/>
                  </a:lnTo>
                  <a:cubicBezTo>
                    <a:pt x="1114093" y="917786"/>
                    <a:pt x="1091091" y="957635"/>
                    <a:pt x="1054539" y="981541"/>
                  </a:cubicBezTo>
                  <a:lnTo>
                    <a:pt x="620315" y="1232273"/>
                  </a:lnTo>
                  <a:cubicBezTo>
                    <a:pt x="581280" y="1251965"/>
                    <a:pt x="535224" y="1251965"/>
                    <a:pt x="496189" y="1232273"/>
                  </a:cubicBezTo>
                  <a:lnTo>
                    <a:pt x="61966" y="981541"/>
                  </a:lnTo>
                  <a:cubicBezTo>
                    <a:pt x="25416" y="957635"/>
                    <a:pt x="2405" y="917786"/>
                    <a:pt x="-25" y="874189"/>
                  </a:cubicBezTo>
                  <a:close/>
                </a:path>
              </a:pathLst>
            </a:custGeom>
            <a:solidFill>
              <a:srgbClr val="EDE2DE"/>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3" name="Group 92"/>
          <p:cNvGrpSpPr/>
          <p:nvPr/>
        </p:nvGrpSpPr>
        <p:grpSpPr>
          <a:xfrm>
            <a:off x="6525310" y="4232748"/>
            <a:ext cx="4938816" cy="1385155"/>
            <a:chOff x="1046592" y="1756183"/>
            <a:chExt cx="4938816" cy="1385155"/>
          </a:xfrm>
        </p:grpSpPr>
        <p:sp>
          <p:nvSpPr>
            <p:cNvPr id="94" name="Freeform: Shape 7">
              <a:extLst>
                <a:ext uri="{FF2B5EF4-FFF2-40B4-BE49-F238E27FC236}">
                  <a16:creationId xmlns:a16="http://schemas.microsoft.com/office/drawing/2014/main" id="{8365C20B-4524-51B5-00CB-CC0744A6B8BC}"/>
                </a:ext>
              </a:extLst>
            </p:cNvPr>
            <p:cNvSpPr/>
            <p:nvPr/>
          </p:nvSpPr>
          <p:spPr>
            <a:xfrm>
              <a:off x="1046592" y="1756183"/>
              <a:ext cx="1370339" cy="1385155"/>
            </a:xfrm>
            <a:custGeom>
              <a:avLst/>
              <a:gdLst>
                <a:gd name="connsiteX0" fmla="*/ 748380 w 1496954"/>
                <a:gd name="connsiteY0" fmla="*/ 1661643 h 1661792"/>
                <a:gd name="connsiteX1" fmla="*/ 646278 w 1496954"/>
                <a:gd name="connsiteY1" fmla="*/ 1636410 h 1661792"/>
                <a:gd name="connsiteX2" fmla="*/ 102077 w 1496954"/>
                <a:gd name="connsiteY2" fmla="*/ 1321937 h 1661792"/>
                <a:gd name="connsiteX3" fmla="*/ -25 w 1496954"/>
                <a:gd name="connsiteY3" fmla="*/ 1143988 h 1661792"/>
                <a:gd name="connsiteX4" fmla="*/ -25 w 1496954"/>
                <a:gd name="connsiteY4" fmla="*/ 516793 h 1661792"/>
                <a:gd name="connsiteX5" fmla="*/ 102077 w 1496954"/>
                <a:gd name="connsiteY5" fmla="*/ 338991 h 1661792"/>
                <a:gd name="connsiteX6" fmla="*/ 645695 w 1496954"/>
                <a:gd name="connsiteY6" fmla="*/ 24955 h 1661792"/>
                <a:gd name="connsiteX7" fmla="*/ 851211 w 1496954"/>
                <a:gd name="connsiteY7" fmla="*/ 24955 h 1661792"/>
                <a:gd name="connsiteX8" fmla="*/ 1394829 w 1496954"/>
                <a:gd name="connsiteY8" fmla="*/ 338991 h 1661792"/>
                <a:gd name="connsiteX9" fmla="*/ 1496930 w 1496954"/>
                <a:gd name="connsiteY9" fmla="*/ 516793 h 1661792"/>
                <a:gd name="connsiteX10" fmla="*/ 1496930 w 1496954"/>
                <a:gd name="connsiteY10" fmla="*/ 1143988 h 1661792"/>
                <a:gd name="connsiteX11" fmla="*/ 1394829 w 1496954"/>
                <a:gd name="connsiteY11" fmla="*/ 1321791 h 1661792"/>
                <a:gd name="connsiteX12" fmla="*/ 851211 w 1496954"/>
                <a:gd name="connsiteY12" fmla="*/ 1635681 h 1661792"/>
                <a:gd name="connsiteX13" fmla="*/ 748380 w 1496954"/>
                <a:gd name="connsiteY13" fmla="*/ 1661643 h 1661792"/>
                <a:gd name="connsiteX14" fmla="*/ 748380 w 1496954"/>
                <a:gd name="connsiteY14" fmla="*/ 100948 h 1661792"/>
                <a:gd name="connsiteX15" fmla="*/ 695870 w 1496954"/>
                <a:gd name="connsiteY15" fmla="*/ 112763 h 1661792"/>
                <a:gd name="connsiteX16" fmla="*/ 152252 w 1496954"/>
                <a:gd name="connsiteY16" fmla="*/ 425193 h 1661792"/>
                <a:gd name="connsiteX17" fmla="*/ 99597 w 1496954"/>
                <a:gd name="connsiteY17" fmla="*/ 516210 h 1661792"/>
                <a:gd name="connsiteX18" fmla="*/ 99597 w 1496954"/>
                <a:gd name="connsiteY18" fmla="*/ 1143405 h 1661792"/>
                <a:gd name="connsiteX19" fmla="*/ 152252 w 1496954"/>
                <a:gd name="connsiteY19" fmla="*/ 1234421 h 1661792"/>
                <a:gd name="connsiteX20" fmla="*/ 695870 w 1496954"/>
                <a:gd name="connsiteY20" fmla="*/ 1548311 h 1661792"/>
                <a:gd name="connsiteX21" fmla="*/ 801035 w 1496954"/>
                <a:gd name="connsiteY21" fmla="*/ 1548311 h 1661792"/>
                <a:gd name="connsiteX22" fmla="*/ 1344653 w 1496954"/>
                <a:gd name="connsiteY22" fmla="*/ 1234421 h 1661792"/>
                <a:gd name="connsiteX23" fmla="*/ 1397308 w 1496954"/>
                <a:gd name="connsiteY23" fmla="*/ 1143405 h 1661792"/>
                <a:gd name="connsiteX24" fmla="*/ 1397308 w 1496954"/>
                <a:gd name="connsiteY24" fmla="*/ 516210 h 1661792"/>
                <a:gd name="connsiteX25" fmla="*/ 1344653 w 1496954"/>
                <a:gd name="connsiteY25" fmla="*/ 425193 h 1661792"/>
                <a:gd name="connsiteX26" fmla="*/ 801327 w 1496954"/>
                <a:gd name="connsiteY26" fmla="*/ 111304 h 1661792"/>
                <a:gd name="connsiteX27" fmla="*/ 748380 w 1496954"/>
                <a:gd name="connsiteY27" fmla="*/ 99489 h 166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96954" h="1661792">
                  <a:moveTo>
                    <a:pt x="748380" y="1661643"/>
                  </a:moveTo>
                  <a:cubicBezTo>
                    <a:pt x="712743" y="1662139"/>
                    <a:pt x="677581" y="1653446"/>
                    <a:pt x="646278" y="1636410"/>
                  </a:cubicBezTo>
                  <a:lnTo>
                    <a:pt x="102077" y="1321937"/>
                  </a:lnTo>
                  <a:cubicBezTo>
                    <a:pt x="40938" y="1282934"/>
                    <a:pt x="2792" y="1216451"/>
                    <a:pt x="-25" y="1143988"/>
                  </a:cubicBezTo>
                  <a:lnTo>
                    <a:pt x="-25" y="516793"/>
                  </a:lnTo>
                  <a:cubicBezTo>
                    <a:pt x="2741" y="444359"/>
                    <a:pt x="40906" y="377891"/>
                    <a:pt x="102077" y="338991"/>
                  </a:cubicBezTo>
                  <a:lnTo>
                    <a:pt x="645695" y="24955"/>
                  </a:lnTo>
                  <a:cubicBezTo>
                    <a:pt x="710118" y="-8490"/>
                    <a:pt x="786787" y="-8490"/>
                    <a:pt x="851211" y="24955"/>
                  </a:cubicBezTo>
                  <a:lnTo>
                    <a:pt x="1394829" y="338991"/>
                  </a:lnTo>
                  <a:cubicBezTo>
                    <a:pt x="1456002" y="377891"/>
                    <a:pt x="1494159" y="444359"/>
                    <a:pt x="1496930" y="516793"/>
                  </a:cubicBezTo>
                  <a:lnTo>
                    <a:pt x="1496930" y="1143988"/>
                  </a:lnTo>
                  <a:cubicBezTo>
                    <a:pt x="1494144" y="1216422"/>
                    <a:pt x="1455987" y="1282876"/>
                    <a:pt x="1394829" y="1321791"/>
                  </a:cubicBezTo>
                  <a:lnTo>
                    <a:pt x="851211" y="1635681"/>
                  </a:lnTo>
                  <a:cubicBezTo>
                    <a:pt x="819750" y="1653067"/>
                    <a:pt x="784324" y="1662008"/>
                    <a:pt x="748380" y="1661643"/>
                  </a:cubicBezTo>
                  <a:close/>
                  <a:moveTo>
                    <a:pt x="748380" y="100948"/>
                  </a:moveTo>
                  <a:cubicBezTo>
                    <a:pt x="730168" y="100467"/>
                    <a:pt x="712121" y="104521"/>
                    <a:pt x="695870" y="112763"/>
                  </a:cubicBezTo>
                  <a:lnTo>
                    <a:pt x="152252" y="425193"/>
                  </a:lnTo>
                  <a:cubicBezTo>
                    <a:pt x="122036" y="446197"/>
                    <a:pt x="102738" y="479555"/>
                    <a:pt x="99597" y="516210"/>
                  </a:cubicBezTo>
                  <a:lnTo>
                    <a:pt x="99597" y="1143405"/>
                  </a:lnTo>
                  <a:cubicBezTo>
                    <a:pt x="102797" y="1180045"/>
                    <a:pt x="122083" y="1213388"/>
                    <a:pt x="152252" y="1234421"/>
                  </a:cubicBezTo>
                  <a:lnTo>
                    <a:pt x="695870" y="1548311"/>
                  </a:lnTo>
                  <a:cubicBezTo>
                    <a:pt x="729393" y="1562970"/>
                    <a:pt x="767512" y="1562970"/>
                    <a:pt x="801035" y="1548311"/>
                  </a:cubicBezTo>
                  <a:lnTo>
                    <a:pt x="1344653" y="1234421"/>
                  </a:lnTo>
                  <a:cubicBezTo>
                    <a:pt x="1374817" y="1213388"/>
                    <a:pt x="1394114" y="1180045"/>
                    <a:pt x="1397308" y="1143405"/>
                  </a:cubicBezTo>
                  <a:lnTo>
                    <a:pt x="1397308" y="516210"/>
                  </a:lnTo>
                  <a:cubicBezTo>
                    <a:pt x="1394114" y="479570"/>
                    <a:pt x="1374817" y="446226"/>
                    <a:pt x="1344653" y="425193"/>
                  </a:cubicBezTo>
                  <a:lnTo>
                    <a:pt x="801327" y="111304"/>
                  </a:lnTo>
                  <a:cubicBezTo>
                    <a:pt x="784931" y="103034"/>
                    <a:pt x="766735" y="98979"/>
                    <a:pt x="748380" y="99489"/>
                  </a:cubicBezTo>
                  <a:close/>
                </a:path>
              </a:pathLst>
            </a:custGeom>
            <a:solidFill>
              <a:schemeClr val="tx1"/>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Shape 8">
              <a:extLst>
                <a:ext uri="{FF2B5EF4-FFF2-40B4-BE49-F238E27FC236}">
                  <a16:creationId xmlns:a16="http://schemas.microsoft.com/office/drawing/2014/main" id="{E87111DA-0D2E-80D5-5A78-18B2F3CD2226}"/>
                </a:ext>
              </a:extLst>
            </p:cNvPr>
            <p:cNvSpPr/>
            <p:nvPr/>
          </p:nvSpPr>
          <p:spPr>
            <a:xfrm>
              <a:off x="1440750" y="1973441"/>
              <a:ext cx="4544658" cy="967155"/>
            </a:xfrm>
            <a:custGeom>
              <a:avLst/>
              <a:gdLst>
                <a:gd name="connsiteX0" fmla="*/ 4247984 w 4248008"/>
                <a:gd name="connsiteY0" fmla="*/ 580100 h 1160311"/>
                <a:gd name="connsiteX1" fmla="*/ 3667901 w 4248008"/>
                <a:gd name="connsiteY1" fmla="*/ 1160183 h 1160311"/>
                <a:gd name="connsiteX2" fmla="*/ 3667172 w 4248008"/>
                <a:gd name="connsiteY2" fmla="*/ 1160183 h 1160311"/>
                <a:gd name="connsiteX3" fmla="*/ 580204 w 4248008"/>
                <a:gd name="connsiteY3" fmla="*/ 1160183 h 1160311"/>
                <a:gd name="connsiteX4" fmla="*/ -25 w 4248008"/>
                <a:gd name="connsiteY4" fmla="*/ 580245 h 1160311"/>
                <a:gd name="connsiteX5" fmla="*/ -25 w 4248008"/>
                <a:gd name="connsiteY5" fmla="*/ 580100 h 1160311"/>
                <a:gd name="connsiteX6" fmla="*/ -25 w 4248008"/>
                <a:gd name="connsiteY6" fmla="*/ 580100 h 1160311"/>
                <a:gd name="connsiteX7" fmla="*/ 580204 w 4248008"/>
                <a:gd name="connsiteY7" fmla="*/ -129 h 1160311"/>
                <a:gd name="connsiteX8" fmla="*/ 3667172 w 4248008"/>
                <a:gd name="connsiteY8" fmla="*/ -129 h 1160311"/>
                <a:gd name="connsiteX9" fmla="*/ 4247401 w 4248008"/>
                <a:gd name="connsiteY9" fmla="*/ 580100 h 1160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8008" h="1160311">
                  <a:moveTo>
                    <a:pt x="4247984" y="580100"/>
                  </a:moveTo>
                  <a:cubicBezTo>
                    <a:pt x="4247984" y="900465"/>
                    <a:pt x="3988267" y="1160183"/>
                    <a:pt x="3667901" y="1160183"/>
                  </a:cubicBezTo>
                  <a:cubicBezTo>
                    <a:pt x="3667653" y="1160183"/>
                    <a:pt x="3667420" y="1160183"/>
                    <a:pt x="3667172" y="1160183"/>
                  </a:cubicBezTo>
                  <a:lnTo>
                    <a:pt x="580204" y="1160183"/>
                  </a:lnTo>
                  <a:cubicBezTo>
                    <a:pt x="259833" y="1160270"/>
                    <a:pt x="56" y="900611"/>
                    <a:pt x="-25" y="580245"/>
                  </a:cubicBezTo>
                  <a:cubicBezTo>
                    <a:pt x="-25" y="580202"/>
                    <a:pt x="-25" y="580143"/>
                    <a:pt x="-25" y="580100"/>
                  </a:cubicBezTo>
                  <a:lnTo>
                    <a:pt x="-25" y="580100"/>
                  </a:lnTo>
                  <a:cubicBezTo>
                    <a:pt x="-25" y="259647"/>
                    <a:pt x="259752" y="-129"/>
                    <a:pt x="580204" y="-129"/>
                  </a:cubicBezTo>
                  <a:lnTo>
                    <a:pt x="3667172" y="-129"/>
                  </a:lnTo>
                  <a:cubicBezTo>
                    <a:pt x="3987625" y="-129"/>
                    <a:pt x="4247401" y="259647"/>
                    <a:pt x="4247401" y="580100"/>
                  </a:cubicBezTo>
                  <a:close/>
                </a:path>
              </a:pathLst>
            </a:custGeom>
            <a:solidFill>
              <a:srgbClr val="FFFFFF"/>
            </a:solidFill>
            <a:ln w="14577" cap="flat">
              <a:noFill/>
              <a:prstDash val="solid"/>
              <a:miter/>
            </a:ln>
            <a:effectLst>
              <a:outerShdw blurRad="63500" sx="102000" sy="102000" algn="ctr" rotWithShape="0">
                <a:prstClr val="black">
                  <a:alpha val="2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Shape 9">
              <a:extLst>
                <a:ext uri="{FF2B5EF4-FFF2-40B4-BE49-F238E27FC236}">
                  <a16:creationId xmlns:a16="http://schemas.microsoft.com/office/drawing/2014/main" id="{C1CD1B20-A20C-819C-9BE4-A22F733ED24E}"/>
                </a:ext>
              </a:extLst>
            </p:cNvPr>
            <p:cNvSpPr/>
            <p:nvPr/>
          </p:nvSpPr>
          <p:spPr>
            <a:xfrm>
              <a:off x="1220705" y="1928426"/>
              <a:ext cx="1022113" cy="1039555"/>
            </a:xfrm>
            <a:custGeom>
              <a:avLst/>
              <a:gdLst>
                <a:gd name="connsiteX0" fmla="*/ -25 w 1116553"/>
                <a:gd name="connsiteY0" fmla="*/ 372724 h 1247170"/>
                <a:gd name="connsiteX1" fmla="*/ 61966 w 1116553"/>
                <a:gd name="connsiteY1" fmla="*/ 265372 h 1247170"/>
                <a:gd name="connsiteX2" fmla="*/ 496189 w 1116553"/>
                <a:gd name="connsiteY2" fmla="*/ 14639 h 1247170"/>
                <a:gd name="connsiteX3" fmla="*/ 620315 w 1116553"/>
                <a:gd name="connsiteY3" fmla="*/ 14639 h 1247170"/>
                <a:gd name="connsiteX4" fmla="*/ 1054539 w 1116553"/>
                <a:gd name="connsiteY4" fmla="*/ 265372 h 1247170"/>
                <a:gd name="connsiteX5" fmla="*/ 1116529 w 1116553"/>
                <a:gd name="connsiteY5" fmla="*/ 372724 h 1247170"/>
                <a:gd name="connsiteX6" fmla="*/ 1116529 w 1116553"/>
                <a:gd name="connsiteY6" fmla="*/ 874189 h 1247170"/>
                <a:gd name="connsiteX7" fmla="*/ 1054539 w 1116553"/>
                <a:gd name="connsiteY7" fmla="*/ 981541 h 1247170"/>
                <a:gd name="connsiteX8" fmla="*/ 620315 w 1116553"/>
                <a:gd name="connsiteY8" fmla="*/ 1232273 h 1247170"/>
                <a:gd name="connsiteX9" fmla="*/ 496189 w 1116553"/>
                <a:gd name="connsiteY9" fmla="*/ 1232273 h 1247170"/>
                <a:gd name="connsiteX10" fmla="*/ 61966 w 1116553"/>
                <a:gd name="connsiteY10" fmla="*/ 981541 h 1247170"/>
                <a:gd name="connsiteX11" fmla="*/ -25 w 1116553"/>
                <a:gd name="connsiteY11" fmla="*/ 874189 h 124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6553" h="1247170">
                  <a:moveTo>
                    <a:pt x="-25" y="372724"/>
                  </a:moveTo>
                  <a:cubicBezTo>
                    <a:pt x="2405" y="329127"/>
                    <a:pt x="25416" y="289278"/>
                    <a:pt x="61966" y="265372"/>
                  </a:cubicBezTo>
                  <a:lnTo>
                    <a:pt x="496189" y="14639"/>
                  </a:lnTo>
                  <a:cubicBezTo>
                    <a:pt x="535224" y="-5052"/>
                    <a:pt x="581280" y="-5052"/>
                    <a:pt x="620315" y="14639"/>
                  </a:cubicBezTo>
                  <a:lnTo>
                    <a:pt x="1054539" y="265372"/>
                  </a:lnTo>
                  <a:cubicBezTo>
                    <a:pt x="1091091" y="289278"/>
                    <a:pt x="1114093" y="329127"/>
                    <a:pt x="1116529" y="372724"/>
                  </a:cubicBezTo>
                  <a:lnTo>
                    <a:pt x="1116529" y="874189"/>
                  </a:lnTo>
                  <a:cubicBezTo>
                    <a:pt x="1114093" y="917786"/>
                    <a:pt x="1091091" y="957635"/>
                    <a:pt x="1054539" y="981541"/>
                  </a:cubicBezTo>
                  <a:lnTo>
                    <a:pt x="620315" y="1232273"/>
                  </a:lnTo>
                  <a:cubicBezTo>
                    <a:pt x="581280" y="1251965"/>
                    <a:pt x="535224" y="1251965"/>
                    <a:pt x="496189" y="1232273"/>
                  </a:cubicBezTo>
                  <a:lnTo>
                    <a:pt x="61966" y="981541"/>
                  </a:lnTo>
                  <a:cubicBezTo>
                    <a:pt x="25416" y="957635"/>
                    <a:pt x="2405" y="917786"/>
                    <a:pt x="-25" y="874189"/>
                  </a:cubicBezTo>
                  <a:close/>
                </a:path>
              </a:pathLst>
            </a:custGeom>
            <a:solidFill>
              <a:schemeClr val="tx1"/>
            </a:solidFill>
            <a:ln w="1457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9" name="TextBox 16">
            <a:extLst>
              <a:ext uri="{FF2B5EF4-FFF2-40B4-BE49-F238E27FC236}">
                <a16:creationId xmlns:a16="http://schemas.microsoft.com/office/drawing/2014/main" id="{07EA929F-7472-D23D-B754-D56D96942CB9}"/>
              </a:ext>
            </a:extLst>
          </p:cNvPr>
          <p:cNvSpPr txBox="1"/>
          <p:nvPr/>
        </p:nvSpPr>
        <p:spPr>
          <a:xfrm>
            <a:off x="2199623" y="2259906"/>
            <a:ext cx="3564347" cy="4001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Surveillance et ajustement</a:t>
            </a:r>
          </a:p>
        </p:txBody>
      </p:sp>
      <p:sp>
        <p:nvSpPr>
          <p:cNvPr id="14" name="TextBox 17">
            <a:extLst>
              <a:ext uri="{FF2B5EF4-FFF2-40B4-BE49-F238E27FC236}">
                <a16:creationId xmlns:a16="http://schemas.microsoft.com/office/drawing/2014/main" id="{9DB10F64-63E3-231E-1A17-72FF7B826D44}"/>
              </a:ext>
            </a:extLst>
          </p:cNvPr>
          <p:cNvSpPr txBox="1"/>
          <p:nvPr/>
        </p:nvSpPr>
        <p:spPr>
          <a:xfrm>
            <a:off x="2199623" y="3795727"/>
            <a:ext cx="6393978" cy="4001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Gestion des files d'attente</a:t>
            </a:r>
          </a:p>
        </p:txBody>
      </p:sp>
      <p:sp>
        <p:nvSpPr>
          <p:cNvPr id="12" name="TextBox 15">
            <a:extLst>
              <a:ext uri="{FF2B5EF4-FFF2-40B4-BE49-F238E27FC236}">
                <a16:creationId xmlns:a16="http://schemas.microsoft.com/office/drawing/2014/main" id="{304FBD45-D3A0-B823-1D05-C292D238D1BB}"/>
              </a:ext>
            </a:extLst>
          </p:cNvPr>
          <p:cNvSpPr txBox="1"/>
          <p:nvPr/>
        </p:nvSpPr>
        <p:spPr>
          <a:xfrm>
            <a:off x="2105767" y="5387061"/>
            <a:ext cx="6134673" cy="4001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Gestion dynamique des ressources</a:t>
            </a:r>
          </a:p>
        </p:txBody>
      </p:sp>
      <p:sp>
        <p:nvSpPr>
          <p:cNvPr id="13" name="TextBox 16">
            <a:extLst>
              <a:ext uri="{FF2B5EF4-FFF2-40B4-BE49-F238E27FC236}">
                <a16:creationId xmlns:a16="http://schemas.microsoft.com/office/drawing/2014/main" id="{C931A041-CF43-D16B-27A8-69134C569B82}"/>
              </a:ext>
            </a:extLst>
          </p:cNvPr>
          <p:cNvSpPr txBox="1"/>
          <p:nvPr/>
        </p:nvSpPr>
        <p:spPr>
          <a:xfrm>
            <a:off x="7774394" y="4698016"/>
            <a:ext cx="3909777" cy="4001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Équilibrage de charge</a:t>
            </a:r>
          </a:p>
        </p:txBody>
      </p:sp>
      <p:sp>
        <p:nvSpPr>
          <p:cNvPr id="18" name="TextBox 16">
            <a:extLst>
              <a:ext uri="{FF2B5EF4-FFF2-40B4-BE49-F238E27FC236}">
                <a16:creationId xmlns:a16="http://schemas.microsoft.com/office/drawing/2014/main" id="{603D5CCC-B29A-F971-20D0-1BA3C539B29A}"/>
              </a:ext>
            </a:extLst>
          </p:cNvPr>
          <p:cNvSpPr txBox="1"/>
          <p:nvPr/>
        </p:nvSpPr>
        <p:spPr>
          <a:xfrm>
            <a:off x="7694529" y="2797662"/>
            <a:ext cx="3909779" cy="4001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000" b="0" i="0" u="none" strike="noStrike" kern="1200" cap="none" spc="0" baseline="0" dirty="0">
                <a:solidFill>
                  <a:srgbClr val="000000"/>
                </a:solidFill>
                <a:uFillTx/>
                <a:latin typeface="Times New Roman" pitchFamily="18"/>
                <a:cs typeface="Times New Roman" pitchFamily="18"/>
              </a:rPr>
              <a:t>Évolutivité horizontale et verticale</a:t>
            </a:r>
          </a:p>
        </p:txBody>
      </p:sp>
      <p:sp>
        <p:nvSpPr>
          <p:cNvPr id="98" name="Slide Number Placeholder 97"/>
          <p:cNvSpPr>
            <a:spLocks noGrp="1"/>
          </p:cNvSpPr>
          <p:nvPr>
            <p:ph type="sldNum" sz="quarter" idx="8"/>
          </p:nvPr>
        </p:nvSpPr>
        <p:spPr/>
        <p:txBody>
          <a:bodyPr/>
          <a:lstStyle/>
          <a:p>
            <a:pPr lvl="0"/>
            <a:fld id="{02B8FB8E-1F6B-40A8-92F2-62696E1B5E1D}" type="slidenum">
              <a:rPr lang="fr-FR" smtClean="0"/>
              <a:t>24</a:t>
            </a:fld>
            <a:endParaRPr lang="fr-FR"/>
          </a:p>
        </p:txBody>
      </p:sp>
    </p:spTree>
    <p:extLst>
      <p:ext uri="{BB962C8B-B14F-4D97-AF65-F5344CB8AC3E}">
        <p14:creationId xmlns:p14="http://schemas.microsoft.com/office/powerpoint/2010/main" val="227086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wipe(down)">
                                      <p:cBhvr>
                                        <p:cTn id="7" dur="500"/>
                                        <p:tgtEl>
                                          <p:spTgt spid="6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down)">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81"/>
                                        </p:tgtEl>
                                        <p:attrNameLst>
                                          <p:attrName>style.visibility</p:attrName>
                                        </p:attrNameLst>
                                      </p:cBhvr>
                                      <p:to>
                                        <p:strVal val="visible"/>
                                      </p:to>
                                    </p:set>
                                    <p:animEffect transition="in" filter="wipe(down)">
                                      <p:cBhvr>
                                        <p:cTn id="15" dur="500"/>
                                        <p:tgtEl>
                                          <p:spTgt spid="81"/>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down)">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89"/>
                                        </p:tgtEl>
                                        <p:attrNameLst>
                                          <p:attrName>style.visibility</p:attrName>
                                        </p:attrNameLst>
                                      </p:cBhvr>
                                      <p:to>
                                        <p:strVal val="visible"/>
                                      </p:to>
                                    </p:set>
                                    <p:animEffect transition="in" filter="wipe(down)">
                                      <p:cBhvr>
                                        <p:cTn id="23" dur="500"/>
                                        <p:tgtEl>
                                          <p:spTgt spid="89"/>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down)">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wipe(down)">
                                      <p:cBhvr>
                                        <p:cTn id="31" dur="500"/>
                                        <p:tgtEl>
                                          <p:spTgt spid="8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wipe(down)">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down)">
                                      <p:cBhvr>
                                        <p:cTn id="39" dur="500"/>
                                        <p:tgtEl>
                                          <p:spTgt spid="13"/>
                                        </p:tgtEl>
                                      </p:cBhvr>
                                    </p:animEffect>
                                  </p:childTnLst>
                                </p:cTn>
                              </p:par>
                              <p:par>
                                <p:cTn id="40" presetID="22" presetClass="entr" presetSubtype="4" fill="hold" nodeType="withEffect">
                                  <p:stCondLst>
                                    <p:cond delay="0"/>
                                  </p:stCondLst>
                                  <p:childTnLst>
                                    <p:set>
                                      <p:cBhvr>
                                        <p:cTn id="41" dur="1" fill="hold">
                                          <p:stCondLst>
                                            <p:cond delay="0"/>
                                          </p:stCondLst>
                                        </p:cTn>
                                        <p:tgtEl>
                                          <p:spTgt spid="93"/>
                                        </p:tgtEl>
                                        <p:attrNameLst>
                                          <p:attrName>style.visibility</p:attrName>
                                        </p:attrNameLst>
                                      </p:cBhvr>
                                      <p:to>
                                        <p:strVal val="visible"/>
                                      </p:to>
                                    </p:set>
                                    <p:animEffect transition="in" filter="wipe(down)">
                                      <p:cBhvr>
                                        <p:cTn id="42"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4" grpId="0"/>
      <p:bldP spid="12" grpId="0"/>
      <p:bldP spid="13" grpId="0"/>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name="Slide24">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E6944B9F-37E9-110D-9E96-58F76C20521D}"/>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1BF69BF8-C94B-11F4-07EE-D71FF2DCD9CD}"/>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5BB836EE-7F13-1295-9E1E-BEC7EECF9C8E}"/>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354CA210-1DA6-3E61-4064-2809577FB4BE}"/>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A4122798-F55D-B58B-28C2-DCC546EA564D}"/>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8" name="TextBox 8">
            <a:extLst>
              <a:ext uri="{FF2B5EF4-FFF2-40B4-BE49-F238E27FC236}">
                <a16:creationId xmlns:a16="http://schemas.microsoft.com/office/drawing/2014/main" id="{B78E2831-9363-DF5A-6CD8-335811B2DC20}"/>
              </a:ext>
            </a:extLst>
          </p:cNvPr>
          <p:cNvSpPr txBox="1"/>
          <p:nvPr/>
        </p:nvSpPr>
        <p:spPr>
          <a:xfrm>
            <a:off x="3275461" y="2402000"/>
            <a:ext cx="7870213" cy="1446553"/>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8800" b="0" i="0" u="none" strike="noStrike" kern="1200" cap="none" spc="0" baseline="0" dirty="0">
                <a:solidFill>
                  <a:srgbClr val="B31313"/>
                </a:solidFill>
                <a:uFillTx/>
                <a:latin typeface="Times New Roman" pitchFamily="18"/>
                <a:cs typeface="Times New Roman" pitchFamily="18"/>
              </a:rPr>
              <a:t>Conclusion</a:t>
            </a:r>
          </a:p>
        </p:txBody>
      </p:sp>
      <p:sp>
        <p:nvSpPr>
          <p:cNvPr id="50" name="Slide Number Placeholder 49"/>
          <p:cNvSpPr>
            <a:spLocks noGrp="1"/>
          </p:cNvSpPr>
          <p:nvPr>
            <p:ph type="sldNum" sz="quarter" idx="8"/>
          </p:nvPr>
        </p:nvSpPr>
        <p:spPr/>
        <p:txBody>
          <a:bodyPr/>
          <a:lstStyle/>
          <a:p>
            <a:pPr lvl="0"/>
            <a:fld id="{02B8FB8E-1F6B-40A8-92F2-62696E1B5E1D}" type="slidenum">
              <a:rPr lang="fr-FR" smtClean="0"/>
              <a:t>25</a:t>
            </a:fld>
            <a:endParaRPr lang="fr-F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25">
    <p:spTree>
      <p:nvGrpSpPr>
        <p:cNvPr id="1" name=""/>
        <p:cNvGrpSpPr/>
        <p:nvPr/>
      </p:nvGrpSpPr>
      <p:grpSpPr>
        <a:xfrm>
          <a:off x="0" y="0"/>
          <a:ext cx="0" cy="0"/>
          <a:chOff x="0" y="0"/>
          <a:chExt cx="0" cy="0"/>
        </a:xfrm>
      </p:grpSpPr>
      <p:grpSp>
        <p:nvGrpSpPr>
          <p:cNvPr id="2" name="Group 6">
            <a:extLst>
              <a:ext uri="{FF2B5EF4-FFF2-40B4-BE49-F238E27FC236}">
                <a16:creationId xmlns:a16="http://schemas.microsoft.com/office/drawing/2014/main" id="{70C6640F-731A-DB7C-B665-36E17100646B}"/>
              </a:ext>
            </a:extLst>
          </p:cNvPr>
          <p:cNvGrpSpPr/>
          <p:nvPr/>
        </p:nvGrpSpPr>
        <p:grpSpPr>
          <a:xfrm>
            <a:off x="409431" y="0"/>
            <a:ext cx="286600" cy="1774200"/>
            <a:chOff x="409431" y="0"/>
            <a:chExt cx="286600" cy="1774200"/>
          </a:xfrm>
        </p:grpSpPr>
        <p:sp>
          <p:nvSpPr>
            <p:cNvPr id="3" name="Rectangle 1">
              <a:extLst>
                <a:ext uri="{FF2B5EF4-FFF2-40B4-BE49-F238E27FC236}">
                  <a16:creationId xmlns:a16="http://schemas.microsoft.com/office/drawing/2014/main" id="{FD63D033-0652-9F59-667A-A4BAF7E019FB}"/>
                </a:ext>
              </a:extLst>
            </p:cNvPr>
            <p:cNvSpPr/>
            <p:nvPr/>
          </p:nvSpPr>
          <p:spPr>
            <a:xfrm>
              <a:off x="409431" y="0"/>
              <a:ext cx="286600" cy="1337483"/>
            </a:xfrm>
            <a:prstGeom prst="rect">
              <a:avLst/>
            </a:pr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4" name="Oval 2">
              <a:extLst>
                <a:ext uri="{FF2B5EF4-FFF2-40B4-BE49-F238E27FC236}">
                  <a16:creationId xmlns:a16="http://schemas.microsoft.com/office/drawing/2014/main" id="{0E66E893-6357-9162-DF06-ADB826E35A8D}"/>
                </a:ext>
              </a:extLst>
            </p:cNvPr>
            <p:cNvSpPr/>
            <p:nvPr/>
          </p:nvSpPr>
          <p:spPr>
            <a:xfrm>
              <a:off x="409431" y="1228295"/>
              <a:ext cx="286600" cy="21836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DE2D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5" name="Oval 3">
              <a:extLst>
                <a:ext uri="{FF2B5EF4-FFF2-40B4-BE49-F238E27FC236}">
                  <a16:creationId xmlns:a16="http://schemas.microsoft.com/office/drawing/2014/main" id="{C716BB12-8893-6E82-AC5D-538EF8B9D26F}"/>
                </a:ext>
              </a:extLst>
            </p:cNvPr>
            <p:cNvSpPr/>
            <p:nvPr/>
          </p:nvSpPr>
          <p:spPr>
            <a:xfrm>
              <a:off x="409431" y="1503520"/>
              <a:ext cx="286600" cy="270680"/>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EA906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grpSp>
      <p:sp>
        <p:nvSpPr>
          <p:cNvPr id="6" name="Rectangle 7">
            <a:extLst>
              <a:ext uri="{FF2B5EF4-FFF2-40B4-BE49-F238E27FC236}">
                <a16:creationId xmlns:a16="http://schemas.microsoft.com/office/drawing/2014/main" id="{D6816758-EC4D-05EB-8981-5DBA46AEFA1C}"/>
              </a:ext>
            </a:extLst>
          </p:cNvPr>
          <p:cNvSpPr/>
          <p:nvPr/>
        </p:nvSpPr>
        <p:spPr>
          <a:xfrm>
            <a:off x="2251883" y="6755642"/>
            <a:ext cx="7861105" cy="102357"/>
          </a:xfrm>
          <a:prstGeom prst="rect">
            <a:avLst/>
          </a:prstGeom>
          <a:solidFill>
            <a:srgbClr val="2B2A4C"/>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FFFFFF"/>
              </a:solidFill>
              <a:uFillTx/>
              <a:latin typeface="Calibri"/>
            </a:endParaRPr>
          </a:p>
        </p:txBody>
      </p:sp>
      <p:sp>
        <p:nvSpPr>
          <p:cNvPr id="7" name="TextBox 8">
            <a:extLst>
              <a:ext uri="{FF2B5EF4-FFF2-40B4-BE49-F238E27FC236}">
                <a16:creationId xmlns:a16="http://schemas.microsoft.com/office/drawing/2014/main" id="{B78E2831-9363-DF5A-6CD8-335811B2DC20}"/>
              </a:ext>
            </a:extLst>
          </p:cNvPr>
          <p:cNvSpPr txBox="1"/>
          <p:nvPr/>
        </p:nvSpPr>
        <p:spPr>
          <a:xfrm>
            <a:off x="941696" y="2593068"/>
            <a:ext cx="11659737" cy="120032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7200" b="0" i="0" u="none" strike="noStrike" kern="1200" cap="none" spc="0" baseline="0" dirty="0">
                <a:solidFill>
                  <a:srgbClr val="B31313"/>
                </a:solidFill>
                <a:uFillTx/>
                <a:latin typeface="Times New Roman" pitchFamily="18"/>
                <a:cs typeface="Times New Roman" pitchFamily="18"/>
              </a:rPr>
              <a:t>Merci pour votre attention !</a:t>
            </a:r>
          </a:p>
        </p:txBody>
      </p:sp>
      <p:sp>
        <p:nvSpPr>
          <p:cNvPr id="9" name="Slide Number Placeholder 8"/>
          <p:cNvSpPr>
            <a:spLocks noGrp="1"/>
          </p:cNvSpPr>
          <p:nvPr>
            <p:ph type="sldNum" sz="quarter" idx="8"/>
          </p:nvPr>
        </p:nvSpPr>
        <p:spPr/>
        <p:txBody>
          <a:bodyPr/>
          <a:lstStyle/>
          <a:p>
            <a:pPr lvl="0"/>
            <a:fld id="{02B8FB8E-1F6B-40A8-92F2-62696E1B5E1D}" type="slidenum">
              <a:rPr lang="fr-FR" smtClean="0"/>
              <a:t>26</a:t>
            </a:fld>
            <a:endParaRPr lang="fr-F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2383</TotalTime>
  <Words>756</Words>
  <Application>Microsoft Office PowerPoint</Application>
  <PresentationFormat>Widescreen</PresentationFormat>
  <Paragraphs>122</Paragraphs>
  <Slides>26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asmae srif</dc:creator>
  <cp:lastModifiedBy>Mohammed-Amine Baguenna</cp:lastModifiedBy>
  <cp:revision>96</cp:revision>
  <dcterms:created xsi:type="dcterms:W3CDTF">2024-04-19T22:50:02Z</dcterms:created>
  <dcterms:modified xsi:type="dcterms:W3CDTF">2024-04-23T01:28:38Z</dcterms:modified>
</cp:coreProperties>
</file>