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60" r:id="rId3"/>
    <p:sldId id="274" r:id="rId4"/>
    <p:sldId id="280" r:id="rId5"/>
    <p:sldId id="281" r:id="rId6"/>
    <p:sldId id="712" r:id="rId7"/>
    <p:sldId id="713" r:id="rId8"/>
    <p:sldId id="700" r:id="rId9"/>
    <p:sldId id="701" r:id="rId10"/>
    <p:sldId id="702" r:id="rId11"/>
    <p:sldId id="283" r:id="rId12"/>
    <p:sldId id="284" r:id="rId13"/>
    <p:sldId id="285" r:id="rId14"/>
    <p:sldId id="286" r:id="rId15"/>
    <p:sldId id="703" r:id="rId16"/>
    <p:sldId id="288" r:id="rId17"/>
    <p:sldId id="704" r:id="rId18"/>
    <p:sldId id="289" r:id="rId19"/>
    <p:sldId id="290" r:id="rId20"/>
    <p:sldId id="705" r:id="rId21"/>
    <p:sldId id="706" r:id="rId22"/>
    <p:sldId id="707" r:id="rId23"/>
    <p:sldId id="708" r:id="rId24"/>
    <p:sldId id="548" r:id="rId25"/>
    <p:sldId id="709" r:id="rId26"/>
    <p:sldId id="549" r:id="rId27"/>
    <p:sldId id="550" r:id="rId28"/>
    <p:sldId id="303" r:id="rId29"/>
    <p:sldId id="710" r:id="rId30"/>
    <p:sldId id="304" r:id="rId31"/>
    <p:sldId id="305" r:id="rId32"/>
    <p:sldId id="306" r:id="rId33"/>
    <p:sldId id="711" r:id="rId34"/>
    <p:sldId id="307" r:id="rId35"/>
    <p:sldId id="308" r:id="rId36"/>
    <p:sldId id="337" r:id="rId37"/>
    <p:sldId id="339" r:id="rId38"/>
    <p:sldId id="338" r:id="rId39"/>
    <p:sldId id="341" r:id="rId40"/>
  </p:sldIdLst>
  <p:sldSz cx="12192000" cy="6858000"/>
  <p:notesSz cx="12192000" cy="6858000"/>
  <p:defaultTextStyle>
    <a:defPPr>
      <a:defRPr kern="0"/>
    </a:defPPr>
  </p:defaultTextStyle>
  <p:extLst>
    <p:ext uri="{521415D9-36F7-43E2-AB2F-B90AF26B5E84}">
      <p14:sectionLst xmlns:p14="http://schemas.microsoft.com/office/powerpoint/2010/main">
        <p14:section name="Section par défaut" id="{CFB2216F-FBF0-49F1-A7C8-5F15FD617A49}">
          <p14:sldIdLst>
            <p14:sldId id="256"/>
            <p14:sldId id="260"/>
            <p14:sldId id="274"/>
            <p14:sldId id="280"/>
            <p14:sldId id="281"/>
            <p14:sldId id="712"/>
            <p14:sldId id="713"/>
            <p14:sldId id="700"/>
            <p14:sldId id="701"/>
            <p14:sldId id="702"/>
            <p14:sldId id="283"/>
            <p14:sldId id="284"/>
            <p14:sldId id="285"/>
            <p14:sldId id="286"/>
            <p14:sldId id="703"/>
            <p14:sldId id="288"/>
            <p14:sldId id="704"/>
            <p14:sldId id="289"/>
            <p14:sldId id="290"/>
            <p14:sldId id="705"/>
            <p14:sldId id="706"/>
            <p14:sldId id="707"/>
            <p14:sldId id="708"/>
            <p14:sldId id="548"/>
            <p14:sldId id="709"/>
            <p14:sldId id="549"/>
            <p14:sldId id="550"/>
            <p14:sldId id="303"/>
            <p14:sldId id="710"/>
            <p14:sldId id="304"/>
            <p14:sldId id="305"/>
            <p14:sldId id="306"/>
            <p14:sldId id="711"/>
            <p14:sldId id="307"/>
            <p14:sldId id="308"/>
            <p14:sldId id="337"/>
            <p14:sldId id="339"/>
            <p14:sldId id="338"/>
            <p14:sldId id="341"/>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870" autoAdjust="0"/>
  </p:normalViewPr>
  <p:slideViewPr>
    <p:cSldViewPr>
      <p:cViewPr>
        <p:scale>
          <a:sx n="66" d="100"/>
          <a:sy n="66" d="100"/>
        </p:scale>
        <p:origin x="1224" y="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3759D06F-8644-4093-BFAB-BEE37625643B}" type="datetimeFigureOut">
              <a:rPr lang="fr-FR" smtClean="0"/>
              <a:t>13/05/2024</a:t>
            </a:fld>
            <a:endParaRPr lang="fr-FR"/>
          </a:p>
        </p:txBody>
      </p:sp>
      <p:sp>
        <p:nvSpPr>
          <p:cNvPr id="4" name="Espace réservé de l'image des diapositives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825E13D-E8C0-4774-A298-6E06C61A58D4}" type="slidenum">
              <a:rPr lang="fr-FR" smtClean="0"/>
              <a:t>‹N°›</a:t>
            </a:fld>
            <a:endParaRPr lang="fr-FR"/>
          </a:p>
        </p:txBody>
      </p:sp>
    </p:spTree>
    <p:extLst>
      <p:ext uri="{BB962C8B-B14F-4D97-AF65-F5344CB8AC3E}">
        <p14:creationId xmlns:p14="http://schemas.microsoft.com/office/powerpoint/2010/main" val="413388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fr.wikipedia.org/wiki/Octet"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algn="just">
              <a:lnSpc>
                <a:spcPct val="100000"/>
              </a:lnSpc>
              <a:spcBef>
                <a:spcPts val="105"/>
              </a:spcBef>
            </a:pPr>
            <a:r>
              <a:rPr lang="fr-FR" sz="1600" b="1" dirty="0" smtClean="0">
                <a:solidFill>
                  <a:srgbClr val="FF7800"/>
                </a:solidFill>
                <a:latin typeface="+mn-lt"/>
                <a:cs typeface="Calibri"/>
              </a:rPr>
              <a:t>Fonctions</a:t>
            </a:r>
            <a:r>
              <a:rPr lang="fr-FR" sz="1600" b="1" spc="-20" dirty="0" smtClean="0">
                <a:solidFill>
                  <a:srgbClr val="FF7800"/>
                </a:solidFill>
                <a:latin typeface="+mn-lt"/>
                <a:cs typeface="Calibri"/>
              </a:rPr>
              <a:t> </a:t>
            </a:r>
            <a:r>
              <a:rPr lang="fr-FR" sz="1600" b="1" dirty="0" smtClean="0">
                <a:solidFill>
                  <a:srgbClr val="FF7800"/>
                </a:solidFill>
                <a:latin typeface="+mn-lt"/>
                <a:cs typeface="Calibri"/>
              </a:rPr>
              <a:t>d’un</a:t>
            </a:r>
            <a:r>
              <a:rPr lang="fr-FR" sz="1600" b="1" spc="-40" dirty="0" smtClean="0">
                <a:solidFill>
                  <a:srgbClr val="FF7800"/>
                </a:solidFill>
                <a:latin typeface="+mn-lt"/>
                <a:cs typeface="Calibri"/>
              </a:rPr>
              <a:t> </a:t>
            </a:r>
            <a:r>
              <a:rPr lang="fr-FR" sz="1600" b="1" spc="-10" dirty="0" smtClean="0">
                <a:solidFill>
                  <a:srgbClr val="FF7800"/>
                </a:solidFill>
                <a:latin typeface="+mn-lt"/>
                <a:cs typeface="Calibri"/>
              </a:rPr>
              <a:t>système</a:t>
            </a:r>
            <a:r>
              <a:rPr lang="fr-FR" sz="1600" b="1" spc="-80" dirty="0" smtClean="0">
                <a:solidFill>
                  <a:srgbClr val="FF7800"/>
                </a:solidFill>
                <a:latin typeface="+mn-lt"/>
                <a:cs typeface="Calibri"/>
              </a:rPr>
              <a:t> </a:t>
            </a:r>
            <a:r>
              <a:rPr lang="fr-FR" sz="1600" b="1" spc="-10" dirty="0" smtClean="0">
                <a:solidFill>
                  <a:srgbClr val="FF7800"/>
                </a:solidFill>
                <a:latin typeface="+mn-lt"/>
                <a:cs typeface="Calibri"/>
              </a:rPr>
              <a:t>d'exploitation</a:t>
            </a:r>
            <a:endParaRPr lang="fr-FR" sz="1600" dirty="0" smtClean="0">
              <a:latin typeface="+mn-lt"/>
              <a:cs typeface="Calibri"/>
            </a:endParaRPr>
          </a:p>
          <a:p>
            <a:pPr>
              <a:lnSpc>
                <a:spcPct val="100000"/>
              </a:lnSpc>
              <a:spcBef>
                <a:spcPts val="30"/>
              </a:spcBef>
            </a:pPr>
            <a:endParaRPr lang="fr-FR" sz="1600" dirty="0" smtClean="0">
              <a:latin typeface="+mn-lt"/>
              <a:cs typeface="Calibri"/>
            </a:endParaRPr>
          </a:p>
          <a:p>
            <a:pPr marL="12700" algn="just">
              <a:lnSpc>
                <a:spcPct val="100000"/>
              </a:lnSpc>
            </a:pPr>
            <a:r>
              <a:rPr lang="fr-FR" sz="1200" dirty="0" smtClean="0">
                <a:solidFill>
                  <a:srgbClr val="585858"/>
                </a:solidFill>
                <a:latin typeface="+mn-lt"/>
                <a:cs typeface="Calibri"/>
              </a:rPr>
              <a:t>Un</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d’exploitation</a:t>
            </a:r>
            <a:r>
              <a:rPr lang="fr-FR" sz="1200" spc="30" dirty="0" smtClean="0">
                <a:solidFill>
                  <a:srgbClr val="585858"/>
                </a:solidFill>
                <a:latin typeface="+mn-lt"/>
                <a:cs typeface="Calibri"/>
              </a:rPr>
              <a:t> </a:t>
            </a:r>
            <a:r>
              <a:rPr lang="fr-FR" sz="1200" dirty="0" smtClean="0">
                <a:solidFill>
                  <a:srgbClr val="585858"/>
                </a:solidFill>
                <a:latin typeface="+mn-lt"/>
                <a:cs typeface="Calibri"/>
              </a:rPr>
              <a:t>offre</a:t>
            </a:r>
            <a:r>
              <a:rPr lang="fr-FR" sz="1200" spc="-5" dirty="0" smtClean="0">
                <a:solidFill>
                  <a:srgbClr val="585858"/>
                </a:solidFill>
                <a:latin typeface="+mn-lt"/>
                <a:cs typeface="Calibri"/>
              </a:rPr>
              <a:t> </a:t>
            </a:r>
            <a:r>
              <a:rPr lang="fr-FR" sz="1200" dirty="0" smtClean="0">
                <a:solidFill>
                  <a:srgbClr val="585858"/>
                </a:solidFill>
                <a:latin typeface="+mn-lt"/>
                <a:cs typeface="Calibri"/>
              </a:rPr>
              <a:t>un</a:t>
            </a:r>
            <a:r>
              <a:rPr lang="fr-FR" sz="1200" spc="-15" dirty="0" smtClean="0">
                <a:solidFill>
                  <a:srgbClr val="585858"/>
                </a:solidFill>
                <a:latin typeface="+mn-lt"/>
                <a:cs typeface="Calibri"/>
              </a:rPr>
              <a:t> </a:t>
            </a:r>
            <a:r>
              <a:rPr lang="fr-FR" sz="1200" dirty="0" smtClean="0">
                <a:solidFill>
                  <a:srgbClr val="585858"/>
                </a:solidFill>
                <a:latin typeface="+mn-lt"/>
                <a:cs typeface="Calibri"/>
              </a:rPr>
              <a:t>ensemble</a:t>
            </a:r>
            <a:r>
              <a:rPr lang="fr-FR" sz="1200" spc="-5" dirty="0" smtClean="0">
                <a:solidFill>
                  <a:srgbClr val="585858"/>
                </a:solidFill>
                <a:latin typeface="+mn-lt"/>
                <a:cs typeface="Calibri"/>
              </a:rPr>
              <a:t> </a:t>
            </a:r>
            <a:r>
              <a:rPr lang="fr-FR" sz="1200" dirty="0" smtClean="0">
                <a:solidFill>
                  <a:srgbClr val="585858"/>
                </a:solidFill>
                <a:latin typeface="+mn-lt"/>
                <a:cs typeface="Calibri"/>
              </a:rPr>
              <a:t>de</a:t>
            </a:r>
            <a:r>
              <a:rPr lang="fr-FR" sz="1200" spc="-35" dirty="0" smtClean="0">
                <a:solidFill>
                  <a:srgbClr val="585858"/>
                </a:solidFill>
                <a:latin typeface="+mn-lt"/>
                <a:cs typeface="Calibri"/>
              </a:rPr>
              <a:t> </a:t>
            </a:r>
            <a:r>
              <a:rPr lang="fr-FR" sz="1200" dirty="0" smtClean="0">
                <a:solidFill>
                  <a:srgbClr val="585858"/>
                </a:solidFill>
                <a:latin typeface="+mn-lt"/>
                <a:cs typeface="Calibri"/>
              </a:rPr>
              <a:t>services</a:t>
            </a:r>
            <a:r>
              <a:rPr lang="fr-FR" sz="1200" spc="5" dirty="0" smtClean="0">
                <a:solidFill>
                  <a:srgbClr val="585858"/>
                </a:solidFill>
                <a:latin typeface="+mn-lt"/>
                <a:cs typeface="Calibri"/>
              </a:rPr>
              <a:t> </a:t>
            </a:r>
            <a:r>
              <a:rPr lang="fr-FR" sz="1200" dirty="0" smtClean="0">
                <a:solidFill>
                  <a:srgbClr val="585858"/>
                </a:solidFill>
                <a:latin typeface="+mn-lt"/>
                <a:cs typeface="Calibri"/>
              </a:rPr>
              <a:t>ou</a:t>
            </a:r>
            <a:r>
              <a:rPr lang="fr-FR" sz="1200" spc="-15" dirty="0" smtClean="0">
                <a:solidFill>
                  <a:srgbClr val="585858"/>
                </a:solidFill>
                <a:latin typeface="+mn-lt"/>
                <a:cs typeface="Calibri"/>
              </a:rPr>
              <a:t> </a:t>
            </a:r>
            <a:r>
              <a:rPr lang="fr-FR" sz="1200" dirty="0" smtClean="0">
                <a:solidFill>
                  <a:srgbClr val="585858"/>
                </a:solidFill>
                <a:latin typeface="+mn-lt"/>
                <a:cs typeface="Calibri"/>
              </a:rPr>
              <a:t>fonctions</a:t>
            </a:r>
            <a:r>
              <a:rPr lang="fr-FR" sz="1200" spc="25" dirty="0" smtClean="0">
                <a:solidFill>
                  <a:srgbClr val="585858"/>
                </a:solidFill>
                <a:latin typeface="+mn-lt"/>
                <a:cs typeface="Calibri"/>
              </a:rPr>
              <a:t> </a:t>
            </a:r>
            <a:r>
              <a:rPr lang="fr-FR" sz="1200" dirty="0" smtClean="0">
                <a:solidFill>
                  <a:srgbClr val="585858"/>
                </a:solidFill>
                <a:latin typeface="+mn-lt"/>
                <a:cs typeface="Calibri"/>
              </a:rPr>
              <a:t>afin</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garantir</a:t>
            </a:r>
            <a:r>
              <a:rPr lang="fr-FR" sz="1200" spc="-40" dirty="0" smtClean="0">
                <a:solidFill>
                  <a:srgbClr val="585858"/>
                </a:solidFill>
                <a:latin typeface="+mn-lt"/>
                <a:cs typeface="Calibri"/>
              </a:rPr>
              <a:t> </a:t>
            </a:r>
            <a:r>
              <a:rPr lang="fr-FR" sz="1200" dirty="0" smtClean="0">
                <a:solidFill>
                  <a:srgbClr val="585858"/>
                </a:solidFill>
                <a:latin typeface="+mn-lt"/>
                <a:cs typeface="Calibri"/>
              </a:rPr>
              <a:t>le</a:t>
            </a:r>
            <a:r>
              <a:rPr lang="fr-FR" sz="1200" spc="-10" dirty="0" smtClean="0">
                <a:solidFill>
                  <a:srgbClr val="585858"/>
                </a:solidFill>
                <a:latin typeface="+mn-lt"/>
                <a:cs typeface="Calibri"/>
              </a:rPr>
              <a:t> </a:t>
            </a:r>
            <a:r>
              <a:rPr lang="fr-FR" sz="1200" dirty="0" smtClean="0">
                <a:solidFill>
                  <a:srgbClr val="585858"/>
                </a:solidFill>
                <a:latin typeface="+mn-lt"/>
                <a:cs typeface="Calibri"/>
              </a:rPr>
              <a:t>bon</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fonctionnement</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partie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applicative</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l’ordinateur.</a:t>
            </a:r>
            <a:endParaRPr lang="fr-FR" sz="1200" dirty="0" smtClean="0">
              <a:latin typeface="+mn-lt"/>
              <a:cs typeface="Calibri"/>
            </a:endParaRPr>
          </a:p>
          <a:p>
            <a:pPr marL="12700" algn="just">
              <a:lnSpc>
                <a:spcPct val="100000"/>
              </a:lnSpc>
              <a:spcBef>
                <a:spcPts val="1445"/>
              </a:spcBef>
            </a:pPr>
            <a:r>
              <a:rPr lang="fr-FR" sz="1200" dirty="0" smtClean="0">
                <a:solidFill>
                  <a:srgbClr val="585858"/>
                </a:solidFill>
                <a:latin typeface="+mn-lt"/>
                <a:cs typeface="Calibri"/>
              </a:rPr>
              <a:t>Le</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20" dirty="0" smtClean="0">
                <a:solidFill>
                  <a:srgbClr val="585858"/>
                </a:solidFill>
                <a:latin typeface="+mn-lt"/>
                <a:cs typeface="Calibri"/>
              </a:rPr>
              <a:t> d’exploitation</a:t>
            </a:r>
            <a:r>
              <a:rPr lang="fr-FR" sz="1200" spc="30" dirty="0" smtClean="0">
                <a:solidFill>
                  <a:srgbClr val="585858"/>
                </a:solidFill>
                <a:latin typeface="+mn-lt"/>
                <a:cs typeface="Calibri"/>
              </a:rPr>
              <a:t> </a:t>
            </a:r>
            <a:r>
              <a:rPr lang="fr-FR" sz="1200" dirty="0" smtClean="0">
                <a:solidFill>
                  <a:srgbClr val="585858"/>
                </a:solidFill>
                <a:latin typeface="+mn-lt"/>
                <a:cs typeface="Calibri"/>
              </a:rPr>
              <a:t>assure la</a:t>
            </a:r>
            <a:r>
              <a:rPr lang="fr-FR" sz="1200" spc="-1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35" dirty="0" smtClean="0">
                <a:solidFill>
                  <a:srgbClr val="585858"/>
                </a:solidFill>
                <a:latin typeface="+mn-lt"/>
                <a:cs typeface="Calibri"/>
              </a:rPr>
              <a:t> </a:t>
            </a:r>
            <a:r>
              <a:rPr lang="fr-FR" sz="1200" dirty="0" smtClean="0">
                <a:solidFill>
                  <a:srgbClr val="585858"/>
                </a:solidFill>
                <a:latin typeface="+mn-lt"/>
                <a:cs typeface="Calibri"/>
              </a:rPr>
              <a:t>des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périphériques,</a:t>
            </a:r>
            <a:r>
              <a:rPr lang="fr-FR" sz="1200" spc="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30" dirty="0" smtClean="0">
                <a:solidFill>
                  <a:srgbClr val="585858"/>
                </a:solidFill>
                <a:latin typeface="+mn-lt"/>
                <a:cs typeface="Calibri"/>
              </a:rPr>
              <a:t> </a:t>
            </a:r>
            <a:r>
              <a:rPr lang="fr-FR" sz="1200" dirty="0" smtClean="0">
                <a:solidFill>
                  <a:srgbClr val="585858"/>
                </a:solidFill>
                <a:latin typeface="+mn-lt"/>
                <a:cs typeface="Calibri"/>
              </a:rPr>
              <a:t>des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ressources,</a:t>
            </a:r>
            <a:r>
              <a:rPr lang="fr-FR" sz="1200" spc="30" dirty="0" smtClean="0">
                <a:solidFill>
                  <a:srgbClr val="585858"/>
                </a:solidFill>
                <a:latin typeface="+mn-lt"/>
                <a:cs typeface="Calibri"/>
              </a:rPr>
              <a:t> </a:t>
            </a:r>
            <a:r>
              <a:rPr lang="fr-FR" sz="1200" dirty="0" smtClean="0">
                <a:solidFill>
                  <a:srgbClr val="585858"/>
                </a:solidFill>
                <a:latin typeface="+mn-lt"/>
                <a:cs typeface="Calibri"/>
              </a:rPr>
              <a:t>la</a:t>
            </a:r>
            <a:r>
              <a:rPr lang="fr-FR" sz="1200" spc="-5" dirty="0" smtClean="0">
                <a:solidFill>
                  <a:srgbClr val="585858"/>
                </a:solidFill>
                <a:latin typeface="+mn-lt"/>
                <a:cs typeface="Calibri"/>
              </a:rPr>
              <a:t> </a:t>
            </a:r>
            <a:r>
              <a:rPr lang="fr-FR" sz="1200" dirty="0" smtClean="0">
                <a:solidFill>
                  <a:srgbClr val="585858"/>
                </a:solidFill>
                <a:latin typeface="+mn-lt"/>
                <a:cs typeface="Calibri"/>
              </a:rPr>
              <a:t>gestions</a:t>
            </a:r>
            <a:r>
              <a:rPr lang="fr-FR" sz="1200" spc="-20" dirty="0" smtClean="0">
                <a:solidFill>
                  <a:srgbClr val="585858"/>
                </a:solidFill>
                <a:latin typeface="+mn-lt"/>
                <a:cs typeface="Calibri"/>
              </a:rPr>
              <a:t> </a:t>
            </a:r>
            <a:r>
              <a:rPr lang="fr-FR" sz="1200" dirty="0" smtClean="0">
                <a:solidFill>
                  <a:srgbClr val="585858"/>
                </a:solidFill>
                <a:latin typeface="+mn-lt"/>
                <a:cs typeface="Calibri"/>
              </a:rPr>
              <a:t>des</a:t>
            </a:r>
            <a:r>
              <a:rPr lang="fr-FR" sz="1200" spc="-1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10"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35"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stockage,</a:t>
            </a:r>
            <a:r>
              <a:rPr lang="fr-FR" sz="1200" spc="-55" dirty="0" smtClean="0">
                <a:solidFill>
                  <a:srgbClr val="585858"/>
                </a:solidFill>
                <a:latin typeface="+mn-lt"/>
                <a:cs typeface="Calibri"/>
              </a:rPr>
              <a:t> </a:t>
            </a:r>
            <a:r>
              <a:rPr lang="fr-FR" sz="1200" spc="-20" dirty="0" smtClean="0">
                <a:solidFill>
                  <a:srgbClr val="585858"/>
                </a:solidFill>
                <a:latin typeface="+mn-lt"/>
                <a:cs typeface="Calibri"/>
              </a:rPr>
              <a:t>etc.</a:t>
            </a:r>
            <a:endParaRPr lang="fr-FR" sz="1200" dirty="0" smtClean="0">
              <a:latin typeface="+mn-lt"/>
              <a:cs typeface="Calibri"/>
            </a:endParaRPr>
          </a:p>
          <a:p>
            <a:pPr marL="12700">
              <a:lnSpc>
                <a:spcPct val="100000"/>
              </a:lnSpc>
              <a:spcBef>
                <a:spcPts val="1445"/>
              </a:spcBef>
            </a:pPr>
            <a:r>
              <a:rPr lang="fr-FR" sz="1200" b="1" dirty="0" smtClean="0">
                <a:solidFill>
                  <a:srgbClr val="0058A0"/>
                </a:solidFill>
                <a:latin typeface="+mn-lt"/>
                <a:cs typeface="Calibri"/>
              </a:rPr>
              <a:t>La</a:t>
            </a:r>
            <a:r>
              <a:rPr lang="fr-FR" sz="1200" b="1" spc="-35" dirty="0" smtClean="0">
                <a:solidFill>
                  <a:srgbClr val="0058A0"/>
                </a:solidFill>
                <a:latin typeface="+mn-lt"/>
                <a:cs typeface="Calibri"/>
              </a:rPr>
              <a:t> </a:t>
            </a:r>
            <a:r>
              <a:rPr lang="fr-FR" sz="1200" b="1" dirty="0" smtClean="0">
                <a:solidFill>
                  <a:srgbClr val="0058A0"/>
                </a:solidFill>
                <a:latin typeface="+mn-lt"/>
                <a:cs typeface="Calibri"/>
              </a:rPr>
              <a:t>gestion</a:t>
            </a:r>
            <a:r>
              <a:rPr lang="fr-FR" sz="1200" b="1" spc="5" dirty="0" smtClean="0">
                <a:solidFill>
                  <a:srgbClr val="0058A0"/>
                </a:solidFill>
                <a:latin typeface="+mn-lt"/>
                <a:cs typeface="Calibri"/>
              </a:rPr>
              <a:t> </a:t>
            </a:r>
            <a:r>
              <a:rPr lang="fr-FR" sz="1200" b="1" dirty="0" smtClean="0">
                <a:solidFill>
                  <a:srgbClr val="0058A0"/>
                </a:solidFill>
                <a:latin typeface="+mn-lt"/>
                <a:cs typeface="Calibri"/>
              </a:rPr>
              <a:t>de</a:t>
            </a:r>
            <a:r>
              <a:rPr lang="fr-FR" sz="1200" b="1" spc="-30" dirty="0" smtClean="0">
                <a:solidFill>
                  <a:srgbClr val="0058A0"/>
                </a:solidFill>
                <a:latin typeface="+mn-lt"/>
                <a:cs typeface="Calibri"/>
              </a:rPr>
              <a:t> </a:t>
            </a:r>
            <a:r>
              <a:rPr lang="fr-FR" sz="1200" b="1" dirty="0" smtClean="0">
                <a:solidFill>
                  <a:srgbClr val="0058A0"/>
                </a:solidFill>
                <a:latin typeface="+mn-lt"/>
                <a:cs typeface="Calibri"/>
              </a:rPr>
              <a:t>la</a:t>
            </a:r>
            <a:r>
              <a:rPr lang="fr-FR" sz="1200" b="1" spc="-35" dirty="0" smtClean="0">
                <a:solidFill>
                  <a:srgbClr val="0058A0"/>
                </a:solidFill>
                <a:latin typeface="+mn-lt"/>
                <a:cs typeface="Calibri"/>
              </a:rPr>
              <a:t> </a:t>
            </a:r>
            <a:r>
              <a:rPr lang="fr-FR" sz="1200" b="1" dirty="0" smtClean="0">
                <a:solidFill>
                  <a:srgbClr val="0058A0"/>
                </a:solidFill>
                <a:latin typeface="+mn-lt"/>
                <a:cs typeface="Calibri"/>
              </a:rPr>
              <a:t>mémoire</a:t>
            </a:r>
            <a:r>
              <a:rPr lang="fr-FR" sz="1200" b="1" spc="-20" dirty="0" smtClean="0">
                <a:solidFill>
                  <a:srgbClr val="0058A0"/>
                </a:solidFill>
                <a:latin typeface="+mn-lt"/>
                <a:cs typeface="Calibri"/>
              </a:rPr>
              <a:t> </a:t>
            </a:r>
            <a:r>
              <a:rPr lang="fr-FR" sz="1200" b="1" spc="-50" dirty="0" smtClean="0">
                <a:solidFill>
                  <a:srgbClr val="0058A0"/>
                </a:solidFill>
                <a:latin typeface="+mn-lt"/>
                <a:cs typeface="Calibri"/>
              </a:rPr>
              <a:t>:</a:t>
            </a:r>
            <a:endParaRPr lang="fr-FR" sz="1200" dirty="0" smtClean="0">
              <a:latin typeface="+mn-lt"/>
              <a:cs typeface="Calibri"/>
            </a:endParaRPr>
          </a:p>
          <a:p>
            <a:pPr marL="12700">
              <a:lnSpc>
                <a:spcPct val="100000"/>
              </a:lnSpc>
              <a:spcBef>
                <a:spcPts val="1440"/>
              </a:spcBef>
            </a:pPr>
            <a:r>
              <a:rPr lang="fr-FR" sz="1200" dirty="0" smtClean="0">
                <a:solidFill>
                  <a:srgbClr val="555555"/>
                </a:solidFill>
                <a:latin typeface="+mn-lt"/>
                <a:cs typeface="Calibri"/>
              </a:rPr>
              <a:t>Le</a:t>
            </a:r>
            <a:r>
              <a:rPr lang="fr-FR" sz="1200" spc="20" dirty="0" smtClean="0">
                <a:solidFill>
                  <a:srgbClr val="555555"/>
                </a:solidFill>
                <a:latin typeface="+mn-lt"/>
                <a:cs typeface="Calibri"/>
              </a:rPr>
              <a:t> </a:t>
            </a:r>
            <a:r>
              <a:rPr lang="fr-FR" sz="1200" dirty="0" smtClean="0">
                <a:solidFill>
                  <a:srgbClr val="555555"/>
                </a:solidFill>
                <a:latin typeface="+mn-lt"/>
                <a:cs typeface="Calibri"/>
              </a:rPr>
              <a:t>système</a:t>
            </a:r>
            <a:r>
              <a:rPr lang="fr-FR" sz="1200" spc="25" dirty="0" smtClean="0">
                <a:solidFill>
                  <a:srgbClr val="555555"/>
                </a:solidFill>
                <a:latin typeface="+mn-lt"/>
                <a:cs typeface="Calibri"/>
              </a:rPr>
              <a:t> </a:t>
            </a:r>
            <a:r>
              <a:rPr lang="fr-FR" sz="1200" dirty="0" smtClean="0">
                <a:solidFill>
                  <a:srgbClr val="555555"/>
                </a:solidFill>
                <a:latin typeface="+mn-lt"/>
                <a:cs typeface="Calibri"/>
              </a:rPr>
              <a:t>d'exploitation</a:t>
            </a:r>
            <a:r>
              <a:rPr lang="fr-FR" sz="1200" spc="15" dirty="0" smtClean="0">
                <a:solidFill>
                  <a:srgbClr val="555555"/>
                </a:solidFill>
                <a:latin typeface="+mn-lt"/>
                <a:cs typeface="Calibri"/>
              </a:rPr>
              <a:t> </a:t>
            </a:r>
            <a:r>
              <a:rPr lang="fr-FR" sz="1200" dirty="0" smtClean="0">
                <a:solidFill>
                  <a:srgbClr val="555555"/>
                </a:solidFill>
                <a:latin typeface="+mn-lt"/>
                <a:cs typeface="Calibri"/>
              </a:rPr>
              <a:t>contrôle</a:t>
            </a:r>
            <a:r>
              <a:rPr lang="fr-FR" sz="1200" spc="30" dirty="0" smtClean="0">
                <a:solidFill>
                  <a:srgbClr val="555555"/>
                </a:solidFill>
                <a:latin typeface="+mn-lt"/>
                <a:cs typeface="Calibri"/>
              </a:rPr>
              <a:t> </a:t>
            </a:r>
            <a:r>
              <a:rPr lang="fr-FR" sz="1200" dirty="0" smtClean="0">
                <a:solidFill>
                  <a:srgbClr val="555555"/>
                </a:solidFill>
                <a:latin typeface="+mn-lt"/>
                <a:cs typeface="Calibri"/>
              </a:rPr>
              <a:t>toutes</a:t>
            </a:r>
            <a:r>
              <a:rPr lang="fr-FR" sz="1200" spc="50" dirty="0" smtClean="0">
                <a:solidFill>
                  <a:srgbClr val="555555"/>
                </a:solidFill>
                <a:latin typeface="+mn-lt"/>
                <a:cs typeface="Calibri"/>
              </a:rPr>
              <a:t> </a:t>
            </a:r>
            <a:r>
              <a:rPr lang="fr-FR" sz="1200" dirty="0" smtClean="0">
                <a:solidFill>
                  <a:srgbClr val="555555"/>
                </a:solidFill>
                <a:latin typeface="+mn-lt"/>
                <a:cs typeface="Calibri"/>
              </a:rPr>
              <a:t>les</a:t>
            </a:r>
            <a:r>
              <a:rPr lang="fr-FR" sz="1200" spc="35" dirty="0" smtClean="0">
                <a:solidFill>
                  <a:srgbClr val="555555"/>
                </a:solidFill>
                <a:latin typeface="+mn-lt"/>
                <a:cs typeface="Calibri"/>
              </a:rPr>
              <a:t> </a:t>
            </a:r>
            <a:r>
              <a:rPr lang="fr-FR" sz="1200" dirty="0" smtClean="0">
                <a:solidFill>
                  <a:srgbClr val="555555"/>
                </a:solidFill>
                <a:latin typeface="+mn-lt"/>
                <a:cs typeface="Calibri"/>
              </a:rPr>
              <a:t>opérations</a:t>
            </a:r>
            <a:r>
              <a:rPr lang="fr-FR" sz="1200" spc="35" dirty="0" smtClean="0">
                <a:solidFill>
                  <a:srgbClr val="555555"/>
                </a:solidFill>
                <a:latin typeface="+mn-lt"/>
                <a:cs typeface="Calibri"/>
              </a:rPr>
              <a:t> </a:t>
            </a:r>
            <a:r>
              <a:rPr lang="fr-FR" sz="1200" dirty="0" smtClean="0">
                <a:solidFill>
                  <a:srgbClr val="555555"/>
                </a:solidFill>
                <a:latin typeface="+mn-lt"/>
                <a:cs typeface="Calibri"/>
              </a:rPr>
              <a:t>de</a:t>
            </a:r>
            <a:r>
              <a:rPr lang="fr-FR" sz="1200" spc="20" dirty="0" smtClean="0">
                <a:solidFill>
                  <a:srgbClr val="555555"/>
                </a:solidFill>
                <a:latin typeface="+mn-lt"/>
                <a:cs typeface="Calibri"/>
              </a:rPr>
              <a:t> </a:t>
            </a:r>
            <a:r>
              <a:rPr lang="fr-FR" sz="1200" dirty="0" smtClean="0">
                <a:solidFill>
                  <a:srgbClr val="555555"/>
                </a:solidFill>
                <a:latin typeface="+mn-lt"/>
                <a:cs typeface="Calibri"/>
              </a:rPr>
              <a:t>stockage.</a:t>
            </a:r>
            <a:r>
              <a:rPr lang="fr-FR" sz="1200" spc="35" dirty="0" smtClean="0">
                <a:solidFill>
                  <a:srgbClr val="555555"/>
                </a:solidFill>
                <a:latin typeface="+mn-lt"/>
                <a:cs typeface="Calibri"/>
              </a:rPr>
              <a:t> </a:t>
            </a:r>
            <a:r>
              <a:rPr lang="fr-FR" sz="1200" dirty="0" smtClean="0">
                <a:solidFill>
                  <a:srgbClr val="555555"/>
                </a:solidFill>
                <a:latin typeface="+mn-lt"/>
                <a:cs typeface="Calibri"/>
              </a:rPr>
              <a:t>Certains</a:t>
            </a:r>
            <a:r>
              <a:rPr lang="fr-FR" sz="1200" spc="30" dirty="0" smtClean="0">
                <a:solidFill>
                  <a:srgbClr val="555555"/>
                </a:solidFill>
                <a:latin typeface="+mn-lt"/>
                <a:cs typeface="Calibri"/>
              </a:rPr>
              <a:t> </a:t>
            </a:r>
            <a:r>
              <a:rPr lang="fr-FR" sz="1200" dirty="0" smtClean="0">
                <a:solidFill>
                  <a:srgbClr val="555555"/>
                </a:solidFill>
                <a:latin typeface="+mn-lt"/>
                <a:cs typeface="Calibri"/>
              </a:rPr>
              <a:t>d'entre</a:t>
            </a:r>
            <a:r>
              <a:rPr lang="fr-FR" sz="1200" spc="20" dirty="0" smtClean="0">
                <a:solidFill>
                  <a:srgbClr val="555555"/>
                </a:solidFill>
                <a:latin typeface="+mn-lt"/>
                <a:cs typeface="Calibri"/>
              </a:rPr>
              <a:t> </a:t>
            </a:r>
            <a:r>
              <a:rPr lang="fr-FR" sz="1200" dirty="0" smtClean="0">
                <a:solidFill>
                  <a:srgbClr val="555555"/>
                </a:solidFill>
                <a:latin typeface="+mn-lt"/>
                <a:cs typeface="Calibri"/>
              </a:rPr>
              <a:t>eux</a:t>
            </a:r>
            <a:r>
              <a:rPr lang="fr-FR" sz="1200" spc="30" dirty="0" smtClean="0">
                <a:solidFill>
                  <a:srgbClr val="555555"/>
                </a:solidFill>
                <a:latin typeface="+mn-lt"/>
                <a:cs typeface="Calibri"/>
              </a:rPr>
              <a:t> </a:t>
            </a:r>
            <a:r>
              <a:rPr lang="fr-FR" sz="1200" dirty="0" smtClean="0">
                <a:solidFill>
                  <a:srgbClr val="555555"/>
                </a:solidFill>
                <a:latin typeface="+mn-lt"/>
                <a:cs typeface="Calibri"/>
              </a:rPr>
              <a:t>incluent</a:t>
            </a:r>
            <a:r>
              <a:rPr lang="fr-FR" sz="1200" spc="25" dirty="0" smtClean="0">
                <a:solidFill>
                  <a:srgbClr val="555555"/>
                </a:solidFill>
                <a:latin typeface="+mn-lt"/>
                <a:cs typeface="Calibri"/>
              </a:rPr>
              <a:t> </a:t>
            </a:r>
            <a:r>
              <a:rPr lang="fr-FR" sz="1200" dirty="0" smtClean="0">
                <a:solidFill>
                  <a:srgbClr val="555555"/>
                </a:solidFill>
                <a:latin typeface="+mn-lt"/>
                <a:cs typeface="Calibri"/>
              </a:rPr>
              <a:t>comment</a:t>
            </a:r>
            <a:r>
              <a:rPr lang="fr-FR" sz="1200" spc="30" dirty="0" smtClean="0">
                <a:solidFill>
                  <a:srgbClr val="555555"/>
                </a:solidFill>
                <a:latin typeface="+mn-lt"/>
                <a:cs typeface="Calibri"/>
              </a:rPr>
              <a:t> </a:t>
            </a:r>
            <a:r>
              <a:rPr lang="fr-FR" sz="1200" dirty="0" smtClean="0">
                <a:solidFill>
                  <a:srgbClr val="555555"/>
                </a:solidFill>
                <a:latin typeface="+mn-lt"/>
                <a:cs typeface="Calibri"/>
              </a:rPr>
              <a:t>stocker</a:t>
            </a:r>
            <a:r>
              <a:rPr lang="fr-FR" sz="1200" spc="40" dirty="0" smtClean="0">
                <a:solidFill>
                  <a:srgbClr val="555555"/>
                </a:solidFill>
                <a:latin typeface="+mn-lt"/>
                <a:cs typeface="Calibri"/>
              </a:rPr>
              <a:t> </a:t>
            </a:r>
            <a:r>
              <a:rPr lang="fr-FR" sz="1200" dirty="0" smtClean="0">
                <a:solidFill>
                  <a:srgbClr val="555555"/>
                </a:solidFill>
                <a:latin typeface="+mn-lt"/>
                <a:cs typeface="Calibri"/>
              </a:rPr>
              <a:t>des</a:t>
            </a:r>
            <a:r>
              <a:rPr lang="fr-FR" sz="1200" spc="30" dirty="0" smtClean="0">
                <a:solidFill>
                  <a:srgbClr val="555555"/>
                </a:solidFill>
                <a:latin typeface="+mn-lt"/>
                <a:cs typeface="Calibri"/>
              </a:rPr>
              <a:t> </a:t>
            </a:r>
            <a:r>
              <a:rPr lang="fr-FR" sz="1200" dirty="0" smtClean="0">
                <a:solidFill>
                  <a:srgbClr val="555555"/>
                </a:solidFill>
                <a:latin typeface="+mn-lt"/>
                <a:cs typeface="Calibri"/>
              </a:rPr>
              <a:t>données</a:t>
            </a:r>
            <a:r>
              <a:rPr lang="fr-FR" sz="1200" spc="35" dirty="0" smtClean="0">
                <a:solidFill>
                  <a:srgbClr val="555555"/>
                </a:solidFill>
                <a:latin typeface="+mn-lt"/>
                <a:cs typeface="Calibri"/>
              </a:rPr>
              <a:t> </a:t>
            </a:r>
            <a:r>
              <a:rPr lang="fr-FR" sz="1200" dirty="0" smtClean="0">
                <a:solidFill>
                  <a:srgbClr val="555555"/>
                </a:solidFill>
                <a:latin typeface="+mn-lt"/>
                <a:cs typeface="Calibri"/>
              </a:rPr>
              <a:t>ou</a:t>
            </a:r>
            <a:r>
              <a:rPr lang="fr-FR" sz="1200" spc="35" dirty="0" smtClean="0">
                <a:solidFill>
                  <a:srgbClr val="555555"/>
                </a:solidFill>
                <a:latin typeface="+mn-lt"/>
                <a:cs typeface="Calibri"/>
              </a:rPr>
              <a:t> </a:t>
            </a:r>
            <a:r>
              <a:rPr lang="fr-FR" sz="1200" dirty="0" smtClean="0">
                <a:solidFill>
                  <a:srgbClr val="555555"/>
                </a:solidFill>
                <a:latin typeface="+mn-lt"/>
                <a:cs typeface="Calibri"/>
              </a:rPr>
              <a:t>des</a:t>
            </a:r>
            <a:r>
              <a:rPr lang="fr-FR" sz="1200" spc="30" dirty="0" smtClean="0">
                <a:solidFill>
                  <a:srgbClr val="555555"/>
                </a:solidFill>
                <a:latin typeface="+mn-lt"/>
                <a:cs typeface="Calibri"/>
              </a:rPr>
              <a:t> </a:t>
            </a:r>
            <a:r>
              <a:rPr lang="fr-FR" sz="1200" dirty="0" smtClean="0">
                <a:solidFill>
                  <a:srgbClr val="555555"/>
                </a:solidFill>
                <a:latin typeface="+mn-lt"/>
                <a:cs typeface="Calibri"/>
              </a:rPr>
              <a:t>fichiers</a:t>
            </a:r>
            <a:r>
              <a:rPr lang="fr-FR" sz="1200" spc="55" dirty="0" smtClean="0">
                <a:solidFill>
                  <a:srgbClr val="555555"/>
                </a:solidFill>
                <a:latin typeface="+mn-lt"/>
                <a:cs typeface="Calibri"/>
              </a:rPr>
              <a:t> </a:t>
            </a:r>
            <a:r>
              <a:rPr lang="fr-FR" sz="1200" dirty="0" smtClean="0">
                <a:solidFill>
                  <a:srgbClr val="555555"/>
                </a:solidFill>
                <a:latin typeface="+mn-lt"/>
                <a:cs typeface="Calibri"/>
              </a:rPr>
              <a:t>dans</a:t>
            </a:r>
            <a:r>
              <a:rPr lang="fr-FR" sz="1200" spc="30" dirty="0" smtClean="0">
                <a:solidFill>
                  <a:srgbClr val="555555"/>
                </a:solidFill>
                <a:latin typeface="+mn-lt"/>
                <a:cs typeface="Calibri"/>
              </a:rPr>
              <a:t> </a:t>
            </a:r>
            <a:r>
              <a:rPr lang="fr-FR" sz="1200" dirty="0" smtClean="0">
                <a:solidFill>
                  <a:srgbClr val="555555"/>
                </a:solidFill>
                <a:latin typeface="+mn-lt"/>
                <a:cs typeface="Calibri"/>
              </a:rPr>
              <a:t>les</a:t>
            </a:r>
            <a:r>
              <a:rPr lang="fr-FR" sz="1200" spc="35" dirty="0" smtClean="0">
                <a:solidFill>
                  <a:srgbClr val="555555"/>
                </a:solidFill>
                <a:latin typeface="+mn-lt"/>
                <a:cs typeface="Calibri"/>
              </a:rPr>
              <a:t> </a:t>
            </a:r>
            <a:r>
              <a:rPr lang="fr-FR" sz="1200" spc="-10" dirty="0" smtClean="0">
                <a:solidFill>
                  <a:srgbClr val="555555"/>
                </a:solidFill>
                <a:latin typeface="+mn-lt"/>
                <a:cs typeface="Calibri"/>
              </a:rPr>
              <a:t>ordinateurs</a:t>
            </a:r>
            <a:r>
              <a:rPr lang="fr-FR" sz="1200" spc="35" dirty="0" smtClean="0">
                <a:solidFill>
                  <a:srgbClr val="555555"/>
                </a:solidFill>
                <a:latin typeface="+mn-lt"/>
                <a:cs typeface="Calibri"/>
              </a:rPr>
              <a:t> </a:t>
            </a:r>
            <a:r>
              <a:rPr lang="fr-FR" sz="1200" spc="-25" dirty="0" smtClean="0">
                <a:solidFill>
                  <a:srgbClr val="555555"/>
                </a:solidFill>
                <a:latin typeface="+mn-lt"/>
                <a:cs typeface="Calibri"/>
              </a:rPr>
              <a:t>et</a:t>
            </a:r>
            <a:endParaRPr lang="fr-FR" sz="1200" dirty="0" smtClean="0">
              <a:latin typeface="+mn-lt"/>
              <a:cs typeface="Calibri"/>
            </a:endParaRPr>
          </a:p>
          <a:p>
            <a:pPr marL="12700" marR="8890" algn="just">
              <a:lnSpc>
                <a:spcPct val="200100"/>
              </a:lnSpc>
            </a:pPr>
            <a:r>
              <a:rPr lang="fr-FR" sz="1200" dirty="0" smtClean="0">
                <a:solidFill>
                  <a:srgbClr val="555555"/>
                </a:solidFill>
                <a:latin typeface="+mn-lt"/>
                <a:cs typeface="Calibri"/>
              </a:rPr>
              <a:t>comment</a:t>
            </a:r>
            <a:r>
              <a:rPr lang="fr-FR" sz="1200" spc="125" dirty="0" smtClean="0">
                <a:solidFill>
                  <a:srgbClr val="555555"/>
                </a:solidFill>
                <a:latin typeface="+mn-lt"/>
                <a:cs typeface="Calibri"/>
              </a:rPr>
              <a:t> </a:t>
            </a:r>
            <a:r>
              <a:rPr lang="fr-FR" sz="1200" dirty="0" smtClean="0">
                <a:solidFill>
                  <a:srgbClr val="555555"/>
                </a:solidFill>
                <a:latin typeface="+mn-lt"/>
                <a:cs typeface="Calibri"/>
              </a:rPr>
              <a:t>les</a:t>
            </a:r>
            <a:r>
              <a:rPr lang="fr-FR" sz="1200" spc="150" dirty="0" smtClean="0">
                <a:solidFill>
                  <a:srgbClr val="555555"/>
                </a:solidFill>
                <a:latin typeface="+mn-lt"/>
                <a:cs typeface="Calibri"/>
              </a:rPr>
              <a:t> </a:t>
            </a:r>
            <a:r>
              <a:rPr lang="fr-FR" sz="1200" dirty="0" smtClean="0">
                <a:solidFill>
                  <a:srgbClr val="555555"/>
                </a:solidFill>
                <a:latin typeface="+mn-lt"/>
                <a:cs typeface="Calibri"/>
              </a:rPr>
              <a:t>utilisateurs</a:t>
            </a:r>
            <a:r>
              <a:rPr lang="fr-FR" sz="1200" spc="130" dirty="0" smtClean="0">
                <a:solidFill>
                  <a:srgbClr val="555555"/>
                </a:solidFill>
                <a:latin typeface="+mn-lt"/>
                <a:cs typeface="Calibri"/>
              </a:rPr>
              <a:t> </a:t>
            </a:r>
            <a:r>
              <a:rPr lang="fr-FR" sz="1200" dirty="0" smtClean="0">
                <a:solidFill>
                  <a:srgbClr val="555555"/>
                </a:solidFill>
                <a:latin typeface="+mn-lt"/>
                <a:cs typeface="Calibri"/>
              </a:rPr>
              <a:t>accéderont</a:t>
            </a:r>
            <a:r>
              <a:rPr lang="fr-FR" sz="1200" spc="125" dirty="0" smtClean="0">
                <a:solidFill>
                  <a:srgbClr val="555555"/>
                </a:solidFill>
                <a:latin typeface="+mn-lt"/>
                <a:cs typeface="Calibri"/>
              </a:rPr>
              <a:t> </a:t>
            </a:r>
            <a:r>
              <a:rPr lang="fr-FR" sz="1200" dirty="0" smtClean="0">
                <a:solidFill>
                  <a:srgbClr val="555555"/>
                </a:solidFill>
                <a:latin typeface="+mn-lt"/>
                <a:cs typeface="Calibri"/>
              </a:rPr>
              <a:t>aux</a:t>
            </a:r>
            <a:r>
              <a:rPr lang="fr-FR" sz="1200" spc="145" dirty="0" smtClean="0">
                <a:solidFill>
                  <a:srgbClr val="555555"/>
                </a:solidFill>
                <a:latin typeface="+mn-lt"/>
                <a:cs typeface="Calibri"/>
              </a:rPr>
              <a:t> </a:t>
            </a:r>
            <a:r>
              <a:rPr lang="fr-FR" sz="1200" dirty="0" smtClean="0">
                <a:solidFill>
                  <a:srgbClr val="555555"/>
                </a:solidFill>
                <a:latin typeface="+mn-lt"/>
                <a:cs typeface="Calibri"/>
              </a:rPr>
              <a:t>fichiers.</a:t>
            </a:r>
            <a:r>
              <a:rPr lang="fr-FR" sz="1200" spc="130" dirty="0" smtClean="0">
                <a:solidFill>
                  <a:srgbClr val="555555"/>
                </a:solidFill>
                <a:latin typeface="+mn-lt"/>
                <a:cs typeface="Calibri"/>
              </a:rPr>
              <a:t> </a:t>
            </a:r>
            <a:r>
              <a:rPr lang="fr-FR" sz="1200" dirty="0" smtClean="0">
                <a:solidFill>
                  <a:srgbClr val="555555"/>
                </a:solidFill>
                <a:latin typeface="+mn-lt"/>
                <a:cs typeface="Calibri"/>
              </a:rPr>
              <a:t>Le</a:t>
            </a:r>
            <a:r>
              <a:rPr lang="fr-FR" sz="1200" spc="125" dirty="0" smtClean="0">
                <a:solidFill>
                  <a:srgbClr val="555555"/>
                </a:solidFill>
                <a:latin typeface="+mn-lt"/>
                <a:cs typeface="Calibri"/>
              </a:rPr>
              <a:t> </a:t>
            </a:r>
            <a:r>
              <a:rPr lang="fr-FR" sz="1200" dirty="0" smtClean="0">
                <a:solidFill>
                  <a:srgbClr val="555555"/>
                </a:solidFill>
                <a:latin typeface="+mn-lt"/>
                <a:cs typeface="Calibri"/>
              </a:rPr>
              <a:t>système</a:t>
            </a:r>
            <a:r>
              <a:rPr lang="fr-FR" sz="1200" spc="125" dirty="0" smtClean="0">
                <a:solidFill>
                  <a:srgbClr val="555555"/>
                </a:solidFill>
                <a:latin typeface="+mn-lt"/>
                <a:cs typeface="Calibri"/>
              </a:rPr>
              <a:t> </a:t>
            </a:r>
            <a:r>
              <a:rPr lang="fr-FR" sz="1200" dirty="0" smtClean="0">
                <a:solidFill>
                  <a:srgbClr val="555555"/>
                </a:solidFill>
                <a:latin typeface="+mn-lt"/>
                <a:cs typeface="Calibri"/>
              </a:rPr>
              <a:t>d'exploitation</a:t>
            </a:r>
            <a:r>
              <a:rPr lang="fr-FR" sz="1200" spc="135" dirty="0" smtClean="0">
                <a:solidFill>
                  <a:srgbClr val="555555"/>
                </a:solidFill>
                <a:latin typeface="+mn-lt"/>
                <a:cs typeface="Calibri"/>
              </a:rPr>
              <a:t> </a:t>
            </a:r>
            <a:r>
              <a:rPr lang="fr-FR" sz="1200" dirty="0" smtClean="0">
                <a:solidFill>
                  <a:srgbClr val="555555"/>
                </a:solidFill>
                <a:latin typeface="+mn-lt"/>
                <a:cs typeface="Calibri"/>
              </a:rPr>
              <a:t>est</a:t>
            </a:r>
            <a:r>
              <a:rPr lang="fr-FR" sz="1200" spc="150" dirty="0" smtClean="0">
                <a:solidFill>
                  <a:srgbClr val="555555"/>
                </a:solidFill>
                <a:latin typeface="+mn-lt"/>
                <a:cs typeface="Calibri"/>
              </a:rPr>
              <a:t> </a:t>
            </a:r>
            <a:r>
              <a:rPr lang="fr-FR" sz="1200" dirty="0" smtClean="0">
                <a:solidFill>
                  <a:srgbClr val="555555"/>
                </a:solidFill>
                <a:latin typeface="+mn-lt"/>
                <a:cs typeface="Calibri"/>
              </a:rPr>
              <a:t>responsable</a:t>
            </a:r>
            <a:r>
              <a:rPr lang="fr-FR" sz="1200" spc="145" dirty="0" smtClean="0">
                <a:solidFill>
                  <a:srgbClr val="555555"/>
                </a:solidFill>
                <a:latin typeface="+mn-lt"/>
                <a:cs typeface="Calibri"/>
              </a:rPr>
              <a:t> </a:t>
            </a:r>
            <a:r>
              <a:rPr lang="fr-FR" sz="1200" dirty="0" smtClean="0">
                <a:solidFill>
                  <a:srgbClr val="555555"/>
                </a:solidFill>
                <a:latin typeface="+mn-lt"/>
                <a:cs typeface="Calibri"/>
              </a:rPr>
              <a:t>alors</a:t>
            </a:r>
            <a:r>
              <a:rPr lang="fr-FR" sz="1200" spc="155" dirty="0" smtClean="0">
                <a:solidFill>
                  <a:srgbClr val="555555"/>
                </a:solidFill>
                <a:latin typeface="+mn-lt"/>
                <a:cs typeface="Calibri"/>
              </a:rPr>
              <a:t> </a:t>
            </a:r>
            <a:r>
              <a:rPr lang="fr-FR" sz="1200" dirty="0" smtClean="0">
                <a:solidFill>
                  <a:srgbClr val="555555"/>
                </a:solidFill>
                <a:latin typeface="+mn-lt"/>
                <a:cs typeface="Calibri"/>
              </a:rPr>
              <a:t>du</a:t>
            </a:r>
            <a:r>
              <a:rPr lang="fr-FR" sz="1200" spc="135" dirty="0" smtClean="0">
                <a:solidFill>
                  <a:srgbClr val="555555"/>
                </a:solidFill>
                <a:latin typeface="+mn-lt"/>
                <a:cs typeface="Calibri"/>
              </a:rPr>
              <a:t> </a:t>
            </a:r>
            <a:r>
              <a:rPr lang="fr-FR" sz="1200" dirty="0" smtClean="0">
                <a:solidFill>
                  <a:srgbClr val="555555"/>
                </a:solidFill>
                <a:latin typeface="+mn-lt"/>
                <a:cs typeface="Calibri"/>
              </a:rPr>
              <a:t>stockage</a:t>
            </a:r>
            <a:r>
              <a:rPr lang="fr-FR" sz="1200" spc="125" dirty="0" smtClean="0">
                <a:solidFill>
                  <a:srgbClr val="555555"/>
                </a:solidFill>
                <a:latin typeface="+mn-lt"/>
                <a:cs typeface="Calibri"/>
              </a:rPr>
              <a:t> </a:t>
            </a:r>
            <a:r>
              <a:rPr lang="fr-FR" sz="1200" dirty="0" smtClean="0">
                <a:solidFill>
                  <a:srgbClr val="555555"/>
                </a:solidFill>
                <a:latin typeface="+mn-lt"/>
                <a:cs typeface="Calibri"/>
              </a:rPr>
              <a:t>et</a:t>
            </a:r>
            <a:r>
              <a:rPr lang="fr-FR" sz="1200" spc="125" dirty="0" smtClean="0">
                <a:solidFill>
                  <a:srgbClr val="555555"/>
                </a:solidFill>
                <a:latin typeface="+mn-lt"/>
                <a:cs typeface="Calibri"/>
              </a:rPr>
              <a:t> </a:t>
            </a:r>
            <a:r>
              <a:rPr lang="fr-FR" sz="1200" dirty="0" smtClean="0">
                <a:solidFill>
                  <a:srgbClr val="555555"/>
                </a:solidFill>
                <a:latin typeface="+mn-lt"/>
                <a:cs typeface="Calibri"/>
              </a:rPr>
              <a:t>de</a:t>
            </a:r>
            <a:r>
              <a:rPr lang="fr-FR" sz="1200" spc="140" dirty="0" smtClean="0">
                <a:solidFill>
                  <a:srgbClr val="555555"/>
                </a:solidFill>
                <a:latin typeface="+mn-lt"/>
                <a:cs typeface="Calibri"/>
              </a:rPr>
              <a:t> </a:t>
            </a:r>
            <a:r>
              <a:rPr lang="fr-FR" sz="1200" dirty="0" smtClean="0">
                <a:solidFill>
                  <a:srgbClr val="555555"/>
                </a:solidFill>
                <a:latin typeface="+mn-lt"/>
                <a:cs typeface="Calibri"/>
              </a:rPr>
              <a:t>l'accès</a:t>
            </a:r>
            <a:r>
              <a:rPr lang="fr-FR" sz="1200" spc="135" dirty="0" smtClean="0">
                <a:solidFill>
                  <a:srgbClr val="555555"/>
                </a:solidFill>
                <a:latin typeface="+mn-lt"/>
                <a:cs typeface="Calibri"/>
              </a:rPr>
              <a:t> </a:t>
            </a:r>
            <a:r>
              <a:rPr lang="fr-FR" sz="1200" dirty="0" smtClean="0">
                <a:solidFill>
                  <a:srgbClr val="555555"/>
                </a:solidFill>
                <a:latin typeface="+mn-lt"/>
                <a:cs typeface="Calibri"/>
              </a:rPr>
              <a:t>aux</a:t>
            </a:r>
            <a:r>
              <a:rPr lang="fr-FR" sz="1200" spc="150" dirty="0" smtClean="0">
                <a:solidFill>
                  <a:srgbClr val="555555"/>
                </a:solidFill>
                <a:latin typeface="+mn-lt"/>
                <a:cs typeface="Calibri"/>
              </a:rPr>
              <a:t> </a:t>
            </a:r>
            <a:r>
              <a:rPr lang="fr-FR" sz="1200" dirty="0" smtClean="0">
                <a:solidFill>
                  <a:srgbClr val="555555"/>
                </a:solidFill>
                <a:latin typeface="+mn-lt"/>
                <a:cs typeface="Calibri"/>
              </a:rPr>
              <a:t>fichiers.</a:t>
            </a:r>
            <a:r>
              <a:rPr lang="fr-FR" sz="1200" spc="125" dirty="0" smtClean="0">
                <a:solidFill>
                  <a:srgbClr val="555555"/>
                </a:solidFill>
                <a:latin typeface="+mn-lt"/>
                <a:cs typeface="Calibri"/>
              </a:rPr>
              <a:t> </a:t>
            </a:r>
            <a:r>
              <a:rPr lang="fr-FR" sz="1200" dirty="0" smtClean="0">
                <a:solidFill>
                  <a:srgbClr val="555555"/>
                </a:solidFill>
                <a:latin typeface="+mn-lt"/>
                <a:cs typeface="Calibri"/>
              </a:rPr>
              <a:t>Cela</a:t>
            </a:r>
            <a:r>
              <a:rPr lang="fr-FR" sz="1200" spc="140" dirty="0" smtClean="0">
                <a:solidFill>
                  <a:srgbClr val="555555"/>
                </a:solidFill>
                <a:latin typeface="+mn-lt"/>
                <a:cs typeface="Calibri"/>
              </a:rPr>
              <a:t> </a:t>
            </a:r>
            <a:r>
              <a:rPr lang="fr-FR" sz="1200" dirty="0" smtClean="0">
                <a:solidFill>
                  <a:srgbClr val="555555"/>
                </a:solidFill>
                <a:latin typeface="+mn-lt"/>
                <a:cs typeface="Calibri"/>
              </a:rPr>
              <a:t>implique</a:t>
            </a:r>
            <a:r>
              <a:rPr lang="fr-FR" sz="1200" spc="140" dirty="0" smtClean="0">
                <a:solidFill>
                  <a:srgbClr val="555555"/>
                </a:solidFill>
                <a:latin typeface="+mn-lt"/>
                <a:cs typeface="Calibri"/>
              </a:rPr>
              <a:t> </a:t>
            </a:r>
            <a:r>
              <a:rPr lang="fr-FR" sz="1200" dirty="0" smtClean="0">
                <a:solidFill>
                  <a:srgbClr val="555555"/>
                </a:solidFill>
                <a:latin typeface="+mn-lt"/>
                <a:cs typeface="Calibri"/>
              </a:rPr>
              <a:t>la</a:t>
            </a:r>
            <a:r>
              <a:rPr lang="fr-FR" sz="1200" spc="145" dirty="0" smtClean="0">
                <a:solidFill>
                  <a:srgbClr val="555555"/>
                </a:solidFill>
                <a:latin typeface="+mn-lt"/>
                <a:cs typeface="Calibri"/>
              </a:rPr>
              <a:t> </a:t>
            </a:r>
            <a:r>
              <a:rPr lang="fr-FR" sz="1200" dirty="0" smtClean="0">
                <a:solidFill>
                  <a:srgbClr val="555555"/>
                </a:solidFill>
                <a:latin typeface="+mn-lt"/>
                <a:cs typeface="Calibri"/>
              </a:rPr>
              <a:t>création</a:t>
            </a:r>
            <a:r>
              <a:rPr lang="fr-FR" sz="1200" spc="140" dirty="0" smtClean="0">
                <a:solidFill>
                  <a:srgbClr val="555555"/>
                </a:solidFill>
                <a:latin typeface="+mn-lt"/>
                <a:cs typeface="Calibri"/>
              </a:rPr>
              <a:t> </a:t>
            </a:r>
            <a:r>
              <a:rPr lang="fr-FR" sz="1200" spc="-25" dirty="0" smtClean="0">
                <a:solidFill>
                  <a:srgbClr val="555555"/>
                </a:solidFill>
                <a:latin typeface="+mn-lt"/>
                <a:cs typeface="Calibri"/>
              </a:rPr>
              <a:t>de </a:t>
            </a:r>
            <a:r>
              <a:rPr lang="fr-FR" sz="1200" dirty="0" smtClean="0">
                <a:solidFill>
                  <a:srgbClr val="555555"/>
                </a:solidFill>
                <a:latin typeface="+mn-lt"/>
                <a:cs typeface="Calibri"/>
              </a:rPr>
              <a:t>fichiers,</a:t>
            </a:r>
            <a:r>
              <a:rPr lang="fr-FR" sz="1200" spc="30" dirty="0" smtClean="0">
                <a:solidFill>
                  <a:srgbClr val="555555"/>
                </a:solidFill>
                <a:latin typeface="+mn-lt"/>
                <a:cs typeface="Calibri"/>
              </a:rPr>
              <a:t> </a:t>
            </a:r>
            <a:r>
              <a:rPr lang="fr-FR" sz="1200" dirty="0" smtClean="0">
                <a:solidFill>
                  <a:srgbClr val="555555"/>
                </a:solidFill>
                <a:latin typeface="+mn-lt"/>
                <a:cs typeface="Calibri"/>
              </a:rPr>
              <a:t>la</a:t>
            </a:r>
            <a:r>
              <a:rPr lang="fr-FR" sz="1200" spc="25" dirty="0" smtClean="0">
                <a:solidFill>
                  <a:srgbClr val="555555"/>
                </a:solidFill>
                <a:latin typeface="+mn-lt"/>
                <a:cs typeface="Calibri"/>
              </a:rPr>
              <a:t> </a:t>
            </a:r>
            <a:r>
              <a:rPr lang="fr-FR" sz="1200" dirty="0" smtClean="0">
                <a:solidFill>
                  <a:srgbClr val="555555"/>
                </a:solidFill>
                <a:latin typeface="+mn-lt"/>
                <a:cs typeface="Calibri"/>
              </a:rPr>
              <a:t>création</a:t>
            </a:r>
            <a:r>
              <a:rPr lang="fr-FR" sz="1200" spc="15" dirty="0" smtClean="0">
                <a:solidFill>
                  <a:srgbClr val="555555"/>
                </a:solidFill>
                <a:latin typeface="+mn-lt"/>
                <a:cs typeface="Calibri"/>
              </a:rPr>
              <a:t> </a:t>
            </a:r>
            <a:r>
              <a:rPr lang="fr-FR" sz="1200" dirty="0" smtClean="0">
                <a:solidFill>
                  <a:srgbClr val="555555"/>
                </a:solidFill>
                <a:latin typeface="+mn-lt"/>
                <a:cs typeface="Calibri"/>
              </a:rPr>
              <a:t>de</a:t>
            </a:r>
            <a:r>
              <a:rPr lang="fr-FR" sz="1200" spc="25" dirty="0" smtClean="0">
                <a:solidFill>
                  <a:srgbClr val="555555"/>
                </a:solidFill>
                <a:latin typeface="+mn-lt"/>
                <a:cs typeface="Calibri"/>
              </a:rPr>
              <a:t> </a:t>
            </a:r>
            <a:r>
              <a:rPr lang="fr-FR" sz="1200" dirty="0" smtClean="0">
                <a:solidFill>
                  <a:srgbClr val="555555"/>
                </a:solidFill>
                <a:latin typeface="+mn-lt"/>
                <a:cs typeface="Calibri"/>
              </a:rPr>
              <a:t>répertoires,</a:t>
            </a:r>
            <a:r>
              <a:rPr lang="fr-FR" sz="1200" spc="20" dirty="0" smtClean="0">
                <a:solidFill>
                  <a:srgbClr val="555555"/>
                </a:solidFill>
                <a:latin typeface="+mn-lt"/>
                <a:cs typeface="Calibri"/>
              </a:rPr>
              <a:t> </a:t>
            </a:r>
            <a:r>
              <a:rPr lang="fr-FR" sz="1200" dirty="0" smtClean="0">
                <a:solidFill>
                  <a:srgbClr val="555555"/>
                </a:solidFill>
                <a:latin typeface="+mn-lt"/>
                <a:cs typeface="Calibri"/>
              </a:rPr>
              <a:t>la</a:t>
            </a:r>
            <a:r>
              <a:rPr lang="fr-FR" sz="1200" spc="45" dirty="0" smtClean="0">
                <a:solidFill>
                  <a:srgbClr val="555555"/>
                </a:solidFill>
                <a:latin typeface="+mn-lt"/>
                <a:cs typeface="Calibri"/>
              </a:rPr>
              <a:t> </a:t>
            </a:r>
            <a:r>
              <a:rPr lang="fr-FR" sz="1200" dirty="0" smtClean="0">
                <a:solidFill>
                  <a:srgbClr val="555555"/>
                </a:solidFill>
                <a:latin typeface="+mn-lt"/>
                <a:cs typeface="Calibri"/>
              </a:rPr>
              <a:t>lecture</a:t>
            </a:r>
            <a:r>
              <a:rPr lang="fr-FR" sz="1200" spc="25" dirty="0" smtClean="0">
                <a:solidFill>
                  <a:srgbClr val="555555"/>
                </a:solidFill>
                <a:latin typeface="+mn-lt"/>
                <a:cs typeface="Calibri"/>
              </a:rPr>
              <a:t> </a:t>
            </a:r>
            <a:r>
              <a:rPr lang="fr-FR" sz="1200" dirty="0" smtClean="0">
                <a:solidFill>
                  <a:srgbClr val="555555"/>
                </a:solidFill>
                <a:latin typeface="+mn-lt"/>
                <a:cs typeface="Calibri"/>
              </a:rPr>
              <a:t>et</a:t>
            </a:r>
            <a:r>
              <a:rPr lang="fr-FR" sz="1200" spc="30" dirty="0" smtClean="0">
                <a:solidFill>
                  <a:srgbClr val="555555"/>
                </a:solidFill>
                <a:latin typeface="+mn-lt"/>
                <a:cs typeface="Calibri"/>
              </a:rPr>
              <a:t> </a:t>
            </a:r>
            <a:r>
              <a:rPr lang="fr-FR" sz="1200" spc="-10" dirty="0" smtClean="0">
                <a:solidFill>
                  <a:srgbClr val="555555"/>
                </a:solidFill>
                <a:latin typeface="+mn-lt"/>
                <a:cs typeface="Calibri"/>
              </a:rPr>
              <a:t>l’écriture</a:t>
            </a:r>
            <a:r>
              <a:rPr lang="fr-FR" sz="1200" spc="30" dirty="0" smtClean="0">
                <a:solidFill>
                  <a:srgbClr val="555555"/>
                </a:solidFill>
                <a:latin typeface="+mn-lt"/>
                <a:cs typeface="Calibri"/>
              </a:rPr>
              <a:t> </a:t>
            </a:r>
            <a:r>
              <a:rPr lang="fr-FR" sz="1200" dirty="0" smtClean="0">
                <a:solidFill>
                  <a:srgbClr val="555555"/>
                </a:solidFill>
                <a:latin typeface="+mn-lt"/>
                <a:cs typeface="Calibri"/>
              </a:rPr>
              <a:t>des</a:t>
            </a:r>
            <a:r>
              <a:rPr lang="fr-FR" sz="1200" spc="35" dirty="0" smtClean="0">
                <a:solidFill>
                  <a:srgbClr val="555555"/>
                </a:solidFill>
                <a:latin typeface="+mn-lt"/>
                <a:cs typeface="Calibri"/>
              </a:rPr>
              <a:t> </a:t>
            </a:r>
            <a:r>
              <a:rPr lang="fr-FR" sz="1200" dirty="0" smtClean="0">
                <a:solidFill>
                  <a:srgbClr val="555555"/>
                </a:solidFill>
                <a:latin typeface="+mn-lt"/>
                <a:cs typeface="Calibri"/>
              </a:rPr>
              <a:t>données</a:t>
            </a:r>
            <a:r>
              <a:rPr lang="fr-FR" sz="1200" spc="35" dirty="0" smtClean="0">
                <a:solidFill>
                  <a:srgbClr val="555555"/>
                </a:solidFill>
                <a:latin typeface="+mn-lt"/>
                <a:cs typeface="Calibri"/>
              </a:rPr>
              <a:t> </a:t>
            </a:r>
            <a:r>
              <a:rPr lang="fr-FR" sz="1200" dirty="0" smtClean="0">
                <a:solidFill>
                  <a:srgbClr val="555555"/>
                </a:solidFill>
                <a:latin typeface="+mn-lt"/>
                <a:cs typeface="Calibri"/>
              </a:rPr>
              <a:t>de</a:t>
            </a:r>
            <a:r>
              <a:rPr lang="fr-FR" sz="1200" spc="25" dirty="0" smtClean="0">
                <a:solidFill>
                  <a:srgbClr val="555555"/>
                </a:solidFill>
                <a:latin typeface="+mn-lt"/>
                <a:cs typeface="Calibri"/>
              </a:rPr>
              <a:t> </a:t>
            </a:r>
            <a:r>
              <a:rPr lang="fr-FR" sz="1200" dirty="0" smtClean="0">
                <a:solidFill>
                  <a:srgbClr val="555555"/>
                </a:solidFill>
                <a:latin typeface="+mn-lt"/>
                <a:cs typeface="Calibri"/>
              </a:rPr>
              <a:t>fichiers</a:t>
            </a:r>
            <a:r>
              <a:rPr lang="fr-FR" sz="1200" spc="35" dirty="0" smtClean="0">
                <a:solidFill>
                  <a:srgbClr val="555555"/>
                </a:solidFill>
                <a:latin typeface="+mn-lt"/>
                <a:cs typeface="Calibri"/>
              </a:rPr>
              <a:t> </a:t>
            </a:r>
            <a:r>
              <a:rPr lang="fr-FR" sz="1200" dirty="0" smtClean="0">
                <a:solidFill>
                  <a:srgbClr val="555555"/>
                </a:solidFill>
                <a:latin typeface="+mn-lt"/>
                <a:cs typeface="Calibri"/>
              </a:rPr>
              <a:t>et</a:t>
            </a:r>
            <a:r>
              <a:rPr lang="fr-FR" sz="1200" spc="30" dirty="0" smtClean="0">
                <a:solidFill>
                  <a:srgbClr val="555555"/>
                </a:solidFill>
                <a:latin typeface="+mn-lt"/>
                <a:cs typeface="Calibri"/>
              </a:rPr>
              <a:t> </a:t>
            </a:r>
            <a:r>
              <a:rPr lang="fr-FR" sz="1200" dirty="0" smtClean="0">
                <a:solidFill>
                  <a:srgbClr val="555555"/>
                </a:solidFill>
                <a:latin typeface="+mn-lt"/>
                <a:cs typeface="Calibri"/>
              </a:rPr>
              <a:t>de</a:t>
            </a:r>
            <a:r>
              <a:rPr lang="fr-FR" sz="1200" spc="25" dirty="0" smtClean="0">
                <a:solidFill>
                  <a:srgbClr val="555555"/>
                </a:solidFill>
                <a:latin typeface="+mn-lt"/>
                <a:cs typeface="Calibri"/>
              </a:rPr>
              <a:t> </a:t>
            </a:r>
            <a:r>
              <a:rPr lang="fr-FR" sz="1200" dirty="0" smtClean="0">
                <a:solidFill>
                  <a:srgbClr val="555555"/>
                </a:solidFill>
                <a:latin typeface="+mn-lt"/>
                <a:cs typeface="Calibri"/>
              </a:rPr>
              <a:t>répertoires, et</a:t>
            </a:r>
            <a:r>
              <a:rPr lang="fr-FR" sz="1200" spc="25" dirty="0" smtClean="0">
                <a:solidFill>
                  <a:srgbClr val="555555"/>
                </a:solidFill>
                <a:latin typeface="+mn-lt"/>
                <a:cs typeface="Calibri"/>
              </a:rPr>
              <a:t> </a:t>
            </a:r>
            <a:r>
              <a:rPr lang="fr-FR" sz="1200" dirty="0" smtClean="0">
                <a:solidFill>
                  <a:srgbClr val="555555"/>
                </a:solidFill>
                <a:latin typeface="+mn-lt"/>
                <a:cs typeface="Calibri"/>
              </a:rPr>
              <a:t>également</a:t>
            </a:r>
            <a:r>
              <a:rPr lang="fr-FR" sz="1200" spc="30" dirty="0" smtClean="0">
                <a:solidFill>
                  <a:srgbClr val="555555"/>
                </a:solidFill>
                <a:latin typeface="+mn-lt"/>
                <a:cs typeface="Calibri"/>
              </a:rPr>
              <a:t> </a:t>
            </a:r>
            <a:r>
              <a:rPr lang="fr-FR" sz="1200" dirty="0" smtClean="0">
                <a:solidFill>
                  <a:srgbClr val="555555"/>
                </a:solidFill>
                <a:latin typeface="+mn-lt"/>
                <a:cs typeface="Calibri"/>
              </a:rPr>
              <a:t>la</a:t>
            </a:r>
            <a:r>
              <a:rPr lang="fr-FR" sz="1200" spc="25" dirty="0" smtClean="0">
                <a:solidFill>
                  <a:srgbClr val="555555"/>
                </a:solidFill>
                <a:latin typeface="+mn-lt"/>
                <a:cs typeface="Calibri"/>
              </a:rPr>
              <a:t> </a:t>
            </a:r>
            <a:r>
              <a:rPr lang="fr-FR" sz="1200" dirty="0" smtClean="0">
                <a:solidFill>
                  <a:srgbClr val="555555"/>
                </a:solidFill>
                <a:latin typeface="+mn-lt"/>
                <a:cs typeface="Calibri"/>
              </a:rPr>
              <a:t>copie</a:t>
            </a:r>
            <a:r>
              <a:rPr lang="fr-FR" sz="1200" spc="25" dirty="0" smtClean="0">
                <a:solidFill>
                  <a:srgbClr val="555555"/>
                </a:solidFill>
                <a:latin typeface="+mn-lt"/>
                <a:cs typeface="Calibri"/>
              </a:rPr>
              <a:t> </a:t>
            </a:r>
            <a:r>
              <a:rPr lang="fr-FR" sz="1200" dirty="0" smtClean="0">
                <a:solidFill>
                  <a:srgbClr val="555555"/>
                </a:solidFill>
                <a:latin typeface="+mn-lt"/>
                <a:cs typeface="Calibri"/>
              </a:rPr>
              <a:t>du</a:t>
            </a:r>
            <a:r>
              <a:rPr lang="fr-FR" sz="1200" spc="20" dirty="0" smtClean="0">
                <a:solidFill>
                  <a:srgbClr val="555555"/>
                </a:solidFill>
                <a:latin typeface="+mn-lt"/>
                <a:cs typeface="Calibri"/>
              </a:rPr>
              <a:t> </a:t>
            </a:r>
            <a:r>
              <a:rPr lang="fr-FR" sz="1200" dirty="0" smtClean="0">
                <a:solidFill>
                  <a:srgbClr val="555555"/>
                </a:solidFill>
                <a:latin typeface="+mn-lt"/>
                <a:cs typeface="Calibri"/>
              </a:rPr>
              <a:t>contenu des</a:t>
            </a:r>
            <a:r>
              <a:rPr lang="fr-FR" sz="1200" spc="35" dirty="0" smtClean="0">
                <a:solidFill>
                  <a:srgbClr val="555555"/>
                </a:solidFill>
                <a:latin typeface="+mn-lt"/>
                <a:cs typeface="Calibri"/>
              </a:rPr>
              <a:t> </a:t>
            </a:r>
            <a:r>
              <a:rPr lang="fr-FR" sz="1200" dirty="0" smtClean="0">
                <a:solidFill>
                  <a:srgbClr val="555555"/>
                </a:solidFill>
                <a:latin typeface="+mn-lt"/>
                <a:cs typeface="Calibri"/>
              </a:rPr>
              <a:t>fichiers</a:t>
            </a:r>
            <a:r>
              <a:rPr lang="fr-FR" sz="1200" spc="35" dirty="0" smtClean="0">
                <a:solidFill>
                  <a:srgbClr val="555555"/>
                </a:solidFill>
                <a:latin typeface="+mn-lt"/>
                <a:cs typeface="Calibri"/>
              </a:rPr>
              <a:t> </a:t>
            </a:r>
            <a:r>
              <a:rPr lang="fr-FR" sz="1200" dirty="0" smtClean="0">
                <a:solidFill>
                  <a:srgbClr val="555555"/>
                </a:solidFill>
                <a:latin typeface="+mn-lt"/>
                <a:cs typeface="Calibri"/>
              </a:rPr>
              <a:t>et</a:t>
            </a:r>
            <a:r>
              <a:rPr lang="fr-FR" sz="1200" spc="30" dirty="0" smtClean="0">
                <a:solidFill>
                  <a:srgbClr val="555555"/>
                </a:solidFill>
                <a:latin typeface="+mn-lt"/>
                <a:cs typeface="Calibri"/>
              </a:rPr>
              <a:t> </a:t>
            </a:r>
            <a:r>
              <a:rPr lang="fr-FR" sz="1200" dirty="0" smtClean="0">
                <a:solidFill>
                  <a:srgbClr val="555555"/>
                </a:solidFill>
                <a:latin typeface="+mn-lt"/>
                <a:cs typeface="Calibri"/>
              </a:rPr>
              <a:t>des</a:t>
            </a:r>
            <a:r>
              <a:rPr lang="fr-FR" sz="1200" spc="30" dirty="0" smtClean="0">
                <a:solidFill>
                  <a:srgbClr val="555555"/>
                </a:solidFill>
                <a:latin typeface="+mn-lt"/>
                <a:cs typeface="Calibri"/>
              </a:rPr>
              <a:t> </a:t>
            </a:r>
            <a:r>
              <a:rPr lang="fr-FR" sz="1200" dirty="0" smtClean="0">
                <a:solidFill>
                  <a:srgbClr val="555555"/>
                </a:solidFill>
                <a:latin typeface="+mn-lt"/>
                <a:cs typeface="Calibri"/>
              </a:rPr>
              <a:t>répertoires</a:t>
            </a:r>
            <a:r>
              <a:rPr lang="fr-FR" sz="1200" spc="40" dirty="0" smtClean="0">
                <a:solidFill>
                  <a:srgbClr val="555555"/>
                </a:solidFill>
                <a:latin typeface="+mn-lt"/>
                <a:cs typeface="Calibri"/>
              </a:rPr>
              <a:t> </a:t>
            </a:r>
            <a:r>
              <a:rPr lang="fr-FR" sz="1200" spc="-20" dirty="0" smtClean="0">
                <a:solidFill>
                  <a:srgbClr val="555555"/>
                </a:solidFill>
                <a:latin typeface="+mn-lt"/>
                <a:cs typeface="Calibri"/>
              </a:rPr>
              <a:t>d'un </a:t>
            </a:r>
            <a:r>
              <a:rPr lang="fr-FR" sz="1200" dirty="0" smtClean="0">
                <a:solidFill>
                  <a:srgbClr val="555555"/>
                </a:solidFill>
                <a:latin typeface="+mn-lt"/>
                <a:cs typeface="Calibri"/>
              </a:rPr>
              <a:t>endroit</a:t>
            </a:r>
            <a:r>
              <a:rPr lang="fr-FR" sz="1200" spc="5" dirty="0" smtClean="0">
                <a:solidFill>
                  <a:srgbClr val="555555"/>
                </a:solidFill>
                <a:latin typeface="+mn-lt"/>
                <a:cs typeface="Calibri"/>
              </a:rPr>
              <a:t> </a:t>
            </a:r>
            <a:r>
              <a:rPr lang="fr-FR" sz="1200" dirty="0" smtClean="0">
                <a:solidFill>
                  <a:srgbClr val="555555"/>
                </a:solidFill>
                <a:latin typeface="+mn-lt"/>
                <a:cs typeface="Calibri"/>
              </a:rPr>
              <a:t>à</a:t>
            </a:r>
            <a:r>
              <a:rPr lang="fr-FR" sz="1200" spc="-40" dirty="0" smtClean="0">
                <a:solidFill>
                  <a:srgbClr val="555555"/>
                </a:solidFill>
                <a:latin typeface="+mn-lt"/>
                <a:cs typeface="Calibri"/>
              </a:rPr>
              <a:t> </a:t>
            </a:r>
            <a:r>
              <a:rPr lang="fr-FR" sz="1200" dirty="0" smtClean="0">
                <a:solidFill>
                  <a:srgbClr val="555555"/>
                </a:solidFill>
                <a:latin typeface="+mn-lt"/>
                <a:cs typeface="Calibri"/>
              </a:rPr>
              <a:t>un</a:t>
            </a:r>
            <a:r>
              <a:rPr lang="fr-FR" sz="1200" spc="-20" dirty="0" smtClean="0">
                <a:solidFill>
                  <a:srgbClr val="555555"/>
                </a:solidFill>
                <a:latin typeface="+mn-lt"/>
                <a:cs typeface="Calibri"/>
              </a:rPr>
              <a:t> </a:t>
            </a:r>
            <a:r>
              <a:rPr lang="fr-FR" sz="1200" spc="-10" dirty="0" smtClean="0">
                <a:solidFill>
                  <a:srgbClr val="555555"/>
                </a:solidFill>
                <a:latin typeface="+mn-lt"/>
                <a:cs typeface="Calibri"/>
              </a:rPr>
              <a:t>autre.</a:t>
            </a:r>
            <a:endParaRPr lang="fr-FR" sz="1200" dirty="0" smtClean="0">
              <a:latin typeface="+mn-lt"/>
              <a:cs typeface="Calibri"/>
            </a:endParaRPr>
          </a:p>
          <a:p>
            <a:pPr marL="12700" marR="5080" algn="just">
              <a:lnSpc>
                <a:spcPts val="2880"/>
              </a:lnSpc>
              <a:spcBef>
                <a:spcPts val="135"/>
              </a:spcBef>
            </a:pP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a:t>
            </a:fld>
            <a:endParaRPr lang="fr-FR"/>
          </a:p>
        </p:txBody>
      </p:sp>
    </p:spTree>
    <p:extLst>
      <p:ext uri="{BB962C8B-B14F-4D97-AF65-F5344CB8AC3E}">
        <p14:creationId xmlns:p14="http://schemas.microsoft.com/office/powerpoint/2010/main" val="121895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a:lnSpc>
                <a:spcPct val="100000"/>
              </a:lnSpc>
              <a:spcBef>
                <a:spcPts val="100"/>
              </a:spcBef>
            </a:pPr>
            <a:r>
              <a:rPr lang="fr-FR" sz="1200" dirty="0" smtClean="0">
                <a:solidFill>
                  <a:srgbClr val="585858"/>
                </a:solidFill>
                <a:latin typeface="+mn-lt"/>
                <a:cs typeface="Calibri"/>
              </a:rPr>
              <a:t>Le</a:t>
            </a:r>
            <a:r>
              <a:rPr lang="fr-FR" sz="1200" spc="5" dirty="0" smtClean="0">
                <a:solidFill>
                  <a:srgbClr val="585858"/>
                </a:solidFill>
                <a:latin typeface="+mn-lt"/>
                <a:cs typeface="Calibri"/>
              </a:rPr>
              <a:t> </a:t>
            </a:r>
            <a:r>
              <a:rPr lang="fr-FR" sz="1200" dirty="0" smtClean="0">
                <a:solidFill>
                  <a:srgbClr val="585858"/>
                </a:solidFill>
                <a:latin typeface="+mn-lt"/>
                <a:cs typeface="Calibri"/>
              </a:rPr>
              <a:t>SE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s’occupe</a:t>
            </a:r>
            <a:r>
              <a:rPr lang="fr-FR" sz="1200" dirty="0" smtClean="0">
                <a:solidFill>
                  <a:srgbClr val="585858"/>
                </a:solidFill>
                <a:latin typeface="+mn-lt"/>
                <a:cs typeface="Calibri"/>
              </a:rPr>
              <a:t> </a:t>
            </a:r>
            <a:r>
              <a:rPr lang="fr-FR" sz="1200" spc="-10" dirty="0" smtClean="0">
                <a:solidFill>
                  <a:srgbClr val="585858"/>
                </a:solidFill>
                <a:latin typeface="+mn-lt"/>
                <a:cs typeface="Calibri"/>
              </a:rPr>
              <a:t>aussi</a:t>
            </a:r>
            <a:r>
              <a:rPr lang="fr-FR" sz="1200" spc="0" baseline="0" dirty="0" smtClean="0">
                <a:solidFill>
                  <a:schemeClr val="tx1"/>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a:t>
            </a:r>
            <a:r>
              <a:rPr lang="fr-FR" sz="1200" dirty="0" smtClean="0">
                <a:solidFill>
                  <a:srgbClr val="585858"/>
                </a:solidFill>
                <a:latin typeface="+mn-lt"/>
                <a:cs typeface="Calibri"/>
              </a:rPr>
              <a:t>la</a:t>
            </a:r>
            <a:r>
              <a:rPr lang="fr-FR" sz="1200" spc="-35"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mémoire,</a:t>
            </a:r>
            <a:r>
              <a:rPr lang="fr-FR" sz="1200" spc="25" dirty="0" smtClean="0">
                <a:solidFill>
                  <a:srgbClr val="585858"/>
                </a:solidFill>
                <a:latin typeface="+mn-lt"/>
                <a:cs typeface="Calibri"/>
              </a:rPr>
              <a:t> </a:t>
            </a:r>
            <a:r>
              <a:rPr lang="fr-FR" sz="1200" dirty="0" smtClean="0">
                <a:solidFill>
                  <a:srgbClr val="585858"/>
                </a:solidFill>
                <a:latin typeface="+mn-lt"/>
                <a:cs typeface="Calibri"/>
              </a:rPr>
              <a:t>sur</a:t>
            </a:r>
            <a:r>
              <a:rPr lang="fr-FR" sz="1200" spc="-40" dirty="0" smtClean="0">
                <a:solidFill>
                  <a:srgbClr val="585858"/>
                </a:solidFill>
                <a:latin typeface="+mn-lt"/>
                <a:cs typeface="Calibri"/>
              </a:rPr>
              <a:t> </a:t>
            </a:r>
            <a:r>
              <a:rPr lang="fr-FR" sz="1200" dirty="0" smtClean="0">
                <a:solidFill>
                  <a:srgbClr val="585858"/>
                </a:solidFill>
                <a:latin typeface="+mn-lt"/>
                <a:cs typeface="Calibri"/>
              </a:rPr>
              <a:t>laquelle</a:t>
            </a:r>
            <a:r>
              <a:rPr lang="fr-FR" sz="1200" spc="15" dirty="0" smtClean="0">
                <a:solidFill>
                  <a:srgbClr val="585858"/>
                </a:solidFill>
                <a:latin typeface="+mn-lt"/>
                <a:cs typeface="Calibri"/>
              </a:rPr>
              <a:t> </a:t>
            </a:r>
            <a:r>
              <a:rPr lang="fr-FR" sz="1200" dirty="0" smtClean="0">
                <a:solidFill>
                  <a:srgbClr val="585858"/>
                </a:solidFill>
                <a:latin typeface="+mn-lt"/>
                <a:cs typeface="Calibri"/>
              </a:rPr>
              <a:t>nous allons</a:t>
            </a:r>
            <a:r>
              <a:rPr lang="fr-FR" sz="1200" spc="20" dirty="0" smtClean="0">
                <a:solidFill>
                  <a:srgbClr val="585858"/>
                </a:solidFill>
                <a:latin typeface="+mn-lt"/>
                <a:cs typeface="Calibri"/>
              </a:rPr>
              <a:t> </a:t>
            </a:r>
            <a:r>
              <a:rPr lang="fr-FR" sz="1200" dirty="0" smtClean="0">
                <a:solidFill>
                  <a:srgbClr val="585858"/>
                </a:solidFill>
                <a:latin typeface="+mn-lt"/>
                <a:cs typeface="Calibri"/>
              </a:rPr>
              <a:t>nous </a:t>
            </a:r>
            <a:r>
              <a:rPr lang="fr-FR" sz="1200" spc="-10" dirty="0" smtClean="0">
                <a:solidFill>
                  <a:srgbClr val="585858"/>
                </a:solidFill>
                <a:latin typeface="+mn-lt"/>
                <a:cs typeface="Calibri"/>
              </a:rPr>
              <a:t>concentrer </a:t>
            </a:r>
            <a:r>
              <a:rPr lang="fr-FR" sz="1200" dirty="0" smtClean="0">
                <a:solidFill>
                  <a:srgbClr val="585858"/>
                </a:solidFill>
                <a:latin typeface="+mn-lt"/>
                <a:cs typeface="Calibri"/>
              </a:rPr>
              <a:t>à</a:t>
            </a:r>
            <a:r>
              <a:rPr lang="fr-FR" sz="1200" spc="-10" dirty="0" smtClean="0">
                <a:solidFill>
                  <a:srgbClr val="585858"/>
                </a:solidFill>
                <a:latin typeface="+mn-lt"/>
                <a:cs typeface="Calibri"/>
              </a:rPr>
              <a:t> présent.</a:t>
            </a:r>
          </a:p>
          <a:p>
            <a:pPr marL="12700">
              <a:lnSpc>
                <a:spcPct val="100000"/>
              </a:lnSpc>
              <a:spcBef>
                <a:spcPts val="100"/>
              </a:spcBef>
            </a:pPr>
            <a:r>
              <a:rPr lang="fr-FR" sz="1200" dirty="0" smtClean="0">
                <a:solidFill>
                  <a:srgbClr val="585858"/>
                </a:solidFill>
                <a:latin typeface="+mn-lt"/>
                <a:cs typeface="Calibri"/>
              </a:rPr>
              <a:t>La</a:t>
            </a:r>
            <a:r>
              <a:rPr lang="fr-FR" sz="1200" spc="-45" dirty="0" smtClean="0">
                <a:solidFill>
                  <a:srgbClr val="585858"/>
                </a:solidFill>
                <a:latin typeface="+mn-lt"/>
                <a:cs typeface="Calibri"/>
              </a:rPr>
              <a:t> </a:t>
            </a:r>
            <a:r>
              <a:rPr lang="fr-FR" sz="1200" spc="-10" dirty="0" smtClean="0">
                <a:solidFill>
                  <a:srgbClr val="585858"/>
                </a:solidFill>
                <a:latin typeface="+mn-lt"/>
                <a:cs typeface="Calibri"/>
              </a:rPr>
              <a:t>mémoire </a:t>
            </a:r>
            <a:r>
              <a:rPr lang="fr-FR" sz="1200" dirty="0" smtClean="0">
                <a:solidFill>
                  <a:srgbClr val="585858"/>
                </a:solidFill>
                <a:latin typeface="+mn-lt"/>
                <a:cs typeface="Calibri"/>
              </a:rPr>
              <a:t>est</a:t>
            </a:r>
            <a:r>
              <a:rPr lang="fr-FR" sz="1200" spc="-40" dirty="0" smtClean="0">
                <a:solidFill>
                  <a:srgbClr val="585858"/>
                </a:solidFill>
                <a:latin typeface="+mn-lt"/>
                <a:cs typeface="Calibri"/>
              </a:rPr>
              <a:t> </a:t>
            </a:r>
            <a:r>
              <a:rPr lang="fr-FR" sz="1200" dirty="0" smtClean="0">
                <a:solidFill>
                  <a:srgbClr val="585858"/>
                </a:solidFill>
                <a:latin typeface="+mn-lt"/>
                <a:cs typeface="Calibri"/>
              </a:rPr>
              <a:t>considérée</a:t>
            </a:r>
            <a:r>
              <a:rPr lang="fr-FR" sz="1200" spc="-10" dirty="0" smtClean="0">
                <a:solidFill>
                  <a:srgbClr val="585858"/>
                </a:solidFill>
                <a:latin typeface="+mn-lt"/>
                <a:cs typeface="Calibri"/>
              </a:rPr>
              <a:t> </a:t>
            </a:r>
            <a:r>
              <a:rPr lang="fr-FR" sz="1200" dirty="0" smtClean="0">
                <a:solidFill>
                  <a:srgbClr val="585858"/>
                </a:solidFill>
                <a:latin typeface="+mn-lt"/>
                <a:cs typeface="Calibri"/>
              </a:rPr>
              <a:t>comme</a:t>
            </a:r>
            <a:r>
              <a:rPr lang="fr-FR" sz="1200" spc="-20" dirty="0" smtClean="0">
                <a:solidFill>
                  <a:srgbClr val="585858"/>
                </a:solidFill>
                <a:latin typeface="+mn-lt"/>
                <a:cs typeface="Calibri"/>
              </a:rPr>
              <a:t> </a:t>
            </a:r>
            <a:r>
              <a:rPr lang="fr-FR" sz="1200" dirty="0" smtClean="0">
                <a:solidFill>
                  <a:srgbClr val="585858"/>
                </a:solidFill>
                <a:latin typeface="+mn-lt"/>
                <a:cs typeface="Calibri"/>
              </a:rPr>
              <a:t>une</a:t>
            </a:r>
            <a:r>
              <a:rPr lang="fr-FR" sz="1200" spc="-20" dirty="0" smtClean="0">
                <a:solidFill>
                  <a:srgbClr val="585858"/>
                </a:solidFill>
                <a:latin typeface="+mn-lt"/>
                <a:cs typeface="Calibri"/>
              </a:rPr>
              <a:t> </a:t>
            </a:r>
            <a:r>
              <a:rPr lang="fr-FR" sz="1200" dirty="0" smtClean="0">
                <a:solidFill>
                  <a:srgbClr val="585858"/>
                </a:solidFill>
                <a:latin typeface="+mn-lt"/>
                <a:cs typeface="Calibri"/>
              </a:rPr>
              <a:t>ressource</a:t>
            </a:r>
            <a:r>
              <a:rPr lang="fr-FR" sz="1200" spc="10" dirty="0" smtClean="0">
                <a:solidFill>
                  <a:srgbClr val="585858"/>
                </a:solidFill>
                <a:latin typeface="+mn-lt"/>
                <a:cs typeface="Calibri"/>
              </a:rPr>
              <a:t> </a:t>
            </a:r>
            <a:r>
              <a:rPr lang="fr-FR" sz="1200" dirty="0" smtClean="0">
                <a:solidFill>
                  <a:srgbClr val="585858"/>
                </a:solidFill>
                <a:latin typeface="+mn-lt"/>
                <a:cs typeface="Calibri"/>
              </a:rPr>
              <a:t>limitée,</a:t>
            </a:r>
            <a:r>
              <a:rPr lang="fr-FR" sz="1200" spc="-30" dirty="0" smtClean="0">
                <a:solidFill>
                  <a:srgbClr val="585858"/>
                </a:solidFill>
                <a:latin typeface="+mn-lt"/>
                <a:cs typeface="Calibri"/>
              </a:rPr>
              <a:t> </a:t>
            </a:r>
            <a:r>
              <a:rPr lang="fr-FR" sz="1200" dirty="0" smtClean="0">
                <a:solidFill>
                  <a:srgbClr val="585858"/>
                </a:solidFill>
                <a:latin typeface="+mn-lt"/>
                <a:cs typeface="Calibri"/>
              </a:rPr>
              <a:t>Il</a:t>
            </a:r>
            <a:r>
              <a:rPr lang="fr-FR" sz="1200" spc="-30" dirty="0" smtClean="0">
                <a:solidFill>
                  <a:srgbClr val="585858"/>
                </a:solidFill>
                <a:latin typeface="+mn-lt"/>
                <a:cs typeface="Calibri"/>
              </a:rPr>
              <a:t> </a:t>
            </a:r>
            <a:r>
              <a:rPr lang="fr-FR" sz="1200" dirty="0" smtClean="0">
                <a:solidFill>
                  <a:srgbClr val="585858"/>
                </a:solidFill>
                <a:latin typeface="+mn-lt"/>
                <a:cs typeface="Calibri"/>
              </a:rPr>
              <a:t>faut</a:t>
            </a:r>
            <a:r>
              <a:rPr lang="fr-FR" sz="1200" spc="-15" dirty="0" smtClean="0">
                <a:solidFill>
                  <a:srgbClr val="585858"/>
                </a:solidFill>
                <a:latin typeface="+mn-lt"/>
                <a:cs typeface="Calibri"/>
              </a:rPr>
              <a:t> </a:t>
            </a:r>
            <a:r>
              <a:rPr lang="fr-FR" sz="1200" dirty="0" smtClean="0">
                <a:solidFill>
                  <a:srgbClr val="585858"/>
                </a:solidFill>
                <a:latin typeface="+mn-lt"/>
                <a:cs typeface="Calibri"/>
              </a:rPr>
              <a:t>la</a:t>
            </a:r>
            <a:r>
              <a:rPr lang="fr-FR" sz="1200" spc="-20" dirty="0" smtClean="0">
                <a:solidFill>
                  <a:srgbClr val="585858"/>
                </a:solidFill>
                <a:latin typeface="+mn-lt"/>
                <a:cs typeface="Calibri"/>
              </a:rPr>
              <a:t> </a:t>
            </a:r>
            <a:r>
              <a:rPr lang="fr-FR" sz="1200" dirty="0" smtClean="0">
                <a:solidFill>
                  <a:srgbClr val="585858"/>
                </a:solidFill>
                <a:latin typeface="+mn-lt"/>
                <a:cs typeface="Calibri"/>
              </a:rPr>
              <a:t>gérer</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20" dirty="0" smtClean="0">
                <a:solidFill>
                  <a:srgbClr val="585858"/>
                </a:solidFill>
                <a:latin typeface="+mn-lt"/>
                <a:cs typeface="Calibri"/>
              </a:rPr>
              <a:t> </a:t>
            </a:r>
            <a:r>
              <a:rPr lang="fr-FR" sz="1200" dirty="0" smtClean="0">
                <a:solidFill>
                  <a:srgbClr val="585858"/>
                </a:solidFill>
                <a:latin typeface="+mn-lt"/>
                <a:cs typeface="Calibri"/>
              </a:rPr>
              <a:t>façon</a:t>
            </a:r>
            <a:r>
              <a:rPr lang="fr-FR" sz="1200" spc="-25" dirty="0" smtClean="0">
                <a:solidFill>
                  <a:srgbClr val="585858"/>
                </a:solidFill>
                <a:latin typeface="+mn-lt"/>
                <a:cs typeface="Calibri"/>
              </a:rPr>
              <a:t> </a:t>
            </a:r>
            <a:r>
              <a:rPr lang="fr-FR" sz="1200" dirty="0" smtClean="0">
                <a:solidFill>
                  <a:srgbClr val="585858"/>
                </a:solidFill>
                <a:latin typeface="+mn-lt"/>
                <a:cs typeface="Calibri"/>
              </a:rPr>
              <a:t>optimisée.</a:t>
            </a:r>
          </a:p>
          <a:p>
            <a:pPr marL="12700">
              <a:lnSpc>
                <a:spcPct val="100000"/>
              </a:lnSpc>
              <a:spcBef>
                <a:spcPts val="100"/>
              </a:spcBef>
            </a:pPr>
            <a:r>
              <a:rPr lang="fr-FR" sz="1200" dirty="0" smtClean="0">
                <a:solidFill>
                  <a:srgbClr val="585858"/>
                </a:solidFill>
                <a:latin typeface="+mn-lt"/>
                <a:cs typeface="Calibri"/>
              </a:rPr>
              <a:t>.</a:t>
            </a:r>
            <a:r>
              <a:rPr lang="fr-FR" sz="1200" spc="100" dirty="0" smtClean="0">
                <a:solidFill>
                  <a:srgbClr val="585858"/>
                </a:solidFill>
                <a:latin typeface="+mn-lt"/>
                <a:cs typeface="Calibri"/>
              </a:rPr>
              <a:t> </a:t>
            </a:r>
            <a:r>
              <a:rPr lang="fr-FR" sz="1200" dirty="0" smtClean="0">
                <a:solidFill>
                  <a:srgbClr val="585858"/>
                </a:solidFill>
                <a:latin typeface="+mn-lt"/>
                <a:cs typeface="Calibri"/>
              </a:rPr>
              <a:t>Le</a:t>
            </a:r>
            <a:r>
              <a:rPr lang="fr-FR" sz="1200" spc="90"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120" dirty="0" smtClean="0">
                <a:solidFill>
                  <a:srgbClr val="585858"/>
                </a:solidFill>
                <a:latin typeface="+mn-lt"/>
                <a:cs typeface="Calibri"/>
              </a:rPr>
              <a:t> </a:t>
            </a:r>
            <a:r>
              <a:rPr lang="fr-FR" sz="1200" dirty="0" smtClean="0">
                <a:solidFill>
                  <a:srgbClr val="585858"/>
                </a:solidFill>
                <a:latin typeface="+mn-lt"/>
                <a:cs typeface="Calibri"/>
              </a:rPr>
              <a:t>d’exploitation</a:t>
            </a:r>
            <a:r>
              <a:rPr lang="fr-FR" sz="1200" spc="90" dirty="0" smtClean="0">
                <a:solidFill>
                  <a:srgbClr val="585858"/>
                </a:solidFill>
                <a:latin typeface="+mn-lt"/>
                <a:cs typeface="Calibri"/>
              </a:rPr>
              <a:t> </a:t>
            </a:r>
            <a:r>
              <a:rPr lang="fr-FR" sz="1200" dirty="0" smtClean="0">
                <a:solidFill>
                  <a:srgbClr val="585858"/>
                </a:solidFill>
                <a:latin typeface="+mn-lt"/>
                <a:cs typeface="Calibri"/>
              </a:rPr>
              <a:t>coordonne</a:t>
            </a:r>
            <a:r>
              <a:rPr lang="fr-FR" sz="1200" spc="120" dirty="0" smtClean="0">
                <a:solidFill>
                  <a:srgbClr val="585858"/>
                </a:solidFill>
                <a:latin typeface="+mn-lt"/>
                <a:cs typeface="Calibri"/>
              </a:rPr>
              <a:t> </a:t>
            </a:r>
            <a:r>
              <a:rPr lang="fr-FR" sz="1200" dirty="0" smtClean="0">
                <a:solidFill>
                  <a:srgbClr val="585858"/>
                </a:solidFill>
                <a:latin typeface="+mn-lt"/>
                <a:cs typeface="Calibri"/>
              </a:rPr>
              <a:t>l’utilisation</a:t>
            </a:r>
            <a:r>
              <a:rPr lang="fr-FR" sz="1200" spc="110" dirty="0" smtClean="0">
                <a:solidFill>
                  <a:srgbClr val="585858"/>
                </a:solidFill>
                <a:latin typeface="+mn-lt"/>
                <a:cs typeface="Calibri"/>
              </a:rPr>
              <a:t> </a:t>
            </a:r>
            <a:r>
              <a:rPr lang="fr-FR" sz="1200" dirty="0" smtClean="0">
                <a:solidFill>
                  <a:srgbClr val="585858"/>
                </a:solidFill>
                <a:latin typeface="+mn-lt"/>
                <a:cs typeface="Calibri"/>
              </a:rPr>
              <a:t>des</a:t>
            </a:r>
            <a:r>
              <a:rPr lang="fr-FR" sz="1200" spc="130" dirty="0" smtClean="0">
                <a:solidFill>
                  <a:srgbClr val="585858"/>
                </a:solidFill>
                <a:latin typeface="+mn-lt"/>
                <a:cs typeface="Calibri"/>
              </a:rPr>
              <a:t> </a:t>
            </a:r>
            <a:r>
              <a:rPr lang="fr-FR" sz="1200" dirty="0" smtClean="0">
                <a:solidFill>
                  <a:srgbClr val="585858"/>
                </a:solidFill>
                <a:latin typeface="+mn-lt"/>
                <a:cs typeface="Calibri"/>
              </a:rPr>
              <a:t>différentes</a:t>
            </a:r>
            <a:r>
              <a:rPr lang="fr-FR" sz="1200" spc="105" dirty="0" smtClean="0">
                <a:solidFill>
                  <a:srgbClr val="585858"/>
                </a:solidFill>
                <a:latin typeface="+mn-lt"/>
                <a:cs typeface="Calibri"/>
              </a:rPr>
              <a:t> </a:t>
            </a:r>
            <a:r>
              <a:rPr lang="fr-FR" sz="1200" dirty="0" smtClean="0">
                <a:solidFill>
                  <a:srgbClr val="585858"/>
                </a:solidFill>
                <a:latin typeface="+mn-lt"/>
                <a:cs typeface="Calibri"/>
              </a:rPr>
              <a:t>mémoires.</a:t>
            </a:r>
            <a:r>
              <a:rPr lang="fr-FR" sz="1200" spc="95" dirty="0" smtClean="0">
                <a:solidFill>
                  <a:srgbClr val="585858"/>
                </a:solidFill>
                <a:latin typeface="+mn-lt"/>
                <a:cs typeface="Calibri"/>
              </a:rPr>
              <a:t> </a:t>
            </a:r>
          </a:p>
          <a:p>
            <a:pPr marL="12700">
              <a:lnSpc>
                <a:spcPct val="100000"/>
              </a:lnSpc>
              <a:spcBef>
                <a:spcPts val="100"/>
              </a:spcBef>
            </a:pPr>
            <a:r>
              <a:rPr lang="fr-FR" sz="1200" dirty="0" smtClean="0">
                <a:solidFill>
                  <a:srgbClr val="585858"/>
                </a:solidFill>
                <a:latin typeface="+mn-lt"/>
                <a:cs typeface="Calibri"/>
              </a:rPr>
              <a:t>En</a:t>
            </a:r>
            <a:r>
              <a:rPr lang="fr-FR" sz="1200" spc="105" dirty="0" smtClean="0">
                <a:solidFill>
                  <a:srgbClr val="585858"/>
                </a:solidFill>
                <a:latin typeface="+mn-lt"/>
                <a:cs typeface="Calibri"/>
              </a:rPr>
              <a:t> </a:t>
            </a:r>
            <a:r>
              <a:rPr lang="fr-FR" sz="1200" dirty="0" smtClean="0">
                <a:solidFill>
                  <a:srgbClr val="585858"/>
                </a:solidFill>
                <a:latin typeface="+mn-lt"/>
                <a:cs typeface="Calibri"/>
              </a:rPr>
              <a:t>effet,</a:t>
            </a:r>
            <a:r>
              <a:rPr lang="fr-FR" sz="1200" spc="80" dirty="0" smtClean="0">
                <a:solidFill>
                  <a:srgbClr val="585858"/>
                </a:solidFill>
                <a:latin typeface="+mn-lt"/>
                <a:cs typeface="Calibri"/>
              </a:rPr>
              <a:t> </a:t>
            </a:r>
            <a:r>
              <a:rPr lang="fr-FR" sz="1200" dirty="0" smtClean="0">
                <a:solidFill>
                  <a:srgbClr val="585858"/>
                </a:solidFill>
                <a:latin typeface="+mn-lt"/>
                <a:cs typeface="Calibri"/>
              </a:rPr>
              <a:t>le</a:t>
            </a:r>
            <a:r>
              <a:rPr lang="fr-FR" sz="1200" spc="114" dirty="0" smtClean="0">
                <a:solidFill>
                  <a:srgbClr val="585858"/>
                </a:solidFill>
                <a:latin typeface="+mn-lt"/>
                <a:cs typeface="Calibri"/>
              </a:rPr>
              <a:t> </a:t>
            </a:r>
            <a:r>
              <a:rPr lang="fr-FR" sz="1200" dirty="0" smtClean="0">
                <a:solidFill>
                  <a:srgbClr val="585858"/>
                </a:solidFill>
                <a:latin typeface="+mn-lt"/>
                <a:cs typeface="Calibri"/>
              </a:rPr>
              <a:t>SE</a:t>
            </a:r>
            <a:r>
              <a:rPr lang="fr-FR" sz="1200" spc="105" dirty="0" smtClean="0">
                <a:solidFill>
                  <a:srgbClr val="585858"/>
                </a:solidFill>
                <a:latin typeface="+mn-lt"/>
                <a:cs typeface="Calibri"/>
              </a:rPr>
              <a:t> </a:t>
            </a:r>
            <a:r>
              <a:rPr lang="fr-FR" sz="1200" spc="-25" dirty="0" smtClean="0">
                <a:solidFill>
                  <a:srgbClr val="585858"/>
                </a:solidFill>
                <a:latin typeface="+mn-lt"/>
                <a:cs typeface="Calibri"/>
              </a:rPr>
              <a:t>va </a:t>
            </a:r>
            <a:r>
              <a:rPr lang="fr-FR" sz="1200" dirty="0" smtClean="0">
                <a:solidFill>
                  <a:srgbClr val="585858"/>
                </a:solidFill>
                <a:latin typeface="+mn-lt"/>
                <a:cs typeface="Calibri"/>
              </a:rPr>
              <a:t>contrôler</a:t>
            </a:r>
            <a:r>
              <a:rPr lang="fr-FR" sz="1200" spc="80" dirty="0" smtClean="0">
                <a:solidFill>
                  <a:srgbClr val="585858"/>
                </a:solidFill>
                <a:latin typeface="+mn-lt"/>
                <a:cs typeface="Calibri"/>
              </a:rPr>
              <a:t> </a:t>
            </a:r>
            <a:r>
              <a:rPr lang="fr-FR" sz="1200" dirty="0" smtClean="0">
                <a:solidFill>
                  <a:srgbClr val="585858"/>
                </a:solidFill>
                <a:latin typeface="+mn-lt"/>
                <a:cs typeface="Calibri"/>
              </a:rPr>
              <a:t>l’accès</a:t>
            </a:r>
            <a:r>
              <a:rPr lang="fr-FR" sz="1200" spc="90" dirty="0" smtClean="0">
                <a:solidFill>
                  <a:srgbClr val="585858"/>
                </a:solidFill>
                <a:latin typeface="+mn-lt"/>
                <a:cs typeface="Calibri"/>
              </a:rPr>
              <a:t> </a:t>
            </a:r>
            <a:r>
              <a:rPr lang="fr-FR" sz="1200" dirty="0" smtClean="0">
                <a:solidFill>
                  <a:srgbClr val="585858"/>
                </a:solidFill>
                <a:latin typeface="+mn-lt"/>
                <a:cs typeface="Calibri"/>
              </a:rPr>
              <a:t>des</a:t>
            </a:r>
            <a:r>
              <a:rPr lang="fr-FR" sz="1200" spc="8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65" dirty="0" smtClean="0">
                <a:solidFill>
                  <a:srgbClr val="585858"/>
                </a:solidFill>
                <a:latin typeface="+mn-lt"/>
                <a:cs typeface="Calibri"/>
              </a:rPr>
              <a:t> </a:t>
            </a:r>
            <a:r>
              <a:rPr lang="fr-FR" sz="1200" dirty="0" smtClean="0">
                <a:solidFill>
                  <a:srgbClr val="585858"/>
                </a:solidFill>
                <a:latin typeface="+mn-lt"/>
                <a:cs typeface="Calibri"/>
              </a:rPr>
              <a:t>à</a:t>
            </a:r>
            <a:r>
              <a:rPr lang="fr-FR" sz="1200" spc="70" dirty="0" smtClean="0">
                <a:solidFill>
                  <a:srgbClr val="585858"/>
                </a:solidFill>
                <a:latin typeface="+mn-lt"/>
                <a:cs typeface="Calibri"/>
              </a:rPr>
              <a:t> </a:t>
            </a:r>
            <a:r>
              <a:rPr lang="fr-FR" sz="1200" dirty="0" smtClean="0">
                <a:solidFill>
                  <a:srgbClr val="585858"/>
                </a:solidFill>
                <a:latin typeface="+mn-lt"/>
                <a:cs typeface="Calibri"/>
              </a:rPr>
              <a:t>la</a:t>
            </a:r>
            <a:r>
              <a:rPr lang="fr-FR" sz="1200" spc="70" dirty="0" smtClean="0">
                <a:solidFill>
                  <a:srgbClr val="585858"/>
                </a:solidFill>
                <a:latin typeface="+mn-lt"/>
                <a:cs typeface="Calibri"/>
              </a:rPr>
              <a:t> </a:t>
            </a:r>
            <a:r>
              <a:rPr lang="fr-FR" sz="1200" dirty="0" smtClean="0">
                <a:solidFill>
                  <a:srgbClr val="585858"/>
                </a:solidFill>
                <a:latin typeface="+mn-lt"/>
                <a:cs typeface="Calibri"/>
              </a:rPr>
              <a:t>RAM</a:t>
            </a:r>
            <a:r>
              <a:rPr lang="fr-FR" sz="1200" spc="75" dirty="0" smtClean="0">
                <a:solidFill>
                  <a:srgbClr val="585858"/>
                </a:solidFill>
                <a:latin typeface="+mn-lt"/>
                <a:cs typeface="Calibri"/>
              </a:rPr>
              <a:t> </a:t>
            </a:r>
            <a:r>
              <a:rPr lang="fr-FR" sz="1200" dirty="0" smtClean="0">
                <a:solidFill>
                  <a:srgbClr val="585858"/>
                </a:solidFill>
                <a:latin typeface="+mn-lt"/>
                <a:cs typeface="Calibri"/>
              </a:rPr>
              <a:t>et</a:t>
            </a:r>
            <a:r>
              <a:rPr lang="fr-FR" sz="1200" spc="75" dirty="0" smtClean="0">
                <a:solidFill>
                  <a:srgbClr val="585858"/>
                </a:solidFill>
                <a:latin typeface="+mn-lt"/>
                <a:cs typeface="Calibri"/>
              </a:rPr>
              <a:t> </a:t>
            </a:r>
            <a:r>
              <a:rPr lang="fr-FR" sz="1200" dirty="0" smtClean="0">
                <a:solidFill>
                  <a:srgbClr val="585858"/>
                </a:solidFill>
                <a:latin typeface="+mn-lt"/>
                <a:cs typeface="Calibri"/>
              </a:rPr>
              <a:t>il</a:t>
            </a:r>
            <a:r>
              <a:rPr lang="fr-FR" sz="1200" spc="60" dirty="0" smtClean="0">
                <a:solidFill>
                  <a:srgbClr val="585858"/>
                </a:solidFill>
                <a:latin typeface="+mn-lt"/>
                <a:cs typeface="Calibri"/>
              </a:rPr>
              <a:t> </a:t>
            </a:r>
            <a:r>
              <a:rPr lang="fr-FR" sz="1200" dirty="0" smtClean="0">
                <a:solidFill>
                  <a:srgbClr val="585858"/>
                </a:solidFill>
                <a:latin typeface="+mn-lt"/>
                <a:cs typeface="Calibri"/>
              </a:rPr>
              <a:t>décide</a:t>
            </a:r>
            <a:r>
              <a:rPr lang="fr-FR" sz="1200" spc="75" dirty="0" smtClean="0">
                <a:solidFill>
                  <a:srgbClr val="585858"/>
                </a:solidFill>
                <a:latin typeface="+mn-lt"/>
                <a:cs typeface="Calibri"/>
              </a:rPr>
              <a:t> </a:t>
            </a:r>
            <a:r>
              <a:rPr lang="fr-FR" sz="1200" dirty="0" smtClean="0">
                <a:solidFill>
                  <a:srgbClr val="585858"/>
                </a:solidFill>
                <a:latin typeface="+mn-lt"/>
                <a:cs typeface="Calibri"/>
              </a:rPr>
              <a:t>alors</a:t>
            </a:r>
            <a:r>
              <a:rPr lang="fr-FR" sz="1200" spc="80" dirty="0" smtClean="0">
                <a:solidFill>
                  <a:srgbClr val="585858"/>
                </a:solidFill>
                <a:latin typeface="+mn-lt"/>
                <a:cs typeface="Calibri"/>
              </a:rPr>
              <a:t> </a:t>
            </a:r>
            <a:r>
              <a:rPr lang="fr-FR" sz="1200" dirty="0" smtClean="0">
                <a:solidFill>
                  <a:srgbClr val="585858"/>
                </a:solidFill>
                <a:latin typeface="+mn-lt"/>
                <a:cs typeface="Calibri"/>
              </a:rPr>
              <a:t>quel</a:t>
            </a:r>
            <a:r>
              <a:rPr lang="fr-FR" sz="1200" spc="60"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85" dirty="0" smtClean="0">
                <a:solidFill>
                  <a:srgbClr val="585858"/>
                </a:solidFill>
                <a:latin typeface="+mn-lt"/>
                <a:cs typeface="Calibri"/>
              </a:rPr>
              <a:t> </a:t>
            </a:r>
            <a:r>
              <a:rPr lang="fr-FR" sz="1200" dirty="0" smtClean="0">
                <a:solidFill>
                  <a:srgbClr val="585858"/>
                </a:solidFill>
                <a:latin typeface="+mn-lt"/>
                <a:cs typeface="Calibri"/>
              </a:rPr>
              <a:t>obtiendra</a:t>
            </a:r>
            <a:r>
              <a:rPr lang="fr-FR" sz="1200" spc="95" dirty="0" smtClean="0">
                <a:solidFill>
                  <a:srgbClr val="585858"/>
                </a:solidFill>
                <a:latin typeface="+mn-lt"/>
                <a:cs typeface="Calibri"/>
              </a:rPr>
              <a:t> </a:t>
            </a:r>
            <a:r>
              <a:rPr lang="fr-FR" sz="1200" dirty="0" smtClean="0">
                <a:solidFill>
                  <a:srgbClr val="585858"/>
                </a:solidFill>
                <a:latin typeface="+mn-lt"/>
                <a:cs typeface="Calibri"/>
              </a:rPr>
              <a:t>la</a:t>
            </a:r>
            <a:r>
              <a:rPr lang="fr-FR" sz="1200" spc="70"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90" dirty="0" smtClean="0">
                <a:solidFill>
                  <a:srgbClr val="585858"/>
                </a:solidFill>
                <a:latin typeface="+mn-lt"/>
                <a:cs typeface="Calibri"/>
              </a:rPr>
              <a:t> </a:t>
            </a:r>
            <a:r>
              <a:rPr lang="fr-FR" sz="1200" dirty="0" smtClean="0">
                <a:solidFill>
                  <a:srgbClr val="585858"/>
                </a:solidFill>
                <a:latin typeface="+mn-lt"/>
                <a:cs typeface="Calibri"/>
              </a:rPr>
              <a:t>à</a:t>
            </a:r>
            <a:r>
              <a:rPr lang="fr-FR" sz="1200" spc="45" dirty="0" smtClean="0">
                <a:solidFill>
                  <a:srgbClr val="585858"/>
                </a:solidFill>
                <a:latin typeface="+mn-lt"/>
                <a:cs typeface="Calibri"/>
              </a:rPr>
              <a:t> </a:t>
            </a:r>
            <a:r>
              <a:rPr lang="fr-FR" sz="1200" dirty="0" smtClean="0">
                <a:solidFill>
                  <a:srgbClr val="585858"/>
                </a:solidFill>
                <a:latin typeface="+mn-lt"/>
                <a:cs typeface="Calibri"/>
              </a:rPr>
              <a:t>quel</a:t>
            </a:r>
            <a:r>
              <a:rPr lang="fr-FR" sz="1200" spc="60" dirty="0" smtClean="0">
                <a:solidFill>
                  <a:srgbClr val="585858"/>
                </a:solidFill>
                <a:latin typeface="+mn-lt"/>
                <a:cs typeface="Calibri"/>
              </a:rPr>
              <a:t> </a:t>
            </a:r>
            <a:r>
              <a:rPr lang="fr-FR" sz="1200" dirty="0" smtClean="0">
                <a:solidFill>
                  <a:srgbClr val="585858"/>
                </a:solidFill>
                <a:latin typeface="+mn-lt"/>
                <a:cs typeface="Calibri"/>
              </a:rPr>
              <a:t>moment</a:t>
            </a:r>
          </a:p>
          <a:p>
            <a:pPr marL="12700">
              <a:lnSpc>
                <a:spcPct val="100000"/>
              </a:lnSpc>
              <a:spcBef>
                <a:spcPts val="100"/>
              </a:spcBef>
            </a:pPr>
            <a:r>
              <a:rPr lang="fr-FR" sz="1200" dirty="0" smtClean="0">
                <a:solidFill>
                  <a:srgbClr val="585858"/>
                </a:solidFill>
                <a:latin typeface="+mn-lt"/>
                <a:cs typeface="Calibri"/>
              </a:rPr>
              <a:t>Un</a:t>
            </a:r>
            <a:r>
              <a:rPr lang="fr-FR" sz="1200" spc="65" dirty="0" smtClean="0">
                <a:solidFill>
                  <a:srgbClr val="585858"/>
                </a:solidFill>
                <a:latin typeface="+mn-lt"/>
                <a:cs typeface="Calibri"/>
              </a:rPr>
              <a:t> </a:t>
            </a:r>
            <a:r>
              <a:rPr lang="fr-FR" sz="1200" dirty="0" smtClean="0">
                <a:solidFill>
                  <a:srgbClr val="585858"/>
                </a:solidFill>
                <a:latin typeface="+mn-lt"/>
                <a:cs typeface="Calibri"/>
              </a:rPr>
              <a:t>SE</a:t>
            </a:r>
            <a:r>
              <a:rPr lang="fr-FR" sz="1200" spc="60" dirty="0" smtClean="0">
                <a:solidFill>
                  <a:srgbClr val="585858"/>
                </a:solidFill>
                <a:latin typeface="+mn-lt"/>
                <a:cs typeface="Calibri"/>
              </a:rPr>
              <a:t> </a:t>
            </a:r>
            <a:r>
              <a:rPr lang="fr-FR" sz="1200" dirty="0" smtClean="0">
                <a:solidFill>
                  <a:srgbClr val="585858"/>
                </a:solidFill>
                <a:latin typeface="+mn-lt"/>
                <a:cs typeface="Calibri"/>
              </a:rPr>
              <a:t>peut</a:t>
            </a:r>
            <a:r>
              <a:rPr lang="fr-FR" sz="1200" spc="80" dirty="0" smtClean="0">
                <a:solidFill>
                  <a:srgbClr val="585858"/>
                </a:solidFill>
                <a:latin typeface="+mn-lt"/>
                <a:cs typeface="Calibri"/>
              </a:rPr>
              <a:t> </a:t>
            </a:r>
            <a:r>
              <a:rPr lang="fr-FR" sz="1200" dirty="0" smtClean="0">
                <a:solidFill>
                  <a:srgbClr val="585858"/>
                </a:solidFill>
                <a:latin typeface="+mn-lt"/>
                <a:cs typeface="Calibri"/>
              </a:rPr>
              <a:t>allouer</a:t>
            </a:r>
            <a:r>
              <a:rPr lang="fr-FR" sz="1200" spc="65" dirty="0" smtClean="0">
                <a:solidFill>
                  <a:srgbClr val="585858"/>
                </a:solidFill>
                <a:latin typeface="+mn-lt"/>
                <a:cs typeface="Calibri"/>
              </a:rPr>
              <a:t> </a:t>
            </a:r>
            <a:r>
              <a:rPr lang="fr-FR" sz="1200" dirty="0" smtClean="0">
                <a:solidFill>
                  <a:srgbClr val="585858"/>
                </a:solidFill>
                <a:latin typeface="+mn-lt"/>
                <a:cs typeface="Calibri"/>
              </a:rPr>
              <a:t>donc</a:t>
            </a:r>
            <a:r>
              <a:rPr lang="fr-FR" sz="1200" spc="70" dirty="0" smtClean="0">
                <a:solidFill>
                  <a:srgbClr val="585858"/>
                </a:solidFill>
                <a:latin typeface="+mn-lt"/>
                <a:cs typeface="Calibri"/>
              </a:rPr>
              <a:t> </a:t>
            </a:r>
            <a:r>
              <a:rPr lang="fr-FR" sz="1200" dirty="0" smtClean="0">
                <a:solidFill>
                  <a:srgbClr val="585858"/>
                </a:solidFill>
                <a:latin typeface="+mn-lt"/>
                <a:cs typeface="Calibri"/>
              </a:rPr>
              <a:t>d’une</a:t>
            </a:r>
            <a:r>
              <a:rPr lang="fr-FR" sz="1200" spc="105" dirty="0" smtClean="0">
                <a:solidFill>
                  <a:srgbClr val="585858"/>
                </a:solidFill>
                <a:latin typeface="+mn-lt"/>
                <a:cs typeface="Calibri"/>
              </a:rPr>
              <a:t> </a:t>
            </a:r>
            <a:r>
              <a:rPr lang="fr-FR" sz="1200" dirty="0" smtClean="0">
                <a:solidFill>
                  <a:srgbClr val="585858"/>
                </a:solidFill>
                <a:latin typeface="+mn-lt"/>
                <a:cs typeface="Calibri"/>
              </a:rPr>
              <a:t>manière</a:t>
            </a:r>
            <a:r>
              <a:rPr lang="fr-FR" sz="1200" spc="70" dirty="0" smtClean="0">
                <a:solidFill>
                  <a:srgbClr val="585858"/>
                </a:solidFill>
                <a:latin typeface="+mn-lt"/>
                <a:cs typeface="Calibri"/>
              </a:rPr>
              <a:t> </a:t>
            </a:r>
            <a:r>
              <a:rPr lang="fr-FR" sz="1200" dirty="0" smtClean="0">
                <a:solidFill>
                  <a:srgbClr val="585858"/>
                </a:solidFill>
                <a:latin typeface="+mn-lt"/>
                <a:cs typeface="Calibri"/>
              </a:rPr>
              <a:t>dynamique</a:t>
            </a:r>
            <a:r>
              <a:rPr lang="fr-FR" sz="1200" spc="75" dirty="0" smtClean="0">
                <a:solidFill>
                  <a:srgbClr val="585858"/>
                </a:solidFill>
                <a:latin typeface="+mn-lt"/>
                <a:cs typeface="Calibri"/>
              </a:rPr>
              <a:t> </a:t>
            </a:r>
            <a:r>
              <a:rPr lang="fr-FR" sz="1200" spc="-25" dirty="0" smtClean="0">
                <a:solidFill>
                  <a:srgbClr val="585858"/>
                </a:solidFill>
                <a:latin typeface="+mn-lt"/>
                <a:cs typeface="Calibri"/>
              </a:rPr>
              <a:t>la </a:t>
            </a:r>
            <a:r>
              <a:rPr lang="fr-FR" sz="1200" dirty="0" smtClean="0">
                <a:solidFill>
                  <a:srgbClr val="585858"/>
                </a:solidFill>
                <a:latin typeface="+mn-lt"/>
                <a:cs typeface="Calibri"/>
              </a:rPr>
              <a:t>mémoire</a:t>
            </a:r>
            <a:r>
              <a:rPr lang="fr-FR" sz="1200" spc="-15" dirty="0" smtClean="0">
                <a:solidFill>
                  <a:srgbClr val="585858"/>
                </a:solidFill>
                <a:latin typeface="+mn-lt"/>
                <a:cs typeface="Calibri"/>
              </a:rPr>
              <a:t> </a:t>
            </a:r>
            <a:r>
              <a:rPr lang="fr-FR" sz="1200" dirty="0" smtClean="0">
                <a:solidFill>
                  <a:srgbClr val="585858"/>
                </a:solidFill>
                <a:latin typeface="+mn-lt"/>
                <a:cs typeface="Calibri"/>
              </a:rPr>
              <a:t>aux</a:t>
            </a:r>
            <a:r>
              <a:rPr lang="fr-FR" sz="1200" spc="-5" dirty="0" smtClean="0">
                <a:solidFill>
                  <a:srgbClr val="585858"/>
                </a:solidFill>
                <a:latin typeface="+mn-lt"/>
                <a:cs typeface="Calibri"/>
              </a:rPr>
              <a:t> </a:t>
            </a:r>
            <a:r>
              <a:rPr lang="fr-FR" sz="1200" dirty="0" smtClean="0">
                <a:solidFill>
                  <a:srgbClr val="585858"/>
                </a:solidFill>
                <a:latin typeface="+mn-lt"/>
                <a:cs typeface="Calibri"/>
              </a:rPr>
              <a:t>processus</a:t>
            </a:r>
          </a:p>
          <a:p>
            <a:pPr marL="12700" marR="0" lvl="0" indent="0" algn="l" defTabSz="914400" rtl="0" eaLnBrk="1" fontAlgn="auto" latinLnBrk="0" hangingPunct="1">
              <a:lnSpc>
                <a:spcPct val="100000"/>
              </a:lnSpc>
              <a:spcBef>
                <a:spcPts val="100"/>
              </a:spcBef>
              <a:spcAft>
                <a:spcPts val="0"/>
              </a:spcAft>
              <a:buClrTx/>
              <a:buSzTx/>
              <a:buFontTx/>
              <a:buNone/>
              <a:tabLst/>
              <a:defRPr/>
            </a:pPr>
            <a:r>
              <a:rPr lang="fr-FR" sz="1200" dirty="0" smtClean="0">
                <a:solidFill>
                  <a:srgbClr val="585858"/>
                </a:solidFill>
                <a:latin typeface="+mn-lt"/>
                <a:cs typeface="Calibri"/>
              </a:rPr>
              <a:t>il</a:t>
            </a:r>
            <a:r>
              <a:rPr lang="fr-FR" sz="1200" spc="-25" dirty="0" smtClean="0">
                <a:solidFill>
                  <a:srgbClr val="585858"/>
                </a:solidFill>
                <a:latin typeface="+mn-lt"/>
                <a:cs typeface="Calibri"/>
              </a:rPr>
              <a:t> est </a:t>
            </a:r>
            <a:r>
              <a:rPr lang="fr-FR" sz="1200" dirty="0" smtClean="0">
                <a:solidFill>
                  <a:srgbClr val="585858"/>
                </a:solidFill>
                <a:latin typeface="+mn-lt"/>
                <a:cs typeface="Calibri"/>
              </a:rPr>
              <a:t>possible</a:t>
            </a:r>
            <a:r>
              <a:rPr lang="fr-FR" sz="1200" spc="-5" dirty="0" smtClean="0">
                <a:solidFill>
                  <a:srgbClr val="585858"/>
                </a:solidFill>
                <a:latin typeface="+mn-lt"/>
                <a:cs typeface="Calibri"/>
              </a:rPr>
              <a:t> </a:t>
            </a:r>
            <a:r>
              <a:rPr lang="fr-FR" sz="1200" dirty="0" smtClean="0">
                <a:solidFill>
                  <a:srgbClr val="585858"/>
                </a:solidFill>
                <a:latin typeface="+mn-lt"/>
                <a:cs typeface="Calibri"/>
              </a:rPr>
              <a:t>vérifier</a:t>
            </a:r>
            <a:r>
              <a:rPr lang="fr-FR" sz="1200" spc="-55" dirty="0" smtClean="0">
                <a:solidFill>
                  <a:srgbClr val="585858"/>
                </a:solidFill>
                <a:latin typeface="+mn-lt"/>
                <a:cs typeface="Calibri"/>
              </a:rPr>
              <a:t> </a:t>
            </a:r>
            <a:r>
              <a:rPr lang="fr-FR" sz="1200" dirty="0" smtClean="0">
                <a:solidFill>
                  <a:srgbClr val="585858"/>
                </a:solidFill>
                <a:latin typeface="+mn-lt"/>
                <a:cs typeface="Calibri"/>
              </a:rPr>
              <a:t>la</a:t>
            </a:r>
            <a:r>
              <a:rPr lang="fr-FR" sz="1200" spc="-25" dirty="0" smtClean="0">
                <a:solidFill>
                  <a:srgbClr val="585858"/>
                </a:solidFill>
                <a:latin typeface="+mn-lt"/>
                <a:cs typeface="Calibri"/>
              </a:rPr>
              <a:t> </a:t>
            </a:r>
            <a:r>
              <a:rPr lang="fr-FR" sz="1200" dirty="0" smtClean="0">
                <a:solidFill>
                  <a:srgbClr val="585858"/>
                </a:solidFill>
                <a:latin typeface="+mn-lt"/>
                <a:cs typeface="Calibri"/>
              </a:rPr>
              <a:t>quantité</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45"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5" dirty="0" smtClean="0">
                <a:solidFill>
                  <a:srgbClr val="585858"/>
                </a:solidFill>
                <a:latin typeface="+mn-lt"/>
                <a:cs typeface="Calibri"/>
              </a:rPr>
              <a:t> </a:t>
            </a:r>
            <a:r>
              <a:rPr lang="fr-FR" sz="1200" dirty="0" smtClean="0">
                <a:solidFill>
                  <a:srgbClr val="585858"/>
                </a:solidFill>
                <a:latin typeface="+mn-lt"/>
                <a:cs typeface="Calibri"/>
              </a:rPr>
              <a:t>à</a:t>
            </a:r>
            <a:r>
              <a:rPr lang="fr-FR" sz="1200" spc="-25" dirty="0" smtClean="0">
                <a:solidFill>
                  <a:srgbClr val="585858"/>
                </a:solidFill>
                <a:latin typeface="+mn-lt"/>
                <a:cs typeface="Calibri"/>
              </a:rPr>
              <a:t> </a:t>
            </a:r>
            <a:r>
              <a:rPr lang="fr-FR" sz="1200" dirty="0" smtClean="0">
                <a:solidFill>
                  <a:srgbClr val="585858"/>
                </a:solidFill>
                <a:latin typeface="+mn-lt"/>
                <a:cs typeface="Calibri"/>
              </a:rPr>
              <a:t>allouer</a:t>
            </a:r>
            <a:r>
              <a:rPr lang="fr-FR" sz="1200" spc="-15" dirty="0" smtClean="0">
                <a:solidFill>
                  <a:srgbClr val="585858"/>
                </a:solidFill>
                <a:latin typeface="+mn-lt"/>
                <a:cs typeface="Calibri"/>
              </a:rPr>
              <a:t> </a:t>
            </a:r>
            <a:r>
              <a:rPr lang="fr-FR" sz="1200" dirty="0" smtClean="0">
                <a:solidFill>
                  <a:srgbClr val="585858"/>
                </a:solidFill>
                <a:latin typeface="+mn-lt"/>
                <a:cs typeface="Calibri"/>
              </a:rPr>
              <a:t>aux</a:t>
            </a:r>
            <a:r>
              <a:rPr lang="fr-FR" sz="1200" spc="-45" dirty="0" smtClean="0">
                <a:solidFill>
                  <a:srgbClr val="585858"/>
                </a:solidFill>
                <a:latin typeface="+mn-lt"/>
                <a:cs typeface="Calibri"/>
              </a:rPr>
              <a:t> </a:t>
            </a:r>
            <a:r>
              <a:rPr lang="fr-FR" sz="1200" spc="-10" dirty="0" smtClean="0">
                <a:solidFill>
                  <a:srgbClr val="585858"/>
                </a:solidFill>
                <a:latin typeface="+mn-lt"/>
                <a:cs typeface="Calibri"/>
              </a:rPr>
              <a:t>processus.</a:t>
            </a:r>
          </a:p>
          <a:p>
            <a:pPr marL="12700" marR="0" lvl="0" indent="0" algn="l" defTabSz="914400" rtl="0" eaLnBrk="1" fontAlgn="auto" latinLnBrk="0" hangingPunct="1">
              <a:lnSpc>
                <a:spcPct val="100000"/>
              </a:lnSpc>
              <a:spcBef>
                <a:spcPts val="100"/>
              </a:spcBef>
              <a:spcAft>
                <a:spcPts val="0"/>
              </a:spcAft>
              <a:buClrTx/>
              <a:buSzTx/>
              <a:buFontTx/>
              <a:buNone/>
              <a:tabLst/>
              <a:defRPr/>
            </a:pPr>
            <a:r>
              <a:rPr lang="fr-FR" sz="1200" dirty="0" smtClean="0">
                <a:solidFill>
                  <a:srgbClr val="585858"/>
                </a:solidFill>
                <a:latin typeface="+mn-lt"/>
                <a:cs typeface="Calibri"/>
              </a:rPr>
              <a:t>Dans</a:t>
            </a:r>
            <a:r>
              <a:rPr lang="fr-FR" sz="1200" spc="-25" dirty="0" smtClean="0">
                <a:solidFill>
                  <a:srgbClr val="585858"/>
                </a:solidFill>
                <a:latin typeface="+mn-lt"/>
                <a:cs typeface="Calibri"/>
              </a:rPr>
              <a:t> </a:t>
            </a:r>
            <a:r>
              <a:rPr lang="fr-FR" sz="1200" dirty="0" smtClean="0">
                <a:solidFill>
                  <a:srgbClr val="585858"/>
                </a:solidFill>
                <a:latin typeface="+mn-lt"/>
                <a:cs typeface="Calibri"/>
              </a:rPr>
              <a:t>ce</a:t>
            </a:r>
            <a:r>
              <a:rPr lang="fr-FR" sz="1200" spc="-15" dirty="0" smtClean="0">
                <a:solidFill>
                  <a:srgbClr val="585858"/>
                </a:solidFill>
                <a:latin typeface="+mn-lt"/>
                <a:cs typeface="Calibri"/>
              </a:rPr>
              <a:t> </a:t>
            </a:r>
            <a:r>
              <a:rPr lang="fr-FR" sz="1200" dirty="0" smtClean="0">
                <a:solidFill>
                  <a:srgbClr val="585858"/>
                </a:solidFill>
                <a:latin typeface="+mn-lt"/>
                <a:cs typeface="Calibri"/>
              </a:rPr>
              <a:t>qui</a:t>
            </a:r>
            <a:r>
              <a:rPr lang="fr-FR" sz="1200" spc="-20" dirty="0" smtClean="0">
                <a:solidFill>
                  <a:srgbClr val="585858"/>
                </a:solidFill>
                <a:latin typeface="+mn-lt"/>
                <a:cs typeface="Calibri"/>
              </a:rPr>
              <a:t> </a:t>
            </a:r>
            <a:r>
              <a:rPr lang="fr-FR" sz="1200" dirty="0" smtClean="0">
                <a:solidFill>
                  <a:srgbClr val="585858"/>
                </a:solidFill>
                <a:latin typeface="+mn-lt"/>
                <a:cs typeface="Calibri"/>
              </a:rPr>
              <a:t>suit,</a:t>
            </a:r>
            <a:r>
              <a:rPr lang="fr-FR" sz="1200" spc="-25" dirty="0" smtClean="0">
                <a:solidFill>
                  <a:srgbClr val="585858"/>
                </a:solidFill>
                <a:latin typeface="+mn-lt"/>
                <a:cs typeface="Calibri"/>
              </a:rPr>
              <a:t> </a:t>
            </a:r>
            <a:r>
              <a:rPr lang="fr-FR" sz="1200" dirty="0" smtClean="0">
                <a:solidFill>
                  <a:srgbClr val="585858"/>
                </a:solidFill>
                <a:latin typeface="+mn-lt"/>
                <a:cs typeface="Calibri"/>
              </a:rPr>
              <a:t>on</a:t>
            </a:r>
            <a:r>
              <a:rPr lang="fr-FR" sz="1200" spc="-20" dirty="0" smtClean="0">
                <a:solidFill>
                  <a:srgbClr val="585858"/>
                </a:solidFill>
                <a:latin typeface="+mn-lt"/>
                <a:cs typeface="Calibri"/>
              </a:rPr>
              <a:t> </a:t>
            </a:r>
            <a:r>
              <a:rPr lang="fr-FR" sz="1200" dirty="0" smtClean="0">
                <a:solidFill>
                  <a:srgbClr val="585858"/>
                </a:solidFill>
                <a:latin typeface="+mn-lt"/>
                <a:cs typeface="Calibri"/>
              </a:rPr>
              <a:t>va</a:t>
            </a:r>
            <a:r>
              <a:rPr lang="fr-FR" sz="1200" spc="-35" dirty="0" smtClean="0">
                <a:solidFill>
                  <a:srgbClr val="585858"/>
                </a:solidFill>
                <a:latin typeface="+mn-lt"/>
                <a:cs typeface="Calibri"/>
              </a:rPr>
              <a:t> </a:t>
            </a:r>
            <a:r>
              <a:rPr lang="fr-FR" sz="1200" dirty="0" smtClean="0">
                <a:solidFill>
                  <a:srgbClr val="585858"/>
                </a:solidFill>
                <a:latin typeface="+mn-lt"/>
                <a:cs typeface="Calibri"/>
              </a:rPr>
              <a:t>découvrir</a:t>
            </a:r>
            <a:r>
              <a:rPr lang="fr-FR" sz="1200" spc="-20" dirty="0" smtClean="0">
                <a:solidFill>
                  <a:srgbClr val="585858"/>
                </a:solidFill>
                <a:latin typeface="+mn-lt"/>
                <a:cs typeface="Calibri"/>
              </a:rPr>
              <a:t> </a:t>
            </a:r>
            <a:r>
              <a:rPr lang="fr-FR" sz="1200" dirty="0" smtClean="0">
                <a:solidFill>
                  <a:srgbClr val="585858"/>
                </a:solidFill>
                <a:latin typeface="+mn-lt"/>
                <a:cs typeface="Calibri"/>
              </a:rPr>
              <a:t>en</a:t>
            </a:r>
            <a:r>
              <a:rPr lang="fr-FR" sz="1200" spc="-15" dirty="0" smtClean="0">
                <a:solidFill>
                  <a:srgbClr val="585858"/>
                </a:solidFill>
                <a:latin typeface="+mn-lt"/>
                <a:cs typeface="Calibri"/>
              </a:rPr>
              <a:t> </a:t>
            </a:r>
            <a:r>
              <a:rPr lang="fr-FR" sz="1200" dirty="0" smtClean="0">
                <a:solidFill>
                  <a:srgbClr val="585858"/>
                </a:solidFill>
                <a:latin typeface="+mn-lt"/>
                <a:cs typeface="Calibri"/>
              </a:rPr>
              <a:t>détails</a:t>
            </a:r>
            <a:r>
              <a:rPr lang="fr-FR" sz="1200" spc="-5" dirty="0" smtClean="0">
                <a:solidFill>
                  <a:srgbClr val="585858"/>
                </a:solidFill>
                <a:latin typeface="+mn-lt"/>
                <a:cs typeface="Calibri"/>
              </a:rPr>
              <a:t> </a:t>
            </a:r>
            <a:r>
              <a:rPr lang="fr-FR" sz="1200" dirty="0" smtClean="0">
                <a:solidFill>
                  <a:srgbClr val="585858"/>
                </a:solidFill>
                <a:latin typeface="+mn-lt"/>
                <a:cs typeface="Calibri"/>
              </a:rPr>
              <a:t>la</a:t>
            </a:r>
            <a:r>
              <a:rPr lang="fr-FR" sz="1200" spc="-35"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40"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mémoire.</a:t>
            </a:r>
            <a:endParaRPr lang="fr-FR" sz="1200" dirty="0" smtClean="0">
              <a:latin typeface="+mn-lt"/>
              <a:cs typeface="Calibri"/>
            </a:endParaRPr>
          </a:p>
          <a:p>
            <a:pPr marL="12700" marR="0" lvl="0" indent="0" algn="l" defTabSz="914400" rtl="0" eaLnBrk="1" fontAlgn="auto" latinLnBrk="0" hangingPunct="1">
              <a:lnSpc>
                <a:spcPct val="100000"/>
              </a:lnSpc>
              <a:spcBef>
                <a:spcPts val="100"/>
              </a:spcBef>
              <a:spcAft>
                <a:spcPts val="0"/>
              </a:spcAft>
              <a:buClrTx/>
              <a:buSzTx/>
              <a:buFontTx/>
              <a:buNone/>
              <a:tabLst/>
              <a:defRPr/>
            </a:pPr>
            <a:endParaRPr lang="fr-FR" sz="1200" dirty="0" smtClean="0">
              <a:latin typeface="+mn-lt"/>
              <a:cs typeface="Calibri"/>
            </a:endParaRPr>
          </a:p>
          <a:p>
            <a:pPr marL="12700">
              <a:lnSpc>
                <a:spcPct val="100000"/>
              </a:lnSpc>
              <a:spcBef>
                <a:spcPts val="100"/>
              </a:spcBef>
            </a:pP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4</a:t>
            </a:fld>
            <a:endParaRPr lang="fr-FR"/>
          </a:p>
        </p:txBody>
      </p:sp>
    </p:spTree>
    <p:extLst>
      <p:ext uri="{BB962C8B-B14F-4D97-AF65-F5344CB8AC3E}">
        <p14:creationId xmlns:p14="http://schemas.microsoft.com/office/powerpoint/2010/main" val="161145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smtClean="0">
                <a:latin typeface="+mn-lt"/>
                <a:cs typeface="Calibri"/>
              </a:rPr>
              <a:t>Le</a:t>
            </a:r>
            <a:r>
              <a:rPr lang="fr-FR" b="0" spc="10" dirty="0" smtClean="0">
                <a:latin typeface="+mn-lt"/>
                <a:cs typeface="Calibri"/>
              </a:rPr>
              <a:t> </a:t>
            </a:r>
            <a:r>
              <a:rPr lang="fr-FR" b="0" dirty="0" smtClean="0">
                <a:latin typeface="+mn-lt"/>
                <a:cs typeface="Calibri"/>
              </a:rPr>
              <a:t>processeur</a:t>
            </a:r>
            <a:r>
              <a:rPr lang="fr-FR" b="0" spc="5" dirty="0" smtClean="0">
                <a:latin typeface="+mn-lt"/>
                <a:cs typeface="Calibri"/>
              </a:rPr>
              <a:t> </a:t>
            </a:r>
            <a:r>
              <a:rPr lang="fr-FR" b="0" dirty="0" smtClean="0">
                <a:latin typeface="+mn-lt"/>
                <a:cs typeface="Calibri"/>
              </a:rPr>
              <a:t>va</a:t>
            </a:r>
            <a:r>
              <a:rPr lang="fr-FR" b="0" spc="30" dirty="0" smtClean="0">
                <a:latin typeface="+mn-lt"/>
                <a:cs typeface="Calibri"/>
              </a:rPr>
              <a:t> </a:t>
            </a:r>
            <a:r>
              <a:rPr lang="fr-FR" b="0" spc="-10" dirty="0" smtClean="0">
                <a:latin typeface="+mn-lt"/>
                <a:cs typeface="Calibri"/>
              </a:rPr>
              <a:t>extraire</a:t>
            </a:r>
            <a:r>
              <a:rPr lang="fr-FR" b="0" spc="30" dirty="0" smtClean="0">
                <a:latin typeface="+mn-lt"/>
                <a:cs typeface="Calibri"/>
              </a:rPr>
              <a:t> </a:t>
            </a:r>
            <a:r>
              <a:rPr lang="fr-FR" b="0" dirty="0" smtClean="0">
                <a:latin typeface="+mn-lt"/>
                <a:cs typeface="Calibri"/>
              </a:rPr>
              <a:t>les</a:t>
            </a:r>
            <a:r>
              <a:rPr lang="fr-FR" b="0" spc="40" dirty="0" smtClean="0">
                <a:latin typeface="+mn-lt"/>
                <a:cs typeface="Calibri"/>
              </a:rPr>
              <a:t> </a:t>
            </a:r>
            <a:r>
              <a:rPr lang="fr-FR" b="0" dirty="0" smtClean="0">
                <a:latin typeface="+mn-lt"/>
                <a:cs typeface="Calibri"/>
              </a:rPr>
              <a:t>instructions</a:t>
            </a:r>
            <a:r>
              <a:rPr lang="fr-FR" b="0" spc="20" dirty="0" smtClean="0">
                <a:latin typeface="+mn-lt"/>
                <a:cs typeface="Calibri"/>
              </a:rPr>
              <a:t> </a:t>
            </a:r>
            <a:r>
              <a:rPr lang="fr-FR" b="0" dirty="0" smtClean="0">
                <a:latin typeface="+mn-lt"/>
                <a:cs typeface="Calibri"/>
              </a:rPr>
              <a:t>de</a:t>
            </a:r>
            <a:r>
              <a:rPr lang="fr-FR" b="0" spc="30" dirty="0" smtClean="0">
                <a:latin typeface="+mn-lt"/>
                <a:cs typeface="Calibri"/>
              </a:rPr>
              <a:t> </a:t>
            </a:r>
            <a:r>
              <a:rPr lang="fr-FR" b="0" dirty="0" smtClean="0">
                <a:latin typeface="+mn-lt"/>
                <a:cs typeface="Calibri"/>
              </a:rPr>
              <a:t>la</a:t>
            </a:r>
            <a:r>
              <a:rPr lang="fr-FR" b="0" spc="30" dirty="0" smtClean="0">
                <a:latin typeface="+mn-lt"/>
                <a:cs typeface="Calibri"/>
              </a:rPr>
              <a:t> </a:t>
            </a:r>
            <a:r>
              <a:rPr lang="fr-FR" b="0" dirty="0" smtClean="0">
                <a:latin typeface="+mn-lt"/>
                <a:cs typeface="Calibri"/>
              </a:rPr>
              <a:t>RAM</a:t>
            </a:r>
            <a:r>
              <a:rPr lang="fr-FR" b="0" spc="15" dirty="0" smtClean="0">
                <a:latin typeface="+mn-lt"/>
                <a:cs typeface="Calibri"/>
              </a:rPr>
              <a:t> </a:t>
            </a:r>
            <a:r>
              <a:rPr lang="fr-FR" b="0" dirty="0" smtClean="0">
                <a:latin typeface="+mn-lt"/>
                <a:cs typeface="Calibri"/>
              </a:rPr>
              <a:t>en</a:t>
            </a:r>
            <a:r>
              <a:rPr lang="fr-FR" b="0" spc="5" dirty="0" smtClean="0">
                <a:latin typeface="+mn-lt"/>
                <a:cs typeface="Calibri"/>
              </a:rPr>
              <a:t> </a:t>
            </a:r>
            <a:r>
              <a:rPr lang="fr-FR" b="0" dirty="0" smtClean="0">
                <a:latin typeface="+mn-lt"/>
                <a:cs typeface="Calibri"/>
              </a:rPr>
              <a:t>fonction</a:t>
            </a:r>
            <a:r>
              <a:rPr lang="fr-FR" b="0" spc="5" dirty="0" smtClean="0">
                <a:latin typeface="+mn-lt"/>
                <a:cs typeface="Calibri"/>
              </a:rPr>
              <a:t> </a:t>
            </a:r>
            <a:r>
              <a:rPr lang="fr-FR" b="0" dirty="0" smtClean="0">
                <a:latin typeface="+mn-lt"/>
                <a:cs typeface="Calibri"/>
              </a:rPr>
              <a:t>de</a:t>
            </a:r>
            <a:r>
              <a:rPr lang="fr-FR" b="0" spc="30" dirty="0" smtClean="0">
                <a:latin typeface="+mn-lt"/>
                <a:cs typeface="Calibri"/>
              </a:rPr>
              <a:t> </a:t>
            </a:r>
            <a:r>
              <a:rPr lang="fr-FR" b="0" spc="-25" dirty="0" smtClean="0">
                <a:latin typeface="+mn-lt"/>
                <a:cs typeface="Calibri"/>
              </a:rPr>
              <a:t>la </a:t>
            </a:r>
            <a:r>
              <a:rPr lang="fr-FR" b="0" dirty="0" smtClean="0">
                <a:latin typeface="+mn-lt"/>
                <a:cs typeface="Calibri"/>
              </a:rPr>
              <a:t>valeur</a:t>
            </a:r>
            <a:r>
              <a:rPr lang="fr-FR" b="0" spc="-55" dirty="0" smtClean="0">
                <a:latin typeface="+mn-lt"/>
                <a:cs typeface="Calibri"/>
              </a:rPr>
              <a:t> </a:t>
            </a:r>
            <a:r>
              <a:rPr lang="fr-FR" b="0" dirty="0" smtClean="0">
                <a:latin typeface="+mn-lt"/>
                <a:cs typeface="Calibri"/>
              </a:rPr>
              <a:t>d’un</a:t>
            </a:r>
            <a:r>
              <a:rPr lang="fr-FR" b="0" spc="-45" dirty="0" smtClean="0">
                <a:latin typeface="+mn-lt"/>
                <a:cs typeface="Calibri"/>
              </a:rPr>
              <a:t> </a:t>
            </a:r>
            <a:r>
              <a:rPr lang="fr-FR" b="0" dirty="0" smtClean="0">
                <a:latin typeface="+mn-lt"/>
                <a:cs typeface="Calibri"/>
              </a:rPr>
              <a:t>compteur</a:t>
            </a:r>
            <a:r>
              <a:rPr lang="fr-FR" b="0" spc="-50" dirty="0" smtClean="0">
                <a:latin typeface="+mn-lt"/>
                <a:cs typeface="Calibri"/>
              </a:rPr>
              <a:t> </a:t>
            </a:r>
            <a:r>
              <a:rPr lang="fr-FR" b="0" spc="-10" dirty="0" smtClean="0">
                <a:latin typeface="+mn-lt"/>
                <a:cs typeface="Calibri"/>
              </a:rPr>
              <a:t>d’instructions.</a:t>
            </a: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5</a:t>
            </a:fld>
            <a:endParaRPr lang="fr-FR"/>
          </a:p>
        </p:txBody>
      </p:sp>
    </p:spTree>
    <p:extLst>
      <p:ext uri="{BB962C8B-B14F-4D97-AF65-F5344CB8AC3E}">
        <p14:creationId xmlns:p14="http://schemas.microsoft.com/office/powerpoint/2010/main" val="3460066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6</a:t>
            </a:fld>
            <a:endParaRPr lang="fr-FR"/>
          </a:p>
        </p:txBody>
      </p:sp>
    </p:spTree>
    <p:extLst>
      <p:ext uri="{BB962C8B-B14F-4D97-AF65-F5344CB8AC3E}">
        <p14:creationId xmlns:p14="http://schemas.microsoft.com/office/powerpoint/2010/main" val="122317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Processus=25k, 50k,100k, 75k</a:t>
            </a: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7</a:t>
            </a:fld>
            <a:endParaRPr lang="fr-FR"/>
          </a:p>
        </p:txBody>
      </p:sp>
    </p:spTree>
    <p:extLst>
      <p:ext uri="{BB962C8B-B14F-4D97-AF65-F5344CB8AC3E}">
        <p14:creationId xmlns:p14="http://schemas.microsoft.com/office/powerpoint/2010/main" val="522315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smtClean="0">
                <a:latin typeface="+mn-lt"/>
                <a:cs typeface="Calibri"/>
              </a:rPr>
              <a:t>Le</a:t>
            </a:r>
            <a:r>
              <a:rPr lang="fr-FR" b="0" spc="10" dirty="0" smtClean="0">
                <a:latin typeface="+mn-lt"/>
                <a:cs typeface="Calibri"/>
              </a:rPr>
              <a:t> </a:t>
            </a:r>
            <a:r>
              <a:rPr lang="fr-FR" b="0" dirty="0" smtClean="0">
                <a:latin typeface="+mn-lt"/>
                <a:cs typeface="Calibri"/>
              </a:rPr>
              <a:t>processeur</a:t>
            </a:r>
            <a:r>
              <a:rPr lang="fr-FR" b="0" spc="5" dirty="0" smtClean="0">
                <a:latin typeface="+mn-lt"/>
                <a:cs typeface="Calibri"/>
              </a:rPr>
              <a:t> </a:t>
            </a:r>
            <a:r>
              <a:rPr lang="fr-FR" b="0" dirty="0" smtClean="0">
                <a:latin typeface="+mn-lt"/>
                <a:cs typeface="Calibri"/>
              </a:rPr>
              <a:t>va</a:t>
            </a:r>
            <a:r>
              <a:rPr lang="fr-FR" b="0" spc="30" dirty="0" smtClean="0">
                <a:latin typeface="+mn-lt"/>
                <a:cs typeface="Calibri"/>
              </a:rPr>
              <a:t> </a:t>
            </a:r>
            <a:r>
              <a:rPr lang="fr-FR" b="0" spc="-10" dirty="0" smtClean="0">
                <a:latin typeface="+mn-lt"/>
                <a:cs typeface="Calibri"/>
              </a:rPr>
              <a:t>extraire</a:t>
            </a:r>
            <a:r>
              <a:rPr lang="fr-FR" b="0" spc="30" dirty="0" smtClean="0">
                <a:latin typeface="+mn-lt"/>
                <a:cs typeface="Calibri"/>
              </a:rPr>
              <a:t> </a:t>
            </a:r>
            <a:r>
              <a:rPr lang="fr-FR" b="0" dirty="0" smtClean="0">
                <a:latin typeface="+mn-lt"/>
                <a:cs typeface="Calibri"/>
              </a:rPr>
              <a:t>les</a:t>
            </a:r>
            <a:r>
              <a:rPr lang="fr-FR" b="0" spc="40" dirty="0" smtClean="0">
                <a:latin typeface="+mn-lt"/>
                <a:cs typeface="Calibri"/>
              </a:rPr>
              <a:t> </a:t>
            </a:r>
            <a:r>
              <a:rPr lang="fr-FR" b="0" dirty="0" smtClean="0">
                <a:latin typeface="+mn-lt"/>
                <a:cs typeface="Calibri"/>
              </a:rPr>
              <a:t>instructions</a:t>
            </a:r>
            <a:r>
              <a:rPr lang="fr-FR" b="0" spc="20" dirty="0" smtClean="0">
                <a:latin typeface="+mn-lt"/>
                <a:cs typeface="Calibri"/>
              </a:rPr>
              <a:t> </a:t>
            </a:r>
            <a:r>
              <a:rPr lang="fr-FR" b="0" dirty="0" smtClean="0">
                <a:latin typeface="+mn-lt"/>
                <a:cs typeface="Calibri"/>
              </a:rPr>
              <a:t>de</a:t>
            </a:r>
            <a:r>
              <a:rPr lang="fr-FR" b="0" spc="30" dirty="0" smtClean="0">
                <a:latin typeface="+mn-lt"/>
                <a:cs typeface="Calibri"/>
              </a:rPr>
              <a:t> </a:t>
            </a:r>
            <a:r>
              <a:rPr lang="fr-FR" b="0" dirty="0" smtClean="0">
                <a:latin typeface="+mn-lt"/>
                <a:cs typeface="Calibri"/>
              </a:rPr>
              <a:t>la</a:t>
            </a:r>
            <a:r>
              <a:rPr lang="fr-FR" b="0" spc="30" dirty="0" smtClean="0">
                <a:latin typeface="+mn-lt"/>
                <a:cs typeface="Calibri"/>
              </a:rPr>
              <a:t> </a:t>
            </a:r>
            <a:r>
              <a:rPr lang="fr-FR" b="0" dirty="0" smtClean="0">
                <a:latin typeface="+mn-lt"/>
                <a:cs typeface="Calibri"/>
              </a:rPr>
              <a:t>RAM</a:t>
            </a:r>
            <a:r>
              <a:rPr lang="fr-FR" b="0" spc="15" dirty="0" smtClean="0">
                <a:latin typeface="+mn-lt"/>
                <a:cs typeface="Calibri"/>
              </a:rPr>
              <a:t> </a:t>
            </a:r>
            <a:r>
              <a:rPr lang="fr-FR" b="0" dirty="0" smtClean="0">
                <a:latin typeface="+mn-lt"/>
                <a:cs typeface="Calibri"/>
              </a:rPr>
              <a:t>en</a:t>
            </a:r>
            <a:r>
              <a:rPr lang="fr-FR" b="0" spc="5" dirty="0" smtClean="0">
                <a:latin typeface="+mn-lt"/>
                <a:cs typeface="Calibri"/>
              </a:rPr>
              <a:t> </a:t>
            </a:r>
            <a:r>
              <a:rPr lang="fr-FR" b="0" dirty="0" smtClean="0">
                <a:latin typeface="+mn-lt"/>
                <a:cs typeface="Calibri"/>
              </a:rPr>
              <a:t>fonction</a:t>
            </a:r>
            <a:r>
              <a:rPr lang="fr-FR" b="0" spc="5" dirty="0" smtClean="0">
                <a:latin typeface="+mn-lt"/>
                <a:cs typeface="Calibri"/>
              </a:rPr>
              <a:t> </a:t>
            </a:r>
            <a:r>
              <a:rPr lang="fr-FR" b="0" dirty="0" smtClean="0">
                <a:latin typeface="+mn-lt"/>
                <a:cs typeface="Calibri"/>
              </a:rPr>
              <a:t>de</a:t>
            </a:r>
            <a:r>
              <a:rPr lang="fr-FR" b="0" spc="30" dirty="0" smtClean="0">
                <a:latin typeface="+mn-lt"/>
                <a:cs typeface="Calibri"/>
              </a:rPr>
              <a:t> </a:t>
            </a:r>
            <a:r>
              <a:rPr lang="fr-FR" b="0" spc="-25" dirty="0" smtClean="0">
                <a:latin typeface="+mn-lt"/>
                <a:cs typeface="Calibri"/>
              </a:rPr>
              <a:t>la </a:t>
            </a:r>
            <a:r>
              <a:rPr lang="fr-FR" b="0" dirty="0" smtClean="0">
                <a:latin typeface="+mn-lt"/>
                <a:cs typeface="Calibri"/>
              </a:rPr>
              <a:t>valeur</a:t>
            </a:r>
            <a:r>
              <a:rPr lang="fr-FR" b="0" spc="-55" dirty="0" smtClean="0">
                <a:latin typeface="+mn-lt"/>
                <a:cs typeface="Calibri"/>
              </a:rPr>
              <a:t> </a:t>
            </a:r>
            <a:r>
              <a:rPr lang="fr-FR" b="0" dirty="0" smtClean="0">
                <a:latin typeface="+mn-lt"/>
                <a:cs typeface="Calibri"/>
              </a:rPr>
              <a:t>d’un</a:t>
            </a:r>
            <a:r>
              <a:rPr lang="fr-FR" b="0" spc="-45" dirty="0" smtClean="0">
                <a:latin typeface="+mn-lt"/>
                <a:cs typeface="Calibri"/>
              </a:rPr>
              <a:t> </a:t>
            </a:r>
            <a:r>
              <a:rPr lang="fr-FR" b="0" dirty="0" smtClean="0">
                <a:latin typeface="+mn-lt"/>
                <a:cs typeface="Calibri"/>
              </a:rPr>
              <a:t>compteur</a:t>
            </a:r>
            <a:r>
              <a:rPr lang="fr-FR" b="0" spc="-50" dirty="0" smtClean="0">
                <a:latin typeface="+mn-lt"/>
                <a:cs typeface="Calibri"/>
              </a:rPr>
              <a:t> </a:t>
            </a:r>
            <a:r>
              <a:rPr lang="fr-FR" b="0" spc="-10" dirty="0" smtClean="0">
                <a:latin typeface="+mn-lt"/>
                <a:cs typeface="Calibri"/>
              </a:rPr>
              <a:t>d’instructions.</a:t>
            </a: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8</a:t>
            </a:fld>
            <a:endParaRPr lang="fr-FR"/>
          </a:p>
        </p:txBody>
      </p:sp>
    </p:spTree>
    <p:extLst>
      <p:ext uri="{BB962C8B-B14F-4D97-AF65-F5344CB8AC3E}">
        <p14:creationId xmlns:p14="http://schemas.microsoft.com/office/powerpoint/2010/main" val="1903620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
            </a:r>
            <a:br>
              <a:rPr lang="fr-FR" dirty="0" smtClean="0"/>
            </a:br>
            <a:r>
              <a:rPr lang="fr-FR" sz="1200" b="0" i="0" kern="1200" dirty="0" smtClean="0">
                <a:solidFill>
                  <a:schemeClr val="tx1"/>
                </a:solidFill>
                <a:effectLst/>
                <a:latin typeface="+mn-lt"/>
                <a:ea typeface="+mn-ea"/>
                <a:cs typeface="+mn-cs"/>
              </a:rPr>
              <a:t>La monoprogrammation, aussi appelée </a:t>
            </a:r>
            <a:r>
              <a:rPr lang="fr-FR" sz="1200" b="0" i="0" kern="1200" dirty="0" err="1" smtClean="0">
                <a:solidFill>
                  <a:schemeClr val="tx1"/>
                </a:solidFill>
                <a:effectLst/>
                <a:latin typeface="+mn-lt"/>
                <a:ea typeface="+mn-ea"/>
                <a:cs typeface="+mn-cs"/>
              </a:rPr>
              <a:t>monoprocessing</a:t>
            </a:r>
            <a:r>
              <a:rPr lang="fr-FR" sz="1200" b="0" i="0" kern="1200" dirty="0" smtClean="0">
                <a:solidFill>
                  <a:schemeClr val="tx1"/>
                </a:solidFill>
                <a:effectLst/>
                <a:latin typeface="+mn-lt"/>
                <a:ea typeface="+mn-ea"/>
                <a:cs typeface="+mn-cs"/>
              </a:rPr>
              <a:t> ou </a:t>
            </a:r>
            <a:r>
              <a:rPr lang="fr-FR" sz="1200" b="0" i="0" kern="1200" dirty="0" err="1" smtClean="0">
                <a:solidFill>
                  <a:schemeClr val="tx1"/>
                </a:solidFill>
                <a:effectLst/>
                <a:latin typeface="+mn-lt"/>
                <a:ea typeface="+mn-ea"/>
                <a:cs typeface="+mn-cs"/>
              </a:rPr>
              <a:t>monotasking</a:t>
            </a:r>
            <a:r>
              <a:rPr lang="fr-FR" sz="1200" b="0" i="0" kern="1200" dirty="0" smtClean="0">
                <a:solidFill>
                  <a:schemeClr val="tx1"/>
                </a:solidFill>
                <a:effectLst/>
                <a:latin typeface="+mn-lt"/>
                <a:ea typeface="+mn-ea"/>
                <a:cs typeface="+mn-cs"/>
              </a:rPr>
              <a:t>, est un concept informatique où un seul programme est exécuté à la fois par un système informatique. Cela signifie que le processeur, qui est le cerveau de l'ordinateur, se consacre entièrement à exécuter un seul programme à la fois, ignorant tout autre travail ou processus en attente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smtClean="0">
                <a:solidFill>
                  <a:schemeClr val="tx1"/>
                </a:solidFill>
                <a:effectLst/>
                <a:latin typeface="+mn-lt"/>
                <a:ea typeface="+mn-ea"/>
                <a:cs typeface="+mn-cs"/>
              </a:rPr>
              <a:t>La monoprogrammation était plus courante dans les premiers systèmes informatiques où les ressources étaient limitées.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smtClean="0">
                <a:solidFill>
                  <a:schemeClr val="tx1"/>
                </a:solidFill>
                <a:effectLst/>
                <a:latin typeface="+mn-lt"/>
                <a:ea typeface="+mn-ea"/>
                <a:cs typeface="+mn-cs"/>
              </a:rPr>
              <a:t>Imaginons que votre ordinateur est comme une cuisine avec une seule cuisinière. En monoprogrammation, vous ne pouvez cuisiner qu'un plat à la fois. Vous commencez par préparer un plat, par exemple des pâtes, puis vous attendez qu'elles cuisent avant de passer à la préparation d'un autre plat, comme une salade. Pendant que les pâtes cuisent, vous ne pouvez pas commencer à préparer la salade, car toute votre attention est consacrée à surveiller et à terminer la cuisson des pâtes. Une fois que les pâtes sont prêtes, vous pouvez passer à la salade.</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9</a:t>
            </a:fld>
            <a:endParaRPr lang="fr-FR"/>
          </a:p>
        </p:txBody>
      </p:sp>
    </p:spTree>
    <p:extLst>
      <p:ext uri="{BB962C8B-B14F-4D97-AF65-F5344CB8AC3E}">
        <p14:creationId xmlns:p14="http://schemas.microsoft.com/office/powerpoint/2010/main" val="3547412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a:lnSpc>
                <a:spcPct val="100000"/>
              </a:lnSpc>
              <a:spcBef>
                <a:spcPts val="1320"/>
              </a:spcBef>
            </a:pPr>
            <a:r>
              <a:rPr lang="fr-FR" sz="1200" b="0" dirty="0" smtClean="0"/>
              <a:t>Afin</a:t>
            </a:r>
            <a:r>
              <a:rPr lang="fr-FR" sz="1200" b="0" spc="95" dirty="0" smtClean="0"/>
              <a:t> </a:t>
            </a:r>
            <a:r>
              <a:rPr lang="fr-FR" sz="1200" b="0" dirty="0" smtClean="0"/>
              <a:t>de</a:t>
            </a:r>
            <a:r>
              <a:rPr lang="fr-FR" sz="1200" b="0" spc="110" dirty="0" smtClean="0"/>
              <a:t> </a:t>
            </a:r>
            <a:r>
              <a:rPr lang="fr-FR" sz="1200" b="0" dirty="0" smtClean="0"/>
              <a:t>gérer</a:t>
            </a:r>
            <a:r>
              <a:rPr lang="fr-FR" sz="1200" b="0" spc="125" dirty="0" smtClean="0"/>
              <a:t> </a:t>
            </a:r>
            <a:r>
              <a:rPr lang="fr-FR" sz="1200" b="0" spc="-10" dirty="0" smtClean="0"/>
              <a:t>l’allocation</a:t>
            </a:r>
            <a:r>
              <a:rPr lang="fr-FR" sz="1200" b="0" spc="120" dirty="0" smtClean="0"/>
              <a:t> </a:t>
            </a:r>
            <a:r>
              <a:rPr lang="fr-FR" sz="1200" b="0" dirty="0" smtClean="0"/>
              <a:t>de</a:t>
            </a:r>
            <a:r>
              <a:rPr lang="fr-FR" sz="1200" b="0" spc="130" dirty="0" smtClean="0"/>
              <a:t> </a:t>
            </a:r>
            <a:r>
              <a:rPr lang="fr-FR" sz="1200" b="0" dirty="0" smtClean="0"/>
              <a:t>la</a:t>
            </a:r>
            <a:r>
              <a:rPr lang="fr-FR" sz="1200" b="0" spc="105" dirty="0" smtClean="0"/>
              <a:t> </a:t>
            </a:r>
            <a:r>
              <a:rPr lang="fr-FR" sz="1200" b="0" dirty="0" smtClean="0"/>
              <a:t>mémoire</a:t>
            </a:r>
            <a:r>
              <a:rPr lang="fr-FR" sz="1200" b="0" spc="114" dirty="0" smtClean="0"/>
              <a:t> </a:t>
            </a:r>
            <a:r>
              <a:rPr lang="fr-FR" sz="1200" b="0" dirty="0" smtClean="0"/>
              <a:t>aux</a:t>
            </a:r>
            <a:r>
              <a:rPr lang="fr-FR" sz="1200" b="0" spc="110" dirty="0" smtClean="0"/>
              <a:t> </a:t>
            </a:r>
            <a:r>
              <a:rPr lang="fr-FR" sz="1200" b="0" dirty="0" smtClean="0"/>
              <a:t>processus,</a:t>
            </a:r>
            <a:r>
              <a:rPr lang="fr-FR" sz="1200" b="0" spc="100" dirty="0" smtClean="0"/>
              <a:t> </a:t>
            </a:r>
            <a:r>
              <a:rPr lang="fr-FR" sz="1200" b="0" dirty="0" smtClean="0"/>
              <a:t>le</a:t>
            </a:r>
            <a:r>
              <a:rPr lang="fr-FR" sz="1200" b="0" spc="105" dirty="0" smtClean="0"/>
              <a:t> </a:t>
            </a:r>
            <a:r>
              <a:rPr lang="fr-FR" sz="1200" b="0" dirty="0" smtClean="0"/>
              <a:t>SE</a:t>
            </a:r>
            <a:r>
              <a:rPr lang="fr-FR" sz="1200" b="0" spc="95" dirty="0" smtClean="0"/>
              <a:t> </a:t>
            </a:r>
            <a:r>
              <a:rPr lang="fr-FR" sz="1200" b="0" dirty="0" smtClean="0"/>
              <a:t>manipule</a:t>
            </a:r>
            <a:r>
              <a:rPr lang="fr-FR" sz="1200" b="0" spc="135" dirty="0" smtClean="0"/>
              <a:t> </a:t>
            </a:r>
            <a:r>
              <a:rPr lang="fr-FR" sz="1200" b="0" dirty="0" smtClean="0"/>
              <a:t>une</a:t>
            </a:r>
            <a:r>
              <a:rPr lang="fr-FR" sz="1200" b="0" spc="105" dirty="0" smtClean="0"/>
              <a:t> </a:t>
            </a:r>
            <a:r>
              <a:rPr lang="fr-FR" sz="1200" b="0" dirty="0" smtClean="0"/>
              <a:t>table</a:t>
            </a:r>
            <a:r>
              <a:rPr lang="fr-FR" sz="1200" b="0" spc="114" dirty="0" smtClean="0"/>
              <a:t> </a:t>
            </a:r>
            <a:r>
              <a:rPr lang="fr-FR" sz="1200" b="0" dirty="0" smtClean="0"/>
              <a:t>qui</a:t>
            </a:r>
            <a:r>
              <a:rPr lang="fr-FR" sz="1200" b="0" spc="90" dirty="0" smtClean="0"/>
              <a:t> </a:t>
            </a:r>
            <a:r>
              <a:rPr lang="fr-FR" sz="1200" b="0" dirty="0" smtClean="0"/>
              <a:t>l’informe</a:t>
            </a:r>
            <a:r>
              <a:rPr lang="fr-FR" sz="1200" b="0" spc="110" dirty="0" smtClean="0"/>
              <a:t> </a:t>
            </a:r>
            <a:r>
              <a:rPr lang="fr-FR" sz="1200" b="0" dirty="0" smtClean="0"/>
              <a:t>sur</a:t>
            </a:r>
            <a:r>
              <a:rPr lang="fr-FR" sz="1200" b="0" spc="90" dirty="0" smtClean="0"/>
              <a:t> </a:t>
            </a:r>
            <a:r>
              <a:rPr lang="fr-FR" sz="1200" b="0" dirty="0" smtClean="0"/>
              <a:t>les</a:t>
            </a:r>
            <a:r>
              <a:rPr lang="fr-FR" sz="1200" b="0" spc="120" dirty="0" smtClean="0"/>
              <a:t> </a:t>
            </a:r>
            <a:r>
              <a:rPr lang="fr-FR" sz="1200" b="0" dirty="0" smtClean="0"/>
              <a:t>partitions</a:t>
            </a:r>
            <a:r>
              <a:rPr lang="fr-FR" sz="1200" b="0" spc="120" dirty="0" smtClean="0"/>
              <a:t> </a:t>
            </a:r>
            <a:r>
              <a:rPr lang="fr-FR" sz="1200" b="0" dirty="0" smtClean="0"/>
              <a:t>disponibles</a:t>
            </a:r>
            <a:r>
              <a:rPr lang="fr-FR" sz="1200" b="0" spc="145" dirty="0" smtClean="0"/>
              <a:t> </a:t>
            </a:r>
            <a:r>
              <a:rPr lang="fr-FR" sz="1200" b="0" dirty="0" smtClean="0"/>
              <a:t>(appelée</a:t>
            </a:r>
            <a:r>
              <a:rPr lang="fr-FR" sz="1200" b="0" spc="135" dirty="0" smtClean="0"/>
              <a:t> </a:t>
            </a:r>
            <a:r>
              <a:rPr lang="fr-FR" sz="1200" b="0" dirty="0" smtClean="0"/>
              <a:t>Trou</a:t>
            </a:r>
            <a:r>
              <a:rPr lang="fr-FR" sz="1200" b="0" spc="95" dirty="0" smtClean="0"/>
              <a:t> </a:t>
            </a:r>
            <a:r>
              <a:rPr lang="fr-FR" sz="1200" b="0" dirty="0" smtClean="0"/>
              <a:t>(Hole</a:t>
            </a:r>
            <a:r>
              <a:rPr lang="fr-FR" sz="1200" b="0" spc="135" dirty="0" smtClean="0"/>
              <a:t> </a:t>
            </a:r>
            <a:r>
              <a:rPr lang="fr-FR" sz="1200" b="0" dirty="0" smtClean="0"/>
              <a:t>en</a:t>
            </a:r>
            <a:r>
              <a:rPr lang="fr-FR" sz="1200" b="0" spc="100" dirty="0" smtClean="0"/>
              <a:t> </a:t>
            </a:r>
            <a:r>
              <a:rPr lang="fr-FR" sz="1200" b="0" dirty="0" smtClean="0"/>
              <a:t>anglais))</a:t>
            </a:r>
            <a:r>
              <a:rPr lang="fr-FR" sz="1200" b="0" spc="95" dirty="0" smtClean="0"/>
              <a:t> </a:t>
            </a:r>
            <a:r>
              <a:rPr lang="fr-FR" sz="1200" b="0" dirty="0" smtClean="0"/>
              <a:t>et</a:t>
            </a:r>
            <a:r>
              <a:rPr lang="fr-FR" sz="1200" b="0" spc="135" dirty="0" smtClean="0"/>
              <a:t> </a:t>
            </a:r>
            <a:r>
              <a:rPr lang="fr-FR" sz="1200" b="0" spc="-10" dirty="0" smtClean="0"/>
              <a:t>celles</a:t>
            </a:r>
            <a:endParaRPr lang="fr-FR" sz="1200" b="0" dirty="0" smtClean="0"/>
          </a:p>
          <a:p>
            <a:pPr marL="12700">
              <a:lnSpc>
                <a:spcPct val="100000"/>
              </a:lnSpc>
              <a:spcBef>
                <a:spcPts val="720"/>
              </a:spcBef>
            </a:pPr>
            <a:r>
              <a:rPr lang="fr-FR" sz="1200" b="0" spc="-10" dirty="0" smtClean="0"/>
              <a:t>occupées.</a:t>
            </a:r>
            <a:endParaRPr lang="fr-FR" sz="1200" b="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10</a:t>
            </a:fld>
            <a:endParaRPr lang="fr-FR"/>
          </a:p>
        </p:txBody>
      </p:sp>
    </p:spTree>
    <p:extLst>
      <p:ext uri="{BB962C8B-B14F-4D97-AF65-F5344CB8AC3E}">
        <p14:creationId xmlns:p14="http://schemas.microsoft.com/office/powerpoint/2010/main" val="814306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001F5F"/>
                </a:solidFill>
              </a:rPr>
              <a:t>Inconvénient</a:t>
            </a:r>
            <a:r>
              <a:rPr lang="fr-FR" sz="1200" b="0" spc="10" dirty="0" smtClean="0">
                <a:solidFill>
                  <a:srgbClr val="001F5F"/>
                </a:solidFill>
              </a:rPr>
              <a:t> </a:t>
            </a:r>
            <a:r>
              <a:rPr lang="fr-FR" sz="1200" b="0" dirty="0" smtClean="0"/>
              <a:t>de</a:t>
            </a:r>
            <a:r>
              <a:rPr lang="fr-FR" sz="1200" b="0" spc="10" dirty="0" smtClean="0"/>
              <a:t> </a:t>
            </a:r>
            <a:r>
              <a:rPr lang="fr-FR" sz="1200" b="0" dirty="0" smtClean="0"/>
              <a:t>la</a:t>
            </a:r>
            <a:r>
              <a:rPr lang="fr-FR" sz="1200" b="0" spc="10" dirty="0" smtClean="0"/>
              <a:t> </a:t>
            </a:r>
            <a:r>
              <a:rPr lang="fr-FR" sz="1200" b="0" dirty="0" smtClean="0"/>
              <a:t>méthode</a:t>
            </a:r>
            <a:r>
              <a:rPr lang="fr-FR" sz="1200" b="0" spc="10" dirty="0" smtClean="0"/>
              <a:t> </a:t>
            </a:r>
            <a:r>
              <a:rPr lang="fr-FR" sz="1200" b="0" dirty="0" smtClean="0"/>
              <a:t>avec</a:t>
            </a:r>
            <a:r>
              <a:rPr lang="fr-FR" sz="1200" b="0" spc="295" dirty="0" smtClean="0"/>
              <a:t> </a:t>
            </a:r>
            <a:r>
              <a:rPr lang="fr-FR" sz="1200" dirty="0" smtClean="0">
                <a:solidFill>
                  <a:srgbClr val="001F5F"/>
                </a:solidFill>
              </a:rPr>
              <a:t>des</a:t>
            </a:r>
            <a:r>
              <a:rPr lang="fr-FR" sz="1200" spc="5" dirty="0" smtClean="0">
                <a:solidFill>
                  <a:srgbClr val="001F5F"/>
                </a:solidFill>
              </a:rPr>
              <a:t> </a:t>
            </a:r>
            <a:r>
              <a:rPr lang="fr-FR" sz="1200" spc="-10" dirty="0" smtClean="0">
                <a:solidFill>
                  <a:srgbClr val="001F5F"/>
                </a:solidFill>
              </a:rPr>
              <a:t>différentes</a:t>
            </a:r>
            <a:r>
              <a:rPr lang="fr-FR" sz="1200" spc="20" dirty="0" smtClean="0">
                <a:solidFill>
                  <a:srgbClr val="001F5F"/>
                </a:solidFill>
              </a:rPr>
              <a:t> </a:t>
            </a:r>
            <a:r>
              <a:rPr lang="fr-FR" sz="1200" dirty="0" smtClean="0">
                <a:solidFill>
                  <a:srgbClr val="001F5F"/>
                </a:solidFill>
              </a:rPr>
              <a:t>files</a:t>
            </a:r>
            <a:r>
              <a:rPr lang="fr-FR" sz="1200" spc="10" dirty="0" smtClean="0">
                <a:solidFill>
                  <a:srgbClr val="001F5F"/>
                </a:solidFill>
              </a:rPr>
              <a:t> </a:t>
            </a:r>
            <a:r>
              <a:rPr lang="fr-FR" sz="1200" b="0" dirty="0" smtClean="0">
                <a:solidFill>
                  <a:srgbClr val="555555"/>
                </a:solidFill>
              </a:rPr>
              <a:t>: </a:t>
            </a:r>
            <a:r>
              <a:rPr lang="fr-FR" sz="1200" b="0" dirty="0" smtClean="0"/>
              <a:t>déséquilibre</a:t>
            </a:r>
            <a:r>
              <a:rPr lang="fr-FR" sz="1200" b="0" spc="15" dirty="0" smtClean="0"/>
              <a:t> </a:t>
            </a:r>
            <a:r>
              <a:rPr lang="fr-FR" sz="1200" b="0" dirty="0" smtClean="0"/>
              <a:t>de</a:t>
            </a:r>
            <a:r>
              <a:rPr lang="fr-FR" sz="1200" b="0" spc="10" dirty="0" smtClean="0"/>
              <a:t> </a:t>
            </a:r>
            <a:r>
              <a:rPr lang="fr-FR" sz="1200" b="0" dirty="0" smtClean="0"/>
              <a:t>la</a:t>
            </a:r>
            <a:r>
              <a:rPr lang="fr-FR" sz="1200" b="0" spc="10" dirty="0" smtClean="0"/>
              <a:t> </a:t>
            </a:r>
            <a:r>
              <a:rPr lang="fr-FR" sz="1200" b="0" dirty="0" smtClean="0"/>
              <a:t>partition</a:t>
            </a:r>
            <a:r>
              <a:rPr lang="fr-FR" sz="1200" b="0" spc="5" dirty="0" smtClean="0"/>
              <a:t> </a:t>
            </a:r>
            <a:r>
              <a:rPr lang="fr-FR" sz="1200" b="0" dirty="0" smtClean="0"/>
              <a:t>de</a:t>
            </a:r>
            <a:r>
              <a:rPr lang="fr-FR" sz="1200" b="0" spc="35" dirty="0" smtClean="0"/>
              <a:t> </a:t>
            </a:r>
            <a:r>
              <a:rPr lang="fr-FR" sz="1200" b="0" dirty="0" smtClean="0"/>
              <a:t>la</a:t>
            </a:r>
            <a:r>
              <a:rPr lang="fr-FR" sz="1200" b="0" spc="10" dirty="0" smtClean="0"/>
              <a:t> </a:t>
            </a:r>
            <a:r>
              <a:rPr lang="fr-FR" sz="1200" b="0" dirty="0" smtClean="0"/>
              <a:t>mémoire</a:t>
            </a:r>
            <a:r>
              <a:rPr lang="fr-FR" sz="1200" b="0" spc="35" dirty="0" smtClean="0"/>
              <a:t> </a:t>
            </a:r>
            <a:r>
              <a:rPr lang="fr-FR" sz="1200" b="0" dirty="0" smtClean="0"/>
              <a:t>entre</a:t>
            </a:r>
            <a:r>
              <a:rPr lang="fr-FR" sz="1200" b="0" spc="15" dirty="0" smtClean="0"/>
              <a:t> </a:t>
            </a:r>
            <a:r>
              <a:rPr lang="fr-FR" sz="1200" b="0" dirty="0" smtClean="0"/>
              <a:t>les</a:t>
            </a:r>
            <a:r>
              <a:rPr lang="fr-FR" sz="1200" b="0" spc="20" dirty="0" smtClean="0"/>
              <a:t> </a:t>
            </a:r>
            <a:r>
              <a:rPr lang="fr-FR" sz="1200" b="0" dirty="0" smtClean="0"/>
              <a:t>files,</a:t>
            </a:r>
            <a:r>
              <a:rPr lang="fr-FR" sz="1200" b="0" spc="20" dirty="0" smtClean="0"/>
              <a:t> </a:t>
            </a:r>
            <a:r>
              <a:rPr lang="fr-FR" sz="1200" b="0" dirty="0" smtClean="0"/>
              <a:t>on peut</a:t>
            </a:r>
            <a:r>
              <a:rPr lang="fr-FR" sz="1200" b="0" spc="15" dirty="0" smtClean="0"/>
              <a:t> </a:t>
            </a:r>
            <a:r>
              <a:rPr lang="fr-FR" sz="1200" b="0" dirty="0" smtClean="0"/>
              <a:t>avoir une</a:t>
            </a:r>
            <a:r>
              <a:rPr lang="fr-FR" sz="1200" b="0" spc="15" dirty="0" smtClean="0"/>
              <a:t> </a:t>
            </a:r>
            <a:r>
              <a:rPr lang="fr-FR" sz="1200" b="0" dirty="0" smtClean="0"/>
              <a:t>file</a:t>
            </a:r>
            <a:r>
              <a:rPr lang="fr-FR" sz="1200" b="0" spc="10" dirty="0" smtClean="0"/>
              <a:t> </a:t>
            </a:r>
            <a:r>
              <a:rPr lang="fr-FR" sz="1200" b="0" dirty="0" smtClean="0"/>
              <a:t>vide</a:t>
            </a:r>
            <a:r>
              <a:rPr lang="fr-FR" sz="1200" b="0" spc="10" dirty="0" smtClean="0"/>
              <a:t> </a:t>
            </a:r>
            <a:r>
              <a:rPr lang="fr-FR" sz="1200" b="0" dirty="0" smtClean="0"/>
              <a:t>pour une</a:t>
            </a:r>
            <a:r>
              <a:rPr lang="fr-FR" sz="1200" b="0" spc="10" dirty="0" smtClean="0"/>
              <a:t> </a:t>
            </a:r>
            <a:r>
              <a:rPr lang="fr-FR" sz="1200" b="0" dirty="0" smtClean="0"/>
              <a:t>grande</a:t>
            </a:r>
            <a:r>
              <a:rPr lang="fr-FR" sz="1200" b="0" spc="10" dirty="0" smtClean="0"/>
              <a:t> </a:t>
            </a:r>
            <a:r>
              <a:rPr lang="fr-FR" sz="1200" b="0" dirty="0" smtClean="0"/>
              <a:t>partition</a:t>
            </a:r>
            <a:r>
              <a:rPr lang="fr-FR" sz="1200" b="0" spc="10" dirty="0" smtClean="0"/>
              <a:t> </a:t>
            </a:r>
            <a:r>
              <a:rPr lang="fr-FR" sz="1200" b="0" spc="-25" dirty="0" smtClean="0"/>
              <a:t>et</a:t>
            </a:r>
            <a:r>
              <a:rPr lang="fr-FR" sz="1200" b="0" dirty="0" smtClean="0"/>
              <a:t> une</a:t>
            </a:r>
            <a:r>
              <a:rPr lang="fr-FR" sz="1200" b="0" spc="-25" dirty="0" smtClean="0"/>
              <a:t> </a:t>
            </a:r>
            <a:r>
              <a:rPr lang="fr-FR" sz="1200" b="0" dirty="0" smtClean="0"/>
              <a:t>autre</a:t>
            </a:r>
            <a:r>
              <a:rPr lang="fr-FR" sz="1200" b="0" spc="-45" dirty="0" smtClean="0"/>
              <a:t> </a:t>
            </a:r>
            <a:r>
              <a:rPr lang="fr-FR" sz="1200" b="0" dirty="0" smtClean="0"/>
              <a:t>pleine</a:t>
            </a:r>
            <a:r>
              <a:rPr lang="fr-FR" sz="1200" b="0" spc="-5" dirty="0" smtClean="0"/>
              <a:t> </a:t>
            </a:r>
            <a:r>
              <a:rPr lang="fr-FR" sz="1200" b="0" dirty="0" smtClean="0"/>
              <a:t>pour</a:t>
            </a:r>
            <a:r>
              <a:rPr lang="fr-FR" sz="1200" b="0" spc="-35" dirty="0" smtClean="0"/>
              <a:t> </a:t>
            </a:r>
            <a:r>
              <a:rPr lang="fr-FR" sz="1200" b="0" dirty="0" smtClean="0"/>
              <a:t>une</a:t>
            </a:r>
            <a:r>
              <a:rPr lang="fr-FR" sz="1200" b="0" spc="-45" dirty="0" smtClean="0"/>
              <a:t> </a:t>
            </a:r>
            <a:r>
              <a:rPr lang="fr-FR" sz="1200" b="0" dirty="0" smtClean="0"/>
              <a:t>petite</a:t>
            </a:r>
            <a:r>
              <a:rPr lang="fr-FR" sz="1200" b="0" spc="-20" dirty="0" smtClean="0"/>
              <a:t> </a:t>
            </a:r>
            <a:r>
              <a:rPr lang="fr-FR" sz="1200" b="0" dirty="0" smtClean="0"/>
              <a:t>partition.</a:t>
            </a:r>
            <a:r>
              <a:rPr lang="fr-FR" sz="1200" b="0" spc="215" dirty="0" smtClean="0"/>
              <a:t> </a:t>
            </a:r>
            <a:r>
              <a:rPr lang="fr-FR" sz="1200" b="0" dirty="0" smtClean="0"/>
              <a:t>Ce</a:t>
            </a:r>
            <a:r>
              <a:rPr lang="fr-FR" sz="1200" b="0" spc="-45" dirty="0" smtClean="0"/>
              <a:t> </a:t>
            </a:r>
            <a:r>
              <a:rPr lang="fr-FR" sz="1200" b="0" dirty="0" smtClean="0"/>
              <a:t>problème peut</a:t>
            </a:r>
            <a:r>
              <a:rPr lang="fr-FR" sz="1200" b="0" spc="-20" dirty="0" smtClean="0"/>
              <a:t> </a:t>
            </a:r>
            <a:r>
              <a:rPr lang="fr-FR" sz="1200" b="0" dirty="0" smtClean="0"/>
              <a:t>être</a:t>
            </a:r>
            <a:r>
              <a:rPr lang="fr-FR" sz="1200" b="0" spc="-40" dirty="0" smtClean="0"/>
              <a:t> </a:t>
            </a:r>
            <a:r>
              <a:rPr lang="fr-FR" sz="1200" b="0" dirty="0" smtClean="0"/>
              <a:t>résolu</a:t>
            </a:r>
            <a:r>
              <a:rPr lang="fr-FR" sz="1200" b="0" spc="-10" dirty="0" smtClean="0"/>
              <a:t> </a:t>
            </a:r>
            <a:r>
              <a:rPr lang="fr-FR" sz="1200" b="0" dirty="0" smtClean="0"/>
              <a:t>en</a:t>
            </a:r>
            <a:r>
              <a:rPr lang="fr-FR" sz="1200" b="0" spc="-50" dirty="0" smtClean="0"/>
              <a:t> </a:t>
            </a:r>
            <a:r>
              <a:rPr lang="fr-FR" sz="1200" b="0" dirty="0" smtClean="0"/>
              <a:t>utilisant</a:t>
            </a:r>
            <a:r>
              <a:rPr lang="fr-FR" sz="1200" b="0" spc="-15" dirty="0" smtClean="0"/>
              <a:t> </a:t>
            </a:r>
            <a:r>
              <a:rPr lang="fr-FR" sz="1200" b="0" dirty="0" smtClean="0"/>
              <a:t>une</a:t>
            </a:r>
            <a:r>
              <a:rPr lang="fr-FR" sz="1200" b="0" spc="-40" dirty="0" smtClean="0"/>
              <a:t> </a:t>
            </a:r>
            <a:r>
              <a:rPr lang="fr-FR" sz="1200" b="0" dirty="0" smtClean="0"/>
              <a:t>seule</a:t>
            </a:r>
            <a:r>
              <a:rPr lang="fr-FR" sz="1200" b="0" spc="-20" dirty="0" smtClean="0"/>
              <a:t> </a:t>
            </a:r>
            <a:r>
              <a:rPr lang="fr-FR" sz="1200" b="0" spc="-10" dirty="0" smtClean="0"/>
              <a:t>file</a:t>
            </a:r>
            <a:endParaRPr lang="fr-FR" sz="1200" b="0" spc="-20" dirty="0" smtClean="0"/>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11</a:t>
            </a:fld>
            <a:endParaRPr lang="fr-FR"/>
          </a:p>
        </p:txBody>
      </p:sp>
    </p:spTree>
    <p:extLst>
      <p:ext uri="{BB962C8B-B14F-4D97-AF65-F5344CB8AC3E}">
        <p14:creationId xmlns:p14="http://schemas.microsoft.com/office/powerpoint/2010/main" val="1772252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spc="-20" dirty="0" smtClean="0">
                <a:solidFill>
                  <a:srgbClr val="585858"/>
                </a:solidFill>
                <a:latin typeface="+mn-lt"/>
                <a:cs typeface="Calibri"/>
              </a:rPr>
              <a:t>L’utilisation </a:t>
            </a:r>
            <a:r>
              <a:rPr lang="fr-FR" sz="1200" dirty="0" smtClean="0">
                <a:solidFill>
                  <a:srgbClr val="585858"/>
                </a:solidFill>
                <a:latin typeface="+mn-lt"/>
                <a:cs typeface="Calibri"/>
              </a:rPr>
              <a:t>d’une</a:t>
            </a:r>
            <a:r>
              <a:rPr lang="fr-FR" sz="1200" spc="-30"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5" dirty="0" smtClean="0">
                <a:solidFill>
                  <a:srgbClr val="585858"/>
                </a:solidFill>
                <a:latin typeface="+mn-lt"/>
                <a:cs typeface="Calibri"/>
              </a:rPr>
              <a:t> </a:t>
            </a:r>
            <a:r>
              <a:rPr lang="fr-FR" sz="1200" dirty="0" smtClean="0">
                <a:solidFill>
                  <a:srgbClr val="585858"/>
                </a:solidFill>
                <a:latin typeface="+mn-lt"/>
                <a:cs typeface="Calibri"/>
              </a:rPr>
              <a:t>auxiliaire</a:t>
            </a:r>
            <a:r>
              <a:rPr lang="fr-FR" sz="1200" spc="10" dirty="0" smtClean="0">
                <a:solidFill>
                  <a:srgbClr val="585858"/>
                </a:solidFill>
                <a:latin typeface="+mn-lt"/>
                <a:cs typeface="Calibri"/>
              </a:rPr>
              <a:t> </a:t>
            </a:r>
            <a:r>
              <a:rPr lang="fr-FR" sz="1200" dirty="0" smtClean="0">
                <a:solidFill>
                  <a:srgbClr val="585858"/>
                </a:solidFill>
                <a:latin typeface="+mn-lt"/>
                <a:cs typeface="Calibri"/>
              </a:rPr>
              <a:t>(</a:t>
            </a:r>
            <a:r>
              <a:rPr lang="fr-FR" sz="1200" i="1" dirty="0" err="1" smtClean="0">
                <a:solidFill>
                  <a:srgbClr val="585858"/>
                </a:solidFill>
                <a:latin typeface="+mn-lt"/>
                <a:cs typeface="Calibri"/>
              </a:rPr>
              <a:t>backing</a:t>
            </a:r>
            <a:r>
              <a:rPr lang="fr-FR" sz="1200" i="1" spc="-65" dirty="0" smtClean="0">
                <a:solidFill>
                  <a:srgbClr val="585858"/>
                </a:solidFill>
                <a:latin typeface="+mn-lt"/>
                <a:cs typeface="Calibri"/>
              </a:rPr>
              <a:t> </a:t>
            </a:r>
            <a:r>
              <a:rPr lang="fr-FR" sz="1200" i="1" dirty="0" smtClean="0">
                <a:solidFill>
                  <a:srgbClr val="585858"/>
                </a:solidFill>
                <a:latin typeface="+mn-lt"/>
                <a:cs typeface="Calibri"/>
              </a:rPr>
              <a:t>store</a:t>
            </a:r>
            <a:r>
              <a:rPr lang="fr-FR" sz="1200" dirty="0" smtClean="0">
                <a:solidFill>
                  <a:srgbClr val="585858"/>
                </a:solidFill>
                <a:latin typeface="+mn-lt"/>
                <a:cs typeface="Calibri"/>
              </a:rPr>
              <a:t>)</a:t>
            </a:r>
            <a:r>
              <a:rPr lang="fr-FR" sz="1200" spc="-35" dirty="0" smtClean="0">
                <a:solidFill>
                  <a:srgbClr val="585858"/>
                </a:solidFill>
                <a:latin typeface="+mn-lt"/>
                <a:cs typeface="Calibri"/>
              </a:rPr>
              <a:t> </a:t>
            </a:r>
            <a:r>
              <a:rPr lang="fr-FR" sz="1200" dirty="0" smtClean="0">
                <a:solidFill>
                  <a:srgbClr val="585858"/>
                </a:solidFill>
                <a:latin typeface="+mn-lt"/>
                <a:cs typeface="Calibri"/>
              </a:rPr>
              <a:t>:</a:t>
            </a:r>
            <a:r>
              <a:rPr lang="fr-FR" sz="1200" spc="-35"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45" dirty="0" smtClean="0">
                <a:solidFill>
                  <a:srgbClr val="585858"/>
                </a:solidFill>
                <a:latin typeface="+mn-lt"/>
                <a:cs typeface="Calibri"/>
              </a:rPr>
              <a:t> </a:t>
            </a:r>
            <a:r>
              <a:rPr lang="fr-FR" sz="1200" dirty="0" smtClean="0">
                <a:solidFill>
                  <a:srgbClr val="585858"/>
                </a:solidFill>
                <a:latin typeface="+mn-lt"/>
                <a:cs typeface="Calibri"/>
              </a:rPr>
              <a:t>rapide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suffisamment</a:t>
            </a:r>
            <a:r>
              <a:rPr lang="fr-FR" sz="1200" spc="-45" dirty="0" smtClean="0">
                <a:solidFill>
                  <a:srgbClr val="585858"/>
                </a:solidFill>
                <a:latin typeface="+mn-lt"/>
                <a:cs typeface="Calibri"/>
              </a:rPr>
              <a:t> </a:t>
            </a:r>
            <a:r>
              <a:rPr lang="fr-FR" sz="1200" dirty="0" smtClean="0">
                <a:solidFill>
                  <a:srgbClr val="585858"/>
                </a:solidFill>
                <a:latin typeface="+mn-lt"/>
                <a:cs typeface="Calibri"/>
              </a:rPr>
              <a:t>grand</a:t>
            </a:r>
            <a:r>
              <a:rPr lang="fr-FR" sz="1200" spc="-55" dirty="0" smtClean="0">
                <a:solidFill>
                  <a:srgbClr val="585858"/>
                </a:solidFill>
                <a:latin typeface="+mn-lt"/>
                <a:cs typeface="Calibri"/>
              </a:rPr>
              <a:t> </a:t>
            </a:r>
            <a:r>
              <a:rPr lang="fr-FR" sz="1200" dirty="0" smtClean="0">
                <a:solidFill>
                  <a:srgbClr val="585858"/>
                </a:solidFill>
                <a:latin typeface="+mn-lt"/>
                <a:cs typeface="Calibri"/>
              </a:rPr>
              <a:t>pour</a:t>
            </a:r>
            <a:r>
              <a:rPr lang="fr-FR" sz="1200" spc="-20" dirty="0" smtClean="0">
                <a:solidFill>
                  <a:srgbClr val="585858"/>
                </a:solidFill>
                <a:latin typeface="+mn-lt"/>
                <a:cs typeface="Calibri"/>
              </a:rPr>
              <a:t> </a:t>
            </a:r>
            <a:r>
              <a:rPr lang="fr-FR" sz="1200" dirty="0" smtClean="0">
                <a:solidFill>
                  <a:srgbClr val="585858"/>
                </a:solidFill>
                <a:latin typeface="+mn-lt"/>
                <a:cs typeface="Calibri"/>
              </a:rPr>
              <a:t>pouvoir</a:t>
            </a:r>
            <a:r>
              <a:rPr lang="fr-FR" sz="1200" spc="-40" dirty="0" smtClean="0">
                <a:solidFill>
                  <a:srgbClr val="585858"/>
                </a:solidFill>
                <a:latin typeface="+mn-lt"/>
                <a:cs typeface="Calibri"/>
              </a:rPr>
              <a:t> </a:t>
            </a:r>
            <a:r>
              <a:rPr lang="fr-FR" sz="1200" dirty="0" smtClean="0">
                <a:solidFill>
                  <a:srgbClr val="585858"/>
                </a:solidFill>
                <a:latin typeface="+mn-lt"/>
                <a:cs typeface="Calibri"/>
              </a:rPr>
              <a:t>ranger</a:t>
            </a:r>
            <a:r>
              <a:rPr lang="fr-FR" sz="1200" spc="-60" dirty="0" smtClean="0">
                <a:solidFill>
                  <a:srgbClr val="585858"/>
                </a:solidFill>
                <a:latin typeface="+mn-lt"/>
                <a:cs typeface="Calibri"/>
              </a:rPr>
              <a:t> </a:t>
            </a:r>
            <a:r>
              <a:rPr lang="fr-FR" sz="1200" dirty="0" smtClean="0">
                <a:solidFill>
                  <a:srgbClr val="585858"/>
                </a:solidFill>
                <a:latin typeface="+mn-lt"/>
                <a:cs typeface="Calibri"/>
              </a:rPr>
              <a:t>les</a:t>
            </a:r>
            <a:r>
              <a:rPr lang="fr-FR" sz="1200" spc="-40" dirty="0" smtClean="0">
                <a:solidFill>
                  <a:srgbClr val="585858"/>
                </a:solidFill>
                <a:latin typeface="+mn-lt"/>
                <a:cs typeface="Calibri"/>
              </a:rPr>
              <a:t> </a:t>
            </a:r>
            <a:r>
              <a:rPr lang="fr-FR" sz="1200" dirty="0" smtClean="0">
                <a:solidFill>
                  <a:srgbClr val="585858"/>
                </a:solidFill>
                <a:latin typeface="+mn-lt"/>
                <a:cs typeface="Calibri"/>
              </a:rPr>
              <a:t>copies de</a:t>
            </a:r>
            <a:r>
              <a:rPr lang="fr-FR" sz="1200" spc="-45" dirty="0" smtClean="0">
                <a:solidFill>
                  <a:srgbClr val="585858"/>
                </a:solidFill>
                <a:latin typeface="+mn-lt"/>
                <a:cs typeface="Calibri"/>
              </a:rPr>
              <a:t> </a:t>
            </a:r>
            <a:r>
              <a:rPr lang="fr-FR" sz="1200" dirty="0" smtClean="0">
                <a:solidFill>
                  <a:srgbClr val="585858"/>
                </a:solidFill>
                <a:latin typeface="+mn-lt"/>
                <a:cs typeface="Calibri"/>
              </a:rPr>
              <a:t>toutes</a:t>
            </a:r>
            <a:r>
              <a:rPr lang="fr-FR" sz="1200" spc="-45" dirty="0" smtClean="0">
                <a:solidFill>
                  <a:srgbClr val="585858"/>
                </a:solidFill>
                <a:latin typeface="+mn-lt"/>
                <a:cs typeface="Calibri"/>
              </a:rPr>
              <a:t> </a:t>
            </a:r>
            <a:r>
              <a:rPr lang="fr-FR" sz="1200" dirty="0" smtClean="0">
                <a:solidFill>
                  <a:srgbClr val="585858"/>
                </a:solidFill>
                <a:latin typeface="+mn-lt"/>
                <a:cs typeface="Calibri"/>
              </a:rPr>
              <a:t>les</a:t>
            </a:r>
            <a:r>
              <a:rPr lang="fr-FR" sz="1200" spc="-20" dirty="0" smtClean="0">
                <a:solidFill>
                  <a:srgbClr val="585858"/>
                </a:solidFill>
                <a:latin typeface="+mn-lt"/>
                <a:cs typeface="Calibri"/>
              </a:rPr>
              <a:t> </a:t>
            </a:r>
            <a:r>
              <a:rPr lang="fr-FR" sz="1200" dirty="0" smtClean="0">
                <a:solidFill>
                  <a:srgbClr val="585858"/>
                </a:solidFill>
                <a:latin typeface="+mn-lt"/>
                <a:cs typeface="Calibri"/>
              </a:rPr>
              <a:t>images</a:t>
            </a:r>
            <a:r>
              <a:rPr lang="fr-FR" sz="1200" spc="-40"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10" dirty="0" smtClean="0">
                <a:solidFill>
                  <a:srgbClr val="585858"/>
                </a:solidFill>
                <a:latin typeface="+mn-lt"/>
                <a:cs typeface="Calibri"/>
              </a:rPr>
              <a:t> </a:t>
            </a:r>
            <a:r>
              <a:rPr lang="fr-FR" sz="1200" spc="-25" dirty="0" smtClean="0">
                <a:solidFill>
                  <a:srgbClr val="585858"/>
                </a:solidFill>
                <a:latin typeface="+mn-lt"/>
                <a:cs typeface="Calibri"/>
              </a:rPr>
              <a:t>de </a:t>
            </a:r>
            <a:r>
              <a:rPr lang="fr-FR" sz="1200" dirty="0" smtClean="0">
                <a:solidFill>
                  <a:srgbClr val="585858"/>
                </a:solidFill>
                <a:latin typeface="+mn-lt"/>
                <a:cs typeface="Calibri"/>
              </a:rPr>
              <a:t>tous</a:t>
            </a:r>
            <a:r>
              <a:rPr lang="fr-FR" sz="1200" spc="-35" dirty="0" smtClean="0">
                <a:solidFill>
                  <a:srgbClr val="585858"/>
                </a:solidFill>
                <a:latin typeface="+mn-lt"/>
                <a:cs typeface="Calibri"/>
              </a:rPr>
              <a:t> </a:t>
            </a:r>
            <a:r>
              <a:rPr lang="fr-FR" sz="1200" dirty="0" smtClean="0">
                <a:solidFill>
                  <a:srgbClr val="585858"/>
                </a:solidFill>
                <a:latin typeface="+mn-lt"/>
                <a:cs typeface="Calibri"/>
              </a:rPr>
              <a:t>les</a:t>
            </a:r>
            <a:r>
              <a:rPr lang="fr-FR" sz="1200" spc="-10" dirty="0" smtClean="0">
                <a:solidFill>
                  <a:srgbClr val="585858"/>
                </a:solidFill>
                <a:latin typeface="+mn-lt"/>
                <a:cs typeface="Calibri"/>
              </a:rPr>
              <a:t> utilisateurs.</a:t>
            </a:r>
          </a:p>
          <a:p>
            <a:r>
              <a:rPr lang="fr-FR" sz="1200" b="0" i="0" kern="1200" dirty="0" smtClean="0">
                <a:solidFill>
                  <a:schemeClr val="tx1"/>
                </a:solidFill>
                <a:effectLst/>
                <a:latin typeface="+mn-lt"/>
                <a:ea typeface="+mn-ea"/>
                <a:cs typeface="+mn-cs"/>
              </a:rPr>
              <a:t>Prenons l'exemple d'un bureau avec une petite surface de travail et plusieurs tiroirs de rangement. Vous avez beaucoup de documents à traiter, mais vous ne pouvez pas tous les garder sur votre bureau en même temps car il n'y a pas assez de place. Alors, pour libérer de l'espace sur votre bureau, vous décidez de placer certains documents dans les tiroirs et de ne garder que ceux sur lesquels vous travaillez actuellement.</a:t>
            </a:r>
          </a:p>
          <a:p>
            <a:r>
              <a:rPr lang="fr-FR" sz="1200" b="0" i="0" kern="1200" dirty="0" smtClean="0">
                <a:solidFill>
                  <a:schemeClr val="tx1"/>
                </a:solidFill>
                <a:effectLst/>
                <a:latin typeface="+mn-lt"/>
                <a:ea typeface="+mn-ea"/>
                <a:cs typeface="+mn-cs"/>
              </a:rPr>
              <a:t>C'est un peu comme le principe de </a:t>
            </a:r>
            <a:r>
              <a:rPr lang="fr-FR" sz="1200" b="0" i="0" kern="1200" dirty="0" err="1" smtClean="0">
                <a:solidFill>
                  <a:schemeClr val="tx1"/>
                </a:solidFill>
                <a:effectLst/>
                <a:latin typeface="+mn-lt"/>
                <a:ea typeface="+mn-ea"/>
                <a:cs typeface="+mn-cs"/>
              </a:rPr>
              <a:t>swapping</a:t>
            </a:r>
            <a:r>
              <a:rPr lang="fr-FR" sz="1200" b="0" i="0" kern="1200" dirty="0" smtClean="0">
                <a:solidFill>
                  <a:schemeClr val="tx1"/>
                </a:solidFill>
                <a:effectLst/>
                <a:latin typeface="+mn-lt"/>
                <a:ea typeface="+mn-ea"/>
                <a:cs typeface="+mn-cs"/>
              </a:rPr>
              <a:t> dans un système informatique. Le "bureau" représente la mémoire principale (RAM) de l'ordinateur, qui a une capacité limitée, tandis que les "tiroirs" sont l'espace de stockage supplémentaire, comme le disque dur.</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spc="-10" dirty="0" smtClean="0">
              <a:solidFill>
                <a:srgbClr val="585858"/>
              </a:solidFill>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Si</a:t>
            </a:r>
            <a:r>
              <a:rPr lang="fr-FR" sz="1200" spc="-35" dirty="0" smtClean="0">
                <a:solidFill>
                  <a:srgbClr val="585858"/>
                </a:solidFill>
                <a:latin typeface="+mn-lt"/>
                <a:cs typeface="Calibri"/>
              </a:rPr>
              <a:t> </a:t>
            </a:r>
            <a:r>
              <a:rPr lang="fr-FR" sz="1200" dirty="0" smtClean="0">
                <a:solidFill>
                  <a:srgbClr val="585858"/>
                </a:solidFill>
                <a:latin typeface="+mn-lt"/>
                <a:cs typeface="Calibri"/>
              </a:rPr>
              <a:t>les</a:t>
            </a:r>
            <a:r>
              <a:rPr lang="fr-FR" sz="1200" spc="-5" dirty="0" smtClean="0">
                <a:solidFill>
                  <a:srgbClr val="585858"/>
                </a:solidFill>
                <a:latin typeface="+mn-lt"/>
                <a:cs typeface="Calibri"/>
              </a:rPr>
              <a:t> </a:t>
            </a:r>
            <a:r>
              <a:rPr lang="fr-FR" sz="1200" dirty="0" smtClean="0">
                <a:solidFill>
                  <a:srgbClr val="585858"/>
                </a:solidFill>
                <a:latin typeface="+mn-lt"/>
                <a:cs typeface="Calibri"/>
              </a:rPr>
              <a:t>E/S</a:t>
            </a:r>
            <a:r>
              <a:rPr lang="fr-FR" sz="1200" spc="-20" dirty="0" smtClean="0">
                <a:solidFill>
                  <a:srgbClr val="585858"/>
                </a:solidFill>
                <a:latin typeface="+mn-lt"/>
                <a:cs typeface="Calibri"/>
              </a:rPr>
              <a:t> </a:t>
            </a:r>
            <a:r>
              <a:rPr lang="fr-FR" sz="1200" dirty="0" smtClean="0">
                <a:solidFill>
                  <a:srgbClr val="585858"/>
                </a:solidFill>
                <a:latin typeface="+mn-lt"/>
                <a:cs typeface="Calibri"/>
              </a:rPr>
              <a:t>accèdent</a:t>
            </a:r>
            <a:r>
              <a:rPr lang="fr-FR" sz="1200" spc="-35" dirty="0" smtClean="0">
                <a:solidFill>
                  <a:srgbClr val="585858"/>
                </a:solidFill>
                <a:latin typeface="+mn-lt"/>
                <a:cs typeface="Calibri"/>
              </a:rPr>
              <a:t> </a:t>
            </a:r>
            <a:r>
              <a:rPr lang="fr-FR" sz="1200" dirty="0" smtClean="0">
                <a:solidFill>
                  <a:srgbClr val="585858"/>
                </a:solidFill>
                <a:latin typeface="+mn-lt"/>
                <a:cs typeface="Calibri"/>
              </a:rPr>
              <a:t>d’une</a:t>
            </a:r>
            <a:r>
              <a:rPr lang="fr-FR" sz="1200" spc="-15" dirty="0" smtClean="0">
                <a:solidFill>
                  <a:srgbClr val="585858"/>
                </a:solidFill>
                <a:latin typeface="+mn-lt"/>
                <a:cs typeface="Calibri"/>
              </a:rPr>
              <a:t> </a:t>
            </a:r>
            <a:r>
              <a:rPr lang="fr-FR" sz="1200" dirty="0" smtClean="0">
                <a:solidFill>
                  <a:srgbClr val="585858"/>
                </a:solidFill>
                <a:latin typeface="+mn-lt"/>
                <a:cs typeface="Calibri"/>
              </a:rPr>
              <a:t>manière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asynchrone</a:t>
            </a:r>
            <a:r>
              <a:rPr lang="fr-FR" sz="1200" spc="-15" dirty="0" smtClean="0">
                <a:solidFill>
                  <a:srgbClr val="585858"/>
                </a:solidFill>
                <a:latin typeface="+mn-lt"/>
                <a:cs typeface="Calibri"/>
              </a:rPr>
              <a:t> </a:t>
            </a:r>
            <a:r>
              <a:rPr lang="fr-FR" sz="1200" dirty="0" smtClean="0">
                <a:solidFill>
                  <a:srgbClr val="585858"/>
                </a:solidFill>
                <a:latin typeface="+mn-lt"/>
                <a:cs typeface="Calibri"/>
              </a:rPr>
              <a:t>à</a:t>
            </a:r>
            <a:r>
              <a:rPr lang="fr-FR" sz="1200" spc="-40" dirty="0" smtClean="0">
                <a:solidFill>
                  <a:srgbClr val="585858"/>
                </a:solidFill>
                <a:latin typeface="+mn-lt"/>
                <a:cs typeface="Calibri"/>
              </a:rPr>
              <a:t> </a:t>
            </a:r>
            <a:r>
              <a:rPr lang="fr-FR" sz="1200" dirty="0" smtClean="0">
                <a:solidFill>
                  <a:srgbClr val="585858"/>
                </a:solidFill>
                <a:latin typeface="+mn-lt"/>
                <a:cs typeface="Calibri"/>
              </a:rPr>
              <a:t>la</a:t>
            </a:r>
            <a:r>
              <a:rPr lang="fr-FR" sz="1200" spc="-15"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utilisateur</a:t>
            </a:r>
            <a:r>
              <a:rPr lang="fr-FR" sz="1200" spc="-20" dirty="0" smtClean="0">
                <a:solidFill>
                  <a:srgbClr val="585858"/>
                </a:solidFill>
                <a:latin typeface="+mn-lt"/>
                <a:cs typeface="Calibri"/>
              </a:rPr>
              <a:t> </a:t>
            </a:r>
            <a:r>
              <a:rPr lang="fr-FR" sz="1200" dirty="0" smtClean="0">
                <a:solidFill>
                  <a:srgbClr val="585858"/>
                </a:solidFill>
                <a:latin typeface="+mn-lt"/>
                <a:cs typeface="Calibri"/>
              </a:rPr>
              <a:t>pour</a:t>
            </a:r>
            <a:r>
              <a:rPr lang="fr-FR" sz="1200" spc="-10" dirty="0" smtClean="0">
                <a:solidFill>
                  <a:srgbClr val="585858"/>
                </a:solidFill>
                <a:latin typeface="+mn-lt"/>
                <a:cs typeface="Calibri"/>
              </a:rPr>
              <a:t> </a:t>
            </a:r>
            <a:r>
              <a:rPr lang="fr-FR" sz="1200" dirty="0" smtClean="0">
                <a:solidFill>
                  <a:srgbClr val="585858"/>
                </a:solidFill>
                <a:latin typeface="+mn-lt"/>
                <a:cs typeface="Calibri"/>
              </a:rPr>
              <a:t>utiliser</a:t>
            </a:r>
            <a:r>
              <a:rPr lang="fr-FR" sz="1200" spc="-20" dirty="0" smtClean="0">
                <a:solidFill>
                  <a:srgbClr val="585858"/>
                </a:solidFill>
                <a:latin typeface="+mn-lt"/>
                <a:cs typeface="Calibri"/>
              </a:rPr>
              <a:t> </a:t>
            </a:r>
            <a:r>
              <a:rPr lang="fr-FR" sz="1200" dirty="0" smtClean="0">
                <a:solidFill>
                  <a:srgbClr val="585858"/>
                </a:solidFill>
                <a:latin typeface="+mn-lt"/>
                <a:cs typeface="Calibri"/>
              </a:rPr>
              <a:t>les</a:t>
            </a:r>
            <a:r>
              <a:rPr lang="fr-FR" sz="1200" spc="-10" dirty="0" smtClean="0">
                <a:solidFill>
                  <a:srgbClr val="585858"/>
                </a:solidFill>
                <a:latin typeface="+mn-lt"/>
                <a:cs typeface="Calibri"/>
              </a:rPr>
              <a:t> buffers</a:t>
            </a:r>
            <a:r>
              <a:rPr lang="fr-FR" sz="1200" spc="-25" dirty="0" smtClean="0">
                <a:solidFill>
                  <a:srgbClr val="585858"/>
                </a:solidFill>
                <a:latin typeface="+mn-lt"/>
                <a:cs typeface="Calibri"/>
              </a:rPr>
              <a:t> </a:t>
            </a:r>
            <a:r>
              <a:rPr lang="fr-FR" sz="1200" dirty="0" smtClean="0">
                <a:solidFill>
                  <a:srgbClr val="585858"/>
                </a:solidFill>
                <a:latin typeface="+mn-lt"/>
                <a:cs typeface="Calibri"/>
              </a:rPr>
              <a:t>E/S,</a:t>
            </a:r>
            <a:r>
              <a:rPr lang="fr-FR" sz="1200" spc="-10" dirty="0" smtClean="0">
                <a:solidFill>
                  <a:srgbClr val="585858"/>
                </a:solidFill>
                <a:latin typeface="+mn-lt"/>
                <a:cs typeface="Calibri"/>
              </a:rPr>
              <a:t> </a:t>
            </a:r>
            <a:r>
              <a:rPr lang="fr-FR" sz="1200" dirty="0" smtClean="0">
                <a:solidFill>
                  <a:srgbClr val="585858"/>
                </a:solidFill>
                <a:latin typeface="+mn-lt"/>
                <a:cs typeface="Calibri"/>
              </a:rPr>
              <a:t>le</a:t>
            </a:r>
            <a:r>
              <a:rPr lang="fr-FR" sz="1200" spc="-20"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5" dirty="0" smtClean="0">
                <a:solidFill>
                  <a:srgbClr val="585858"/>
                </a:solidFill>
                <a:latin typeface="+mn-lt"/>
                <a:cs typeface="Calibri"/>
              </a:rPr>
              <a:t> </a:t>
            </a:r>
            <a:r>
              <a:rPr lang="fr-FR" sz="1200" dirty="0" smtClean="0">
                <a:solidFill>
                  <a:srgbClr val="585858"/>
                </a:solidFill>
                <a:latin typeface="+mn-lt"/>
                <a:cs typeface="Calibri"/>
              </a:rPr>
              <a:t>ne</a:t>
            </a:r>
            <a:r>
              <a:rPr lang="fr-FR" sz="1200" spc="-45" dirty="0" smtClean="0">
                <a:solidFill>
                  <a:srgbClr val="585858"/>
                </a:solidFill>
                <a:latin typeface="+mn-lt"/>
                <a:cs typeface="Calibri"/>
              </a:rPr>
              <a:t> </a:t>
            </a:r>
            <a:r>
              <a:rPr lang="fr-FR" sz="1200" dirty="0" smtClean="0">
                <a:solidFill>
                  <a:srgbClr val="585858"/>
                </a:solidFill>
                <a:latin typeface="+mn-lt"/>
                <a:cs typeface="Calibri"/>
              </a:rPr>
              <a:t>peut</a:t>
            </a:r>
            <a:r>
              <a:rPr lang="fr-FR" sz="1200" spc="-15" dirty="0" smtClean="0">
                <a:solidFill>
                  <a:srgbClr val="585858"/>
                </a:solidFill>
                <a:latin typeface="+mn-lt"/>
                <a:cs typeface="Calibri"/>
              </a:rPr>
              <a:t> </a:t>
            </a:r>
            <a:r>
              <a:rPr lang="fr-FR" sz="1200" dirty="0" smtClean="0">
                <a:solidFill>
                  <a:srgbClr val="585858"/>
                </a:solidFill>
                <a:latin typeface="+mn-lt"/>
                <a:cs typeface="Calibri"/>
              </a:rPr>
              <a:t>pas</a:t>
            </a:r>
            <a:r>
              <a:rPr lang="fr-FR" sz="1200" spc="-30" dirty="0" smtClean="0">
                <a:solidFill>
                  <a:srgbClr val="585858"/>
                </a:solidFill>
                <a:latin typeface="+mn-lt"/>
                <a:cs typeface="Calibri"/>
              </a:rPr>
              <a:t> </a:t>
            </a:r>
            <a:r>
              <a:rPr lang="fr-FR" sz="1200" dirty="0" smtClean="0">
                <a:solidFill>
                  <a:srgbClr val="585858"/>
                </a:solidFill>
                <a:latin typeface="+mn-lt"/>
                <a:cs typeface="Calibri"/>
              </a:rPr>
              <a:t>être</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transféré.</a:t>
            </a:r>
            <a:endParaRPr lang="fr-FR" sz="1200" dirty="0" smtClean="0">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12</a:t>
            </a:fld>
            <a:endParaRPr lang="fr-FR"/>
          </a:p>
        </p:txBody>
      </p:sp>
    </p:spTree>
    <p:extLst>
      <p:ext uri="{BB962C8B-B14F-4D97-AF65-F5344CB8AC3E}">
        <p14:creationId xmlns:p14="http://schemas.microsoft.com/office/powerpoint/2010/main" val="2350267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a:lnSpc>
                <a:spcPct val="100000"/>
              </a:lnSpc>
              <a:spcBef>
                <a:spcPts val="100"/>
              </a:spcBef>
            </a:pPr>
            <a:r>
              <a:rPr lang="fr-FR" sz="1200" dirty="0" smtClean="0">
                <a:solidFill>
                  <a:srgbClr val="585858"/>
                </a:solidFill>
                <a:latin typeface="+mn-lt"/>
                <a:cs typeface="Calibri"/>
              </a:rPr>
              <a:t>Pour</a:t>
            </a:r>
            <a:r>
              <a:rPr lang="fr-FR" sz="1200" spc="15" dirty="0" smtClean="0">
                <a:solidFill>
                  <a:srgbClr val="585858"/>
                </a:solidFill>
                <a:latin typeface="+mn-lt"/>
                <a:cs typeface="Calibri"/>
              </a:rPr>
              <a:t> </a:t>
            </a:r>
            <a:r>
              <a:rPr lang="fr-FR" sz="1200" dirty="0" smtClean="0">
                <a:solidFill>
                  <a:srgbClr val="585858"/>
                </a:solidFill>
                <a:latin typeface="+mn-lt"/>
                <a:cs typeface="Calibri"/>
              </a:rPr>
              <a:t>les</a:t>
            </a:r>
            <a:r>
              <a:rPr lang="fr-FR" sz="1200" spc="35" dirty="0" smtClean="0">
                <a:solidFill>
                  <a:srgbClr val="585858"/>
                </a:solidFill>
                <a:latin typeface="+mn-lt"/>
                <a:cs typeface="Calibri"/>
              </a:rPr>
              <a:t> </a:t>
            </a:r>
            <a:r>
              <a:rPr lang="fr-FR" sz="1200" dirty="0" smtClean="0">
                <a:solidFill>
                  <a:srgbClr val="585858"/>
                </a:solidFill>
                <a:latin typeface="+mn-lt"/>
                <a:cs typeface="Calibri"/>
              </a:rPr>
              <a:t>deux</a:t>
            </a:r>
            <a:r>
              <a:rPr lang="fr-FR" sz="1200" spc="10" dirty="0" smtClean="0">
                <a:solidFill>
                  <a:srgbClr val="585858"/>
                </a:solidFill>
                <a:latin typeface="+mn-lt"/>
                <a:cs typeface="Calibri"/>
              </a:rPr>
              <a:t> </a:t>
            </a:r>
            <a:r>
              <a:rPr lang="fr-FR" sz="1200" dirty="0" smtClean="0">
                <a:solidFill>
                  <a:srgbClr val="585858"/>
                </a:solidFill>
                <a:latin typeface="+mn-lt"/>
                <a:cs typeface="Calibri"/>
              </a:rPr>
              <a:t>dernières</a:t>
            </a:r>
            <a:r>
              <a:rPr lang="fr-FR" sz="1200" spc="40" dirty="0" smtClean="0">
                <a:solidFill>
                  <a:srgbClr val="585858"/>
                </a:solidFill>
                <a:latin typeface="+mn-lt"/>
                <a:cs typeface="Calibri"/>
              </a:rPr>
              <a:t> </a:t>
            </a:r>
            <a:r>
              <a:rPr lang="fr-FR" sz="1200" dirty="0" smtClean="0">
                <a:solidFill>
                  <a:srgbClr val="585858"/>
                </a:solidFill>
                <a:latin typeface="+mn-lt"/>
                <a:cs typeface="Calibri"/>
              </a:rPr>
              <a:t>stratégies,</a:t>
            </a:r>
            <a:r>
              <a:rPr lang="fr-FR" sz="1200" spc="20" dirty="0" smtClean="0">
                <a:solidFill>
                  <a:srgbClr val="585858"/>
                </a:solidFill>
                <a:latin typeface="+mn-lt"/>
                <a:cs typeface="Calibri"/>
              </a:rPr>
              <a:t> </a:t>
            </a:r>
            <a:r>
              <a:rPr lang="fr-FR" sz="1200" dirty="0" smtClean="0">
                <a:solidFill>
                  <a:srgbClr val="585858"/>
                </a:solidFill>
                <a:latin typeface="+mn-lt"/>
                <a:cs typeface="Calibri"/>
              </a:rPr>
              <a:t>pagination et</a:t>
            </a:r>
            <a:r>
              <a:rPr lang="fr-FR" sz="1200" spc="10" dirty="0" smtClean="0">
                <a:solidFill>
                  <a:srgbClr val="585858"/>
                </a:solidFill>
                <a:latin typeface="+mn-lt"/>
                <a:cs typeface="Calibri"/>
              </a:rPr>
              <a:t> </a:t>
            </a:r>
            <a:r>
              <a:rPr lang="fr-FR" sz="1200" dirty="0" smtClean="0">
                <a:solidFill>
                  <a:srgbClr val="585858"/>
                </a:solidFill>
                <a:latin typeface="+mn-lt"/>
                <a:cs typeface="Calibri"/>
              </a:rPr>
              <a:t>segmentation sont</a:t>
            </a:r>
            <a:r>
              <a:rPr lang="fr-FR" sz="1200" spc="15" dirty="0" smtClean="0">
                <a:solidFill>
                  <a:srgbClr val="585858"/>
                </a:solidFill>
                <a:latin typeface="+mn-lt"/>
                <a:cs typeface="Calibri"/>
              </a:rPr>
              <a:t> </a:t>
            </a:r>
            <a:r>
              <a:rPr lang="fr-FR" sz="1200" dirty="0" smtClean="0">
                <a:solidFill>
                  <a:srgbClr val="585858"/>
                </a:solidFill>
                <a:latin typeface="+mn-lt"/>
                <a:cs typeface="Calibri"/>
              </a:rPr>
              <a:t>des</a:t>
            </a:r>
            <a:r>
              <a:rPr lang="fr-FR" sz="1200" spc="20" dirty="0" smtClean="0">
                <a:solidFill>
                  <a:srgbClr val="585858"/>
                </a:solidFill>
                <a:latin typeface="+mn-lt"/>
                <a:cs typeface="Calibri"/>
              </a:rPr>
              <a:t> </a:t>
            </a:r>
            <a:r>
              <a:rPr lang="fr-FR" sz="1200" dirty="0" smtClean="0">
                <a:solidFill>
                  <a:srgbClr val="585858"/>
                </a:solidFill>
                <a:latin typeface="+mn-lt"/>
                <a:cs typeface="Calibri"/>
              </a:rPr>
              <a:t>stratégies</a:t>
            </a:r>
            <a:r>
              <a:rPr lang="fr-FR" sz="1200" spc="15" dirty="0" smtClean="0">
                <a:solidFill>
                  <a:srgbClr val="585858"/>
                </a:solidFill>
                <a:latin typeface="+mn-lt"/>
                <a:cs typeface="Calibri"/>
              </a:rPr>
              <a:t> </a:t>
            </a:r>
            <a:r>
              <a:rPr lang="fr-FR" sz="1200" dirty="0" smtClean="0">
                <a:solidFill>
                  <a:srgbClr val="585858"/>
                </a:solidFill>
                <a:latin typeface="+mn-lt"/>
                <a:cs typeface="Calibri"/>
              </a:rPr>
              <a:t>appliquées</a:t>
            </a:r>
            <a:r>
              <a:rPr lang="fr-FR" sz="1200" spc="45" dirty="0" smtClean="0">
                <a:solidFill>
                  <a:srgbClr val="585858"/>
                </a:solidFill>
                <a:latin typeface="+mn-lt"/>
                <a:cs typeface="Calibri"/>
              </a:rPr>
              <a:t> </a:t>
            </a:r>
            <a:r>
              <a:rPr lang="fr-FR" sz="1200" dirty="0" smtClean="0">
                <a:solidFill>
                  <a:srgbClr val="585858"/>
                </a:solidFill>
                <a:latin typeface="+mn-lt"/>
                <a:cs typeface="Calibri"/>
              </a:rPr>
              <a:t>sur</a:t>
            </a:r>
            <a:r>
              <a:rPr lang="fr-FR" sz="1200" spc="15" dirty="0" smtClean="0">
                <a:solidFill>
                  <a:srgbClr val="585858"/>
                </a:solidFill>
                <a:latin typeface="+mn-lt"/>
                <a:cs typeface="Calibri"/>
              </a:rPr>
              <a:t> </a:t>
            </a:r>
            <a:r>
              <a:rPr lang="fr-FR" sz="1200" dirty="0" smtClean="0">
                <a:solidFill>
                  <a:srgbClr val="585858"/>
                </a:solidFill>
                <a:latin typeface="+mn-lt"/>
                <a:cs typeface="Calibri"/>
              </a:rPr>
              <a:t>la</a:t>
            </a:r>
            <a:r>
              <a:rPr lang="fr-FR" sz="1200" spc="30"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30" dirty="0" smtClean="0">
                <a:solidFill>
                  <a:srgbClr val="585858"/>
                </a:solidFill>
                <a:latin typeface="+mn-lt"/>
                <a:cs typeface="Calibri"/>
              </a:rPr>
              <a:t> </a:t>
            </a:r>
            <a:r>
              <a:rPr lang="fr-FR" sz="1200" dirty="0" smtClean="0">
                <a:solidFill>
                  <a:srgbClr val="585858"/>
                </a:solidFill>
                <a:latin typeface="+mn-lt"/>
                <a:cs typeface="Calibri"/>
              </a:rPr>
              <a:t>virtuelle.</a:t>
            </a:r>
            <a:r>
              <a:rPr lang="fr-FR" sz="1200" spc="10" dirty="0" smtClean="0">
                <a:solidFill>
                  <a:srgbClr val="585858"/>
                </a:solidFill>
                <a:latin typeface="+mn-lt"/>
                <a:cs typeface="Calibri"/>
              </a:rPr>
              <a:t> </a:t>
            </a:r>
            <a:r>
              <a:rPr lang="fr-FR" sz="1200" dirty="0" smtClean="0">
                <a:solidFill>
                  <a:srgbClr val="585858"/>
                </a:solidFill>
                <a:latin typeface="+mn-lt"/>
                <a:cs typeface="Calibri"/>
              </a:rPr>
              <a:t>On</a:t>
            </a:r>
            <a:r>
              <a:rPr lang="fr-FR" sz="1200" spc="20" dirty="0" smtClean="0">
                <a:solidFill>
                  <a:srgbClr val="585858"/>
                </a:solidFill>
                <a:latin typeface="+mn-lt"/>
                <a:cs typeface="Calibri"/>
              </a:rPr>
              <a:t> </a:t>
            </a:r>
            <a:r>
              <a:rPr lang="fr-FR" sz="1200" dirty="0" smtClean="0">
                <a:solidFill>
                  <a:srgbClr val="585858"/>
                </a:solidFill>
                <a:latin typeface="+mn-lt"/>
                <a:cs typeface="Calibri"/>
              </a:rPr>
              <a:t>commence</a:t>
            </a:r>
            <a:r>
              <a:rPr lang="fr-FR" sz="1200" spc="15" dirty="0" smtClean="0">
                <a:solidFill>
                  <a:srgbClr val="585858"/>
                </a:solidFill>
                <a:latin typeface="+mn-lt"/>
                <a:cs typeface="Calibri"/>
              </a:rPr>
              <a:t> </a:t>
            </a:r>
            <a:r>
              <a:rPr lang="fr-FR" sz="1200" dirty="0" smtClean="0">
                <a:solidFill>
                  <a:srgbClr val="585858"/>
                </a:solidFill>
                <a:latin typeface="+mn-lt"/>
                <a:cs typeface="Calibri"/>
              </a:rPr>
              <a:t>donc</a:t>
            </a:r>
            <a:r>
              <a:rPr lang="fr-FR" sz="1200" spc="25" dirty="0" smtClean="0">
                <a:solidFill>
                  <a:srgbClr val="585858"/>
                </a:solidFill>
                <a:latin typeface="+mn-lt"/>
                <a:cs typeface="Calibri"/>
              </a:rPr>
              <a:t> </a:t>
            </a:r>
            <a:r>
              <a:rPr lang="fr-FR" sz="1200" dirty="0" smtClean="0">
                <a:solidFill>
                  <a:srgbClr val="585858"/>
                </a:solidFill>
                <a:latin typeface="+mn-lt"/>
                <a:cs typeface="Calibri"/>
              </a:rPr>
              <a:t>par</a:t>
            </a:r>
            <a:r>
              <a:rPr lang="fr-FR" sz="1200" spc="20" dirty="0" smtClean="0">
                <a:solidFill>
                  <a:srgbClr val="585858"/>
                </a:solidFill>
                <a:latin typeface="+mn-lt"/>
                <a:cs typeface="Calibri"/>
              </a:rPr>
              <a:t> </a:t>
            </a:r>
            <a:r>
              <a:rPr lang="fr-FR" sz="1200" dirty="0" smtClean="0">
                <a:solidFill>
                  <a:srgbClr val="585858"/>
                </a:solidFill>
                <a:latin typeface="+mn-lt"/>
                <a:cs typeface="Calibri"/>
              </a:rPr>
              <a:t>présenter</a:t>
            </a:r>
            <a:r>
              <a:rPr lang="fr-FR" sz="1200" spc="-5" dirty="0" smtClean="0">
                <a:solidFill>
                  <a:srgbClr val="585858"/>
                </a:solidFill>
                <a:latin typeface="+mn-lt"/>
                <a:cs typeface="Calibri"/>
              </a:rPr>
              <a:t> </a:t>
            </a:r>
            <a:r>
              <a:rPr lang="fr-FR" sz="1200" dirty="0" smtClean="0">
                <a:solidFill>
                  <a:srgbClr val="585858"/>
                </a:solidFill>
                <a:latin typeface="+mn-lt"/>
                <a:cs typeface="Calibri"/>
              </a:rPr>
              <a:t>la</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définition</a:t>
            </a:r>
            <a:endParaRPr lang="fr-FR" sz="1200" dirty="0" smtClean="0">
              <a:latin typeface="+mn-lt"/>
              <a:cs typeface="Calibri"/>
            </a:endParaRPr>
          </a:p>
          <a:p>
            <a:pPr marL="12700">
              <a:lnSpc>
                <a:spcPct val="100000"/>
              </a:lnSpc>
              <a:spcBef>
                <a:spcPts val="1445"/>
              </a:spcBef>
            </a:pPr>
            <a:r>
              <a:rPr lang="fr-FR" sz="1200" dirty="0" smtClean="0">
                <a:solidFill>
                  <a:srgbClr val="585858"/>
                </a:solidFill>
                <a:latin typeface="+mn-lt"/>
                <a:cs typeface="Calibri"/>
              </a:rPr>
              <a:t>de</a:t>
            </a:r>
            <a:r>
              <a:rPr lang="fr-FR" sz="1200" spc="-25" dirty="0" smtClean="0">
                <a:solidFill>
                  <a:srgbClr val="585858"/>
                </a:solidFill>
                <a:latin typeface="+mn-lt"/>
                <a:cs typeface="Calibri"/>
              </a:rPr>
              <a:t> </a:t>
            </a:r>
            <a:r>
              <a:rPr lang="fr-FR" sz="1200" dirty="0" smtClean="0">
                <a:solidFill>
                  <a:srgbClr val="585858"/>
                </a:solidFill>
                <a:latin typeface="+mn-lt"/>
                <a:cs typeface="Calibri"/>
              </a:rPr>
              <a:t>la</a:t>
            </a:r>
            <a:r>
              <a:rPr lang="fr-FR" sz="1200" spc="-45"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virtuelle.</a:t>
            </a:r>
          </a:p>
          <a:p>
            <a:pPr marL="12700">
              <a:lnSpc>
                <a:spcPct val="100000"/>
              </a:lnSpc>
              <a:spcBef>
                <a:spcPts val="1445"/>
              </a:spcBef>
            </a:pPr>
            <a:r>
              <a:rPr lang="fr-FR" dirty="0" smtClean="0"/>
              <a:t/>
            </a:r>
            <a:br>
              <a:rPr lang="fr-FR" dirty="0" smtClean="0"/>
            </a:br>
            <a:r>
              <a:rPr lang="fr-FR" sz="1200" b="0" i="0" kern="1200" dirty="0" smtClean="0">
                <a:solidFill>
                  <a:schemeClr val="tx1"/>
                </a:solidFill>
                <a:effectLst/>
                <a:latin typeface="+mn-lt"/>
                <a:ea typeface="+mn-ea"/>
                <a:cs typeface="+mn-cs"/>
              </a:rPr>
              <a:t>Une partition swap est une partie de l'espace de stockage sur le disque dur ou un autre périphérique de stockage qui est réservée à la mémoire virtuelle d'un système d'exploitation. La mémoire virtuelle est utilisée par le système d'exploitation pour étendre la quantité de mémoire RAM disponible pour exécuter des programmes.</a:t>
            </a:r>
          </a:p>
          <a:p>
            <a:pPr marL="12700">
              <a:lnSpc>
                <a:spcPct val="100000"/>
              </a:lnSpc>
              <a:spcBef>
                <a:spcPts val="1445"/>
              </a:spcBef>
            </a:pPr>
            <a:r>
              <a:rPr lang="fr-FR" sz="1200" b="0" i="0" kern="1200" dirty="0" smtClean="0">
                <a:solidFill>
                  <a:schemeClr val="tx1"/>
                </a:solidFill>
                <a:effectLst/>
                <a:latin typeface="+mn-lt"/>
                <a:ea typeface="+mn-ea"/>
                <a:cs typeface="+mn-cs"/>
              </a:rPr>
              <a:t>La création d'une partition swap est une pratique courante lors de l'installation d'un système d'exploitation, surtout dans les environnements Linux. Elle garantit que l'ordinateur peut fonctionner de manière stable même lorsque la mémoire RAM est limitée. Cependant, la taille de la partition swap doit être soigneusement déterminée en fonction de la quantité de RAM disponible et des besoins spécifiques du système. Une partition swap trop petite peut entraîner des problèmes de performances, tandis qu'une partition trop grande peut gaspiller de l'espace disque.</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13</a:t>
            </a:fld>
            <a:endParaRPr lang="fr-FR"/>
          </a:p>
        </p:txBody>
      </p:sp>
    </p:spTree>
    <p:extLst>
      <p:ext uri="{BB962C8B-B14F-4D97-AF65-F5344CB8AC3E}">
        <p14:creationId xmlns:p14="http://schemas.microsoft.com/office/powerpoint/2010/main" val="3372628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080">
              <a:lnSpc>
                <a:spcPts val="2880"/>
              </a:lnSpc>
            </a:pPr>
            <a:r>
              <a:rPr lang="fr-FR" sz="1200" dirty="0" smtClean="0">
                <a:solidFill>
                  <a:srgbClr val="585858"/>
                </a:solidFill>
                <a:latin typeface="+mn-lt"/>
                <a:cs typeface="Calibri"/>
              </a:rPr>
              <a:t>Chaque</a:t>
            </a:r>
            <a:r>
              <a:rPr lang="fr-FR" sz="1200" spc="-10" dirty="0" smtClean="0">
                <a:solidFill>
                  <a:srgbClr val="585858"/>
                </a:solidFill>
                <a:latin typeface="+mn-lt"/>
                <a:cs typeface="Calibri"/>
              </a:rPr>
              <a:t> </a:t>
            </a:r>
            <a:r>
              <a:rPr lang="fr-FR" sz="1200" dirty="0" smtClean="0">
                <a:solidFill>
                  <a:srgbClr val="585858"/>
                </a:solidFill>
                <a:latin typeface="+mn-lt"/>
                <a:cs typeface="Calibri"/>
              </a:rPr>
              <a:t>fois</a:t>
            </a:r>
            <a:r>
              <a:rPr lang="fr-FR" sz="1200" spc="-5" dirty="0" smtClean="0">
                <a:solidFill>
                  <a:srgbClr val="585858"/>
                </a:solidFill>
                <a:latin typeface="+mn-lt"/>
                <a:cs typeface="Calibri"/>
              </a:rPr>
              <a:t> </a:t>
            </a:r>
            <a:r>
              <a:rPr lang="fr-FR" sz="1200" dirty="0" smtClean="0">
                <a:solidFill>
                  <a:srgbClr val="585858"/>
                </a:solidFill>
                <a:latin typeface="+mn-lt"/>
                <a:cs typeface="Calibri"/>
              </a:rPr>
              <a:t>que</a:t>
            </a:r>
            <a:r>
              <a:rPr lang="fr-FR" sz="1200" spc="15" dirty="0" smtClean="0">
                <a:solidFill>
                  <a:srgbClr val="585858"/>
                </a:solidFill>
                <a:latin typeface="+mn-lt"/>
                <a:cs typeface="Calibri"/>
              </a:rPr>
              <a:t> </a:t>
            </a:r>
            <a:r>
              <a:rPr lang="fr-FR" sz="1200" dirty="0" smtClean="0">
                <a:solidFill>
                  <a:srgbClr val="585858"/>
                </a:solidFill>
                <a:latin typeface="+mn-lt"/>
                <a:cs typeface="Calibri"/>
              </a:rPr>
              <a:t>la</a:t>
            </a:r>
            <a:r>
              <a:rPr lang="fr-FR" sz="1200" spc="-15" dirty="0" smtClean="0">
                <a:solidFill>
                  <a:srgbClr val="585858"/>
                </a:solidFill>
                <a:latin typeface="+mn-lt"/>
                <a:cs typeface="Calibri"/>
              </a:rPr>
              <a:t> </a:t>
            </a:r>
            <a:r>
              <a:rPr lang="fr-FR" sz="1200" dirty="0" smtClean="0">
                <a:solidFill>
                  <a:srgbClr val="585858"/>
                </a:solidFill>
                <a:latin typeface="+mn-lt"/>
                <a:cs typeface="Calibri"/>
              </a:rPr>
              <a:t>RAM</a:t>
            </a:r>
            <a:r>
              <a:rPr lang="fr-FR" sz="1200" spc="-5" dirty="0" smtClean="0">
                <a:solidFill>
                  <a:srgbClr val="585858"/>
                </a:solidFill>
                <a:latin typeface="+mn-lt"/>
                <a:cs typeface="Calibri"/>
              </a:rPr>
              <a:t> </a:t>
            </a:r>
            <a:r>
              <a:rPr lang="fr-FR" sz="1200" dirty="0" smtClean="0">
                <a:solidFill>
                  <a:srgbClr val="585858"/>
                </a:solidFill>
                <a:latin typeface="+mn-lt"/>
                <a:cs typeface="Calibri"/>
              </a:rPr>
              <a:t>manque</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5" dirty="0" smtClean="0">
                <a:solidFill>
                  <a:srgbClr val="585858"/>
                </a:solidFill>
                <a:latin typeface="+mn-lt"/>
                <a:cs typeface="Calibri"/>
              </a:rPr>
              <a:t> </a:t>
            </a:r>
            <a:r>
              <a:rPr lang="fr-FR" sz="1200" dirty="0" smtClean="0">
                <a:solidFill>
                  <a:srgbClr val="585858"/>
                </a:solidFill>
                <a:latin typeface="+mn-lt"/>
                <a:cs typeface="Calibri"/>
              </a:rPr>
              <a:t>le</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programme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a:t>
            </a:r>
            <a:r>
              <a:rPr lang="fr-FR" sz="1200" dirty="0" smtClean="0">
                <a:solidFill>
                  <a:srgbClr val="585858"/>
                </a:solidFill>
                <a:latin typeface="+mn-lt"/>
                <a:cs typeface="Calibri"/>
              </a:rPr>
              <a:t>la</a:t>
            </a:r>
            <a:r>
              <a:rPr lang="fr-FR" sz="1200" spc="-15"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recherche</a:t>
            </a:r>
            <a:r>
              <a:rPr lang="fr-FR" sz="1200" spc="-5" dirty="0" smtClean="0">
                <a:solidFill>
                  <a:srgbClr val="585858"/>
                </a:solidFill>
                <a:latin typeface="+mn-lt"/>
                <a:cs typeface="Calibri"/>
              </a:rPr>
              <a:t> </a:t>
            </a:r>
            <a:r>
              <a:rPr lang="fr-FR" sz="1200" dirty="0" smtClean="0">
                <a:solidFill>
                  <a:srgbClr val="585858"/>
                </a:solidFill>
                <a:latin typeface="+mn-lt"/>
                <a:cs typeface="Calibri"/>
              </a:rPr>
              <a:t>tous</a:t>
            </a:r>
            <a:r>
              <a:rPr lang="fr-FR" sz="1200" spc="-5" dirty="0" smtClean="0">
                <a:solidFill>
                  <a:srgbClr val="585858"/>
                </a:solidFill>
                <a:latin typeface="+mn-lt"/>
                <a:cs typeface="Calibri"/>
              </a:rPr>
              <a:t> </a:t>
            </a:r>
            <a:r>
              <a:rPr lang="fr-FR" sz="1200" dirty="0" smtClean="0">
                <a:solidFill>
                  <a:srgbClr val="585858"/>
                </a:solidFill>
                <a:latin typeface="+mn-lt"/>
                <a:cs typeface="Calibri"/>
              </a:rPr>
              <a:t>les blocs de</a:t>
            </a:r>
            <a:r>
              <a:rPr lang="fr-FR" sz="1200" spc="-10" dirty="0" smtClean="0">
                <a:solidFill>
                  <a:srgbClr val="585858"/>
                </a:solidFill>
                <a:latin typeface="+mn-lt"/>
                <a:cs typeface="Calibri"/>
              </a:rPr>
              <a:t> </a:t>
            </a:r>
            <a:r>
              <a:rPr lang="fr-FR" sz="1200" dirty="0" smtClean="0">
                <a:solidFill>
                  <a:srgbClr val="585858"/>
                </a:solidFill>
                <a:latin typeface="+mn-lt"/>
                <a:cs typeface="Calibri"/>
              </a:rPr>
              <a:t>données</a:t>
            </a:r>
            <a:r>
              <a:rPr lang="fr-FR" sz="1200" spc="-5" dirty="0" smtClean="0">
                <a:solidFill>
                  <a:srgbClr val="585858"/>
                </a:solidFill>
                <a:latin typeface="+mn-lt"/>
                <a:cs typeface="Calibri"/>
              </a:rPr>
              <a:t> </a:t>
            </a:r>
            <a:r>
              <a:rPr lang="fr-FR" sz="1200" dirty="0" smtClean="0">
                <a:solidFill>
                  <a:srgbClr val="585858"/>
                </a:solidFill>
                <a:latin typeface="+mn-lt"/>
                <a:cs typeface="Calibri"/>
              </a:rPr>
              <a:t>inactifs</a:t>
            </a:r>
            <a:r>
              <a:rPr lang="fr-FR" sz="1200" spc="-10" dirty="0" smtClean="0">
                <a:solidFill>
                  <a:srgbClr val="585858"/>
                </a:solidFill>
                <a:latin typeface="+mn-lt"/>
                <a:cs typeface="Calibri"/>
              </a:rPr>
              <a:t> </a:t>
            </a:r>
            <a:r>
              <a:rPr lang="fr-FR" sz="1200" dirty="0" smtClean="0">
                <a:solidFill>
                  <a:srgbClr val="585858"/>
                </a:solidFill>
                <a:latin typeface="+mn-lt"/>
                <a:cs typeface="Calibri"/>
              </a:rPr>
              <a:t>présents dans</a:t>
            </a:r>
            <a:r>
              <a:rPr lang="fr-FR" sz="1200" spc="-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RAM</a:t>
            </a:r>
            <a:r>
              <a:rPr lang="fr-FR" sz="1200" spc="-5" dirty="0" smtClean="0">
                <a:solidFill>
                  <a:srgbClr val="585858"/>
                </a:solidFill>
                <a:latin typeface="+mn-lt"/>
                <a:cs typeface="Calibri"/>
              </a:rPr>
              <a:t> </a:t>
            </a:r>
            <a:r>
              <a:rPr lang="fr-FR" sz="1200" dirty="0" smtClean="0">
                <a:solidFill>
                  <a:srgbClr val="585858"/>
                </a:solidFill>
                <a:latin typeface="+mn-lt"/>
                <a:cs typeface="Calibri"/>
              </a:rPr>
              <a:t>qui</a:t>
            </a:r>
            <a:r>
              <a:rPr lang="fr-FR" sz="1200" spc="-25" dirty="0" smtClean="0">
                <a:solidFill>
                  <a:srgbClr val="585858"/>
                </a:solidFill>
                <a:latin typeface="+mn-lt"/>
                <a:cs typeface="Calibri"/>
              </a:rPr>
              <a:t> </a:t>
            </a:r>
            <a:r>
              <a:rPr lang="fr-FR" sz="1200" dirty="0" smtClean="0">
                <a:solidFill>
                  <a:srgbClr val="585858"/>
                </a:solidFill>
                <a:latin typeface="+mn-lt"/>
                <a:cs typeface="Calibri"/>
              </a:rPr>
              <a:t>n'ont</a:t>
            </a:r>
            <a:r>
              <a:rPr lang="fr-FR" sz="1200" spc="-5" dirty="0" smtClean="0">
                <a:solidFill>
                  <a:srgbClr val="585858"/>
                </a:solidFill>
                <a:latin typeface="+mn-lt"/>
                <a:cs typeface="Calibri"/>
              </a:rPr>
              <a:t> </a:t>
            </a:r>
            <a:r>
              <a:rPr lang="fr-FR" sz="1200" spc="-25" dirty="0" smtClean="0">
                <a:solidFill>
                  <a:srgbClr val="585858"/>
                </a:solidFill>
                <a:latin typeface="+mn-lt"/>
                <a:cs typeface="Calibri"/>
              </a:rPr>
              <a:t>pas </a:t>
            </a:r>
            <a:r>
              <a:rPr lang="fr-FR" sz="1200" dirty="0" smtClean="0">
                <a:solidFill>
                  <a:srgbClr val="585858"/>
                </a:solidFill>
                <a:latin typeface="+mn-lt"/>
                <a:cs typeface="Calibri"/>
              </a:rPr>
              <a:t>été</a:t>
            </a:r>
            <a:r>
              <a:rPr lang="fr-FR" sz="1200" spc="45" dirty="0" smtClean="0">
                <a:solidFill>
                  <a:srgbClr val="585858"/>
                </a:solidFill>
                <a:latin typeface="+mn-lt"/>
                <a:cs typeface="Calibri"/>
              </a:rPr>
              <a:t> </a:t>
            </a:r>
            <a:r>
              <a:rPr lang="fr-FR" sz="1200" dirty="0" smtClean="0">
                <a:solidFill>
                  <a:srgbClr val="585858"/>
                </a:solidFill>
                <a:latin typeface="+mn-lt"/>
                <a:cs typeface="Calibri"/>
              </a:rPr>
              <a:t>utilisés</a:t>
            </a:r>
            <a:r>
              <a:rPr lang="fr-FR" sz="1200" spc="65" dirty="0" smtClean="0">
                <a:solidFill>
                  <a:srgbClr val="585858"/>
                </a:solidFill>
                <a:latin typeface="+mn-lt"/>
                <a:cs typeface="Calibri"/>
              </a:rPr>
              <a:t> </a:t>
            </a:r>
            <a:r>
              <a:rPr lang="fr-FR" sz="1200" dirty="0" smtClean="0">
                <a:solidFill>
                  <a:srgbClr val="585858"/>
                </a:solidFill>
                <a:latin typeface="+mn-lt"/>
                <a:cs typeface="Calibri"/>
              </a:rPr>
              <a:t>depuis</a:t>
            </a:r>
            <a:r>
              <a:rPr lang="fr-FR" sz="1200" spc="75" dirty="0" smtClean="0">
                <a:solidFill>
                  <a:srgbClr val="585858"/>
                </a:solidFill>
                <a:latin typeface="+mn-lt"/>
                <a:cs typeface="Calibri"/>
              </a:rPr>
              <a:t> </a:t>
            </a:r>
            <a:r>
              <a:rPr lang="fr-FR" sz="1200" dirty="0" smtClean="0">
                <a:solidFill>
                  <a:srgbClr val="585858"/>
                </a:solidFill>
                <a:latin typeface="+mn-lt"/>
                <a:cs typeface="Calibri"/>
              </a:rPr>
              <a:t>longtemps.</a:t>
            </a:r>
            <a:r>
              <a:rPr lang="fr-FR" sz="1200" spc="50" dirty="0" smtClean="0">
                <a:solidFill>
                  <a:srgbClr val="585858"/>
                </a:solidFill>
                <a:latin typeface="+mn-lt"/>
                <a:cs typeface="Calibri"/>
              </a:rPr>
              <a:t> </a:t>
            </a:r>
            <a:r>
              <a:rPr lang="fr-FR" sz="1200" dirty="0" smtClean="0">
                <a:solidFill>
                  <a:srgbClr val="585858"/>
                </a:solidFill>
                <a:latin typeface="+mn-lt"/>
                <a:cs typeface="Calibri"/>
              </a:rPr>
              <a:t>Lorsqu'il</a:t>
            </a:r>
            <a:r>
              <a:rPr lang="fr-FR" sz="1200" spc="35" dirty="0" smtClean="0">
                <a:solidFill>
                  <a:srgbClr val="585858"/>
                </a:solidFill>
                <a:latin typeface="+mn-lt"/>
                <a:cs typeface="Calibri"/>
              </a:rPr>
              <a:t> </a:t>
            </a:r>
            <a:r>
              <a:rPr lang="fr-FR" sz="1200" dirty="0" smtClean="0">
                <a:solidFill>
                  <a:srgbClr val="585858"/>
                </a:solidFill>
                <a:latin typeface="+mn-lt"/>
                <a:cs typeface="Calibri"/>
              </a:rPr>
              <a:t>trouve</a:t>
            </a:r>
            <a:r>
              <a:rPr lang="fr-FR" sz="1200" spc="55" dirty="0" smtClean="0">
                <a:solidFill>
                  <a:srgbClr val="585858"/>
                </a:solidFill>
                <a:latin typeface="+mn-lt"/>
                <a:cs typeface="Calibri"/>
              </a:rPr>
              <a:t> </a:t>
            </a:r>
            <a:r>
              <a:rPr lang="fr-FR" sz="1200" dirty="0" smtClean="0">
                <a:solidFill>
                  <a:srgbClr val="585858"/>
                </a:solidFill>
                <a:latin typeface="+mn-lt"/>
                <a:cs typeface="Calibri"/>
              </a:rPr>
              <a:t>ces</a:t>
            </a:r>
            <a:r>
              <a:rPr lang="fr-FR" sz="1200" spc="55" dirty="0" smtClean="0">
                <a:solidFill>
                  <a:srgbClr val="585858"/>
                </a:solidFill>
                <a:latin typeface="+mn-lt"/>
                <a:cs typeface="Calibri"/>
              </a:rPr>
              <a:t> </a:t>
            </a:r>
            <a:r>
              <a:rPr lang="fr-FR" sz="1200" dirty="0" smtClean="0">
                <a:solidFill>
                  <a:srgbClr val="585858"/>
                </a:solidFill>
                <a:latin typeface="+mn-lt"/>
                <a:cs typeface="Calibri"/>
              </a:rPr>
              <a:t>blocs</a:t>
            </a:r>
            <a:r>
              <a:rPr lang="fr-FR" sz="1200" spc="75" dirty="0" smtClean="0">
                <a:solidFill>
                  <a:srgbClr val="585858"/>
                </a:solidFill>
                <a:latin typeface="+mn-lt"/>
                <a:cs typeface="Calibri"/>
              </a:rPr>
              <a:t> </a:t>
            </a:r>
            <a:r>
              <a:rPr lang="fr-FR" sz="1200" dirty="0" smtClean="0">
                <a:solidFill>
                  <a:srgbClr val="585858"/>
                </a:solidFill>
                <a:latin typeface="+mn-lt"/>
                <a:cs typeface="Calibri"/>
              </a:rPr>
              <a:t>avec</a:t>
            </a:r>
            <a:r>
              <a:rPr lang="fr-FR" sz="1200" spc="45" dirty="0" smtClean="0">
                <a:solidFill>
                  <a:srgbClr val="585858"/>
                </a:solidFill>
                <a:latin typeface="+mn-lt"/>
                <a:cs typeface="Calibri"/>
              </a:rPr>
              <a:t> </a:t>
            </a:r>
            <a:r>
              <a:rPr lang="fr-FR" sz="1200" dirty="0" smtClean="0">
                <a:solidFill>
                  <a:srgbClr val="585858"/>
                </a:solidFill>
                <a:latin typeface="+mn-lt"/>
                <a:cs typeface="Calibri"/>
              </a:rPr>
              <a:t>succès,</a:t>
            </a:r>
            <a:r>
              <a:rPr lang="fr-FR" sz="1200" spc="40" dirty="0" smtClean="0">
                <a:solidFill>
                  <a:srgbClr val="585858"/>
                </a:solidFill>
                <a:latin typeface="+mn-lt"/>
                <a:cs typeface="Calibri"/>
              </a:rPr>
              <a:t> </a:t>
            </a:r>
            <a:r>
              <a:rPr lang="fr-FR" sz="1200" dirty="0" smtClean="0">
                <a:solidFill>
                  <a:srgbClr val="585858"/>
                </a:solidFill>
                <a:latin typeface="+mn-lt"/>
                <a:cs typeface="Calibri"/>
              </a:rPr>
              <a:t>il</a:t>
            </a:r>
            <a:r>
              <a:rPr lang="fr-FR" sz="1200" spc="60" dirty="0" smtClean="0">
                <a:solidFill>
                  <a:srgbClr val="585858"/>
                </a:solidFill>
                <a:latin typeface="+mn-lt"/>
                <a:cs typeface="Calibri"/>
              </a:rPr>
              <a:t> </a:t>
            </a:r>
            <a:r>
              <a:rPr lang="fr-FR" sz="1200" dirty="0" smtClean="0">
                <a:solidFill>
                  <a:srgbClr val="585858"/>
                </a:solidFill>
                <a:latin typeface="+mn-lt"/>
                <a:cs typeface="Calibri"/>
              </a:rPr>
              <a:t>les</a:t>
            </a:r>
            <a:r>
              <a:rPr lang="fr-FR" sz="1200" spc="55" dirty="0" smtClean="0">
                <a:solidFill>
                  <a:srgbClr val="585858"/>
                </a:solidFill>
                <a:latin typeface="+mn-lt"/>
                <a:cs typeface="Calibri"/>
              </a:rPr>
              <a:t> </a:t>
            </a:r>
            <a:r>
              <a:rPr lang="fr-FR" sz="1200" dirty="0" smtClean="0">
                <a:solidFill>
                  <a:srgbClr val="585858"/>
                </a:solidFill>
                <a:latin typeface="+mn-lt"/>
                <a:cs typeface="Calibri"/>
              </a:rPr>
              <a:t>déplace</a:t>
            </a:r>
            <a:r>
              <a:rPr lang="fr-FR" sz="1200" spc="65" dirty="0" smtClean="0">
                <a:solidFill>
                  <a:srgbClr val="585858"/>
                </a:solidFill>
                <a:latin typeface="+mn-lt"/>
                <a:cs typeface="Calibri"/>
              </a:rPr>
              <a:t> </a:t>
            </a:r>
            <a:r>
              <a:rPr lang="fr-FR" sz="1200" dirty="0" smtClean="0">
                <a:solidFill>
                  <a:srgbClr val="585858"/>
                </a:solidFill>
                <a:latin typeface="+mn-lt"/>
                <a:cs typeface="Calibri"/>
              </a:rPr>
              <a:t>dans</a:t>
            </a:r>
            <a:r>
              <a:rPr lang="fr-FR" sz="1200" spc="60" dirty="0" smtClean="0">
                <a:solidFill>
                  <a:srgbClr val="585858"/>
                </a:solidFill>
                <a:latin typeface="+mn-lt"/>
                <a:cs typeface="Calibri"/>
              </a:rPr>
              <a:t> </a:t>
            </a:r>
            <a:r>
              <a:rPr lang="fr-FR" sz="1200" dirty="0" smtClean="0">
                <a:solidFill>
                  <a:srgbClr val="585858"/>
                </a:solidFill>
                <a:latin typeface="+mn-lt"/>
                <a:cs typeface="Calibri"/>
              </a:rPr>
              <a:t>la</a:t>
            </a:r>
            <a:r>
              <a:rPr lang="fr-FR" sz="1200" spc="45"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50" dirty="0" smtClean="0">
                <a:solidFill>
                  <a:srgbClr val="585858"/>
                </a:solidFill>
                <a:latin typeface="+mn-lt"/>
                <a:cs typeface="Calibri"/>
              </a:rPr>
              <a:t> </a:t>
            </a:r>
            <a:r>
              <a:rPr lang="fr-FR" sz="1200" dirty="0" smtClean="0">
                <a:solidFill>
                  <a:srgbClr val="585858"/>
                </a:solidFill>
                <a:latin typeface="+mn-lt"/>
                <a:cs typeface="Calibri"/>
              </a:rPr>
              <a:t>d'échange.</a:t>
            </a:r>
            <a:r>
              <a:rPr lang="fr-FR" sz="1200" spc="55" dirty="0" smtClean="0">
                <a:solidFill>
                  <a:srgbClr val="585858"/>
                </a:solidFill>
                <a:latin typeface="+mn-lt"/>
                <a:cs typeface="Calibri"/>
              </a:rPr>
              <a:t> </a:t>
            </a:r>
            <a:r>
              <a:rPr lang="fr-FR" sz="1200" dirty="0" smtClean="0">
                <a:solidFill>
                  <a:srgbClr val="585858"/>
                </a:solidFill>
                <a:latin typeface="+mn-lt"/>
                <a:cs typeface="Calibri"/>
              </a:rPr>
              <a:t>De</a:t>
            </a:r>
            <a:r>
              <a:rPr lang="fr-FR" sz="1200" spc="45" dirty="0" smtClean="0">
                <a:solidFill>
                  <a:srgbClr val="585858"/>
                </a:solidFill>
                <a:latin typeface="+mn-lt"/>
                <a:cs typeface="Calibri"/>
              </a:rPr>
              <a:t> </a:t>
            </a:r>
            <a:r>
              <a:rPr lang="fr-FR" sz="1200" dirty="0" smtClean="0">
                <a:solidFill>
                  <a:srgbClr val="585858"/>
                </a:solidFill>
                <a:latin typeface="+mn-lt"/>
                <a:cs typeface="Calibri"/>
              </a:rPr>
              <a:t>cette</a:t>
            </a:r>
            <a:r>
              <a:rPr lang="fr-FR" sz="1200" spc="50" dirty="0" smtClean="0">
                <a:solidFill>
                  <a:srgbClr val="585858"/>
                </a:solidFill>
                <a:latin typeface="+mn-lt"/>
                <a:cs typeface="Calibri"/>
              </a:rPr>
              <a:t> </a:t>
            </a:r>
            <a:r>
              <a:rPr lang="fr-FR" sz="1200" dirty="0" smtClean="0">
                <a:solidFill>
                  <a:srgbClr val="585858"/>
                </a:solidFill>
                <a:latin typeface="+mn-lt"/>
                <a:cs typeface="Calibri"/>
              </a:rPr>
              <a:t>façon,</a:t>
            </a:r>
            <a:r>
              <a:rPr lang="fr-FR" sz="1200" spc="60" dirty="0" smtClean="0">
                <a:solidFill>
                  <a:srgbClr val="585858"/>
                </a:solidFill>
                <a:latin typeface="+mn-lt"/>
                <a:cs typeface="Calibri"/>
              </a:rPr>
              <a:t> </a:t>
            </a:r>
            <a:r>
              <a:rPr lang="fr-FR" sz="1200" dirty="0" smtClean="0">
                <a:solidFill>
                  <a:srgbClr val="585858"/>
                </a:solidFill>
                <a:latin typeface="+mn-lt"/>
                <a:cs typeface="Calibri"/>
              </a:rPr>
              <a:t>l'espace</a:t>
            </a:r>
            <a:r>
              <a:rPr lang="fr-FR" sz="1200" spc="45" dirty="0" smtClean="0">
                <a:solidFill>
                  <a:srgbClr val="585858"/>
                </a:solidFill>
                <a:latin typeface="+mn-lt"/>
                <a:cs typeface="Calibri"/>
              </a:rPr>
              <a:t> </a:t>
            </a:r>
            <a:r>
              <a:rPr lang="fr-FR" sz="1200" dirty="0" smtClean="0">
                <a:solidFill>
                  <a:srgbClr val="585858"/>
                </a:solidFill>
                <a:latin typeface="+mn-lt"/>
                <a:cs typeface="Calibri"/>
              </a:rPr>
              <a:t>de</a:t>
            </a:r>
            <a:r>
              <a:rPr lang="fr-FR" sz="1200" spc="70" dirty="0" smtClean="0">
                <a:solidFill>
                  <a:srgbClr val="585858"/>
                </a:solidFill>
                <a:latin typeface="+mn-lt"/>
                <a:cs typeface="Calibri"/>
              </a:rPr>
              <a:t> </a:t>
            </a:r>
            <a:r>
              <a:rPr lang="fr-FR" sz="1200" dirty="0" smtClean="0">
                <a:solidFill>
                  <a:srgbClr val="585858"/>
                </a:solidFill>
                <a:latin typeface="+mn-lt"/>
                <a:cs typeface="Calibri"/>
              </a:rPr>
              <a:t>la</a:t>
            </a:r>
            <a:r>
              <a:rPr lang="fr-FR" sz="1200" spc="45" dirty="0" smtClean="0">
                <a:solidFill>
                  <a:srgbClr val="585858"/>
                </a:solidFill>
                <a:latin typeface="+mn-lt"/>
                <a:cs typeface="Calibri"/>
              </a:rPr>
              <a:t> </a:t>
            </a:r>
            <a:r>
              <a:rPr lang="fr-FR" sz="1200" dirty="0" smtClean="0">
                <a:solidFill>
                  <a:srgbClr val="585858"/>
                </a:solidFill>
                <a:latin typeface="+mn-lt"/>
                <a:cs typeface="Calibri"/>
              </a:rPr>
              <a:t>RAM</a:t>
            </a:r>
            <a:r>
              <a:rPr lang="fr-FR" sz="1200" spc="70" dirty="0" smtClean="0">
                <a:solidFill>
                  <a:srgbClr val="585858"/>
                </a:solidFill>
                <a:latin typeface="+mn-lt"/>
                <a:cs typeface="Calibri"/>
              </a:rPr>
              <a:t> </a:t>
            </a:r>
            <a:r>
              <a:rPr lang="fr-FR" sz="1200" dirty="0" smtClean="0">
                <a:solidFill>
                  <a:srgbClr val="585858"/>
                </a:solidFill>
                <a:latin typeface="+mn-lt"/>
                <a:cs typeface="Calibri"/>
              </a:rPr>
              <a:t>est</a:t>
            </a:r>
            <a:r>
              <a:rPr lang="fr-FR" sz="1200" spc="55" dirty="0" smtClean="0">
                <a:solidFill>
                  <a:srgbClr val="585858"/>
                </a:solidFill>
                <a:latin typeface="+mn-lt"/>
                <a:cs typeface="Calibri"/>
              </a:rPr>
              <a:t> </a:t>
            </a:r>
            <a:r>
              <a:rPr lang="fr-FR" sz="1200" dirty="0" smtClean="0">
                <a:solidFill>
                  <a:srgbClr val="585858"/>
                </a:solidFill>
                <a:latin typeface="+mn-lt"/>
                <a:cs typeface="Calibri"/>
              </a:rPr>
              <a:t>libéré</a:t>
            </a:r>
            <a:r>
              <a:rPr lang="fr-FR" sz="1200" spc="50" dirty="0" smtClean="0">
                <a:solidFill>
                  <a:srgbClr val="585858"/>
                </a:solidFill>
                <a:latin typeface="+mn-lt"/>
                <a:cs typeface="Calibri"/>
              </a:rPr>
              <a:t> </a:t>
            </a:r>
            <a:r>
              <a:rPr lang="fr-FR" sz="1200" dirty="0" smtClean="0">
                <a:solidFill>
                  <a:srgbClr val="585858"/>
                </a:solidFill>
                <a:latin typeface="+mn-lt"/>
                <a:cs typeface="Calibri"/>
              </a:rPr>
              <a:t>et</a:t>
            </a:r>
            <a:r>
              <a:rPr lang="fr-FR" sz="1200" spc="50" dirty="0" smtClean="0">
                <a:solidFill>
                  <a:srgbClr val="585858"/>
                </a:solidFill>
                <a:latin typeface="+mn-lt"/>
                <a:cs typeface="Calibri"/>
              </a:rPr>
              <a:t> </a:t>
            </a:r>
            <a:r>
              <a:rPr lang="fr-FR" sz="1200" spc="-20" dirty="0" smtClean="0">
                <a:solidFill>
                  <a:srgbClr val="585858"/>
                </a:solidFill>
                <a:latin typeface="+mn-lt"/>
                <a:cs typeface="Calibri"/>
              </a:rPr>
              <a:t>peut</a:t>
            </a:r>
            <a:endParaRPr lang="fr-FR" sz="1200" dirty="0" smtClean="0">
              <a:latin typeface="+mn-lt"/>
              <a:cs typeface="Calibri"/>
            </a:endParaRPr>
          </a:p>
          <a:p>
            <a:pPr marL="12700">
              <a:lnSpc>
                <a:spcPct val="100000"/>
              </a:lnSpc>
              <a:spcBef>
                <a:spcPts val="1110"/>
              </a:spcBef>
            </a:pPr>
            <a:r>
              <a:rPr lang="fr-FR" sz="1200" dirty="0" smtClean="0">
                <a:solidFill>
                  <a:srgbClr val="585858"/>
                </a:solidFill>
                <a:latin typeface="+mn-lt"/>
                <a:cs typeface="Calibri"/>
              </a:rPr>
              <a:t>donc</a:t>
            </a:r>
            <a:r>
              <a:rPr lang="fr-FR" sz="1200" spc="-20" dirty="0" smtClean="0">
                <a:solidFill>
                  <a:srgbClr val="585858"/>
                </a:solidFill>
                <a:latin typeface="+mn-lt"/>
                <a:cs typeface="Calibri"/>
              </a:rPr>
              <a:t> </a:t>
            </a:r>
            <a:r>
              <a:rPr lang="fr-FR" sz="1200" dirty="0" smtClean="0">
                <a:solidFill>
                  <a:srgbClr val="585858"/>
                </a:solidFill>
                <a:latin typeface="+mn-lt"/>
                <a:cs typeface="Calibri"/>
              </a:rPr>
              <a:t>être</a:t>
            </a:r>
            <a:r>
              <a:rPr lang="fr-FR" sz="1200" spc="-5" dirty="0" smtClean="0">
                <a:solidFill>
                  <a:srgbClr val="585858"/>
                </a:solidFill>
                <a:latin typeface="+mn-lt"/>
                <a:cs typeface="Calibri"/>
              </a:rPr>
              <a:t> </a:t>
            </a:r>
            <a:r>
              <a:rPr lang="fr-FR" sz="1200" dirty="0" smtClean="0">
                <a:solidFill>
                  <a:srgbClr val="585858"/>
                </a:solidFill>
                <a:latin typeface="+mn-lt"/>
                <a:cs typeface="Calibri"/>
              </a:rPr>
              <a:t>utilisé</a:t>
            </a:r>
            <a:r>
              <a:rPr lang="fr-FR" sz="1200" spc="-10" dirty="0" smtClean="0">
                <a:solidFill>
                  <a:srgbClr val="585858"/>
                </a:solidFill>
                <a:latin typeface="+mn-lt"/>
                <a:cs typeface="Calibri"/>
              </a:rPr>
              <a:t> </a:t>
            </a:r>
            <a:r>
              <a:rPr lang="fr-FR" sz="1200" dirty="0" smtClean="0">
                <a:solidFill>
                  <a:srgbClr val="585858"/>
                </a:solidFill>
                <a:latin typeface="+mn-lt"/>
                <a:cs typeface="Calibri"/>
              </a:rPr>
              <a:t>pour</a:t>
            </a:r>
            <a:r>
              <a:rPr lang="fr-FR" sz="1200" spc="-20" dirty="0" smtClean="0">
                <a:solidFill>
                  <a:srgbClr val="585858"/>
                </a:solidFill>
                <a:latin typeface="+mn-lt"/>
                <a:cs typeface="Calibri"/>
              </a:rPr>
              <a:t> </a:t>
            </a:r>
            <a:r>
              <a:rPr lang="fr-FR" sz="1200" dirty="0" smtClean="0">
                <a:solidFill>
                  <a:srgbClr val="585858"/>
                </a:solidFill>
                <a:latin typeface="+mn-lt"/>
                <a:cs typeface="Calibri"/>
              </a:rPr>
              <a:t>d'autres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programmes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nécessitant</a:t>
            </a:r>
            <a:r>
              <a:rPr lang="fr-FR" sz="1200" spc="-20" dirty="0" smtClean="0">
                <a:solidFill>
                  <a:srgbClr val="585858"/>
                </a:solidFill>
                <a:latin typeface="+mn-lt"/>
                <a:cs typeface="Calibri"/>
              </a:rPr>
              <a:t> </a:t>
            </a:r>
            <a:r>
              <a:rPr lang="fr-FR" sz="1200" dirty="0" smtClean="0">
                <a:solidFill>
                  <a:srgbClr val="585858"/>
                </a:solidFill>
                <a:latin typeface="+mn-lt"/>
                <a:cs typeface="Calibri"/>
              </a:rPr>
              <a:t>un</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traitement</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urgent.</a:t>
            </a:r>
          </a:p>
          <a:p>
            <a:pPr marL="12700">
              <a:lnSpc>
                <a:spcPct val="100000"/>
              </a:lnSpc>
              <a:spcBef>
                <a:spcPts val="1110"/>
              </a:spcBef>
            </a:pPr>
            <a:r>
              <a:rPr lang="fr-FR" sz="1200" b="0" spc="-30" dirty="0" smtClean="0">
                <a:solidFill>
                  <a:srgbClr val="555555"/>
                </a:solidFill>
              </a:rPr>
              <a:t>L’espace</a:t>
            </a:r>
            <a:r>
              <a:rPr lang="fr-FR" sz="1200" b="0" spc="-35" dirty="0" smtClean="0">
                <a:solidFill>
                  <a:srgbClr val="555555"/>
                </a:solidFill>
              </a:rPr>
              <a:t> </a:t>
            </a:r>
            <a:r>
              <a:rPr lang="fr-FR" sz="1200" b="0" dirty="0" smtClean="0">
                <a:solidFill>
                  <a:srgbClr val="555555"/>
                </a:solidFill>
              </a:rPr>
              <a:t>adresse</a:t>
            </a:r>
            <a:r>
              <a:rPr lang="fr-FR" sz="1200" b="0" spc="-25" dirty="0" smtClean="0">
                <a:solidFill>
                  <a:srgbClr val="555555"/>
                </a:solidFill>
              </a:rPr>
              <a:t> </a:t>
            </a:r>
            <a:r>
              <a:rPr lang="fr-FR" sz="1200" b="0" dirty="0" smtClean="0">
                <a:solidFill>
                  <a:srgbClr val="555555"/>
                </a:solidFill>
              </a:rPr>
              <a:t>logique</a:t>
            </a:r>
            <a:r>
              <a:rPr lang="fr-FR" sz="1200" b="0" spc="-30" dirty="0" smtClean="0">
                <a:solidFill>
                  <a:srgbClr val="555555"/>
                </a:solidFill>
              </a:rPr>
              <a:t> </a:t>
            </a:r>
            <a:r>
              <a:rPr lang="fr-FR" sz="1200" b="0" dirty="0" smtClean="0">
                <a:solidFill>
                  <a:srgbClr val="555555"/>
                </a:solidFill>
              </a:rPr>
              <a:t>(virtuelle)</a:t>
            </a:r>
            <a:r>
              <a:rPr lang="fr-FR" sz="1200" b="0" spc="-10" dirty="0" smtClean="0">
                <a:solidFill>
                  <a:srgbClr val="555555"/>
                </a:solidFill>
              </a:rPr>
              <a:t> </a:t>
            </a:r>
            <a:r>
              <a:rPr lang="fr-FR" sz="1200" b="0" dirty="0" smtClean="0">
                <a:solidFill>
                  <a:srgbClr val="555555"/>
                </a:solidFill>
              </a:rPr>
              <a:t>d’un</a:t>
            </a:r>
            <a:r>
              <a:rPr lang="fr-FR" sz="1200" b="0" spc="-35" dirty="0" smtClean="0">
                <a:solidFill>
                  <a:srgbClr val="555555"/>
                </a:solidFill>
              </a:rPr>
              <a:t> </a:t>
            </a:r>
            <a:r>
              <a:rPr lang="fr-FR" sz="1200" b="0" dirty="0" smtClean="0">
                <a:solidFill>
                  <a:srgbClr val="555555"/>
                </a:solidFill>
              </a:rPr>
              <a:t>processus</a:t>
            </a:r>
            <a:r>
              <a:rPr lang="fr-FR" sz="1200" b="0" spc="-25" dirty="0" smtClean="0">
                <a:solidFill>
                  <a:srgbClr val="555555"/>
                </a:solidFill>
              </a:rPr>
              <a:t> </a:t>
            </a:r>
            <a:r>
              <a:rPr lang="fr-FR" sz="1200" b="0" spc="-20" dirty="0" smtClean="0">
                <a:solidFill>
                  <a:srgbClr val="555555"/>
                </a:solidFill>
              </a:rPr>
              <a:t>n’est</a:t>
            </a:r>
            <a:r>
              <a:rPr lang="fr-FR" sz="1200" b="0" spc="-25" dirty="0" smtClean="0">
                <a:solidFill>
                  <a:srgbClr val="555555"/>
                </a:solidFill>
              </a:rPr>
              <a:t> </a:t>
            </a:r>
            <a:r>
              <a:rPr lang="fr-FR" sz="1200" b="0" dirty="0" smtClean="0">
                <a:solidFill>
                  <a:srgbClr val="555555"/>
                </a:solidFill>
              </a:rPr>
              <a:t>pas</a:t>
            </a:r>
            <a:r>
              <a:rPr lang="fr-FR" sz="1200" b="0" spc="-25" dirty="0" smtClean="0">
                <a:solidFill>
                  <a:srgbClr val="555555"/>
                </a:solidFill>
              </a:rPr>
              <a:t> </a:t>
            </a:r>
            <a:r>
              <a:rPr lang="fr-FR" sz="1200" b="0" dirty="0" smtClean="0">
                <a:solidFill>
                  <a:srgbClr val="555555"/>
                </a:solidFill>
              </a:rPr>
              <a:t>contigu.</a:t>
            </a:r>
            <a:r>
              <a:rPr lang="fr-FR" sz="1200" b="0" spc="-65" dirty="0" smtClean="0">
                <a:solidFill>
                  <a:srgbClr val="555555"/>
                </a:solidFill>
              </a:rPr>
              <a:t> </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14</a:t>
            </a:fld>
            <a:endParaRPr lang="fr-FR"/>
          </a:p>
        </p:txBody>
      </p:sp>
    </p:spTree>
    <p:extLst>
      <p:ext uri="{BB962C8B-B14F-4D97-AF65-F5344CB8AC3E}">
        <p14:creationId xmlns:p14="http://schemas.microsoft.com/office/powerpoint/2010/main" val="15241707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dirty="0" smtClean="0">
                <a:solidFill>
                  <a:srgbClr val="000000"/>
                </a:solidFill>
              </a:rPr>
              <a:t>La</a:t>
            </a:r>
            <a:r>
              <a:rPr lang="fr-FR" sz="1200" b="0" spc="-50" dirty="0" smtClean="0">
                <a:solidFill>
                  <a:srgbClr val="000000"/>
                </a:solidFill>
              </a:rPr>
              <a:t> </a:t>
            </a:r>
            <a:r>
              <a:rPr lang="fr-FR" sz="1200" b="0" dirty="0" smtClean="0">
                <a:solidFill>
                  <a:srgbClr val="000000"/>
                </a:solidFill>
              </a:rPr>
              <a:t>pagination</a:t>
            </a:r>
            <a:r>
              <a:rPr lang="fr-FR" sz="1200" b="0" spc="-25" dirty="0" smtClean="0">
                <a:solidFill>
                  <a:srgbClr val="000000"/>
                </a:solidFill>
              </a:rPr>
              <a:t> </a:t>
            </a:r>
            <a:r>
              <a:rPr lang="fr-FR" sz="1200" b="0" spc="-10" dirty="0" smtClean="0">
                <a:solidFill>
                  <a:srgbClr val="000000"/>
                </a:solidFill>
              </a:rPr>
              <a:t>consiste</a:t>
            </a:r>
            <a:r>
              <a:rPr lang="fr-FR" sz="1200" b="0" spc="-25" dirty="0" smtClean="0">
                <a:solidFill>
                  <a:srgbClr val="000000"/>
                </a:solidFill>
              </a:rPr>
              <a:t> </a:t>
            </a:r>
            <a:r>
              <a:rPr lang="fr-FR" sz="1200" b="0" dirty="0" smtClean="0">
                <a:solidFill>
                  <a:srgbClr val="000000"/>
                </a:solidFill>
              </a:rPr>
              <a:t>à</a:t>
            </a:r>
            <a:r>
              <a:rPr lang="fr-FR" sz="1200" b="0" spc="-25" dirty="0" smtClean="0">
                <a:solidFill>
                  <a:srgbClr val="000000"/>
                </a:solidFill>
              </a:rPr>
              <a:t> </a:t>
            </a:r>
            <a:r>
              <a:rPr lang="fr-FR" sz="1200" b="0" dirty="0" smtClean="0">
                <a:solidFill>
                  <a:srgbClr val="000000"/>
                </a:solidFill>
              </a:rPr>
              <a:t>placer</a:t>
            </a:r>
            <a:r>
              <a:rPr lang="fr-FR" sz="1200" b="0" spc="-35" dirty="0" smtClean="0">
                <a:solidFill>
                  <a:srgbClr val="000000"/>
                </a:solidFill>
              </a:rPr>
              <a:t> </a:t>
            </a:r>
            <a:r>
              <a:rPr lang="fr-FR" sz="1200" b="0" dirty="0" smtClean="0">
                <a:solidFill>
                  <a:srgbClr val="000000"/>
                </a:solidFill>
              </a:rPr>
              <a:t>seulement</a:t>
            </a:r>
            <a:r>
              <a:rPr lang="fr-FR" sz="1200" b="0" spc="-35" dirty="0" smtClean="0">
                <a:solidFill>
                  <a:srgbClr val="000000"/>
                </a:solidFill>
              </a:rPr>
              <a:t> </a:t>
            </a:r>
            <a:r>
              <a:rPr lang="fr-FR" sz="1200" b="0" dirty="0" smtClean="0">
                <a:solidFill>
                  <a:srgbClr val="000000"/>
                </a:solidFill>
              </a:rPr>
              <a:t>certaines</a:t>
            </a:r>
            <a:r>
              <a:rPr lang="fr-FR" sz="1200" b="0" spc="5" dirty="0" smtClean="0">
                <a:solidFill>
                  <a:srgbClr val="000000"/>
                </a:solidFill>
              </a:rPr>
              <a:t> </a:t>
            </a:r>
            <a:r>
              <a:rPr lang="fr-FR" sz="1200" b="0" dirty="0" smtClean="0">
                <a:solidFill>
                  <a:srgbClr val="000000"/>
                </a:solidFill>
              </a:rPr>
              <a:t>pages</a:t>
            </a:r>
            <a:r>
              <a:rPr lang="fr-FR" sz="1200" b="0" spc="-55" dirty="0" smtClean="0">
                <a:solidFill>
                  <a:srgbClr val="000000"/>
                </a:solidFill>
              </a:rPr>
              <a:t> </a:t>
            </a:r>
            <a:r>
              <a:rPr lang="fr-FR" sz="1200" b="0" dirty="0" smtClean="0">
                <a:solidFill>
                  <a:srgbClr val="000000"/>
                </a:solidFill>
              </a:rPr>
              <a:t>dans</a:t>
            </a:r>
            <a:r>
              <a:rPr lang="fr-FR" sz="1200" b="0" spc="-40" dirty="0" smtClean="0">
                <a:solidFill>
                  <a:srgbClr val="000000"/>
                </a:solidFill>
              </a:rPr>
              <a:t> </a:t>
            </a:r>
            <a:r>
              <a:rPr lang="fr-FR" sz="1200" b="0" dirty="0" smtClean="0">
                <a:solidFill>
                  <a:srgbClr val="000000"/>
                </a:solidFill>
              </a:rPr>
              <a:t>la</a:t>
            </a:r>
            <a:r>
              <a:rPr lang="fr-FR" sz="1200" b="0" spc="-25" dirty="0" smtClean="0">
                <a:solidFill>
                  <a:srgbClr val="000000"/>
                </a:solidFill>
              </a:rPr>
              <a:t> </a:t>
            </a:r>
            <a:r>
              <a:rPr lang="fr-FR" sz="1200" b="0" dirty="0" smtClean="0">
                <a:solidFill>
                  <a:srgbClr val="000000"/>
                </a:solidFill>
              </a:rPr>
              <a:t>RAM.</a:t>
            </a:r>
            <a:r>
              <a:rPr lang="fr-FR" sz="1200" b="0" spc="-40" dirty="0" smtClean="0">
                <a:solidFill>
                  <a:srgbClr val="000000"/>
                </a:solidFill>
              </a:rPr>
              <a:t> </a:t>
            </a:r>
            <a:r>
              <a:rPr lang="fr-FR" sz="1200" b="0" dirty="0" smtClean="0">
                <a:solidFill>
                  <a:srgbClr val="000000"/>
                </a:solidFill>
              </a:rPr>
              <a:t>Les</a:t>
            </a:r>
            <a:r>
              <a:rPr lang="fr-FR" sz="1200" b="0" spc="-35" dirty="0" smtClean="0">
                <a:solidFill>
                  <a:srgbClr val="000000"/>
                </a:solidFill>
              </a:rPr>
              <a:t> </a:t>
            </a:r>
            <a:r>
              <a:rPr lang="fr-FR" sz="1200" b="0" dirty="0" smtClean="0">
                <a:solidFill>
                  <a:srgbClr val="000000"/>
                </a:solidFill>
              </a:rPr>
              <a:t>autres</a:t>
            </a:r>
            <a:r>
              <a:rPr lang="fr-FR" sz="1200" b="0" spc="-10" dirty="0" smtClean="0">
                <a:solidFill>
                  <a:srgbClr val="000000"/>
                </a:solidFill>
              </a:rPr>
              <a:t> </a:t>
            </a:r>
            <a:r>
              <a:rPr lang="fr-FR" sz="1200" b="0" dirty="0" smtClean="0">
                <a:solidFill>
                  <a:srgbClr val="000000"/>
                </a:solidFill>
              </a:rPr>
              <a:t>pages</a:t>
            </a:r>
            <a:r>
              <a:rPr lang="fr-FR" sz="1200" b="0" spc="-55" dirty="0" smtClean="0">
                <a:solidFill>
                  <a:srgbClr val="000000"/>
                </a:solidFill>
              </a:rPr>
              <a:t> </a:t>
            </a:r>
            <a:r>
              <a:rPr lang="fr-FR" sz="1200" b="0" spc="-10" dirty="0" smtClean="0">
                <a:solidFill>
                  <a:srgbClr val="000000"/>
                </a:solidFill>
              </a:rPr>
              <a:t>restent</a:t>
            </a:r>
            <a:r>
              <a:rPr lang="fr-FR" sz="1200" b="0" spc="-20" dirty="0" smtClean="0">
                <a:solidFill>
                  <a:srgbClr val="000000"/>
                </a:solidFill>
              </a:rPr>
              <a:t> </a:t>
            </a:r>
            <a:r>
              <a:rPr lang="fr-FR" sz="1200" b="0" dirty="0" smtClean="0">
                <a:solidFill>
                  <a:srgbClr val="000000"/>
                </a:solidFill>
              </a:rPr>
              <a:t>dans</a:t>
            </a:r>
            <a:r>
              <a:rPr lang="fr-FR" sz="1200" b="0" spc="-40" dirty="0" smtClean="0">
                <a:solidFill>
                  <a:srgbClr val="000000"/>
                </a:solidFill>
              </a:rPr>
              <a:t> </a:t>
            </a:r>
            <a:r>
              <a:rPr lang="fr-FR" sz="1200" b="0" dirty="0" smtClean="0">
                <a:solidFill>
                  <a:srgbClr val="000000"/>
                </a:solidFill>
              </a:rPr>
              <a:t>la</a:t>
            </a:r>
            <a:r>
              <a:rPr lang="fr-FR" sz="1200" b="0" spc="-25" dirty="0" smtClean="0">
                <a:solidFill>
                  <a:srgbClr val="000000"/>
                </a:solidFill>
              </a:rPr>
              <a:t> </a:t>
            </a:r>
            <a:r>
              <a:rPr lang="fr-FR" sz="1200" b="0" dirty="0" smtClean="0">
                <a:solidFill>
                  <a:srgbClr val="000000"/>
                </a:solidFill>
              </a:rPr>
              <a:t>mémoire auxiliaire</a:t>
            </a:r>
            <a:r>
              <a:rPr lang="fr-FR" sz="1200" b="0" spc="15" dirty="0" smtClean="0">
                <a:solidFill>
                  <a:srgbClr val="000000"/>
                </a:solidFill>
              </a:rPr>
              <a:t> </a:t>
            </a:r>
            <a:r>
              <a:rPr lang="fr-FR" sz="1200" b="0" spc="-20" dirty="0" smtClean="0">
                <a:solidFill>
                  <a:srgbClr val="000000"/>
                </a:solidFill>
              </a:rPr>
              <a:t>jusqu’à </a:t>
            </a:r>
            <a:r>
              <a:rPr lang="fr-FR" sz="1200" b="0" spc="-10" dirty="0" smtClean="0">
                <a:solidFill>
                  <a:srgbClr val="000000"/>
                </a:solidFill>
              </a:rPr>
              <a:t>qu’elles</a:t>
            </a:r>
            <a:r>
              <a:rPr lang="fr-FR" sz="1200" b="0" spc="5" dirty="0" smtClean="0">
                <a:solidFill>
                  <a:srgbClr val="000000"/>
                </a:solidFill>
              </a:rPr>
              <a:t> </a:t>
            </a:r>
            <a:r>
              <a:rPr lang="fr-FR" sz="1200" b="0" dirty="0" smtClean="0">
                <a:solidFill>
                  <a:srgbClr val="000000"/>
                </a:solidFill>
              </a:rPr>
              <a:t>soient</a:t>
            </a:r>
            <a:r>
              <a:rPr lang="fr-FR" sz="1200" b="0" spc="-40" dirty="0" smtClean="0">
                <a:solidFill>
                  <a:srgbClr val="000000"/>
                </a:solidFill>
              </a:rPr>
              <a:t> </a:t>
            </a:r>
            <a:r>
              <a:rPr lang="fr-FR" sz="1200" b="0" spc="-10" dirty="0" smtClean="0">
                <a:solidFill>
                  <a:srgbClr val="000000"/>
                </a:solidFill>
              </a:rPr>
              <a:t>référencées.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
            </a:r>
            <a:br>
              <a:rPr lang="fr-FR" dirty="0" smtClean="0"/>
            </a:br>
            <a:r>
              <a:rPr lang="fr-FR" sz="1200" b="0" i="0" kern="1200" dirty="0" smtClean="0">
                <a:solidFill>
                  <a:schemeClr val="tx1"/>
                </a:solidFill>
                <a:effectLst/>
                <a:latin typeface="+mn-lt"/>
                <a:ea typeface="+mn-ea"/>
                <a:cs typeface="+mn-cs"/>
              </a:rPr>
              <a:t>Imaginez que vous lisez un livre très épais, mais que vous ne pouvez pas tenir tout le livre ouvert en même temps. Pour faciliter la lecture, vous utilisez un marque-page pour vous souvenir de la page où vous vous êtes arrêté. Lorsque vous avez besoin de lire une partie différente du livre, vous tournez les pages pour accéder à la nouvelle section. C'est un peu comme le principe de la pagination dans un système informatique</a:t>
            </a:r>
            <a:r>
              <a:rPr lang="fr-FR" sz="1200" b="0" i="0" kern="1200" dirty="0" smtClean="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Taille M.V &gt; 2*taille M.P</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MMU :Memory Management Unit : Matériel informatique qui effectue la traduction des adresses de mémoire virtuelle en adresses physiques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spc="-10" dirty="0" smtClean="0">
              <a:solidFill>
                <a:srgbClr val="000000"/>
              </a:solidFill>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15</a:t>
            </a:fld>
            <a:endParaRPr lang="fr-FR"/>
          </a:p>
        </p:txBody>
      </p:sp>
    </p:spTree>
    <p:extLst>
      <p:ext uri="{BB962C8B-B14F-4D97-AF65-F5344CB8AC3E}">
        <p14:creationId xmlns:p14="http://schemas.microsoft.com/office/powerpoint/2010/main" val="3135136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spc="-10" dirty="0" smtClean="0">
                <a:latin typeface="+mn-lt"/>
                <a:cs typeface="Calibri"/>
              </a:rPr>
              <a:t>Maintenant,</a:t>
            </a:r>
            <a:r>
              <a:rPr lang="fr-FR" b="0" spc="-40" dirty="0" smtClean="0">
                <a:latin typeface="+mn-lt"/>
                <a:cs typeface="Calibri"/>
              </a:rPr>
              <a:t> </a:t>
            </a:r>
            <a:r>
              <a:rPr lang="fr-FR" b="0" dirty="0" smtClean="0">
                <a:latin typeface="+mn-lt"/>
                <a:cs typeface="Calibri"/>
              </a:rPr>
              <a:t>on</a:t>
            </a:r>
            <a:r>
              <a:rPr lang="fr-FR" b="0" spc="-20" dirty="0" smtClean="0">
                <a:latin typeface="+mn-lt"/>
                <a:cs typeface="Calibri"/>
              </a:rPr>
              <a:t> </a:t>
            </a:r>
            <a:r>
              <a:rPr lang="fr-FR" b="0" dirty="0" smtClean="0">
                <a:latin typeface="+mn-lt"/>
                <a:cs typeface="Calibri"/>
              </a:rPr>
              <a:t>va</a:t>
            </a:r>
            <a:r>
              <a:rPr lang="fr-FR" b="0" spc="-35" dirty="0" smtClean="0">
                <a:latin typeface="+mn-lt"/>
                <a:cs typeface="Calibri"/>
              </a:rPr>
              <a:t> </a:t>
            </a:r>
            <a:r>
              <a:rPr lang="fr-FR" b="0" dirty="0" smtClean="0">
                <a:latin typeface="+mn-lt"/>
                <a:cs typeface="Calibri"/>
              </a:rPr>
              <a:t>étudier</a:t>
            </a:r>
            <a:r>
              <a:rPr lang="fr-FR" b="0" spc="-20" dirty="0" smtClean="0">
                <a:latin typeface="+mn-lt"/>
                <a:cs typeface="Calibri"/>
              </a:rPr>
              <a:t> </a:t>
            </a:r>
            <a:r>
              <a:rPr lang="fr-FR" b="0" dirty="0" smtClean="0">
                <a:latin typeface="+mn-lt"/>
                <a:cs typeface="Calibri"/>
              </a:rPr>
              <a:t>le</a:t>
            </a:r>
            <a:r>
              <a:rPr lang="fr-FR" b="0" spc="-10" dirty="0" smtClean="0">
                <a:latin typeface="+mn-lt"/>
                <a:cs typeface="Calibri"/>
              </a:rPr>
              <a:t> </a:t>
            </a:r>
            <a:r>
              <a:rPr lang="fr-FR" b="0" dirty="0" smtClean="0">
                <a:latin typeface="+mn-lt"/>
                <a:cs typeface="Calibri"/>
              </a:rPr>
              <a:t>cas</a:t>
            </a:r>
            <a:r>
              <a:rPr lang="fr-FR" b="0" spc="-25" dirty="0" smtClean="0">
                <a:latin typeface="+mn-lt"/>
                <a:cs typeface="Calibri"/>
              </a:rPr>
              <a:t> </a:t>
            </a:r>
            <a:r>
              <a:rPr lang="fr-FR" b="0" dirty="0" smtClean="0">
                <a:latin typeface="+mn-lt"/>
                <a:cs typeface="Calibri"/>
              </a:rPr>
              <a:t>où</a:t>
            </a:r>
            <a:r>
              <a:rPr lang="fr-FR" b="0" spc="-20" dirty="0" smtClean="0">
                <a:latin typeface="+mn-lt"/>
                <a:cs typeface="Calibri"/>
              </a:rPr>
              <a:t> </a:t>
            </a:r>
            <a:r>
              <a:rPr lang="fr-FR" b="0" spc="-10" dirty="0" smtClean="0">
                <a:latin typeface="+mn-lt"/>
                <a:cs typeface="Calibri"/>
              </a:rPr>
              <a:t>l’adresse</a:t>
            </a:r>
            <a:r>
              <a:rPr lang="fr-FR" b="0" spc="15" dirty="0" smtClean="0">
                <a:latin typeface="+mn-lt"/>
                <a:cs typeface="Calibri"/>
              </a:rPr>
              <a:t> </a:t>
            </a:r>
            <a:r>
              <a:rPr lang="fr-FR" b="0" dirty="0" smtClean="0">
                <a:latin typeface="+mn-lt"/>
                <a:cs typeface="Calibri"/>
              </a:rPr>
              <a:t>virtuelle</a:t>
            </a:r>
            <a:r>
              <a:rPr lang="fr-FR" b="0" spc="-5" dirty="0" smtClean="0">
                <a:latin typeface="+mn-lt"/>
                <a:cs typeface="Calibri"/>
              </a:rPr>
              <a:t> </a:t>
            </a:r>
            <a:r>
              <a:rPr lang="fr-FR" b="0" spc="-10" dirty="0" smtClean="0">
                <a:latin typeface="+mn-lt"/>
                <a:cs typeface="Calibri"/>
              </a:rPr>
              <a:t>référence</a:t>
            </a:r>
            <a:r>
              <a:rPr lang="fr-FR" b="0" spc="-5" dirty="0" smtClean="0">
                <a:latin typeface="+mn-lt"/>
                <a:cs typeface="Calibri"/>
              </a:rPr>
              <a:t> </a:t>
            </a:r>
            <a:r>
              <a:rPr lang="fr-FR" b="0" dirty="0" smtClean="0">
                <a:latin typeface="+mn-lt"/>
                <a:cs typeface="Calibri"/>
              </a:rPr>
              <a:t>une</a:t>
            </a:r>
            <a:r>
              <a:rPr lang="fr-FR" b="0" spc="-10" dirty="0" smtClean="0">
                <a:latin typeface="+mn-lt"/>
                <a:cs typeface="Calibri"/>
              </a:rPr>
              <a:t> </a:t>
            </a:r>
            <a:r>
              <a:rPr lang="fr-FR" b="0" dirty="0" smtClean="0">
                <a:latin typeface="+mn-lt"/>
                <a:cs typeface="Calibri"/>
              </a:rPr>
              <a:t>page</a:t>
            </a:r>
            <a:r>
              <a:rPr lang="fr-FR" b="0" spc="-60" dirty="0" smtClean="0">
                <a:latin typeface="+mn-lt"/>
                <a:cs typeface="Calibri"/>
              </a:rPr>
              <a:t> </a:t>
            </a:r>
            <a:r>
              <a:rPr lang="fr-FR" b="0" dirty="0" smtClean="0">
                <a:latin typeface="+mn-lt"/>
                <a:cs typeface="Calibri"/>
              </a:rPr>
              <a:t>qui</a:t>
            </a:r>
            <a:r>
              <a:rPr lang="fr-FR" b="0" spc="-25" dirty="0" smtClean="0">
                <a:latin typeface="+mn-lt"/>
                <a:cs typeface="Calibri"/>
              </a:rPr>
              <a:t> </a:t>
            </a:r>
            <a:r>
              <a:rPr lang="fr-FR" b="0" spc="-10" dirty="0" smtClean="0">
                <a:latin typeface="+mn-lt"/>
                <a:cs typeface="Calibri"/>
              </a:rPr>
              <a:t>n’est</a:t>
            </a:r>
            <a:r>
              <a:rPr lang="fr-FR" b="0" spc="20" dirty="0" smtClean="0">
                <a:latin typeface="+mn-lt"/>
                <a:cs typeface="Calibri"/>
              </a:rPr>
              <a:t> </a:t>
            </a:r>
            <a:r>
              <a:rPr lang="fr-FR" b="0" dirty="0" smtClean="0">
                <a:latin typeface="+mn-lt"/>
                <a:cs typeface="Calibri"/>
              </a:rPr>
              <a:t>pas</a:t>
            </a:r>
            <a:r>
              <a:rPr lang="fr-FR" b="0" spc="-25" dirty="0" smtClean="0">
                <a:latin typeface="+mn-lt"/>
                <a:cs typeface="Calibri"/>
              </a:rPr>
              <a:t> </a:t>
            </a:r>
            <a:r>
              <a:rPr lang="fr-FR" b="0" spc="-10" dirty="0" smtClean="0">
                <a:latin typeface="+mn-lt"/>
                <a:cs typeface="Calibri"/>
              </a:rPr>
              <a:t>présente</a:t>
            </a:r>
            <a:r>
              <a:rPr lang="fr-FR" b="0" spc="-25" dirty="0" smtClean="0">
                <a:latin typeface="+mn-lt"/>
                <a:cs typeface="Calibri"/>
              </a:rPr>
              <a:t> </a:t>
            </a:r>
            <a:r>
              <a:rPr lang="fr-FR" b="0" dirty="0" smtClean="0">
                <a:latin typeface="+mn-lt"/>
                <a:cs typeface="Calibri"/>
              </a:rPr>
              <a:t>en</a:t>
            </a:r>
            <a:r>
              <a:rPr lang="fr-FR" b="0" spc="-15" dirty="0" smtClean="0">
                <a:latin typeface="+mn-lt"/>
                <a:cs typeface="Calibri"/>
              </a:rPr>
              <a:t> </a:t>
            </a:r>
            <a:r>
              <a:rPr lang="fr-FR" b="0" spc="-10" dirty="0" smtClean="0">
                <a:latin typeface="+mn-lt"/>
                <a:cs typeface="Calibri"/>
              </a:rPr>
              <a:t>mémoire</a:t>
            </a:r>
            <a:r>
              <a:rPr lang="fr-FR" b="0" spc="15" dirty="0" smtClean="0">
                <a:latin typeface="+mn-lt"/>
                <a:cs typeface="Calibri"/>
              </a:rPr>
              <a:t> </a:t>
            </a:r>
            <a:r>
              <a:rPr lang="fr-FR" b="0" spc="-10" dirty="0" smtClean="0">
                <a:latin typeface="+mn-lt"/>
                <a:cs typeface="Calibri"/>
              </a:rPr>
              <a:t>physique.</a:t>
            </a:r>
            <a:r>
              <a:rPr lang="fr-FR" b="0" spc="-45" dirty="0" smtClean="0">
                <a:latin typeface="+mn-lt"/>
                <a:cs typeface="Calibri"/>
              </a:rPr>
              <a:t> </a:t>
            </a:r>
            <a:r>
              <a:rPr lang="fr-FR" b="0" dirty="0" smtClean="0">
                <a:latin typeface="+mn-lt"/>
                <a:cs typeface="Calibri"/>
              </a:rPr>
              <a:t>Ce</a:t>
            </a:r>
            <a:r>
              <a:rPr lang="fr-FR" b="0" spc="-35" dirty="0" smtClean="0">
                <a:latin typeface="+mn-lt"/>
                <a:cs typeface="Calibri"/>
              </a:rPr>
              <a:t> </a:t>
            </a:r>
            <a:r>
              <a:rPr lang="fr-FR" b="0" dirty="0" smtClean="0">
                <a:latin typeface="+mn-lt"/>
                <a:cs typeface="Calibri"/>
              </a:rPr>
              <a:t>cas est</a:t>
            </a:r>
            <a:r>
              <a:rPr lang="fr-FR" b="0" spc="-25" dirty="0" smtClean="0">
                <a:latin typeface="+mn-lt"/>
                <a:cs typeface="Calibri"/>
              </a:rPr>
              <a:t> </a:t>
            </a:r>
            <a:r>
              <a:rPr lang="fr-FR" b="0" dirty="0" smtClean="0">
                <a:latin typeface="+mn-lt"/>
                <a:cs typeface="Calibri"/>
              </a:rPr>
              <a:t>nommé</a:t>
            </a:r>
            <a:r>
              <a:rPr lang="fr-FR" b="0" spc="-15" dirty="0" smtClean="0">
                <a:latin typeface="+mn-lt"/>
                <a:cs typeface="Calibri"/>
              </a:rPr>
              <a:t> </a:t>
            </a:r>
            <a:r>
              <a:rPr lang="fr-FR" b="0" dirty="0" smtClean="0">
                <a:latin typeface="+mn-lt"/>
                <a:cs typeface="Calibri"/>
              </a:rPr>
              <a:t>défaut</a:t>
            </a:r>
            <a:r>
              <a:rPr lang="fr-FR" b="0" spc="-25" dirty="0" smtClean="0">
                <a:latin typeface="+mn-lt"/>
                <a:cs typeface="Calibri"/>
              </a:rPr>
              <a:t> </a:t>
            </a:r>
            <a:r>
              <a:rPr lang="fr-FR" b="0" dirty="0" smtClean="0">
                <a:latin typeface="+mn-lt"/>
                <a:cs typeface="Calibri"/>
              </a:rPr>
              <a:t>de</a:t>
            </a:r>
            <a:r>
              <a:rPr lang="fr-FR" b="0" spc="-15" dirty="0" smtClean="0">
                <a:latin typeface="+mn-lt"/>
                <a:cs typeface="Calibri"/>
              </a:rPr>
              <a:t> </a:t>
            </a:r>
            <a:r>
              <a:rPr lang="fr-FR" b="0" spc="-10" dirty="0" smtClean="0">
                <a:latin typeface="+mn-lt"/>
                <a:cs typeface="Calibri"/>
              </a:rPr>
              <a:t>page.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smtClean="0">
                <a:solidFill>
                  <a:schemeClr val="tx1"/>
                </a:solidFill>
                <a:effectLst/>
                <a:latin typeface="+mn-lt"/>
                <a:ea typeface="+mn-ea"/>
                <a:cs typeface="+mn-cs"/>
              </a:rPr>
              <a:t>une page de défaut se produit lorsque le système d'exploitation est incapable de trouver une page particulière d'un programme en mémoire physique, car cette page a été déplacée vers le disque dur pour libérer de l'espace. Le système doit alors récupérer cette page depuis le disque dur lorsqu'elle est à nouveau nécessaire, ce qui peut entraîner un ralentissement temporaire des performances.</a:t>
            </a:r>
            <a:endParaRPr lang="fr-FR" b="0" spc="-10" dirty="0" smtClean="0">
              <a:latin typeface="+mn-lt"/>
              <a:cs typeface="Calibri"/>
            </a:endParaRPr>
          </a:p>
          <a:p>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16</a:t>
            </a:fld>
            <a:endParaRPr lang="fr-FR"/>
          </a:p>
        </p:txBody>
      </p:sp>
    </p:spTree>
    <p:extLst>
      <p:ext uri="{BB962C8B-B14F-4D97-AF65-F5344CB8AC3E}">
        <p14:creationId xmlns:p14="http://schemas.microsoft.com/office/powerpoint/2010/main" val="1943089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smtClean="0">
                <a:solidFill>
                  <a:schemeClr val="tx1"/>
                </a:solidFill>
                <a:effectLst/>
                <a:latin typeface="+mn-lt"/>
                <a:ea typeface="+mn-ea"/>
                <a:cs typeface="+mn-cs"/>
              </a:rPr>
              <a:t>Le remplacement de pages permet d'optimiser l'utilisation de cette mémoire en gardant en mémoire les pages les plus utiles et en déplaçant celles qui sont moins prioritaires sur le disque dur.</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smtClean="0">
                <a:solidFill>
                  <a:schemeClr val="tx1"/>
                </a:solidFill>
                <a:effectLst/>
                <a:latin typeface="+mn-lt"/>
                <a:ea typeface="+mn-ea"/>
                <a:cs typeface="+mn-cs"/>
              </a:rPr>
              <a:t>En combinant la pagination avec des techniques de remplacement de pages efficaces, le système d'exploitation peut fournir une gestion efficace de la mémoire virtuelle, permettant ainsi aux programmes de s'exécuter de manière fluide même lorsque la mémoire physique est limitée</a:t>
            </a:r>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17</a:t>
            </a:fld>
            <a:endParaRPr lang="fr-FR"/>
          </a:p>
        </p:txBody>
      </p:sp>
    </p:spTree>
    <p:extLst>
      <p:ext uri="{BB962C8B-B14F-4D97-AF65-F5344CB8AC3E}">
        <p14:creationId xmlns:p14="http://schemas.microsoft.com/office/powerpoint/2010/main" val="2804289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i="0" kern="1200" dirty="0" smtClean="0">
                <a:solidFill>
                  <a:schemeClr val="tx1"/>
                </a:solidFill>
                <a:effectLst/>
                <a:latin typeface="+mn-lt"/>
                <a:ea typeface="+mn-ea"/>
                <a:cs typeface="+mn-cs"/>
              </a:rPr>
              <a:t>Pagination :</a:t>
            </a:r>
            <a:r>
              <a:rPr lang="fr-FR" sz="1200" b="0" i="0" kern="1200" dirty="0" smtClean="0">
                <a:solidFill>
                  <a:schemeClr val="tx1"/>
                </a:solidFill>
                <a:effectLst/>
                <a:latin typeface="+mn-lt"/>
                <a:ea typeface="+mn-ea"/>
                <a:cs typeface="+mn-cs"/>
              </a:rPr>
              <a:t> Imaginez un grand classeur où chaque page a une taille fixe et est numérotée. Vous avez plusieurs documents à ranger dans ce classeur. Chaque document doit être placé sur une page entière, et si un document est plus grand que la taille d'une page, il doit être découpé pour tenir sur plusieurs pages. Si vous voulez ajouter un nouveau document mais que toutes les pages sont déjà prises, vous devez déplacer certains documents dans un autre classeur pour libérer de l'espace. C'est comme la pagination dans un système informatique, où la mémoire est divisée en pages de taille fixe, et si la mémoire est pleine, certaines pages doivent être déplacées vers un stockage plus permanent pour faire de la place</a:t>
            </a:r>
          </a:p>
          <a:p>
            <a:r>
              <a:rPr lang="fr-FR" sz="1200" b="0" i="0" kern="1200" dirty="0" smtClean="0">
                <a:solidFill>
                  <a:schemeClr val="tx1"/>
                </a:solidFill>
                <a:effectLst/>
                <a:latin typeface="+mn-lt"/>
                <a:ea typeface="+mn-ea"/>
                <a:cs typeface="+mn-cs"/>
              </a:rPr>
              <a:t>Maintenant, imaginez que vous ayez un grand tableau où vous pouvez placer des post-it de différentes tailles et formes pour organiser vos tâches. Chaque post-it représente une tâche ou une note, et vous les placez où vous le souhaitez sur le tableau. Vous pouvez ajouter de nouveaux post-it de différentes tailles et formes selon vos besoins, sans avoir besoin de déplacer les autres post-it pour faire de la place. C'est comme la segmentation dans un système informatique, où la mémoire est divisée en segments de tailles variables, et chaque processus peut occuper des segments différents sans nécessiter de déplacement de données</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18</a:t>
            </a:fld>
            <a:endParaRPr lang="fr-FR"/>
          </a:p>
        </p:txBody>
      </p:sp>
    </p:spTree>
    <p:extLst>
      <p:ext uri="{BB962C8B-B14F-4D97-AF65-F5344CB8AC3E}">
        <p14:creationId xmlns:p14="http://schemas.microsoft.com/office/powerpoint/2010/main" val="21807017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smtClean="0">
                <a:solidFill>
                  <a:schemeClr val="tx1"/>
                </a:solidFill>
                <a:effectLst/>
                <a:latin typeface="+mn-lt"/>
                <a:ea typeface="+mn-ea"/>
                <a:cs typeface="+mn-cs"/>
              </a:rPr>
              <a:t>la pagination divise la mémoire en pages de taille fixe et nécessite le déplacement de données pour faire de la place, tandis que la segmentation divise la mémoire en segments de taille variable et permet à différents processus d'occuper des segments différents sans nécessiter de déplacement de données.</a:t>
            </a:r>
          </a:p>
          <a:p>
            <a:r>
              <a:rPr lang="fr-FR" sz="1200" b="1" i="0" kern="1200" dirty="0" smtClean="0">
                <a:solidFill>
                  <a:schemeClr val="tx1"/>
                </a:solidFill>
                <a:effectLst/>
                <a:latin typeface="+mn-lt"/>
                <a:ea typeface="+mn-ea"/>
                <a:cs typeface="+mn-cs"/>
              </a:rPr>
              <a:t>Base :</a:t>
            </a:r>
            <a:r>
              <a:rPr lang="fr-FR" sz="1200" b="0" i="0" kern="1200" dirty="0" smtClean="0">
                <a:solidFill>
                  <a:schemeClr val="tx1"/>
                </a:solidFill>
                <a:effectLst/>
                <a:latin typeface="+mn-lt"/>
                <a:ea typeface="+mn-ea"/>
                <a:cs typeface="+mn-cs"/>
              </a:rPr>
              <a:t> La base d'un segment est l'adresse de départ du segment dans la mémoire physique.</a:t>
            </a:r>
          </a:p>
          <a:p>
            <a:r>
              <a:rPr lang="fr-FR" sz="1200" b="0" i="0" kern="1200" dirty="0" smtClean="0">
                <a:solidFill>
                  <a:schemeClr val="tx1"/>
                </a:solidFill>
                <a:effectLst/>
                <a:latin typeface="+mn-lt"/>
                <a:ea typeface="+mn-ea"/>
                <a:cs typeface="+mn-cs"/>
              </a:rPr>
              <a:t>Lorsqu'une adresse logique dans ce segment est traduite en adresse physique, la base est ajoutée à l'adresse logique pour obtenir l'adresse physique réelle dans la mémoire physique.</a:t>
            </a:r>
          </a:p>
          <a:p>
            <a:r>
              <a:rPr lang="fr-FR" sz="1200" b="0" i="0" kern="1200" dirty="0" smtClean="0">
                <a:solidFill>
                  <a:schemeClr val="tx1"/>
                </a:solidFill>
                <a:effectLst/>
                <a:latin typeface="+mn-lt"/>
                <a:ea typeface="+mn-ea"/>
                <a:cs typeface="+mn-cs"/>
              </a:rPr>
              <a:t>La limite d'un segment est la taille du segment, c'est-à-dire le nombre maximal de cellules de mémoire que le segment peut occuper. </a:t>
            </a:r>
          </a:p>
          <a:p>
            <a:r>
              <a:rPr lang="fr-FR" sz="1200" b="0" i="0" kern="1200" dirty="0" smtClean="0">
                <a:solidFill>
                  <a:schemeClr val="tx1"/>
                </a:solidFill>
                <a:effectLst/>
                <a:latin typeface="+mn-lt"/>
                <a:ea typeface="+mn-ea"/>
                <a:cs typeface="+mn-cs"/>
              </a:rPr>
              <a:t>la limite est utilisée pour vérifier si l'adresse logique est valide pour ce segment. Si l'adresse logique dépasse la limite, une exception de segmentation est générée, indiquant un dépassement de limite.</a:t>
            </a: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19</a:t>
            </a:fld>
            <a:endParaRPr lang="fr-FR"/>
          </a:p>
        </p:txBody>
      </p:sp>
    </p:spTree>
    <p:extLst>
      <p:ext uri="{BB962C8B-B14F-4D97-AF65-F5344CB8AC3E}">
        <p14:creationId xmlns:p14="http://schemas.microsoft.com/office/powerpoint/2010/main" val="27052228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i="0" kern="1200" dirty="0" smtClean="0">
                <a:solidFill>
                  <a:schemeClr val="tx1"/>
                </a:solidFill>
                <a:effectLst/>
                <a:latin typeface="+mn-lt"/>
                <a:ea typeface="+mn-ea"/>
                <a:cs typeface="+mn-cs"/>
              </a:rPr>
              <a:t>Base :</a:t>
            </a:r>
            <a:r>
              <a:rPr lang="fr-FR" sz="1200" b="0" i="0" kern="1200" dirty="0" smtClean="0">
                <a:solidFill>
                  <a:schemeClr val="tx1"/>
                </a:solidFill>
                <a:effectLst/>
                <a:latin typeface="+mn-lt"/>
                <a:ea typeface="+mn-ea"/>
                <a:cs typeface="+mn-cs"/>
              </a:rPr>
              <a:t> La base d'un segment est l'adresse de départ du segment dans la mémoire physique.</a:t>
            </a:r>
          </a:p>
          <a:p>
            <a:r>
              <a:rPr lang="fr-FR" sz="1200" b="0" i="0" kern="1200" dirty="0" smtClean="0">
                <a:solidFill>
                  <a:schemeClr val="tx1"/>
                </a:solidFill>
                <a:effectLst/>
                <a:latin typeface="+mn-lt"/>
                <a:ea typeface="+mn-ea"/>
                <a:cs typeface="+mn-cs"/>
              </a:rPr>
              <a:t>La base est ajoutée à l'adresse logique pour obtenir l'adresse physique réelle dans la mémoire physique.</a:t>
            </a:r>
          </a:p>
          <a:p>
            <a:r>
              <a:rPr lang="fr-FR" sz="1200" b="0" i="0" kern="1200" dirty="0" smtClean="0">
                <a:solidFill>
                  <a:schemeClr val="tx1"/>
                </a:solidFill>
                <a:effectLst/>
                <a:latin typeface="+mn-lt"/>
                <a:ea typeface="+mn-ea"/>
                <a:cs typeface="+mn-cs"/>
              </a:rPr>
              <a:t>la limite est utilisée pour vérifier si l'adresse logique est valide pour ce segment. Si l'adresse logique dépasse la limite, une exception de segmentation est générée, indiquant un dépassement de limite.</a:t>
            </a: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20</a:t>
            </a:fld>
            <a:endParaRPr lang="fr-FR"/>
          </a:p>
        </p:txBody>
      </p:sp>
    </p:spTree>
    <p:extLst>
      <p:ext uri="{BB962C8B-B14F-4D97-AF65-F5344CB8AC3E}">
        <p14:creationId xmlns:p14="http://schemas.microsoft.com/office/powerpoint/2010/main" val="30819838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i="0" kern="1200" dirty="0" smtClean="0">
                <a:solidFill>
                  <a:schemeClr val="tx1"/>
                </a:solidFill>
                <a:effectLst/>
                <a:latin typeface="+mn-lt"/>
                <a:ea typeface="+mn-ea"/>
                <a:cs typeface="+mn-cs"/>
              </a:rPr>
              <a:t>Base :</a:t>
            </a:r>
            <a:r>
              <a:rPr lang="fr-FR" sz="1200" b="0" i="0" kern="1200" dirty="0" smtClean="0">
                <a:solidFill>
                  <a:schemeClr val="tx1"/>
                </a:solidFill>
                <a:effectLst/>
                <a:latin typeface="+mn-lt"/>
                <a:ea typeface="+mn-ea"/>
                <a:cs typeface="+mn-cs"/>
              </a:rPr>
              <a:t> La base d'un segment est l'adresse de départ du segment dans la mémoire physique.</a:t>
            </a:r>
          </a:p>
          <a:p>
            <a:r>
              <a:rPr lang="fr-FR" sz="1200" b="0" i="0" kern="1200" dirty="0" smtClean="0">
                <a:solidFill>
                  <a:schemeClr val="tx1"/>
                </a:solidFill>
                <a:effectLst/>
                <a:latin typeface="+mn-lt"/>
                <a:ea typeface="+mn-ea"/>
                <a:cs typeface="+mn-cs"/>
              </a:rPr>
              <a:t>La base est ajoutée à l'adresse logique pour obtenir l'adresse physique réelle dans la mémoire physique.</a:t>
            </a:r>
          </a:p>
          <a:p>
            <a:r>
              <a:rPr lang="fr-FR" sz="1200" b="0" i="0" kern="1200" dirty="0" smtClean="0">
                <a:solidFill>
                  <a:schemeClr val="tx1"/>
                </a:solidFill>
                <a:effectLst/>
                <a:latin typeface="+mn-lt"/>
                <a:ea typeface="+mn-ea"/>
                <a:cs typeface="+mn-cs"/>
              </a:rPr>
              <a:t>la limite est utilisée pour vérifier si l'adresse logique est valide pour ce segment. Si l'adresse logique dépasse la limite, une exception de segmentation est générée, indiquant un dépassement de limite.</a:t>
            </a: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21</a:t>
            </a:fld>
            <a:endParaRPr lang="fr-FR"/>
          </a:p>
        </p:txBody>
      </p:sp>
    </p:spTree>
    <p:extLst>
      <p:ext uri="{BB962C8B-B14F-4D97-AF65-F5344CB8AC3E}">
        <p14:creationId xmlns:p14="http://schemas.microsoft.com/office/powerpoint/2010/main" val="8889170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MMU :Memory Management Unit : Matériel informatique qui effectue la traduction des adresses de mémoire virtuelle en adresses physiques</a:t>
            </a:r>
          </a:p>
          <a:p>
            <a:r>
              <a:rPr lang="fr-FR" sz="1200" b="0" i="0" kern="1200" dirty="0" smtClean="0">
                <a:solidFill>
                  <a:schemeClr val="tx1"/>
                </a:solidFill>
                <a:effectLst/>
                <a:latin typeface="+mn-lt"/>
                <a:ea typeface="+mn-ea"/>
                <a:cs typeface="+mn-cs"/>
              </a:rPr>
              <a:t>En divisant la taille de la mémoire virtuelle par la taille de la page, vous obtenez le nombre total de pages virtuelles dans l'espace d'adressage. </a:t>
            </a:r>
          </a:p>
          <a:p>
            <a:r>
              <a:rPr lang="fr-FR" sz="1200" b="0" i="0" kern="1200" dirty="0" smtClean="0">
                <a:solidFill>
                  <a:schemeClr val="tx1"/>
                </a:solidFill>
                <a:effectLst/>
                <a:latin typeface="+mn-lt"/>
                <a:ea typeface="+mn-ea"/>
                <a:cs typeface="+mn-cs"/>
              </a:rPr>
              <a:t>Taille de la table de page=Nombre total de pages </a:t>
            </a:r>
            <a:r>
              <a:rPr lang="fr-FR" sz="1200" b="0" i="0" kern="1200" dirty="0" err="1" smtClean="0">
                <a:solidFill>
                  <a:schemeClr val="tx1"/>
                </a:solidFill>
                <a:effectLst/>
                <a:latin typeface="+mn-lt"/>
                <a:ea typeface="+mn-ea"/>
                <a:cs typeface="+mn-cs"/>
              </a:rPr>
              <a:t>virtuelles×Taille</a:t>
            </a:r>
            <a:r>
              <a:rPr lang="fr-FR" sz="1200" b="0" i="0" kern="1200" dirty="0" smtClean="0">
                <a:solidFill>
                  <a:schemeClr val="tx1"/>
                </a:solidFill>
                <a:effectLst/>
                <a:latin typeface="+mn-lt"/>
                <a:ea typeface="+mn-ea"/>
                <a:cs typeface="+mn-cs"/>
              </a:rPr>
              <a:t> d’une </a:t>
            </a:r>
            <a:r>
              <a:rPr lang="fr-FR" sz="1200" b="0" i="0" kern="1200" dirty="0" err="1" smtClean="0">
                <a:solidFill>
                  <a:schemeClr val="tx1"/>
                </a:solidFill>
                <a:effectLst/>
                <a:latin typeface="+mn-lt"/>
                <a:ea typeface="+mn-ea"/>
                <a:cs typeface="+mn-cs"/>
              </a:rPr>
              <a:t>entreˊe</a:t>
            </a:r>
            <a:r>
              <a:rPr lang="fr-FR" sz="1200" b="0" i="0" kern="1200" smtClean="0">
                <a:solidFill>
                  <a:schemeClr val="tx1"/>
                </a:solidFill>
                <a:effectLst/>
                <a:latin typeface="+mn-lt"/>
                <a:ea typeface="+mn-ea"/>
                <a:cs typeface="+mn-cs"/>
              </a:rPr>
              <a:t> de table de page</a:t>
            </a:r>
            <a:endParaRPr lang="fr-FR" sz="1200" kern="1200" dirty="0" smtClean="0">
              <a:solidFill>
                <a:schemeClr val="tx1"/>
              </a:solidFill>
              <a:effectLst/>
              <a:latin typeface="+mn-lt"/>
              <a:ea typeface="+mn-ea"/>
              <a:cs typeface="+mn-cs"/>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22</a:t>
            </a:fld>
            <a:endParaRPr lang="fr-FR"/>
          </a:p>
        </p:txBody>
      </p:sp>
    </p:spTree>
    <p:extLst>
      <p:ext uri="{BB962C8B-B14F-4D97-AF65-F5344CB8AC3E}">
        <p14:creationId xmlns:p14="http://schemas.microsoft.com/office/powerpoint/2010/main" val="15906239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MMU :Memory Management Unit : Matériel informatique qui effectue la traduction des adresses de mémoire virtuelle en adresses physiques</a:t>
            </a: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23</a:t>
            </a:fld>
            <a:endParaRPr lang="fr-FR"/>
          </a:p>
        </p:txBody>
      </p:sp>
    </p:spTree>
    <p:extLst>
      <p:ext uri="{BB962C8B-B14F-4D97-AF65-F5344CB8AC3E}">
        <p14:creationId xmlns:p14="http://schemas.microsoft.com/office/powerpoint/2010/main" val="40139599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spc="-10" dirty="0" smtClean="0">
                <a:solidFill>
                  <a:srgbClr val="585858"/>
                </a:solidFill>
                <a:latin typeface="+mn-lt"/>
                <a:cs typeface="Calibri"/>
              </a:rPr>
              <a:t>Vous</a:t>
            </a:r>
            <a:r>
              <a:rPr lang="fr-FR" sz="1200" spc="-20" dirty="0" smtClean="0">
                <a:solidFill>
                  <a:srgbClr val="585858"/>
                </a:solidFill>
                <a:latin typeface="+mn-lt"/>
                <a:cs typeface="Calibri"/>
              </a:rPr>
              <a:t> </a:t>
            </a:r>
            <a:r>
              <a:rPr lang="fr-FR" sz="1200" dirty="0" smtClean="0">
                <a:solidFill>
                  <a:srgbClr val="585858"/>
                </a:solidFill>
                <a:latin typeface="+mn-lt"/>
                <a:cs typeface="Calibri"/>
              </a:rPr>
              <a:t>pouvez</a:t>
            </a:r>
            <a:r>
              <a:rPr lang="fr-FR" sz="1200" spc="-10" dirty="0" smtClean="0">
                <a:solidFill>
                  <a:srgbClr val="585858"/>
                </a:solidFill>
                <a:latin typeface="+mn-lt"/>
                <a:cs typeface="Calibri"/>
              </a:rPr>
              <a:t> </a:t>
            </a:r>
            <a:r>
              <a:rPr lang="fr-FR" sz="1200" dirty="0" smtClean="0">
                <a:solidFill>
                  <a:srgbClr val="585858"/>
                </a:solidFill>
                <a:latin typeface="+mn-lt"/>
                <a:cs typeface="Calibri"/>
              </a:rPr>
              <a:t>aussi</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chercher </a:t>
            </a:r>
            <a:r>
              <a:rPr lang="fr-FR" sz="1200" dirty="0" smtClean="0">
                <a:solidFill>
                  <a:srgbClr val="585858"/>
                </a:solidFill>
                <a:latin typeface="+mn-lt"/>
                <a:cs typeface="Calibri"/>
              </a:rPr>
              <a:t>sur</a:t>
            </a:r>
            <a:r>
              <a:rPr lang="fr-FR" sz="1200" spc="-10" dirty="0" smtClean="0">
                <a:solidFill>
                  <a:srgbClr val="585858"/>
                </a:solidFill>
                <a:latin typeface="+mn-lt"/>
                <a:cs typeface="Calibri"/>
              </a:rPr>
              <a:t> </a:t>
            </a:r>
            <a:r>
              <a:rPr lang="fr-FR" sz="1200" dirty="0" smtClean="0">
                <a:solidFill>
                  <a:srgbClr val="585858"/>
                </a:solidFill>
                <a:latin typeface="+mn-lt"/>
                <a:cs typeface="Calibri"/>
              </a:rPr>
              <a:t>Démarrer</a:t>
            </a:r>
            <a:r>
              <a:rPr lang="fr-FR" sz="1200" spc="-5" dirty="0" smtClean="0">
                <a:solidFill>
                  <a:srgbClr val="585858"/>
                </a:solidFill>
                <a:latin typeface="+mn-lt"/>
                <a:cs typeface="Calibri"/>
              </a:rPr>
              <a:t> </a:t>
            </a:r>
            <a:r>
              <a:rPr lang="fr-FR" sz="1200" spc="-30" dirty="0" smtClean="0">
                <a:solidFill>
                  <a:srgbClr val="585858"/>
                </a:solidFill>
                <a:latin typeface="+mn-lt"/>
                <a:cs typeface="Calibri"/>
              </a:rPr>
              <a:t> </a:t>
            </a:r>
            <a:r>
              <a:rPr lang="fr-FR" sz="1200" dirty="0" smtClean="0">
                <a:solidFill>
                  <a:srgbClr val="585858"/>
                </a:solidFill>
                <a:latin typeface="+mn-lt"/>
                <a:cs typeface="Calibri"/>
              </a:rPr>
              <a:t>«Régler</a:t>
            </a:r>
            <a:r>
              <a:rPr lang="fr-FR" sz="1200" spc="-10" dirty="0" smtClean="0">
                <a:solidFill>
                  <a:srgbClr val="585858"/>
                </a:solidFill>
                <a:latin typeface="+mn-lt"/>
                <a:cs typeface="Calibri"/>
              </a:rPr>
              <a:t> l'apparence</a:t>
            </a:r>
            <a:r>
              <a:rPr lang="fr-FR" sz="1200" spc="-15" dirty="0" smtClean="0">
                <a:solidFill>
                  <a:srgbClr val="585858"/>
                </a:solidFill>
                <a:latin typeface="+mn-lt"/>
                <a:cs typeface="Calibri"/>
              </a:rPr>
              <a:t> </a:t>
            </a:r>
            <a:r>
              <a:rPr lang="fr-FR" sz="1200" dirty="0" smtClean="0">
                <a:solidFill>
                  <a:srgbClr val="585858"/>
                </a:solidFill>
                <a:latin typeface="+mn-lt"/>
                <a:cs typeface="Calibri"/>
              </a:rPr>
              <a:t>et</a:t>
            </a:r>
            <a:r>
              <a:rPr lang="fr-FR" sz="1200" spc="-20" dirty="0" smtClean="0">
                <a:solidFill>
                  <a:srgbClr val="585858"/>
                </a:solidFill>
                <a:latin typeface="+mn-lt"/>
                <a:cs typeface="Calibri"/>
              </a:rPr>
              <a:t> </a:t>
            </a:r>
            <a:r>
              <a:rPr lang="fr-FR" sz="1200" spc="-25" dirty="0" smtClean="0">
                <a:solidFill>
                  <a:srgbClr val="585858"/>
                </a:solidFill>
                <a:latin typeface="+mn-lt"/>
                <a:cs typeface="Calibri"/>
              </a:rPr>
              <a:t>les </a:t>
            </a:r>
            <a:r>
              <a:rPr lang="fr-FR" sz="1200" spc="-10" dirty="0" smtClean="0">
                <a:solidFill>
                  <a:srgbClr val="585858"/>
                </a:solidFill>
                <a:latin typeface="+mn-lt"/>
                <a:cs typeface="Calibri"/>
              </a:rPr>
              <a:t>performances</a:t>
            </a:r>
            <a:r>
              <a:rPr lang="fr-FR" sz="1200" spc="45"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Windows».</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25</a:t>
            </a:fld>
            <a:endParaRPr lang="fr-FR"/>
          </a:p>
        </p:txBody>
      </p:sp>
    </p:spTree>
    <p:extLst>
      <p:ext uri="{BB962C8B-B14F-4D97-AF65-F5344CB8AC3E}">
        <p14:creationId xmlns:p14="http://schemas.microsoft.com/office/powerpoint/2010/main" val="28748025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63245">
              <a:lnSpc>
                <a:spcPct val="150000"/>
              </a:lnSpc>
              <a:spcBef>
                <a:spcPts val="5"/>
              </a:spcBef>
            </a:pPr>
            <a:r>
              <a:rPr lang="fr-FR" sz="1200" dirty="0" smtClean="0">
                <a:solidFill>
                  <a:srgbClr val="585858"/>
                </a:solidFill>
                <a:latin typeface="+mn-lt"/>
                <a:cs typeface="Calibri"/>
              </a:rPr>
              <a:t>Décochez</a:t>
            </a:r>
            <a:r>
              <a:rPr lang="fr-FR" sz="1200" spc="-40" dirty="0" smtClean="0">
                <a:solidFill>
                  <a:srgbClr val="585858"/>
                </a:solidFill>
                <a:latin typeface="+mn-lt"/>
                <a:cs typeface="Calibri"/>
              </a:rPr>
              <a:t> </a:t>
            </a:r>
            <a:r>
              <a:rPr lang="fr-FR" sz="1200" dirty="0" smtClean="0">
                <a:solidFill>
                  <a:srgbClr val="585858"/>
                </a:solidFill>
                <a:latin typeface="+mn-lt"/>
                <a:cs typeface="Calibri"/>
              </a:rPr>
              <a:t>«</a:t>
            </a:r>
            <a:r>
              <a:rPr lang="fr-FR" sz="1200" spc="-35"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automatique</a:t>
            </a:r>
            <a:r>
              <a:rPr lang="fr-FR" sz="1200" spc="-40" dirty="0" smtClean="0">
                <a:solidFill>
                  <a:srgbClr val="585858"/>
                </a:solidFill>
                <a:latin typeface="+mn-lt"/>
                <a:cs typeface="Calibri"/>
              </a:rPr>
              <a:t> </a:t>
            </a:r>
            <a:r>
              <a:rPr lang="fr-FR" sz="1200" dirty="0" smtClean="0">
                <a:solidFill>
                  <a:srgbClr val="585858"/>
                </a:solidFill>
                <a:latin typeface="+mn-lt"/>
                <a:cs typeface="Calibri"/>
              </a:rPr>
              <a:t>du</a:t>
            </a:r>
            <a:r>
              <a:rPr lang="fr-FR" sz="1200" spc="-50"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10" dirty="0" smtClean="0">
                <a:solidFill>
                  <a:srgbClr val="585858"/>
                </a:solidFill>
                <a:latin typeface="+mn-lt"/>
                <a:cs typeface="Calibri"/>
              </a:rPr>
              <a:t> </a:t>
            </a:r>
            <a:r>
              <a:rPr lang="fr-FR" sz="1200" dirty="0" smtClean="0">
                <a:solidFill>
                  <a:srgbClr val="585858"/>
                </a:solidFill>
                <a:latin typeface="+mn-lt"/>
                <a:cs typeface="Calibri"/>
              </a:rPr>
              <a:t>d'échange</a:t>
            </a:r>
            <a:r>
              <a:rPr lang="fr-FR" sz="1200" spc="-40" dirty="0" smtClean="0">
                <a:solidFill>
                  <a:srgbClr val="585858"/>
                </a:solidFill>
                <a:latin typeface="+mn-lt"/>
                <a:cs typeface="Calibri"/>
              </a:rPr>
              <a:t> </a:t>
            </a:r>
            <a:r>
              <a:rPr lang="fr-FR" sz="1200" dirty="0" smtClean="0">
                <a:solidFill>
                  <a:srgbClr val="585858"/>
                </a:solidFill>
                <a:latin typeface="+mn-lt"/>
                <a:cs typeface="Calibri"/>
              </a:rPr>
              <a:t>pour</a:t>
            </a:r>
            <a:r>
              <a:rPr lang="fr-FR" sz="1200" spc="-35" dirty="0" smtClean="0">
                <a:solidFill>
                  <a:srgbClr val="585858"/>
                </a:solidFill>
                <a:latin typeface="+mn-lt"/>
                <a:cs typeface="Calibri"/>
              </a:rPr>
              <a:t> </a:t>
            </a:r>
            <a:r>
              <a:rPr lang="fr-FR" sz="1200" dirty="0" smtClean="0">
                <a:solidFill>
                  <a:srgbClr val="585858"/>
                </a:solidFill>
                <a:latin typeface="+mn-lt"/>
                <a:cs typeface="Calibri"/>
              </a:rPr>
              <a:t>les</a:t>
            </a:r>
            <a:r>
              <a:rPr lang="fr-FR" sz="1200" spc="-10" dirty="0" smtClean="0">
                <a:solidFill>
                  <a:srgbClr val="585858"/>
                </a:solidFill>
                <a:latin typeface="+mn-lt"/>
                <a:cs typeface="Calibri"/>
              </a:rPr>
              <a:t> </a:t>
            </a:r>
            <a:r>
              <a:rPr lang="fr-FR" sz="1200" dirty="0" smtClean="0">
                <a:solidFill>
                  <a:srgbClr val="585858"/>
                </a:solidFill>
                <a:latin typeface="+mn-lt"/>
                <a:cs typeface="Calibri"/>
              </a:rPr>
              <a:t>lecteurs</a:t>
            </a:r>
            <a:r>
              <a:rPr lang="fr-FR" sz="1200" spc="10" dirty="0" smtClean="0">
                <a:solidFill>
                  <a:srgbClr val="585858"/>
                </a:solidFill>
                <a:latin typeface="+mn-lt"/>
                <a:cs typeface="Calibri"/>
              </a:rPr>
              <a:t> </a:t>
            </a:r>
            <a:r>
              <a:rPr lang="fr-FR" sz="1200" dirty="0" smtClean="0">
                <a:solidFill>
                  <a:srgbClr val="585858"/>
                </a:solidFill>
                <a:latin typeface="+mn-lt"/>
                <a:cs typeface="Calibri"/>
              </a:rPr>
              <a:t>»</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Mettez</a:t>
            </a:r>
            <a:r>
              <a:rPr lang="fr-FR" sz="1200" spc="-50" dirty="0" smtClean="0">
                <a:solidFill>
                  <a:srgbClr val="585858"/>
                </a:solidFill>
                <a:latin typeface="+mn-lt"/>
                <a:cs typeface="Calibri"/>
              </a:rPr>
              <a:t> </a:t>
            </a:r>
            <a:r>
              <a:rPr lang="fr-FR" sz="1200" dirty="0" smtClean="0">
                <a:solidFill>
                  <a:srgbClr val="585858"/>
                </a:solidFill>
                <a:latin typeface="+mn-lt"/>
                <a:cs typeface="Calibri"/>
              </a:rPr>
              <a:t>en</a:t>
            </a:r>
            <a:r>
              <a:rPr lang="fr-FR" sz="1200" spc="-10" dirty="0" smtClean="0">
                <a:solidFill>
                  <a:srgbClr val="585858"/>
                </a:solidFill>
                <a:latin typeface="+mn-lt"/>
                <a:cs typeface="Calibri"/>
              </a:rPr>
              <a:t> </a:t>
            </a:r>
            <a:r>
              <a:rPr lang="fr-FR" sz="1200" dirty="0" smtClean="0">
                <a:solidFill>
                  <a:srgbClr val="585858"/>
                </a:solidFill>
                <a:latin typeface="+mn-lt"/>
                <a:cs typeface="Calibri"/>
              </a:rPr>
              <a:t>bas</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"Taille</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personnalisée«</a:t>
            </a:r>
            <a:r>
              <a:rPr lang="fr-FR" sz="1200" spc="30"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12700" marR="5080">
              <a:lnSpc>
                <a:spcPct val="150000"/>
              </a:lnSpc>
              <a:spcBef>
                <a:spcPts val="285"/>
              </a:spcBef>
            </a:pPr>
            <a:r>
              <a:rPr lang="fr-FR" sz="1200" dirty="0" smtClean="0">
                <a:solidFill>
                  <a:srgbClr val="585858"/>
                </a:solidFill>
                <a:latin typeface="+mn-lt"/>
                <a:cs typeface="Calibri"/>
              </a:rPr>
              <a:t>Ignorez</a:t>
            </a:r>
            <a:r>
              <a:rPr lang="fr-FR" sz="1200" spc="275" dirty="0" smtClean="0">
                <a:solidFill>
                  <a:srgbClr val="585858"/>
                </a:solidFill>
                <a:latin typeface="+mn-lt"/>
                <a:cs typeface="Calibri"/>
              </a:rPr>
              <a:t> </a:t>
            </a:r>
            <a:r>
              <a:rPr lang="fr-FR" sz="1200" dirty="0" smtClean="0">
                <a:solidFill>
                  <a:srgbClr val="585858"/>
                </a:solidFill>
                <a:latin typeface="+mn-lt"/>
                <a:cs typeface="Calibri"/>
              </a:rPr>
              <a:t>la</a:t>
            </a:r>
            <a:r>
              <a:rPr lang="fr-FR" sz="1200" spc="270" dirty="0" smtClean="0">
                <a:solidFill>
                  <a:srgbClr val="585858"/>
                </a:solidFill>
                <a:latin typeface="+mn-lt"/>
                <a:cs typeface="Calibri"/>
              </a:rPr>
              <a:t> </a:t>
            </a:r>
            <a:r>
              <a:rPr lang="fr-FR" sz="1200" dirty="0" smtClean="0">
                <a:solidFill>
                  <a:srgbClr val="585858"/>
                </a:solidFill>
                <a:latin typeface="+mn-lt"/>
                <a:cs typeface="Calibri"/>
              </a:rPr>
              <a:t>taille</a:t>
            </a:r>
            <a:r>
              <a:rPr lang="fr-FR" sz="1200" spc="275" dirty="0" smtClean="0">
                <a:solidFill>
                  <a:srgbClr val="585858"/>
                </a:solidFill>
                <a:latin typeface="+mn-lt"/>
                <a:cs typeface="Calibri"/>
              </a:rPr>
              <a:t> </a:t>
            </a:r>
            <a:r>
              <a:rPr lang="fr-FR" sz="1200" dirty="0" smtClean="0">
                <a:solidFill>
                  <a:srgbClr val="585858"/>
                </a:solidFill>
                <a:latin typeface="+mn-lt"/>
                <a:cs typeface="Calibri"/>
              </a:rPr>
              <a:t>que</a:t>
            </a:r>
            <a:r>
              <a:rPr lang="fr-FR" sz="1200" spc="270" dirty="0" smtClean="0">
                <a:solidFill>
                  <a:srgbClr val="585858"/>
                </a:solidFill>
                <a:latin typeface="+mn-lt"/>
                <a:cs typeface="Calibri"/>
              </a:rPr>
              <a:t> </a:t>
            </a:r>
            <a:r>
              <a:rPr lang="fr-FR" sz="1200" dirty="0" smtClean="0">
                <a:solidFill>
                  <a:srgbClr val="585858"/>
                </a:solidFill>
                <a:latin typeface="+mn-lt"/>
                <a:cs typeface="Calibri"/>
              </a:rPr>
              <a:t>vous</a:t>
            </a:r>
            <a:r>
              <a:rPr lang="fr-FR" sz="1200" spc="305" dirty="0" smtClean="0">
                <a:solidFill>
                  <a:srgbClr val="585858"/>
                </a:solidFill>
                <a:latin typeface="+mn-lt"/>
                <a:cs typeface="Calibri"/>
              </a:rPr>
              <a:t> </a:t>
            </a:r>
            <a:r>
              <a:rPr lang="fr-FR" sz="1200" dirty="0" smtClean="0">
                <a:solidFill>
                  <a:srgbClr val="585858"/>
                </a:solidFill>
                <a:latin typeface="+mn-lt"/>
                <a:cs typeface="Calibri"/>
              </a:rPr>
              <a:t>recommande</a:t>
            </a:r>
            <a:r>
              <a:rPr lang="fr-FR" sz="1200" spc="295" dirty="0" smtClean="0">
                <a:solidFill>
                  <a:srgbClr val="585858"/>
                </a:solidFill>
                <a:latin typeface="+mn-lt"/>
                <a:cs typeface="Calibri"/>
              </a:rPr>
              <a:t> </a:t>
            </a:r>
            <a:r>
              <a:rPr lang="fr-FR" sz="1200" dirty="0" smtClean="0">
                <a:solidFill>
                  <a:srgbClr val="585858"/>
                </a:solidFill>
                <a:latin typeface="+mn-lt"/>
                <a:cs typeface="Calibri"/>
              </a:rPr>
              <a:t>Windows</a:t>
            </a:r>
            <a:r>
              <a:rPr lang="fr-FR" sz="1200" spc="280" dirty="0" smtClean="0">
                <a:solidFill>
                  <a:srgbClr val="585858"/>
                </a:solidFill>
                <a:latin typeface="+mn-lt"/>
                <a:cs typeface="Calibri"/>
              </a:rPr>
              <a:t> </a:t>
            </a:r>
            <a:r>
              <a:rPr lang="fr-FR" sz="1200" dirty="0" smtClean="0">
                <a:solidFill>
                  <a:srgbClr val="585858"/>
                </a:solidFill>
                <a:latin typeface="+mn-lt"/>
                <a:cs typeface="Calibri"/>
              </a:rPr>
              <a:t>et</a:t>
            </a:r>
            <a:r>
              <a:rPr lang="fr-FR" sz="1200" spc="280" dirty="0" smtClean="0">
                <a:solidFill>
                  <a:srgbClr val="585858"/>
                </a:solidFill>
                <a:latin typeface="+mn-lt"/>
                <a:cs typeface="Calibri"/>
              </a:rPr>
              <a:t> </a:t>
            </a:r>
            <a:r>
              <a:rPr lang="fr-FR" sz="1200" dirty="0" smtClean="0">
                <a:solidFill>
                  <a:srgbClr val="585858"/>
                </a:solidFill>
                <a:latin typeface="+mn-lt"/>
                <a:cs typeface="Calibri"/>
              </a:rPr>
              <a:t>mettez</a:t>
            </a:r>
            <a:r>
              <a:rPr lang="fr-FR" sz="1200" spc="275" dirty="0" smtClean="0">
                <a:solidFill>
                  <a:srgbClr val="585858"/>
                </a:solidFill>
                <a:latin typeface="+mn-lt"/>
                <a:cs typeface="Calibri"/>
              </a:rPr>
              <a:t> </a:t>
            </a:r>
            <a:r>
              <a:rPr lang="fr-FR" sz="1200" dirty="0" smtClean="0">
                <a:solidFill>
                  <a:srgbClr val="585858"/>
                </a:solidFill>
                <a:latin typeface="+mn-lt"/>
                <a:cs typeface="Calibri"/>
              </a:rPr>
              <a:t>dans</a:t>
            </a:r>
            <a:r>
              <a:rPr lang="fr-FR" sz="1200" spc="280" dirty="0" smtClean="0">
                <a:solidFill>
                  <a:srgbClr val="585858"/>
                </a:solidFill>
                <a:latin typeface="+mn-lt"/>
                <a:cs typeface="Calibri"/>
              </a:rPr>
              <a:t> </a:t>
            </a:r>
            <a:r>
              <a:rPr lang="fr-FR" sz="1200" dirty="0" smtClean="0">
                <a:solidFill>
                  <a:srgbClr val="585858"/>
                </a:solidFill>
                <a:latin typeface="+mn-lt"/>
                <a:cs typeface="Calibri"/>
              </a:rPr>
              <a:t>les</a:t>
            </a:r>
            <a:r>
              <a:rPr lang="fr-FR" sz="1200" spc="305" dirty="0" smtClean="0">
                <a:solidFill>
                  <a:srgbClr val="585858"/>
                </a:solidFill>
                <a:latin typeface="+mn-lt"/>
                <a:cs typeface="Calibri"/>
              </a:rPr>
              <a:t> </a:t>
            </a:r>
            <a:r>
              <a:rPr lang="fr-FR" sz="1200" dirty="0" smtClean="0">
                <a:solidFill>
                  <a:srgbClr val="585858"/>
                </a:solidFill>
                <a:latin typeface="+mn-lt"/>
                <a:cs typeface="Calibri"/>
              </a:rPr>
              <a:t>deux</a:t>
            </a:r>
            <a:r>
              <a:rPr lang="fr-FR" sz="1200" spc="305" dirty="0" smtClean="0">
                <a:solidFill>
                  <a:srgbClr val="585858"/>
                </a:solidFill>
                <a:latin typeface="+mn-lt"/>
                <a:cs typeface="Calibri"/>
              </a:rPr>
              <a:t> </a:t>
            </a:r>
            <a:r>
              <a:rPr lang="fr-FR" sz="1200" dirty="0" smtClean="0">
                <a:solidFill>
                  <a:srgbClr val="585858"/>
                </a:solidFill>
                <a:latin typeface="+mn-lt"/>
                <a:cs typeface="Calibri"/>
              </a:rPr>
              <a:t>tailles</a:t>
            </a:r>
            <a:r>
              <a:rPr lang="fr-FR" sz="1200" spc="305" dirty="0" smtClean="0">
                <a:solidFill>
                  <a:srgbClr val="585858"/>
                </a:solidFill>
                <a:latin typeface="+mn-lt"/>
                <a:cs typeface="Calibri"/>
              </a:rPr>
              <a:t> </a:t>
            </a:r>
            <a:r>
              <a:rPr lang="fr-FR" sz="1200" i="1" dirty="0" smtClean="0">
                <a:solidFill>
                  <a:srgbClr val="585858"/>
                </a:solidFill>
                <a:latin typeface="+mn-lt"/>
                <a:cs typeface="Calibri"/>
              </a:rPr>
              <a:t>(initiale</a:t>
            </a:r>
            <a:r>
              <a:rPr lang="fr-FR" sz="1200" i="1" spc="290" dirty="0" smtClean="0">
                <a:solidFill>
                  <a:srgbClr val="585858"/>
                </a:solidFill>
                <a:latin typeface="+mn-lt"/>
                <a:cs typeface="Calibri"/>
              </a:rPr>
              <a:t> </a:t>
            </a:r>
            <a:r>
              <a:rPr lang="fr-FR" sz="1200" i="1" spc="-25" dirty="0" smtClean="0">
                <a:solidFill>
                  <a:srgbClr val="585858"/>
                </a:solidFill>
                <a:latin typeface="+mn-lt"/>
                <a:cs typeface="Calibri"/>
              </a:rPr>
              <a:t>et </a:t>
            </a:r>
            <a:r>
              <a:rPr lang="fr-FR" sz="1200" i="1" dirty="0" smtClean="0">
                <a:solidFill>
                  <a:srgbClr val="585858"/>
                </a:solidFill>
                <a:latin typeface="+mn-lt"/>
                <a:cs typeface="Calibri"/>
              </a:rPr>
              <a:t>maximale)</a:t>
            </a:r>
            <a:r>
              <a:rPr lang="fr-FR" sz="1200" i="1" spc="-40" dirty="0" smtClean="0">
                <a:solidFill>
                  <a:srgbClr val="585858"/>
                </a:solidFill>
                <a:latin typeface="+mn-lt"/>
                <a:cs typeface="Calibri"/>
              </a:rPr>
              <a:t> </a:t>
            </a:r>
            <a:r>
              <a:rPr lang="fr-FR" sz="1200" dirty="0" smtClean="0">
                <a:solidFill>
                  <a:srgbClr val="585858"/>
                </a:solidFill>
                <a:latin typeface="+mn-lt"/>
                <a:cs typeface="Calibri"/>
              </a:rPr>
              <a:t>la</a:t>
            </a:r>
            <a:r>
              <a:rPr lang="fr-FR" sz="1200" spc="-35" dirty="0" smtClean="0">
                <a:solidFill>
                  <a:srgbClr val="585858"/>
                </a:solidFill>
                <a:latin typeface="+mn-lt"/>
                <a:cs typeface="Calibri"/>
              </a:rPr>
              <a:t> </a:t>
            </a:r>
            <a:r>
              <a:rPr lang="fr-FR" sz="1200" dirty="0" smtClean="0">
                <a:solidFill>
                  <a:srgbClr val="585858"/>
                </a:solidFill>
                <a:latin typeface="+mn-lt"/>
                <a:cs typeface="Calibri"/>
              </a:rPr>
              <a:t>taille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exacte</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20" dirty="0" smtClean="0">
                <a:solidFill>
                  <a:srgbClr val="585858"/>
                </a:solidFill>
                <a:latin typeface="+mn-lt"/>
                <a:cs typeface="Calibri"/>
              </a:rPr>
              <a:t> </a:t>
            </a:r>
            <a:r>
              <a:rPr lang="fr-FR" sz="1200" dirty="0" smtClean="0">
                <a:solidFill>
                  <a:srgbClr val="585858"/>
                </a:solidFill>
                <a:latin typeface="+mn-lt"/>
                <a:cs typeface="Calibri"/>
              </a:rPr>
              <a:t>la</a:t>
            </a:r>
            <a:r>
              <a:rPr lang="fr-FR" sz="1200" spc="-15" dirty="0" smtClean="0">
                <a:solidFill>
                  <a:srgbClr val="585858"/>
                </a:solidFill>
                <a:latin typeface="+mn-lt"/>
                <a:cs typeface="Calibri"/>
              </a:rPr>
              <a:t> </a:t>
            </a:r>
            <a:r>
              <a:rPr lang="fr-FR" sz="1200" dirty="0" smtClean="0">
                <a:solidFill>
                  <a:srgbClr val="585858"/>
                </a:solidFill>
                <a:latin typeface="+mn-lt"/>
                <a:cs typeface="Calibri"/>
              </a:rPr>
              <a:t>RAM</a:t>
            </a:r>
            <a:r>
              <a:rPr lang="fr-FR" sz="1200" spc="-35" dirty="0" smtClean="0">
                <a:solidFill>
                  <a:srgbClr val="585858"/>
                </a:solidFill>
                <a:latin typeface="+mn-lt"/>
                <a:cs typeface="Calibri"/>
              </a:rPr>
              <a:t>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dirty="0" smtClean="0">
                <a:solidFill>
                  <a:srgbClr val="585858"/>
                </a:solidFill>
                <a:latin typeface="+mn-lt"/>
                <a:cs typeface="Calibri"/>
              </a:rPr>
              <a:t>votre</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machine.</a:t>
            </a:r>
            <a:endParaRPr lang="fr-FR" sz="1200" dirty="0" smtClean="0">
              <a:latin typeface="+mn-lt"/>
              <a:cs typeface="Calibri"/>
            </a:endParaRPr>
          </a:p>
          <a:p>
            <a:pPr marL="12700">
              <a:lnSpc>
                <a:spcPct val="150000"/>
              </a:lnSpc>
              <a:spcBef>
                <a:spcPts val="890"/>
              </a:spcBef>
            </a:pPr>
            <a:r>
              <a:rPr lang="fr-FR" sz="1200" dirty="0" smtClean="0">
                <a:solidFill>
                  <a:srgbClr val="585858"/>
                </a:solidFill>
                <a:latin typeface="+mn-lt"/>
                <a:cs typeface="Calibri"/>
              </a:rPr>
              <a:t>Cliquez</a:t>
            </a:r>
            <a:r>
              <a:rPr lang="fr-FR" sz="1200" spc="-40" dirty="0" smtClean="0">
                <a:solidFill>
                  <a:srgbClr val="585858"/>
                </a:solidFill>
                <a:latin typeface="+mn-lt"/>
                <a:cs typeface="Calibri"/>
              </a:rPr>
              <a:t> </a:t>
            </a:r>
            <a:r>
              <a:rPr lang="fr-FR" sz="1200" dirty="0" smtClean="0">
                <a:solidFill>
                  <a:srgbClr val="585858"/>
                </a:solidFill>
                <a:latin typeface="+mn-lt"/>
                <a:cs typeface="Calibri"/>
              </a:rPr>
              <a:t>sur</a:t>
            </a:r>
            <a:r>
              <a:rPr lang="fr-FR" sz="1200" spc="-35" dirty="0" smtClean="0">
                <a:solidFill>
                  <a:srgbClr val="585858"/>
                </a:solidFill>
                <a:latin typeface="+mn-lt"/>
                <a:cs typeface="Calibri"/>
              </a:rPr>
              <a:t> </a:t>
            </a:r>
            <a:r>
              <a:rPr lang="fr-FR" sz="1200" dirty="0" smtClean="0">
                <a:solidFill>
                  <a:srgbClr val="585858"/>
                </a:solidFill>
                <a:latin typeface="+mn-lt"/>
                <a:cs typeface="Calibri"/>
              </a:rPr>
              <a:t>le</a:t>
            </a:r>
            <a:r>
              <a:rPr lang="fr-FR" sz="1200" spc="-25" dirty="0" smtClean="0">
                <a:solidFill>
                  <a:srgbClr val="585858"/>
                </a:solidFill>
                <a:latin typeface="+mn-lt"/>
                <a:cs typeface="Calibri"/>
              </a:rPr>
              <a:t> </a:t>
            </a:r>
            <a:r>
              <a:rPr lang="fr-FR" sz="1200" dirty="0" smtClean="0">
                <a:solidFill>
                  <a:srgbClr val="585858"/>
                </a:solidFill>
                <a:latin typeface="+mn-lt"/>
                <a:cs typeface="Calibri"/>
              </a:rPr>
              <a:t>bouton</a:t>
            </a:r>
            <a:r>
              <a:rPr lang="fr-FR" sz="1200" spc="-30" dirty="0" smtClean="0">
                <a:solidFill>
                  <a:srgbClr val="585858"/>
                </a:solidFill>
                <a:latin typeface="+mn-lt"/>
                <a:cs typeface="Calibri"/>
              </a:rPr>
              <a:t> </a:t>
            </a:r>
            <a:r>
              <a:rPr lang="fr-FR" sz="1200" dirty="0" smtClean="0">
                <a:solidFill>
                  <a:srgbClr val="585858"/>
                </a:solidFill>
                <a:latin typeface="+mn-lt"/>
                <a:cs typeface="Calibri"/>
              </a:rPr>
              <a:t>"Définir"</a:t>
            </a:r>
            <a:r>
              <a:rPr lang="fr-FR" sz="1200" spc="-50" dirty="0" smtClean="0">
                <a:solidFill>
                  <a:srgbClr val="585858"/>
                </a:solidFill>
                <a:latin typeface="+mn-lt"/>
                <a:cs typeface="Calibri"/>
              </a:rPr>
              <a:t> </a:t>
            </a:r>
            <a:r>
              <a:rPr lang="fr-FR" sz="1200" dirty="0" smtClean="0">
                <a:solidFill>
                  <a:srgbClr val="585858"/>
                </a:solidFill>
                <a:latin typeface="+mn-lt"/>
                <a:cs typeface="Calibri"/>
              </a:rPr>
              <a:t>pour</a:t>
            </a:r>
            <a:r>
              <a:rPr lang="fr-FR" sz="1200" spc="-10" dirty="0" smtClean="0">
                <a:solidFill>
                  <a:srgbClr val="585858"/>
                </a:solidFill>
                <a:latin typeface="+mn-lt"/>
                <a:cs typeface="Calibri"/>
              </a:rPr>
              <a:t> </a:t>
            </a:r>
            <a:r>
              <a:rPr lang="fr-FR" sz="1200" dirty="0" smtClean="0">
                <a:solidFill>
                  <a:srgbClr val="585858"/>
                </a:solidFill>
                <a:latin typeface="+mn-lt"/>
                <a:cs typeface="Calibri"/>
              </a:rPr>
              <a:t>établir</a:t>
            </a:r>
            <a:r>
              <a:rPr lang="fr-FR" sz="1200" spc="-35" dirty="0" smtClean="0">
                <a:solidFill>
                  <a:srgbClr val="585858"/>
                </a:solidFill>
                <a:latin typeface="+mn-lt"/>
                <a:cs typeface="Calibri"/>
              </a:rPr>
              <a:t> </a:t>
            </a:r>
            <a:r>
              <a:rPr lang="fr-FR" sz="1200" dirty="0" smtClean="0">
                <a:solidFill>
                  <a:srgbClr val="585858"/>
                </a:solidFill>
                <a:latin typeface="+mn-lt"/>
                <a:cs typeface="Calibri"/>
              </a:rPr>
              <a:t>les</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changements.</a:t>
            </a:r>
            <a:endParaRPr lang="fr-FR" sz="1200" dirty="0" smtClean="0">
              <a:latin typeface="+mn-lt"/>
              <a:cs typeface="Calibri"/>
            </a:endParaRPr>
          </a:p>
          <a:p>
            <a:pPr marL="12700">
              <a:lnSpc>
                <a:spcPct val="150000"/>
              </a:lnSpc>
              <a:spcBef>
                <a:spcPts val="765"/>
              </a:spcBef>
            </a:pPr>
            <a:r>
              <a:rPr lang="fr-FR" sz="1200" dirty="0" smtClean="0">
                <a:solidFill>
                  <a:srgbClr val="585858"/>
                </a:solidFill>
                <a:latin typeface="+mn-lt"/>
                <a:cs typeface="Calibri"/>
              </a:rPr>
              <a:t>Cliquez</a:t>
            </a:r>
            <a:r>
              <a:rPr lang="fr-FR" sz="1200" spc="-35" dirty="0" smtClean="0">
                <a:solidFill>
                  <a:srgbClr val="585858"/>
                </a:solidFill>
                <a:latin typeface="+mn-lt"/>
                <a:cs typeface="Calibri"/>
              </a:rPr>
              <a:t> </a:t>
            </a:r>
            <a:r>
              <a:rPr lang="fr-FR" sz="1200" dirty="0" smtClean="0">
                <a:solidFill>
                  <a:srgbClr val="585858"/>
                </a:solidFill>
                <a:latin typeface="+mn-lt"/>
                <a:cs typeface="Calibri"/>
              </a:rPr>
              <a:t>«OK»</a:t>
            </a:r>
            <a:r>
              <a:rPr lang="fr-FR" sz="1200" spc="-30"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27</a:t>
            </a:fld>
            <a:endParaRPr lang="fr-FR"/>
          </a:p>
        </p:txBody>
      </p:sp>
    </p:spTree>
    <p:extLst>
      <p:ext uri="{BB962C8B-B14F-4D97-AF65-F5344CB8AC3E}">
        <p14:creationId xmlns:p14="http://schemas.microsoft.com/office/powerpoint/2010/main" val="522424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a:lnSpc>
                <a:spcPct val="100000"/>
              </a:lnSpc>
              <a:spcBef>
                <a:spcPts val="100"/>
              </a:spcBef>
            </a:pPr>
            <a:r>
              <a:rPr lang="fr-FR" sz="1200" dirty="0" smtClean="0">
                <a:solidFill>
                  <a:srgbClr val="585858"/>
                </a:solidFill>
                <a:latin typeface="+mn-lt"/>
                <a:cs typeface="Calibri"/>
              </a:rPr>
              <a:t>Pour</a:t>
            </a:r>
            <a:r>
              <a:rPr lang="fr-FR" sz="1200" spc="10" dirty="0" smtClean="0">
                <a:solidFill>
                  <a:srgbClr val="585858"/>
                </a:solidFill>
                <a:latin typeface="+mn-lt"/>
                <a:cs typeface="Calibri"/>
              </a:rPr>
              <a:t> </a:t>
            </a:r>
            <a:r>
              <a:rPr lang="fr-FR" sz="1200" spc="-10" dirty="0" smtClean="0">
                <a:solidFill>
                  <a:srgbClr val="585858"/>
                </a:solidFill>
                <a:latin typeface="+mn-lt"/>
                <a:cs typeface="Calibri"/>
              </a:rPr>
              <a:t>installer un SE,</a:t>
            </a:r>
            <a:r>
              <a:rPr lang="fr-FR" sz="1200" spc="15" dirty="0" smtClean="0">
                <a:solidFill>
                  <a:srgbClr val="585858"/>
                </a:solidFill>
                <a:latin typeface="+mn-lt"/>
                <a:cs typeface="Calibri"/>
              </a:rPr>
              <a:t> </a:t>
            </a:r>
            <a:r>
              <a:rPr lang="fr-FR" sz="1200" dirty="0" smtClean="0">
                <a:solidFill>
                  <a:srgbClr val="585858"/>
                </a:solidFill>
                <a:latin typeface="+mn-lt"/>
                <a:cs typeface="Calibri"/>
              </a:rPr>
              <a:t>il</a:t>
            </a:r>
            <a:r>
              <a:rPr lang="fr-FR" sz="1200" spc="-15" dirty="0" smtClean="0">
                <a:solidFill>
                  <a:srgbClr val="585858"/>
                </a:solidFill>
                <a:latin typeface="+mn-lt"/>
                <a:cs typeface="Calibri"/>
              </a:rPr>
              <a:t> </a:t>
            </a:r>
            <a:r>
              <a:rPr lang="fr-FR" sz="1200" dirty="0" smtClean="0">
                <a:solidFill>
                  <a:srgbClr val="585858"/>
                </a:solidFill>
                <a:latin typeface="+mn-lt"/>
                <a:cs typeface="Calibri"/>
              </a:rPr>
              <a:t>faut avoir</a:t>
            </a:r>
            <a:r>
              <a:rPr lang="fr-FR" sz="1200" spc="10" dirty="0" smtClean="0">
                <a:solidFill>
                  <a:srgbClr val="585858"/>
                </a:solidFill>
                <a:latin typeface="+mn-lt"/>
                <a:cs typeface="Calibri"/>
              </a:rPr>
              <a:t> </a:t>
            </a:r>
            <a:r>
              <a:rPr lang="fr-FR" sz="1200" dirty="0" smtClean="0">
                <a:solidFill>
                  <a:srgbClr val="585858"/>
                </a:solidFill>
                <a:latin typeface="+mn-lt"/>
                <a:cs typeface="Calibri"/>
              </a:rPr>
              <a:t>nécessairement</a:t>
            </a:r>
            <a:r>
              <a:rPr lang="fr-FR" sz="1200" spc="10" dirty="0" smtClean="0">
                <a:solidFill>
                  <a:srgbClr val="585858"/>
                </a:solidFill>
                <a:latin typeface="+mn-lt"/>
                <a:cs typeface="Calibri"/>
              </a:rPr>
              <a:t> </a:t>
            </a:r>
            <a:r>
              <a:rPr lang="fr-FR" sz="1200" dirty="0" smtClean="0">
                <a:solidFill>
                  <a:srgbClr val="585858"/>
                </a:solidFill>
                <a:latin typeface="+mn-lt"/>
                <a:cs typeface="Calibri"/>
              </a:rPr>
              <a:t>un</a:t>
            </a:r>
            <a:r>
              <a:rPr lang="fr-FR" sz="1200" spc="-15"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20" dirty="0" smtClean="0">
                <a:solidFill>
                  <a:srgbClr val="585858"/>
                </a:solidFill>
                <a:latin typeface="+mn-lt"/>
                <a:cs typeface="Calibri"/>
              </a:rPr>
              <a:t> </a:t>
            </a:r>
            <a:r>
              <a:rPr lang="fr-FR" sz="1200" spc="-20" dirty="0" smtClean="0">
                <a:solidFill>
                  <a:srgbClr val="585858"/>
                </a:solidFill>
                <a:latin typeface="+mn-lt"/>
                <a:cs typeface="Calibri"/>
              </a:rPr>
              <a:t>dur.</a:t>
            </a:r>
            <a:r>
              <a:rPr lang="fr-FR" sz="1200" spc="5" dirty="0" smtClean="0">
                <a:solidFill>
                  <a:srgbClr val="585858"/>
                </a:solidFill>
                <a:latin typeface="+mn-lt"/>
                <a:cs typeface="Calibri"/>
              </a:rPr>
              <a:t> </a:t>
            </a:r>
            <a:r>
              <a:rPr lang="fr-FR" sz="1200" dirty="0" smtClean="0">
                <a:solidFill>
                  <a:srgbClr val="585858"/>
                </a:solidFill>
                <a:latin typeface="+mn-lt"/>
                <a:cs typeface="Calibri"/>
              </a:rPr>
              <a:t>Dans</a:t>
            </a:r>
            <a:r>
              <a:rPr lang="fr-FR" sz="1200" spc="10" dirty="0" smtClean="0">
                <a:solidFill>
                  <a:srgbClr val="585858"/>
                </a:solidFill>
                <a:latin typeface="+mn-lt"/>
                <a:cs typeface="Calibri"/>
              </a:rPr>
              <a:t> </a:t>
            </a:r>
            <a:r>
              <a:rPr lang="fr-FR" sz="1200" dirty="0" smtClean="0">
                <a:solidFill>
                  <a:srgbClr val="585858"/>
                </a:solidFill>
                <a:latin typeface="+mn-lt"/>
                <a:cs typeface="Calibri"/>
              </a:rPr>
              <a:t>cette partie du</a:t>
            </a:r>
            <a:r>
              <a:rPr lang="fr-FR" sz="1200" spc="-10" dirty="0" smtClean="0">
                <a:solidFill>
                  <a:srgbClr val="585858"/>
                </a:solidFill>
                <a:latin typeface="+mn-lt"/>
                <a:cs typeface="Calibri"/>
              </a:rPr>
              <a:t> </a:t>
            </a:r>
            <a:r>
              <a:rPr lang="fr-FR" sz="1200" dirty="0" smtClean="0">
                <a:solidFill>
                  <a:srgbClr val="585858"/>
                </a:solidFill>
                <a:latin typeface="+mn-lt"/>
                <a:cs typeface="Calibri"/>
              </a:rPr>
              <a:t>cours,</a:t>
            </a:r>
            <a:r>
              <a:rPr lang="fr-FR" sz="1200" spc="10" dirty="0" smtClean="0">
                <a:solidFill>
                  <a:srgbClr val="585858"/>
                </a:solidFill>
                <a:latin typeface="+mn-lt"/>
                <a:cs typeface="Calibri"/>
              </a:rPr>
              <a:t> </a:t>
            </a:r>
            <a:r>
              <a:rPr lang="fr-FR" sz="1200" dirty="0" smtClean="0">
                <a:solidFill>
                  <a:srgbClr val="585858"/>
                </a:solidFill>
                <a:latin typeface="+mn-lt"/>
                <a:cs typeface="Calibri"/>
              </a:rPr>
              <a:t>on</a:t>
            </a:r>
            <a:r>
              <a:rPr lang="fr-FR" sz="1200" spc="-10" dirty="0" smtClean="0">
                <a:solidFill>
                  <a:srgbClr val="585858"/>
                </a:solidFill>
                <a:latin typeface="+mn-lt"/>
                <a:cs typeface="Calibri"/>
              </a:rPr>
              <a:t> </a:t>
            </a:r>
            <a:r>
              <a:rPr lang="fr-FR" sz="1200" spc="-25" dirty="0" smtClean="0">
                <a:solidFill>
                  <a:srgbClr val="585858"/>
                </a:solidFill>
                <a:latin typeface="+mn-lt"/>
                <a:cs typeface="Calibri"/>
              </a:rPr>
              <a:t>va</a:t>
            </a:r>
            <a:r>
              <a:rPr lang="fr-FR" sz="1200" spc="0" baseline="0" dirty="0" smtClean="0">
                <a:solidFill>
                  <a:schemeClr val="tx1"/>
                </a:solidFill>
                <a:latin typeface="+mn-lt"/>
                <a:cs typeface="Calibri"/>
              </a:rPr>
              <a:t> </a:t>
            </a:r>
            <a:r>
              <a:rPr lang="fr-FR" sz="1200" dirty="0" smtClean="0">
                <a:solidFill>
                  <a:srgbClr val="585858"/>
                </a:solidFill>
                <a:latin typeface="+mn-lt"/>
                <a:cs typeface="Calibri"/>
              </a:rPr>
              <a:t>découvrir</a:t>
            </a:r>
            <a:r>
              <a:rPr lang="fr-FR" sz="1200" spc="-25" dirty="0" smtClean="0">
                <a:solidFill>
                  <a:srgbClr val="585858"/>
                </a:solidFill>
                <a:latin typeface="+mn-lt"/>
                <a:cs typeface="Calibri"/>
              </a:rPr>
              <a:t> </a:t>
            </a:r>
            <a:r>
              <a:rPr lang="fr-FR" sz="1200" dirty="0" smtClean="0">
                <a:solidFill>
                  <a:srgbClr val="585858"/>
                </a:solidFill>
                <a:latin typeface="+mn-lt"/>
                <a:cs typeface="Calibri"/>
              </a:rPr>
              <a:t>comment</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préparer</a:t>
            </a:r>
            <a:r>
              <a:rPr lang="fr-FR" sz="1200" spc="-20" dirty="0" smtClean="0">
                <a:solidFill>
                  <a:srgbClr val="585858"/>
                </a:solidFill>
                <a:latin typeface="+mn-lt"/>
                <a:cs typeface="Calibri"/>
              </a:rPr>
              <a:t> </a:t>
            </a:r>
            <a:r>
              <a:rPr lang="fr-FR" sz="1200" dirty="0" smtClean="0">
                <a:solidFill>
                  <a:srgbClr val="585858"/>
                </a:solidFill>
                <a:latin typeface="+mn-lt"/>
                <a:cs typeface="Calibri"/>
              </a:rPr>
              <a:t>les</a:t>
            </a:r>
            <a:r>
              <a:rPr lang="fr-FR" sz="1200" spc="-5" dirty="0" smtClean="0">
                <a:solidFill>
                  <a:srgbClr val="585858"/>
                </a:solidFill>
                <a:latin typeface="+mn-lt"/>
                <a:cs typeface="Calibri"/>
              </a:rPr>
              <a:t> </a:t>
            </a:r>
            <a:r>
              <a:rPr lang="fr-FR" sz="1200" dirty="0" smtClean="0">
                <a:solidFill>
                  <a:srgbClr val="585858"/>
                </a:solidFill>
                <a:latin typeface="+mn-lt"/>
                <a:cs typeface="Calibri"/>
              </a:rPr>
              <a:t>disques</a:t>
            </a:r>
            <a:r>
              <a:rPr lang="fr-FR" sz="1200" spc="-5" dirty="0" smtClean="0">
                <a:solidFill>
                  <a:srgbClr val="585858"/>
                </a:solidFill>
                <a:latin typeface="+mn-lt"/>
                <a:cs typeface="Calibri"/>
              </a:rPr>
              <a:t> </a:t>
            </a:r>
            <a:r>
              <a:rPr lang="fr-FR" sz="1200" dirty="0" smtClean="0">
                <a:solidFill>
                  <a:srgbClr val="585858"/>
                </a:solidFill>
                <a:latin typeface="+mn-lt"/>
                <a:cs typeface="Calibri"/>
              </a:rPr>
              <a:t>durs</a:t>
            </a:r>
            <a:r>
              <a:rPr lang="fr-FR" sz="1200" spc="-30" dirty="0" smtClean="0">
                <a:solidFill>
                  <a:srgbClr val="585858"/>
                </a:solidFill>
                <a:latin typeface="+mn-lt"/>
                <a:cs typeface="Calibri"/>
              </a:rPr>
              <a:t> </a:t>
            </a:r>
            <a:r>
              <a:rPr lang="fr-FR" sz="1200" dirty="0" smtClean="0">
                <a:solidFill>
                  <a:srgbClr val="585858"/>
                </a:solidFill>
                <a:latin typeface="+mn-lt"/>
                <a:cs typeface="Calibri"/>
              </a:rPr>
              <a:t>pour </a:t>
            </a:r>
            <a:r>
              <a:rPr lang="fr-FR" sz="1200" spc="-10" dirty="0" smtClean="0">
                <a:solidFill>
                  <a:srgbClr val="585858"/>
                </a:solidFill>
                <a:latin typeface="+mn-lt"/>
                <a:cs typeface="Calibri"/>
              </a:rPr>
              <a:t>exploiter</a:t>
            </a:r>
            <a:r>
              <a:rPr lang="fr-FR" sz="1200" dirty="0" smtClean="0">
                <a:solidFill>
                  <a:srgbClr val="585858"/>
                </a:solidFill>
                <a:latin typeface="+mn-lt"/>
                <a:cs typeface="Calibri"/>
              </a:rPr>
              <a:t> les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systèmes</a:t>
            </a:r>
            <a:r>
              <a:rPr lang="fr-FR" sz="1200" spc="-40" dirty="0" smtClean="0">
                <a:solidFill>
                  <a:srgbClr val="585858"/>
                </a:solidFill>
                <a:latin typeface="+mn-lt"/>
                <a:cs typeface="Calibri"/>
              </a:rPr>
              <a:t> </a:t>
            </a:r>
            <a:r>
              <a:rPr lang="fr-FR" sz="1200" dirty="0" smtClean="0">
                <a:solidFill>
                  <a:srgbClr val="585858"/>
                </a:solidFill>
                <a:latin typeface="+mn-lt"/>
                <a:cs typeface="Calibri"/>
              </a:rPr>
              <a:t>et</a:t>
            </a:r>
            <a:r>
              <a:rPr lang="fr-FR" sz="1200" spc="-35" dirty="0" smtClean="0">
                <a:solidFill>
                  <a:srgbClr val="585858"/>
                </a:solidFill>
                <a:latin typeface="+mn-lt"/>
                <a:cs typeface="Calibri"/>
              </a:rPr>
              <a:t> </a:t>
            </a:r>
            <a:r>
              <a:rPr lang="fr-FR" sz="1200" dirty="0" smtClean="0">
                <a:solidFill>
                  <a:srgbClr val="585858"/>
                </a:solidFill>
                <a:latin typeface="+mn-lt"/>
                <a:cs typeface="Calibri"/>
              </a:rPr>
              <a:t>leurs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fonctionnalités.</a:t>
            </a:r>
          </a:p>
          <a:p>
            <a:pPr marL="12700">
              <a:lnSpc>
                <a:spcPct val="100000"/>
              </a:lnSpc>
              <a:spcBef>
                <a:spcPts val="100"/>
              </a:spcBef>
            </a:pPr>
            <a:r>
              <a:rPr lang="fr-FR" sz="1200" dirty="0" smtClean="0">
                <a:solidFill>
                  <a:srgbClr val="585858"/>
                </a:solidFill>
                <a:latin typeface="+mn-lt"/>
                <a:cs typeface="Calibri"/>
              </a:rPr>
              <a:t>.</a:t>
            </a:r>
            <a:r>
              <a:rPr lang="fr-FR" sz="1200" spc="80" dirty="0" smtClean="0">
                <a:solidFill>
                  <a:srgbClr val="585858"/>
                </a:solidFill>
                <a:latin typeface="+mn-lt"/>
                <a:cs typeface="Calibri"/>
              </a:rPr>
              <a:t> </a:t>
            </a:r>
            <a:r>
              <a:rPr lang="fr-FR" sz="1200" dirty="0" smtClean="0">
                <a:solidFill>
                  <a:srgbClr val="585858"/>
                </a:solidFill>
                <a:latin typeface="+mn-lt"/>
                <a:cs typeface="Calibri"/>
              </a:rPr>
              <a:t>Le</a:t>
            </a:r>
            <a:r>
              <a:rPr lang="fr-FR" sz="1200" spc="70" dirty="0" smtClean="0">
                <a:solidFill>
                  <a:srgbClr val="585858"/>
                </a:solidFill>
                <a:latin typeface="+mn-lt"/>
                <a:cs typeface="Calibri"/>
              </a:rPr>
              <a:t> </a:t>
            </a:r>
            <a:r>
              <a:rPr lang="fr-FR" sz="1200" dirty="0" smtClean="0">
                <a:solidFill>
                  <a:srgbClr val="585858"/>
                </a:solidFill>
                <a:latin typeface="+mn-lt"/>
                <a:cs typeface="Calibri"/>
              </a:rPr>
              <a:t>contrôleur</a:t>
            </a:r>
            <a:r>
              <a:rPr lang="fr-FR" sz="1200" spc="70" dirty="0" smtClean="0">
                <a:solidFill>
                  <a:srgbClr val="585858"/>
                </a:solidFill>
                <a:latin typeface="+mn-lt"/>
                <a:cs typeface="Calibri"/>
              </a:rPr>
              <a:t> </a:t>
            </a:r>
            <a:r>
              <a:rPr lang="fr-FR" sz="1200" dirty="0" smtClean="0">
                <a:solidFill>
                  <a:srgbClr val="585858"/>
                </a:solidFill>
                <a:latin typeface="+mn-lt"/>
                <a:cs typeface="Calibri"/>
              </a:rPr>
              <a:t>de</a:t>
            </a:r>
            <a:r>
              <a:rPr lang="fr-FR" sz="1200" spc="75"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75" dirty="0" smtClean="0">
                <a:solidFill>
                  <a:srgbClr val="585858"/>
                </a:solidFill>
                <a:latin typeface="+mn-lt"/>
                <a:cs typeface="Calibri"/>
              </a:rPr>
              <a:t> </a:t>
            </a:r>
            <a:r>
              <a:rPr lang="fr-FR" sz="1200" dirty="0" smtClean="0">
                <a:solidFill>
                  <a:srgbClr val="585858"/>
                </a:solidFill>
                <a:latin typeface="+mn-lt"/>
                <a:cs typeface="Calibri"/>
              </a:rPr>
              <a:t>se</a:t>
            </a:r>
            <a:r>
              <a:rPr lang="fr-FR" sz="1200" spc="75" dirty="0" smtClean="0">
                <a:solidFill>
                  <a:srgbClr val="585858"/>
                </a:solidFill>
                <a:latin typeface="+mn-lt"/>
                <a:cs typeface="Calibri"/>
              </a:rPr>
              <a:t> </a:t>
            </a:r>
            <a:r>
              <a:rPr lang="fr-FR" sz="1200" dirty="0" smtClean="0">
                <a:solidFill>
                  <a:srgbClr val="585858"/>
                </a:solidFill>
                <a:latin typeface="+mn-lt"/>
                <a:cs typeface="Calibri"/>
              </a:rPr>
              <a:t>trouve</a:t>
            </a:r>
            <a:r>
              <a:rPr lang="fr-FR" sz="1200" spc="85" dirty="0" smtClean="0">
                <a:solidFill>
                  <a:srgbClr val="585858"/>
                </a:solidFill>
                <a:latin typeface="+mn-lt"/>
                <a:cs typeface="Calibri"/>
              </a:rPr>
              <a:t> </a:t>
            </a:r>
            <a:r>
              <a:rPr lang="fr-FR" sz="1200" dirty="0" smtClean="0">
                <a:solidFill>
                  <a:srgbClr val="585858"/>
                </a:solidFill>
                <a:latin typeface="+mn-lt"/>
                <a:cs typeface="Calibri"/>
              </a:rPr>
              <a:t>accolé</a:t>
            </a:r>
            <a:r>
              <a:rPr lang="fr-FR" sz="1200" spc="95" dirty="0" smtClean="0">
                <a:solidFill>
                  <a:srgbClr val="585858"/>
                </a:solidFill>
                <a:latin typeface="+mn-lt"/>
                <a:cs typeface="Calibri"/>
              </a:rPr>
              <a:t> </a:t>
            </a:r>
            <a:r>
              <a:rPr lang="fr-FR" sz="1200" dirty="0" smtClean="0">
                <a:solidFill>
                  <a:srgbClr val="585858"/>
                </a:solidFill>
                <a:latin typeface="+mn-lt"/>
                <a:cs typeface="Calibri"/>
              </a:rPr>
              <a:t>au</a:t>
            </a:r>
            <a:r>
              <a:rPr lang="fr-FR" sz="1200" spc="70" dirty="0" smtClean="0">
                <a:solidFill>
                  <a:srgbClr val="585858"/>
                </a:solidFill>
                <a:latin typeface="+mn-lt"/>
                <a:cs typeface="Calibri"/>
              </a:rPr>
              <a:t> </a:t>
            </a:r>
            <a:r>
              <a:rPr lang="fr-FR" sz="1200" dirty="0" smtClean="0">
                <a:solidFill>
                  <a:srgbClr val="585858"/>
                </a:solidFill>
                <a:latin typeface="+mn-lt"/>
                <a:cs typeface="Calibri"/>
              </a:rPr>
              <a:t>disque</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28</a:t>
            </a:fld>
            <a:endParaRPr lang="fr-FR"/>
          </a:p>
        </p:txBody>
      </p:sp>
    </p:spTree>
    <p:extLst>
      <p:ext uri="{BB962C8B-B14F-4D97-AF65-F5344CB8AC3E}">
        <p14:creationId xmlns:p14="http://schemas.microsoft.com/office/powerpoint/2010/main" val="17195837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a:lnSpc>
                <a:spcPct val="100000"/>
              </a:lnSpc>
              <a:spcBef>
                <a:spcPts val="100"/>
              </a:spcBef>
            </a:pPr>
            <a:r>
              <a:rPr lang="fr-FR" sz="1200" dirty="0" smtClean="0">
                <a:solidFill>
                  <a:srgbClr val="585858"/>
                </a:solidFill>
                <a:latin typeface="+mn-lt"/>
                <a:cs typeface="Calibri"/>
              </a:rPr>
              <a:t>Pour</a:t>
            </a:r>
            <a:r>
              <a:rPr lang="fr-FR" sz="1200" spc="10" dirty="0" smtClean="0">
                <a:solidFill>
                  <a:srgbClr val="585858"/>
                </a:solidFill>
                <a:latin typeface="+mn-lt"/>
                <a:cs typeface="Calibri"/>
              </a:rPr>
              <a:t> </a:t>
            </a:r>
            <a:r>
              <a:rPr lang="fr-FR" sz="1200" spc="-10" dirty="0" smtClean="0">
                <a:solidFill>
                  <a:srgbClr val="585858"/>
                </a:solidFill>
                <a:latin typeface="+mn-lt"/>
                <a:cs typeface="Calibri"/>
              </a:rPr>
              <a:t>installe un </a:t>
            </a:r>
            <a:r>
              <a:rPr lang="fr-FR" sz="1200" spc="-10" dirty="0" err="1" smtClean="0">
                <a:solidFill>
                  <a:srgbClr val="585858"/>
                </a:solidFill>
                <a:latin typeface="+mn-lt"/>
                <a:cs typeface="Calibri"/>
              </a:rPr>
              <a:t>SEr</a:t>
            </a:r>
            <a:r>
              <a:rPr lang="fr-FR" sz="1200" spc="-10" dirty="0" smtClean="0">
                <a:solidFill>
                  <a:srgbClr val="585858"/>
                </a:solidFill>
                <a:latin typeface="+mn-lt"/>
                <a:cs typeface="Calibri"/>
              </a:rPr>
              <a:t>,</a:t>
            </a:r>
            <a:r>
              <a:rPr lang="fr-FR" sz="1200" spc="15" dirty="0" smtClean="0">
                <a:solidFill>
                  <a:srgbClr val="585858"/>
                </a:solidFill>
                <a:latin typeface="+mn-lt"/>
                <a:cs typeface="Calibri"/>
              </a:rPr>
              <a:t> </a:t>
            </a:r>
            <a:r>
              <a:rPr lang="fr-FR" sz="1200" dirty="0" smtClean="0">
                <a:solidFill>
                  <a:srgbClr val="585858"/>
                </a:solidFill>
                <a:latin typeface="+mn-lt"/>
                <a:cs typeface="Calibri"/>
              </a:rPr>
              <a:t>il</a:t>
            </a:r>
            <a:r>
              <a:rPr lang="fr-FR" sz="1200" spc="-15" dirty="0" smtClean="0">
                <a:solidFill>
                  <a:srgbClr val="585858"/>
                </a:solidFill>
                <a:latin typeface="+mn-lt"/>
                <a:cs typeface="Calibri"/>
              </a:rPr>
              <a:t> </a:t>
            </a:r>
            <a:r>
              <a:rPr lang="fr-FR" sz="1200" dirty="0" smtClean="0">
                <a:solidFill>
                  <a:srgbClr val="585858"/>
                </a:solidFill>
                <a:latin typeface="+mn-lt"/>
                <a:cs typeface="Calibri"/>
              </a:rPr>
              <a:t>faut avoir</a:t>
            </a:r>
            <a:r>
              <a:rPr lang="fr-FR" sz="1200" spc="10" dirty="0" smtClean="0">
                <a:solidFill>
                  <a:srgbClr val="585858"/>
                </a:solidFill>
                <a:latin typeface="+mn-lt"/>
                <a:cs typeface="Calibri"/>
              </a:rPr>
              <a:t> </a:t>
            </a:r>
            <a:r>
              <a:rPr lang="fr-FR" sz="1200" dirty="0" smtClean="0">
                <a:solidFill>
                  <a:srgbClr val="585858"/>
                </a:solidFill>
                <a:latin typeface="+mn-lt"/>
                <a:cs typeface="Calibri"/>
              </a:rPr>
              <a:t>nécessairement</a:t>
            </a:r>
            <a:r>
              <a:rPr lang="fr-FR" sz="1200" spc="10" dirty="0" smtClean="0">
                <a:solidFill>
                  <a:srgbClr val="585858"/>
                </a:solidFill>
                <a:latin typeface="+mn-lt"/>
                <a:cs typeface="Calibri"/>
              </a:rPr>
              <a:t> </a:t>
            </a:r>
            <a:r>
              <a:rPr lang="fr-FR" sz="1200" dirty="0" smtClean="0">
                <a:solidFill>
                  <a:srgbClr val="585858"/>
                </a:solidFill>
                <a:latin typeface="+mn-lt"/>
                <a:cs typeface="Calibri"/>
              </a:rPr>
              <a:t>un</a:t>
            </a:r>
            <a:r>
              <a:rPr lang="fr-FR" sz="1200" spc="-15"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20" dirty="0" smtClean="0">
                <a:solidFill>
                  <a:srgbClr val="585858"/>
                </a:solidFill>
                <a:latin typeface="+mn-lt"/>
                <a:cs typeface="Calibri"/>
              </a:rPr>
              <a:t> </a:t>
            </a:r>
            <a:r>
              <a:rPr lang="fr-FR" sz="1200" spc="-20" dirty="0" smtClean="0">
                <a:solidFill>
                  <a:srgbClr val="585858"/>
                </a:solidFill>
                <a:latin typeface="+mn-lt"/>
                <a:cs typeface="Calibri"/>
              </a:rPr>
              <a:t>dur.</a:t>
            </a:r>
            <a:r>
              <a:rPr lang="fr-FR" sz="1200" spc="5" dirty="0" smtClean="0">
                <a:solidFill>
                  <a:srgbClr val="585858"/>
                </a:solidFill>
                <a:latin typeface="+mn-lt"/>
                <a:cs typeface="Calibri"/>
              </a:rPr>
              <a:t> </a:t>
            </a:r>
            <a:r>
              <a:rPr lang="fr-FR" sz="1200" dirty="0" smtClean="0">
                <a:solidFill>
                  <a:srgbClr val="585858"/>
                </a:solidFill>
                <a:latin typeface="+mn-lt"/>
                <a:cs typeface="Calibri"/>
              </a:rPr>
              <a:t>Dans</a:t>
            </a:r>
            <a:r>
              <a:rPr lang="fr-FR" sz="1200" spc="10" dirty="0" smtClean="0">
                <a:solidFill>
                  <a:srgbClr val="585858"/>
                </a:solidFill>
                <a:latin typeface="+mn-lt"/>
                <a:cs typeface="Calibri"/>
              </a:rPr>
              <a:t> </a:t>
            </a:r>
            <a:r>
              <a:rPr lang="fr-FR" sz="1200" dirty="0" smtClean="0">
                <a:solidFill>
                  <a:srgbClr val="585858"/>
                </a:solidFill>
                <a:latin typeface="+mn-lt"/>
                <a:cs typeface="Calibri"/>
              </a:rPr>
              <a:t>cette partie du</a:t>
            </a:r>
            <a:r>
              <a:rPr lang="fr-FR" sz="1200" spc="-10" dirty="0" smtClean="0">
                <a:solidFill>
                  <a:srgbClr val="585858"/>
                </a:solidFill>
                <a:latin typeface="+mn-lt"/>
                <a:cs typeface="Calibri"/>
              </a:rPr>
              <a:t> </a:t>
            </a:r>
            <a:r>
              <a:rPr lang="fr-FR" sz="1200" dirty="0" smtClean="0">
                <a:solidFill>
                  <a:srgbClr val="585858"/>
                </a:solidFill>
                <a:latin typeface="+mn-lt"/>
                <a:cs typeface="Calibri"/>
              </a:rPr>
              <a:t>cours,</a:t>
            </a:r>
            <a:r>
              <a:rPr lang="fr-FR" sz="1200" spc="10" dirty="0" smtClean="0">
                <a:solidFill>
                  <a:srgbClr val="585858"/>
                </a:solidFill>
                <a:latin typeface="+mn-lt"/>
                <a:cs typeface="Calibri"/>
              </a:rPr>
              <a:t> </a:t>
            </a:r>
            <a:r>
              <a:rPr lang="fr-FR" sz="1200" dirty="0" smtClean="0">
                <a:solidFill>
                  <a:srgbClr val="585858"/>
                </a:solidFill>
                <a:latin typeface="+mn-lt"/>
                <a:cs typeface="Calibri"/>
              </a:rPr>
              <a:t>on</a:t>
            </a:r>
            <a:r>
              <a:rPr lang="fr-FR" sz="1200" spc="-10" dirty="0" smtClean="0">
                <a:solidFill>
                  <a:srgbClr val="585858"/>
                </a:solidFill>
                <a:latin typeface="+mn-lt"/>
                <a:cs typeface="Calibri"/>
              </a:rPr>
              <a:t> </a:t>
            </a:r>
            <a:r>
              <a:rPr lang="fr-FR" sz="1200" spc="-25" dirty="0" smtClean="0">
                <a:solidFill>
                  <a:srgbClr val="585858"/>
                </a:solidFill>
                <a:latin typeface="+mn-lt"/>
                <a:cs typeface="Calibri"/>
              </a:rPr>
              <a:t>va</a:t>
            </a:r>
            <a:r>
              <a:rPr lang="fr-FR" sz="1200" spc="0" baseline="0" dirty="0" smtClean="0">
                <a:solidFill>
                  <a:schemeClr val="tx1"/>
                </a:solidFill>
                <a:latin typeface="+mn-lt"/>
                <a:cs typeface="Calibri"/>
              </a:rPr>
              <a:t> </a:t>
            </a:r>
            <a:r>
              <a:rPr lang="fr-FR" sz="1200" dirty="0" smtClean="0">
                <a:solidFill>
                  <a:srgbClr val="585858"/>
                </a:solidFill>
                <a:latin typeface="+mn-lt"/>
                <a:cs typeface="Calibri"/>
              </a:rPr>
              <a:t>découvrir</a:t>
            </a:r>
            <a:r>
              <a:rPr lang="fr-FR" sz="1200" spc="-25" dirty="0" smtClean="0">
                <a:solidFill>
                  <a:srgbClr val="585858"/>
                </a:solidFill>
                <a:latin typeface="+mn-lt"/>
                <a:cs typeface="Calibri"/>
              </a:rPr>
              <a:t> </a:t>
            </a:r>
            <a:r>
              <a:rPr lang="fr-FR" sz="1200" dirty="0" smtClean="0">
                <a:solidFill>
                  <a:srgbClr val="585858"/>
                </a:solidFill>
                <a:latin typeface="+mn-lt"/>
                <a:cs typeface="Calibri"/>
              </a:rPr>
              <a:t>comment</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préparer</a:t>
            </a:r>
            <a:r>
              <a:rPr lang="fr-FR" sz="1200" spc="-20" dirty="0" smtClean="0">
                <a:solidFill>
                  <a:srgbClr val="585858"/>
                </a:solidFill>
                <a:latin typeface="+mn-lt"/>
                <a:cs typeface="Calibri"/>
              </a:rPr>
              <a:t> </a:t>
            </a:r>
            <a:r>
              <a:rPr lang="fr-FR" sz="1200" dirty="0" smtClean="0">
                <a:solidFill>
                  <a:srgbClr val="585858"/>
                </a:solidFill>
                <a:latin typeface="+mn-lt"/>
                <a:cs typeface="Calibri"/>
              </a:rPr>
              <a:t>les</a:t>
            </a:r>
            <a:r>
              <a:rPr lang="fr-FR" sz="1200" spc="-5" dirty="0" smtClean="0">
                <a:solidFill>
                  <a:srgbClr val="585858"/>
                </a:solidFill>
                <a:latin typeface="+mn-lt"/>
                <a:cs typeface="Calibri"/>
              </a:rPr>
              <a:t> </a:t>
            </a:r>
            <a:r>
              <a:rPr lang="fr-FR" sz="1200" dirty="0" smtClean="0">
                <a:solidFill>
                  <a:srgbClr val="585858"/>
                </a:solidFill>
                <a:latin typeface="+mn-lt"/>
                <a:cs typeface="Calibri"/>
              </a:rPr>
              <a:t>disques</a:t>
            </a:r>
            <a:r>
              <a:rPr lang="fr-FR" sz="1200" spc="-5" dirty="0" smtClean="0">
                <a:solidFill>
                  <a:srgbClr val="585858"/>
                </a:solidFill>
                <a:latin typeface="+mn-lt"/>
                <a:cs typeface="Calibri"/>
              </a:rPr>
              <a:t> </a:t>
            </a:r>
            <a:r>
              <a:rPr lang="fr-FR" sz="1200" dirty="0" smtClean="0">
                <a:solidFill>
                  <a:srgbClr val="585858"/>
                </a:solidFill>
                <a:latin typeface="+mn-lt"/>
                <a:cs typeface="Calibri"/>
              </a:rPr>
              <a:t>durs</a:t>
            </a:r>
            <a:r>
              <a:rPr lang="fr-FR" sz="1200" spc="-30" dirty="0" smtClean="0">
                <a:solidFill>
                  <a:srgbClr val="585858"/>
                </a:solidFill>
                <a:latin typeface="+mn-lt"/>
                <a:cs typeface="Calibri"/>
              </a:rPr>
              <a:t> </a:t>
            </a:r>
            <a:r>
              <a:rPr lang="fr-FR" sz="1200" dirty="0" smtClean="0">
                <a:solidFill>
                  <a:srgbClr val="585858"/>
                </a:solidFill>
                <a:latin typeface="+mn-lt"/>
                <a:cs typeface="Calibri"/>
              </a:rPr>
              <a:t>pour </a:t>
            </a:r>
            <a:r>
              <a:rPr lang="fr-FR" sz="1200" spc="-10" dirty="0" smtClean="0">
                <a:solidFill>
                  <a:srgbClr val="585858"/>
                </a:solidFill>
                <a:latin typeface="+mn-lt"/>
                <a:cs typeface="Calibri"/>
              </a:rPr>
              <a:t>exploiter</a:t>
            </a:r>
            <a:r>
              <a:rPr lang="fr-FR" sz="1200" dirty="0" smtClean="0">
                <a:solidFill>
                  <a:srgbClr val="585858"/>
                </a:solidFill>
                <a:latin typeface="+mn-lt"/>
                <a:cs typeface="Calibri"/>
              </a:rPr>
              <a:t> les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systèmes</a:t>
            </a:r>
            <a:r>
              <a:rPr lang="fr-FR" sz="1200" spc="-40" dirty="0" smtClean="0">
                <a:solidFill>
                  <a:srgbClr val="585858"/>
                </a:solidFill>
                <a:latin typeface="+mn-lt"/>
                <a:cs typeface="Calibri"/>
              </a:rPr>
              <a:t> </a:t>
            </a:r>
            <a:r>
              <a:rPr lang="fr-FR" sz="1200" dirty="0" smtClean="0">
                <a:solidFill>
                  <a:srgbClr val="585858"/>
                </a:solidFill>
                <a:latin typeface="+mn-lt"/>
                <a:cs typeface="Calibri"/>
              </a:rPr>
              <a:t>et</a:t>
            </a:r>
            <a:r>
              <a:rPr lang="fr-FR" sz="1200" spc="-35" dirty="0" smtClean="0">
                <a:solidFill>
                  <a:srgbClr val="585858"/>
                </a:solidFill>
                <a:latin typeface="+mn-lt"/>
                <a:cs typeface="Calibri"/>
              </a:rPr>
              <a:t> </a:t>
            </a:r>
            <a:r>
              <a:rPr lang="fr-FR" sz="1200" dirty="0" smtClean="0">
                <a:solidFill>
                  <a:srgbClr val="585858"/>
                </a:solidFill>
                <a:latin typeface="+mn-lt"/>
                <a:cs typeface="Calibri"/>
              </a:rPr>
              <a:t>leurs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fonctionnalités.</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29</a:t>
            </a:fld>
            <a:endParaRPr lang="fr-FR"/>
          </a:p>
        </p:txBody>
      </p:sp>
    </p:spTree>
    <p:extLst>
      <p:ext uri="{BB962C8B-B14F-4D97-AF65-F5344CB8AC3E}">
        <p14:creationId xmlns:p14="http://schemas.microsoft.com/office/powerpoint/2010/main" val="17921426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Les</a:t>
            </a:r>
            <a:r>
              <a:rPr lang="fr-FR" sz="1200" spc="-55" dirty="0" smtClean="0">
                <a:solidFill>
                  <a:srgbClr val="585858"/>
                </a:solidFill>
                <a:latin typeface="+mn-lt"/>
                <a:cs typeface="Calibri"/>
              </a:rPr>
              <a:t> </a:t>
            </a:r>
            <a:r>
              <a:rPr lang="fr-FR" sz="1200" dirty="0" smtClean="0">
                <a:solidFill>
                  <a:srgbClr val="585858"/>
                </a:solidFill>
                <a:latin typeface="+mn-lt"/>
                <a:cs typeface="Calibri"/>
              </a:rPr>
              <a:t>disques</a:t>
            </a:r>
            <a:r>
              <a:rPr lang="fr-FR" sz="1200" spc="-45" dirty="0" smtClean="0">
                <a:solidFill>
                  <a:srgbClr val="585858"/>
                </a:solidFill>
                <a:latin typeface="+mn-lt"/>
                <a:cs typeface="Calibri"/>
              </a:rPr>
              <a:t> </a:t>
            </a:r>
            <a:r>
              <a:rPr lang="fr-FR" sz="1200" dirty="0" smtClean="0">
                <a:solidFill>
                  <a:srgbClr val="585858"/>
                </a:solidFill>
                <a:latin typeface="+mn-lt"/>
                <a:cs typeface="Calibri"/>
              </a:rPr>
              <a:t>durs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traditionnels</a:t>
            </a:r>
            <a:r>
              <a:rPr lang="fr-FR" sz="1200" spc="-45" dirty="0" smtClean="0">
                <a:solidFill>
                  <a:srgbClr val="585858"/>
                </a:solidFill>
                <a:latin typeface="+mn-lt"/>
                <a:cs typeface="Calibri"/>
              </a:rPr>
              <a:t> </a:t>
            </a:r>
            <a:r>
              <a:rPr lang="fr-FR" sz="1200" dirty="0" smtClean="0">
                <a:solidFill>
                  <a:srgbClr val="585858"/>
                </a:solidFill>
                <a:latin typeface="+mn-lt"/>
                <a:cs typeface="Calibri"/>
              </a:rPr>
              <a:t>(</a:t>
            </a:r>
            <a:r>
              <a:rPr lang="fr-FR" sz="1200" b="1" dirty="0" smtClean="0">
                <a:solidFill>
                  <a:srgbClr val="585858"/>
                </a:solidFill>
                <a:latin typeface="+mn-lt"/>
                <a:cs typeface="Calibri"/>
              </a:rPr>
              <a:t>HDD</a:t>
            </a:r>
            <a:r>
              <a:rPr lang="fr-FR" sz="1200" dirty="0" smtClean="0">
                <a:solidFill>
                  <a:srgbClr val="585858"/>
                </a:solidFill>
                <a:latin typeface="+mn-lt"/>
                <a:cs typeface="Calibri"/>
              </a:rPr>
              <a:t>)</a:t>
            </a:r>
            <a:r>
              <a:rPr lang="fr-FR" sz="1200" spc="-65" dirty="0" smtClean="0">
                <a:solidFill>
                  <a:srgbClr val="585858"/>
                </a:solidFill>
                <a:latin typeface="+mn-lt"/>
                <a:cs typeface="Calibri"/>
              </a:rPr>
              <a:t> </a:t>
            </a:r>
            <a:r>
              <a:rPr lang="fr-FR" sz="1200" dirty="0" smtClean="0">
                <a:solidFill>
                  <a:srgbClr val="585858"/>
                </a:solidFill>
                <a:latin typeface="+mn-lt"/>
                <a:cs typeface="Calibri"/>
              </a:rPr>
              <a:t>sont</a:t>
            </a:r>
            <a:r>
              <a:rPr lang="fr-FR" sz="1200" spc="-45" dirty="0" smtClean="0">
                <a:solidFill>
                  <a:srgbClr val="585858"/>
                </a:solidFill>
                <a:latin typeface="+mn-lt"/>
                <a:cs typeface="Calibri"/>
              </a:rPr>
              <a:t> </a:t>
            </a:r>
            <a:r>
              <a:rPr lang="fr-FR" sz="1200" dirty="0" smtClean="0">
                <a:solidFill>
                  <a:srgbClr val="585858"/>
                </a:solidFill>
                <a:latin typeface="+mn-lt"/>
                <a:cs typeface="Calibri"/>
              </a:rPr>
              <a:t>bien</a:t>
            </a:r>
            <a:r>
              <a:rPr lang="fr-FR" sz="1200" spc="-40" dirty="0" smtClean="0">
                <a:solidFill>
                  <a:srgbClr val="585858"/>
                </a:solidFill>
                <a:latin typeface="+mn-lt"/>
                <a:cs typeface="Calibri"/>
              </a:rPr>
              <a:t> </a:t>
            </a:r>
            <a:r>
              <a:rPr lang="fr-FR" sz="1200" dirty="0" smtClean="0">
                <a:solidFill>
                  <a:srgbClr val="585858"/>
                </a:solidFill>
                <a:latin typeface="+mn-lt"/>
                <a:cs typeface="Calibri"/>
              </a:rPr>
              <a:t>connus</a:t>
            </a:r>
            <a:r>
              <a:rPr lang="fr-FR" sz="1200" spc="-20" dirty="0" smtClean="0">
                <a:solidFill>
                  <a:srgbClr val="585858"/>
                </a:solidFill>
                <a:latin typeface="+mn-lt"/>
                <a:cs typeface="Calibri"/>
              </a:rPr>
              <a:t> </a:t>
            </a:r>
            <a:r>
              <a:rPr lang="fr-FR" sz="1200" dirty="0" smtClean="0">
                <a:solidFill>
                  <a:srgbClr val="585858"/>
                </a:solidFill>
                <a:latin typeface="+mn-lt"/>
                <a:cs typeface="Calibri"/>
              </a:rPr>
              <a:t>car</a:t>
            </a:r>
            <a:r>
              <a:rPr lang="fr-FR" sz="1200" spc="-45" dirty="0" smtClean="0">
                <a:solidFill>
                  <a:srgbClr val="585858"/>
                </a:solidFill>
                <a:latin typeface="+mn-lt"/>
                <a:cs typeface="Calibri"/>
              </a:rPr>
              <a:t> </a:t>
            </a:r>
            <a:r>
              <a:rPr lang="fr-FR" sz="1200" dirty="0" smtClean="0">
                <a:solidFill>
                  <a:srgbClr val="585858"/>
                </a:solidFill>
                <a:latin typeface="+mn-lt"/>
                <a:cs typeface="Calibri"/>
              </a:rPr>
              <a:t>ils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existent</a:t>
            </a:r>
            <a:r>
              <a:rPr lang="fr-FR" sz="1200" spc="-45" dirty="0" smtClean="0">
                <a:solidFill>
                  <a:srgbClr val="585858"/>
                </a:solidFill>
                <a:latin typeface="+mn-lt"/>
                <a:cs typeface="Calibri"/>
              </a:rPr>
              <a:t> </a:t>
            </a:r>
            <a:r>
              <a:rPr lang="fr-FR" sz="1200" spc="-10" dirty="0" smtClean="0">
                <a:solidFill>
                  <a:srgbClr val="585858"/>
                </a:solidFill>
                <a:latin typeface="+mn-lt"/>
                <a:cs typeface="Calibri"/>
              </a:rPr>
              <a:t>depuis</a:t>
            </a:r>
            <a:r>
              <a:rPr lang="fr-FR" sz="1200" spc="-50" dirty="0" smtClean="0">
                <a:solidFill>
                  <a:srgbClr val="585858"/>
                </a:solidFill>
                <a:latin typeface="+mn-lt"/>
                <a:cs typeface="Calibri"/>
              </a:rPr>
              <a:t> </a:t>
            </a:r>
            <a:r>
              <a:rPr lang="fr-FR" sz="1200" dirty="0" smtClean="0">
                <a:solidFill>
                  <a:srgbClr val="585858"/>
                </a:solidFill>
                <a:latin typeface="+mn-lt"/>
                <a:cs typeface="Calibri"/>
              </a:rPr>
              <a:t>plus</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dirty="0" smtClean="0">
                <a:solidFill>
                  <a:srgbClr val="585858"/>
                </a:solidFill>
                <a:latin typeface="+mn-lt"/>
                <a:cs typeface="Calibri"/>
              </a:rPr>
              <a:t>50</a:t>
            </a:r>
            <a:r>
              <a:rPr lang="fr-FR" sz="1200" spc="-20" dirty="0" smtClean="0">
                <a:solidFill>
                  <a:srgbClr val="585858"/>
                </a:solidFill>
                <a:latin typeface="+mn-lt"/>
                <a:cs typeface="Calibri"/>
              </a:rPr>
              <a:t> ans.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spc="-25" dirty="0" smtClean="0">
                <a:solidFill>
                  <a:srgbClr val="585858"/>
                </a:solidFill>
                <a:latin typeface="+mn-lt"/>
                <a:cs typeface="Calibri"/>
              </a:rPr>
              <a:t>En </a:t>
            </a:r>
            <a:r>
              <a:rPr lang="fr-FR" sz="1200" dirty="0" smtClean="0">
                <a:solidFill>
                  <a:srgbClr val="585858"/>
                </a:solidFill>
                <a:latin typeface="+mn-lt"/>
                <a:cs typeface="Calibri"/>
              </a:rPr>
              <a:t>fonction</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65" dirty="0" smtClean="0">
                <a:solidFill>
                  <a:srgbClr val="585858"/>
                </a:solidFill>
                <a:latin typeface="+mn-lt"/>
                <a:cs typeface="Calibri"/>
              </a:rPr>
              <a:t> </a:t>
            </a:r>
            <a:r>
              <a:rPr lang="fr-FR" sz="1200" dirty="0" smtClean="0">
                <a:solidFill>
                  <a:srgbClr val="585858"/>
                </a:solidFill>
                <a:latin typeface="+mn-lt"/>
                <a:cs typeface="Calibri"/>
              </a:rPr>
              <a:t>la</a:t>
            </a:r>
            <a:r>
              <a:rPr lang="fr-FR" sz="1200" spc="40" dirty="0" smtClean="0">
                <a:solidFill>
                  <a:srgbClr val="585858"/>
                </a:solidFill>
                <a:latin typeface="+mn-lt"/>
                <a:cs typeface="Calibri"/>
              </a:rPr>
              <a:t> </a:t>
            </a:r>
            <a:r>
              <a:rPr lang="fr-FR" sz="1200" dirty="0" smtClean="0">
                <a:solidFill>
                  <a:srgbClr val="585858"/>
                </a:solidFill>
                <a:latin typeface="+mn-lt"/>
                <a:cs typeface="Calibri"/>
              </a:rPr>
              <a:t>vitesse</a:t>
            </a:r>
            <a:r>
              <a:rPr lang="fr-FR" sz="1200" spc="40" dirty="0" smtClean="0">
                <a:solidFill>
                  <a:srgbClr val="585858"/>
                </a:solidFill>
                <a:latin typeface="+mn-lt"/>
                <a:cs typeface="Calibri"/>
              </a:rPr>
              <a:t> </a:t>
            </a:r>
            <a:r>
              <a:rPr lang="fr-FR" sz="1200" dirty="0" smtClean="0">
                <a:solidFill>
                  <a:srgbClr val="585858"/>
                </a:solidFill>
                <a:latin typeface="+mn-lt"/>
                <a:cs typeface="Calibri"/>
              </a:rPr>
              <a:t>de</a:t>
            </a:r>
            <a:r>
              <a:rPr lang="fr-FR" sz="1200" spc="40" dirty="0" smtClean="0">
                <a:solidFill>
                  <a:srgbClr val="585858"/>
                </a:solidFill>
                <a:latin typeface="+mn-lt"/>
                <a:cs typeface="Calibri"/>
              </a:rPr>
              <a:t> </a:t>
            </a:r>
            <a:r>
              <a:rPr lang="fr-FR" sz="1200" dirty="0" smtClean="0">
                <a:solidFill>
                  <a:srgbClr val="585858"/>
                </a:solidFill>
                <a:latin typeface="+mn-lt"/>
                <a:cs typeface="Calibri"/>
              </a:rPr>
              <a:t>la</a:t>
            </a:r>
            <a:r>
              <a:rPr lang="fr-FR" sz="1200" spc="40" dirty="0" smtClean="0">
                <a:solidFill>
                  <a:srgbClr val="585858"/>
                </a:solidFill>
                <a:latin typeface="+mn-lt"/>
                <a:cs typeface="Calibri"/>
              </a:rPr>
              <a:t> </a:t>
            </a:r>
            <a:r>
              <a:rPr lang="fr-FR" sz="1200" dirty="0" smtClean="0">
                <a:solidFill>
                  <a:srgbClr val="585858"/>
                </a:solidFill>
                <a:latin typeface="+mn-lt"/>
                <a:cs typeface="Calibri"/>
              </a:rPr>
              <a:t>rotation,</a:t>
            </a:r>
            <a:r>
              <a:rPr lang="fr-FR" sz="1200" spc="30" dirty="0" smtClean="0">
                <a:solidFill>
                  <a:srgbClr val="585858"/>
                </a:solidFill>
                <a:latin typeface="+mn-lt"/>
                <a:cs typeface="Calibri"/>
              </a:rPr>
              <a:t> </a:t>
            </a:r>
            <a:r>
              <a:rPr lang="fr-FR" sz="1200" dirty="0" smtClean="0">
                <a:solidFill>
                  <a:srgbClr val="585858"/>
                </a:solidFill>
                <a:latin typeface="+mn-lt"/>
                <a:cs typeface="Calibri"/>
              </a:rPr>
              <a:t>qui</a:t>
            </a:r>
            <a:r>
              <a:rPr lang="fr-FR" sz="1200" spc="25" dirty="0" smtClean="0">
                <a:solidFill>
                  <a:srgbClr val="585858"/>
                </a:solidFill>
                <a:latin typeface="+mn-lt"/>
                <a:cs typeface="Calibri"/>
              </a:rPr>
              <a:t> </a:t>
            </a:r>
            <a:r>
              <a:rPr lang="fr-FR" sz="1200" dirty="0" smtClean="0">
                <a:solidFill>
                  <a:srgbClr val="585858"/>
                </a:solidFill>
                <a:latin typeface="+mn-lt"/>
                <a:cs typeface="Calibri"/>
              </a:rPr>
              <a:t>s'exprime</a:t>
            </a:r>
            <a:r>
              <a:rPr lang="fr-FR" sz="1200" spc="45" dirty="0" smtClean="0">
                <a:solidFill>
                  <a:srgbClr val="585858"/>
                </a:solidFill>
                <a:latin typeface="+mn-lt"/>
                <a:cs typeface="Calibri"/>
              </a:rPr>
              <a:t> </a:t>
            </a:r>
            <a:r>
              <a:rPr lang="fr-FR" sz="1200" dirty="0" smtClean="0">
                <a:solidFill>
                  <a:srgbClr val="585858"/>
                </a:solidFill>
                <a:latin typeface="+mn-lt"/>
                <a:cs typeface="Calibri"/>
              </a:rPr>
              <a:t>en</a:t>
            </a:r>
            <a:r>
              <a:rPr lang="fr-FR" sz="1200" spc="30" dirty="0" smtClean="0">
                <a:solidFill>
                  <a:srgbClr val="585858"/>
                </a:solidFill>
                <a:latin typeface="+mn-lt"/>
                <a:cs typeface="Calibri"/>
              </a:rPr>
              <a:t> </a:t>
            </a:r>
            <a:r>
              <a:rPr lang="fr-FR" sz="1200" dirty="0" smtClean="0">
                <a:solidFill>
                  <a:srgbClr val="585858"/>
                </a:solidFill>
                <a:latin typeface="+mn-lt"/>
                <a:cs typeface="Calibri"/>
              </a:rPr>
              <a:t>tours</a:t>
            </a:r>
            <a:r>
              <a:rPr lang="fr-FR" sz="1200" spc="50" dirty="0" smtClean="0">
                <a:solidFill>
                  <a:srgbClr val="585858"/>
                </a:solidFill>
                <a:latin typeface="+mn-lt"/>
                <a:cs typeface="Calibri"/>
              </a:rPr>
              <a:t> </a:t>
            </a:r>
            <a:r>
              <a:rPr lang="fr-FR" sz="1200" dirty="0" smtClean="0">
                <a:solidFill>
                  <a:srgbClr val="585858"/>
                </a:solidFill>
                <a:latin typeface="+mn-lt"/>
                <a:cs typeface="Calibri"/>
              </a:rPr>
              <a:t>par</a:t>
            </a:r>
            <a:r>
              <a:rPr lang="fr-FR" sz="1200" spc="25" dirty="0" smtClean="0">
                <a:solidFill>
                  <a:srgbClr val="585858"/>
                </a:solidFill>
                <a:latin typeface="+mn-lt"/>
                <a:cs typeface="Calibri"/>
              </a:rPr>
              <a:t> </a:t>
            </a:r>
            <a:r>
              <a:rPr lang="fr-FR" sz="1200" dirty="0" smtClean="0">
                <a:solidFill>
                  <a:srgbClr val="585858"/>
                </a:solidFill>
                <a:latin typeface="+mn-lt"/>
                <a:cs typeface="Calibri"/>
              </a:rPr>
              <a:t>minutes</a:t>
            </a:r>
            <a:r>
              <a:rPr lang="fr-FR" sz="1200" spc="50" dirty="0" smtClean="0">
                <a:solidFill>
                  <a:srgbClr val="585858"/>
                </a:solidFill>
                <a:latin typeface="+mn-lt"/>
                <a:cs typeface="Calibri"/>
              </a:rPr>
              <a:t> </a:t>
            </a:r>
            <a:r>
              <a:rPr lang="fr-FR" sz="1200" dirty="0" smtClean="0">
                <a:solidFill>
                  <a:srgbClr val="585858"/>
                </a:solidFill>
                <a:latin typeface="+mn-lt"/>
                <a:cs typeface="Calibri"/>
              </a:rPr>
              <a:t>(</a:t>
            </a:r>
            <a:r>
              <a:rPr lang="fr-FR" sz="1200" dirty="0" err="1" smtClean="0">
                <a:solidFill>
                  <a:srgbClr val="585858"/>
                </a:solidFill>
                <a:latin typeface="+mn-lt"/>
                <a:cs typeface="Calibri"/>
              </a:rPr>
              <a:t>rpm</a:t>
            </a:r>
            <a:r>
              <a:rPr lang="fr-FR" sz="1200" dirty="0" smtClean="0">
                <a:solidFill>
                  <a:srgbClr val="585858"/>
                </a:solidFill>
                <a:latin typeface="+mn-lt"/>
                <a:cs typeface="Calibri"/>
              </a:rPr>
              <a:t>),</a:t>
            </a:r>
            <a:r>
              <a:rPr lang="fr-FR" sz="1200" spc="50" dirty="0" smtClean="0">
                <a:solidFill>
                  <a:srgbClr val="585858"/>
                </a:solidFill>
                <a:latin typeface="+mn-lt"/>
                <a:cs typeface="Calibri"/>
              </a:rPr>
              <a:t> </a:t>
            </a:r>
            <a:r>
              <a:rPr lang="fr-FR" sz="1200" dirty="0" smtClean="0">
                <a:solidFill>
                  <a:srgbClr val="585858"/>
                </a:solidFill>
                <a:latin typeface="+mn-lt"/>
                <a:cs typeface="Calibri"/>
              </a:rPr>
              <a:t>la</a:t>
            </a:r>
            <a:r>
              <a:rPr lang="fr-FR" sz="1200" spc="40" dirty="0" smtClean="0">
                <a:solidFill>
                  <a:srgbClr val="585858"/>
                </a:solidFill>
                <a:latin typeface="+mn-lt"/>
                <a:cs typeface="Calibri"/>
              </a:rPr>
              <a:t> </a:t>
            </a:r>
            <a:r>
              <a:rPr lang="fr-FR" sz="1200" dirty="0" smtClean="0">
                <a:solidFill>
                  <a:srgbClr val="585858"/>
                </a:solidFill>
                <a:latin typeface="+mn-lt"/>
                <a:cs typeface="Calibri"/>
              </a:rPr>
              <a:t>tête</a:t>
            </a:r>
            <a:r>
              <a:rPr lang="fr-FR" sz="1200" spc="35" dirty="0" smtClean="0">
                <a:solidFill>
                  <a:srgbClr val="585858"/>
                </a:solidFill>
                <a:latin typeface="+mn-lt"/>
                <a:cs typeface="Calibri"/>
              </a:rPr>
              <a:t> </a:t>
            </a:r>
            <a:r>
              <a:rPr lang="fr-FR" sz="1200" dirty="0" smtClean="0">
                <a:solidFill>
                  <a:srgbClr val="585858"/>
                </a:solidFill>
                <a:latin typeface="+mn-lt"/>
                <a:cs typeface="Calibri"/>
              </a:rPr>
              <a:t>accède</a:t>
            </a:r>
            <a:r>
              <a:rPr lang="fr-FR" sz="1200" spc="45" dirty="0" smtClean="0">
                <a:solidFill>
                  <a:srgbClr val="585858"/>
                </a:solidFill>
                <a:latin typeface="+mn-lt"/>
                <a:cs typeface="Calibri"/>
              </a:rPr>
              <a:t> </a:t>
            </a:r>
            <a:r>
              <a:rPr lang="fr-FR" sz="1200" dirty="0" smtClean="0">
                <a:solidFill>
                  <a:srgbClr val="585858"/>
                </a:solidFill>
                <a:latin typeface="+mn-lt"/>
                <a:cs typeface="Calibri"/>
              </a:rPr>
              <a:t>plus</a:t>
            </a:r>
            <a:r>
              <a:rPr lang="fr-FR" sz="1200" spc="70" dirty="0" smtClean="0">
                <a:solidFill>
                  <a:srgbClr val="585858"/>
                </a:solidFill>
                <a:latin typeface="+mn-lt"/>
                <a:cs typeface="Calibri"/>
              </a:rPr>
              <a:t> </a:t>
            </a:r>
            <a:r>
              <a:rPr lang="fr-FR" sz="1200" dirty="0" smtClean="0">
                <a:solidFill>
                  <a:srgbClr val="585858"/>
                </a:solidFill>
                <a:latin typeface="+mn-lt"/>
                <a:cs typeface="Calibri"/>
              </a:rPr>
              <a:t>ou</a:t>
            </a:r>
            <a:r>
              <a:rPr lang="fr-FR" sz="1200" spc="30" dirty="0" smtClean="0">
                <a:solidFill>
                  <a:srgbClr val="585858"/>
                </a:solidFill>
                <a:latin typeface="+mn-lt"/>
                <a:cs typeface="Calibri"/>
              </a:rPr>
              <a:t> </a:t>
            </a:r>
            <a:r>
              <a:rPr lang="fr-FR" sz="1200" dirty="0" smtClean="0">
                <a:solidFill>
                  <a:srgbClr val="585858"/>
                </a:solidFill>
                <a:latin typeface="+mn-lt"/>
                <a:cs typeface="Calibri"/>
              </a:rPr>
              <a:t>moins</a:t>
            </a:r>
            <a:r>
              <a:rPr lang="fr-FR" sz="1200" spc="45" dirty="0" smtClean="0">
                <a:solidFill>
                  <a:srgbClr val="585858"/>
                </a:solidFill>
                <a:latin typeface="+mn-lt"/>
                <a:cs typeface="Calibri"/>
              </a:rPr>
              <a:t> </a:t>
            </a:r>
            <a:r>
              <a:rPr lang="fr-FR" sz="1200" spc="-20" dirty="0" smtClean="0">
                <a:solidFill>
                  <a:srgbClr val="585858"/>
                </a:solidFill>
                <a:latin typeface="+mn-lt"/>
                <a:cs typeface="Calibri"/>
              </a:rPr>
              <a:t>vite </a:t>
            </a:r>
            <a:r>
              <a:rPr lang="fr-FR" sz="1200" dirty="0" smtClean="0">
                <a:solidFill>
                  <a:srgbClr val="585858"/>
                </a:solidFill>
                <a:latin typeface="+mn-lt"/>
                <a:cs typeface="Calibri"/>
              </a:rPr>
              <a:t>aux</a:t>
            </a:r>
            <a:r>
              <a:rPr lang="fr-FR" sz="1200" spc="165" dirty="0" smtClean="0">
                <a:solidFill>
                  <a:srgbClr val="585858"/>
                </a:solidFill>
                <a:latin typeface="+mn-lt"/>
                <a:cs typeface="Calibri"/>
              </a:rPr>
              <a:t> </a:t>
            </a:r>
            <a:r>
              <a:rPr lang="fr-FR" sz="1200" dirty="0" smtClean="0">
                <a:solidFill>
                  <a:srgbClr val="585858"/>
                </a:solidFill>
                <a:latin typeface="+mn-lt"/>
                <a:cs typeface="Calibri"/>
              </a:rPr>
              <a:t>zones</a:t>
            </a:r>
            <a:r>
              <a:rPr lang="fr-FR" sz="1200" spc="170" dirty="0" smtClean="0">
                <a:solidFill>
                  <a:srgbClr val="585858"/>
                </a:solidFill>
                <a:latin typeface="+mn-lt"/>
                <a:cs typeface="Calibri"/>
              </a:rPr>
              <a:t> </a:t>
            </a:r>
            <a:r>
              <a:rPr lang="fr-FR" sz="1200" dirty="0" smtClean="0">
                <a:solidFill>
                  <a:srgbClr val="585858"/>
                </a:solidFill>
                <a:latin typeface="+mn-lt"/>
                <a:cs typeface="Calibri"/>
              </a:rPr>
              <a:t>de</a:t>
            </a:r>
            <a:r>
              <a:rPr lang="fr-FR" sz="1200" spc="190" dirty="0" smtClean="0">
                <a:solidFill>
                  <a:srgbClr val="585858"/>
                </a:solidFill>
                <a:latin typeface="+mn-lt"/>
                <a:cs typeface="Calibri"/>
              </a:rPr>
              <a:t> </a:t>
            </a:r>
            <a:r>
              <a:rPr lang="fr-FR" sz="1200" dirty="0" smtClean="0">
                <a:solidFill>
                  <a:srgbClr val="585858"/>
                </a:solidFill>
                <a:latin typeface="+mn-lt"/>
                <a:cs typeface="Calibri"/>
              </a:rPr>
              <a:t>stockage par exemple pour</a:t>
            </a:r>
            <a:r>
              <a:rPr lang="fr-FR" sz="1200" spc="175" dirty="0" smtClean="0">
                <a:solidFill>
                  <a:srgbClr val="585858"/>
                </a:solidFill>
                <a:latin typeface="+mn-lt"/>
                <a:cs typeface="Calibri"/>
              </a:rPr>
              <a:t> </a:t>
            </a:r>
            <a:r>
              <a:rPr lang="fr-FR" sz="1200" dirty="0" smtClean="0">
                <a:solidFill>
                  <a:srgbClr val="585858"/>
                </a:solidFill>
                <a:latin typeface="+mn-lt"/>
                <a:cs typeface="Calibri"/>
              </a:rPr>
              <a:t>5400</a:t>
            </a:r>
            <a:r>
              <a:rPr lang="fr-FR" sz="1200" spc="175" dirty="0" smtClean="0">
                <a:solidFill>
                  <a:srgbClr val="585858"/>
                </a:solidFill>
                <a:latin typeface="+mn-lt"/>
                <a:cs typeface="Calibri"/>
              </a:rPr>
              <a:t> </a:t>
            </a:r>
            <a:r>
              <a:rPr lang="fr-FR" sz="1200" dirty="0" err="1" smtClean="0">
                <a:solidFill>
                  <a:srgbClr val="585858"/>
                </a:solidFill>
                <a:latin typeface="+mn-lt"/>
                <a:cs typeface="Calibri"/>
              </a:rPr>
              <a:t>rpm</a:t>
            </a:r>
            <a:r>
              <a:rPr lang="fr-FR" sz="1200" spc="180" dirty="0" smtClean="0">
                <a:solidFill>
                  <a:srgbClr val="585858"/>
                </a:solidFill>
                <a:latin typeface="+mn-lt"/>
                <a:cs typeface="Calibri"/>
              </a:rPr>
              <a:t> </a:t>
            </a:r>
            <a:r>
              <a:rPr lang="fr-FR" sz="1200" dirty="0" smtClean="0">
                <a:solidFill>
                  <a:srgbClr val="585858"/>
                </a:solidFill>
                <a:latin typeface="+mn-lt"/>
                <a:cs typeface="Calibri"/>
              </a:rPr>
              <a:t>le</a:t>
            </a:r>
            <a:r>
              <a:rPr lang="fr-FR" sz="1200" spc="185" dirty="0" smtClean="0">
                <a:solidFill>
                  <a:srgbClr val="585858"/>
                </a:solidFill>
                <a:latin typeface="+mn-lt"/>
                <a:cs typeface="Calibri"/>
              </a:rPr>
              <a:t> </a:t>
            </a:r>
            <a:r>
              <a:rPr lang="fr-FR" sz="1200" dirty="0" smtClean="0">
                <a:solidFill>
                  <a:srgbClr val="585858"/>
                </a:solidFill>
                <a:latin typeface="+mn-lt"/>
                <a:cs typeface="Calibri"/>
              </a:rPr>
              <a:t>temps</a:t>
            </a:r>
            <a:r>
              <a:rPr lang="fr-FR" sz="1200" spc="170" dirty="0" smtClean="0">
                <a:solidFill>
                  <a:srgbClr val="585858"/>
                </a:solidFill>
                <a:latin typeface="+mn-lt"/>
                <a:cs typeface="Calibri"/>
              </a:rPr>
              <a:t> </a:t>
            </a:r>
            <a:r>
              <a:rPr lang="fr-FR" sz="1200" dirty="0" smtClean="0">
                <a:solidFill>
                  <a:srgbClr val="585858"/>
                </a:solidFill>
                <a:latin typeface="+mn-lt"/>
                <a:cs typeface="Calibri"/>
              </a:rPr>
              <a:t>d'accès</a:t>
            </a:r>
            <a:r>
              <a:rPr lang="fr-FR" sz="1200" spc="175" dirty="0" smtClean="0">
                <a:solidFill>
                  <a:srgbClr val="585858"/>
                </a:solidFill>
                <a:latin typeface="+mn-lt"/>
                <a:cs typeface="Calibri"/>
              </a:rPr>
              <a:t> </a:t>
            </a:r>
            <a:r>
              <a:rPr lang="fr-FR" sz="1200" dirty="0" smtClean="0">
                <a:solidFill>
                  <a:srgbClr val="585858"/>
                </a:solidFill>
                <a:latin typeface="+mn-lt"/>
                <a:cs typeface="Calibri"/>
              </a:rPr>
              <a:t>est</a:t>
            </a:r>
            <a:r>
              <a:rPr lang="fr-FR" sz="1200" spc="170" dirty="0" smtClean="0">
                <a:solidFill>
                  <a:srgbClr val="585858"/>
                </a:solidFill>
                <a:latin typeface="+mn-lt"/>
                <a:cs typeface="Calibri"/>
              </a:rPr>
              <a:t> </a:t>
            </a:r>
            <a:r>
              <a:rPr lang="fr-FR" sz="1200" dirty="0" smtClean="0">
                <a:solidFill>
                  <a:srgbClr val="585858"/>
                </a:solidFill>
                <a:latin typeface="+mn-lt"/>
                <a:cs typeface="Calibri"/>
              </a:rPr>
              <a:t>de</a:t>
            </a:r>
            <a:r>
              <a:rPr lang="fr-FR" sz="1200" spc="204" dirty="0" smtClean="0">
                <a:solidFill>
                  <a:srgbClr val="585858"/>
                </a:solidFill>
                <a:latin typeface="+mn-lt"/>
                <a:cs typeface="Calibri"/>
              </a:rPr>
              <a:t> </a:t>
            </a:r>
            <a:r>
              <a:rPr lang="fr-FR" sz="1200" dirty="0" smtClean="0">
                <a:solidFill>
                  <a:srgbClr val="585858"/>
                </a:solidFill>
                <a:latin typeface="+mn-lt"/>
                <a:cs typeface="Calibri"/>
              </a:rPr>
              <a:t>5,55ms,</a:t>
            </a:r>
            <a:r>
              <a:rPr lang="fr-FR" sz="1200" spc="150" dirty="0" smtClean="0">
                <a:solidFill>
                  <a:srgbClr val="585858"/>
                </a:solidFill>
                <a:latin typeface="+mn-lt"/>
                <a:cs typeface="Calibri"/>
              </a:rPr>
              <a:t> </a:t>
            </a:r>
            <a:r>
              <a:rPr lang="fr-FR" sz="1200" dirty="0" smtClean="0">
                <a:solidFill>
                  <a:srgbClr val="585858"/>
                </a:solidFill>
                <a:latin typeface="+mn-lt"/>
                <a:cs typeface="Calibri"/>
              </a:rPr>
              <a:t>à</a:t>
            </a:r>
            <a:r>
              <a:rPr lang="fr-FR" sz="1200" spc="180" dirty="0" smtClean="0">
                <a:solidFill>
                  <a:srgbClr val="585858"/>
                </a:solidFill>
                <a:latin typeface="+mn-lt"/>
                <a:cs typeface="Calibri"/>
              </a:rPr>
              <a:t> </a:t>
            </a:r>
            <a:r>
              <a:rPr lang="fr-FR" sz="1200" dirty="0" smtClean="0">
                <a:solidFill>
                  <a:srgbClr val="585858"/>
                </a:solidFill>
                <a:latin typeface="+mn-lt"/>
                <a:cs typeface="Calibri"/>
              </a:rPr>
              <a:t>7200</a:t>
            </a:r>
            <a:r>
              <a:rPr lang="fr-FR" sz="1200" spc="180" dirty="0" smtClean="0">
                <a:solidFill>
                  <a:srgbClr val="585858"/>
                </a:solidFill>
                <a:latin typeface="+mn-lt"/>
                <a:cs typeface="Calibri"/>
              </a:rPr>
              <a:t> </a:t>
            </a:r>
            <a:r>
              <a:rPr lang="fr-FR" sz="1200" dirty="0" err="1" smtClean="0">
                <a:solidFill>
                  <a:srgbClr val="585858"/>
                </a:solidFill>
                <a:latin typeface="+mn-lt"/>
                <a:cs typeface="Calibri"/>
              </a:rPr>
              <a:t>rpm</a:t>
            </a:r>
            <a:r>
              <a:rPr lang="fr-FR" sz="1200" spc="160" dirty="0" smtClean="0">
                <a:solidFill>
                  <a:srgbClr val="585858"/>
                </a:solidFill>
                <a:latin typeface="+mn-lt"/>
                <a:cs typeface="Calibri"/>
              </a:rPr>
              <a:t> </a:t>
            </a:r>
            <a:r>
              <a:rPr lang="fr-FR" sz="1200" dirty="0" smtClean="0">
                <a:solidFill>
                  <a:srgbClr val="585858"/>
                </a:solidFill>
                <a:latin typeface="+mn-lt"/>
                <a:cs typeface="Calibri"/>
              </a:rPr>
              <a:t>il</a:t>
            </a:r>
            <a:r>
              <a:rPr lang="fr-FR" sz="1200" spc="150" dirty="0" smtClean="0">
                <a:solidFill>
                  <a:srgbClr val="585858"/>
                </a:solidFill>
                <a:latin typeface="+mn-lt"/>
                <a:cs typeface="Calibri"/>
              </a:rPr>
              <a:t> </a:t>
            </a:r>
            <a:r>
              <a:rPr lang="fr-FR" sz="1200" dirty="0" smtClean="0">
                <a:solidFill>
                  <a:srgbClr val="585858"/>
                </a:solidFill>
                <a:latin typeface="+mn-lt"/>
                <a:cs typeface="Calibri"/>
              </a:rPr>
              <a:t>passe</a:t>
            </a:r>
            <a:r>
              <a:rPr lang="fr-FR" sz="1200" spc="165" dirty="0" smtClean="0">
                <a:solidFill>
                  <a:srgbClr val="585858"/>
                </a:solidFill>
                <a:latin typeface="+mn-lt"/>
                <a:cs typeface="Calibri"/>
              </a:rPr>
              <a:t> </a:t>
            </a:r>
            <a:r>
              <a:rPr lang="fr-FR" sz="1200" spc="-50" dirty="0" smtClean="0">
                <a:solidFill>
                  <a:srgbClr val="585858"/>
                </a:solidFill>
                <a:latin typeface="+mn-lt"/>
                <a:cs typeface="Calibri"/>
              </a:rPr>
              <a:t>à </a:t>
            </a:r>
            <a:r>
              <a:rPr lang="fr-FR" sz="1200" dirty="0" smtClean="0">
                <a:solidFill>
                  <a:srgbClr val="585858"/>
                </a:solidFill>
                <a:latin typeface="+mn-lt"/>
                <a:cs typeface="Calibri"/>
              </a:rPr>
              <a:t>4,16ms,</a:t>
            </a:r>
            <a:r>
              <a:rPr lang="fr-FR" sz="1200" spc="70" dirty="0" smtClean="0">
                <a:solidFill>
                  <a:srgbClr val="585858"/>
                </a:solidFill>
                <a:latin typeface="+mn-lt"/>
                <a:cs typeface="Calibri"/>
              </a:rPr>
              <a:t> </a:t>
            </a:r>
            <a:r>
              <a:rPr lang="fr-FR" sz="1200" dirty="0" smtClean="0">
                <a:solidFill>
                  <a:srgbClr val="585858"/>
                </a:solidFill>
                <a:latin typeface="+mn-lt"/>
                <a:cs typeface="Calibri"/>
              </a:rPr>
              <a:t>à</a:t>
            </a:r>
            <a:r>
              <a:rPr lang="fr-FR" sz="1200" spc="85" dirty="0" smtClean="0">
                <a:solidFill>
                  <a:srgbClr val="585858"/>
                </a:solidFill>
                <a:latin typeface="+mn-lt"/>
                <a:cs typeface="Calibri"/>
              </a:rPr>
              <a:t> </a:t>
            </a:r>
            <a:r>
              <a:rPr lang="fr-FR" sz="1200" dirty="0" smtClean="0">
                <a:solidFill>
                  <a:srgbClr val="585858"/>
                </a:solidFill>
                <a:latin typeface="+mn-lt"/>
                <a:cs typeface="Calibri"/>
              </a:rPr>
              <a:t>10000</a:t>
            </a:r>
            <a:r>
              <a:rPr lang="fr-FR" sz="1200" spc="75" dirty="0" smtClean="0">
                <a:solidFill>
                  <a:srgbClr val="585858"/>
                </a:solidFill>
                <a:latin typeface="+mn-lt"/>
                <a:cs typeface="Calibri"/>
              </a:rPr>
              <a:t> </a:t>
            </a:r>
            <a:r>
              <a:rPr lang="fr-FR" sz="1200" dirty="0" err="1" smtClean="0">
                <a:solidFill>
                  <a:srgbClr val="585858"/>
                </a:solidFill>
                <a:latin typeface="+mn-lt"/>
                <a:cs typeface="Calibri"/>
              </a:rPr>
              <a:t>rpm</a:t>
            </a:r>
            <a:r>
              <a:rPr lang="fr-FR" sz="1200" spc="80" dirty="0" smtClean="0">
                <a:solidFill>
                  <a:srgbClr val="585858"/>
                </a:solidFill>
                <a:latin typeface="+mn-lt"/>
                <a:cs typeface="Calibri"/>
              </a:rPr>
              <a:t> </a:t>
            </a:r>
            <a:r>
              <a:rPr lang="fr-FR" sz="1200" dirty="0" smtClean="0">
                <a:solidFill>
                  <a:srgbClr val="585858"/>
                </a:solidFill>
                <a:latin typeface="+mn-lt"/>
                <a:cs typeface="Calibri"/>
              </a:rPr>
              <a:t>il</a:t>
            </a:r>
            <a:r>
              <a:rPr lang="fr-FR" sz="1200" spc="75" dirty="0" smtClean="0">
                <a:solidFill>
                  <a:srgbClr val="585858"/>
                </a:solidFill>
                <a:latin typeface="+mn-lt"/>
                <a:cs typeface="Calibri"/>
              </a:rPr>
              <a:t> </a:t>
            </a:r>
            <a:r>
              <a:rPr lang="fr-FR" sz="1200" dirty="0" smtClean="0">
                <a:solidFill>
                  <a:srgbClr val="585858"/>
                </a:solidFill>
                <a:latin typeface="+mn-lt"/>
                <a:cs typeface="Calibri"/>
              </a:rPr>
              <a:t>n'est</a:t>
            </a:r>
            <a:r>
              <a:rPr lang="fr-FR" sz="1200" spc="85" dirty="0" smtClean="0">
                <a:solidFill>
                  <a:srgbClr val="585858"/>
                </a:solidFill>
                <a:latin typeface="+mn-lt"/>
                <a:cs typeface="Calibri"/>
              </a:rPr>
              <a:t> </a:t>
            </a:r>
            <a:r>
              <a:rPr lang="fr-FR" sz="1200" dirty="0" smtClean="0">
                <a:solidFill>
                  <a:srgbClr val="585858"/>
                </a:solidFill>
                <a:latin typeface="+mn-lt"/>
                <a:cs typeface="Calibri"/>
              </a:rPr>
              <a:t>plus</a:t>
            </a:r>
            <a:r>
              <a:rPr lang="fr-FR" sz="1200" spc="90" dirty="0" smtClean="0">
                <a:solidFill>
                  <a:srgbClr val="585858"/>
                </a:solidFill>
                <a:latin typeface="+mn-lt"/>
                <a:cs typeface="Calibri"/>
              </a:rPr>
              <a:t> </a:t>
            </a:r>
            <a:r>
              <a:rPr lang="fr-FR" sz="1200" dirty="0" smtClean="0">
                <a:solidFill>
                  <a:srgbClr val="585858"/>
                </a:solidFill>
                <a:latin typeface="+mn-lt"/>
                <a:cs typeface="Calibri"/>
              </a:rPr>
              <a:t>que</a:t>
            </a:r>
            <a:r>
              <a:rPr lang="fr-FR" sz="1200" spc="80" dirty="0" smtClean="0">
                <a:solidFill>
                  <a:srgbClr val="585858"/>
                </a:solidFill>
                <a:latin typeface="+mn-lt"/>
                <a:cs typeface="Calibri"/>
              </a:rPr>
              <a:t> </a:t>
            </a:r>
            <a:r>
              <a:rPr lang="fr-FR" sz="1200" dirty="0" smtClean="0">
                <a:solidFill>
                  <a:srgbClr val="585858"/>
                </a:solidFill>
                <a:latin typeface="+mn-lt"/>
                <a:cs typeface="Calibri"/>
              </a:rPr>
              <a:t>de</a:t>
            </a:r>
            <a:r>
              <a:rPr lang="fr-FR" sz="1200" spc="85" dirty="0" smtClean="0">
                <a:solidFill>
                  <a:srgbClr val="585858"/>
                </a:solidFill>
                <a:latin typeface="+mn-lt"/>
                <a:cs typeface="Calibri"/>
              </a:rPr>
              <a:t> </a:t>
            </a:r>
            <a:r>
              <a:rPr lang="fr-FR" sz="1200" dirty="0" smtClean="0">
                <a:solidFill>
                  <a:srgbClr val="585858"/>
                </a:solidFill>
                <a:latin typeface="+mn-lt"/>
                <a:cs typeface="Calibri"/>
              </a:rPr>
              <a:t>3ms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smtClean="0">
              <a:solidFill>
                <a:srgbClr val="585858"/>
              </a:solidFill>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spc="-25" dirty="0" smtClean="0">
                <a:solidFill>
                  <a:srgbClr val="585858"/>
                </a:solidFill>
                <a:latin typeface="+mn-lt"/>
                <a:cs typeface="Calibri"/>
              </a:rPr>
              <a:t>Les </a:t>
            </a:r>
            <a:r>
              <a:rPr lang="fr-FR" sz="1200" dirty="0" smtClean="0">
                <a:solidFill>
                  <a:srgbClr val="585858"/>
                </a:solidFill>
                <a:latin typeface="+mn-lt"/>
                <a:cs typeface="Calibri"/>
              </a:rPr>
              <a:t>disques</a:t>
            </a:r>
            <a:r>
              <a:rPr lang="fr-FR" sz="1200" spc="35" dirty="0" smtClean="0">
                <a:solidFill>
                  <a:srgbClr val="585858"/>
                </a:solidFill>
                <a:latin typeface="+mn-lt"/>
                <a:cs typeface="Calibri"/>
              </a:rPr>
              <a:t> </a:t>
            </a:r>
            <a:r>
              <a:rPr lang="fr-FR" sz="1200" dirty="0" smtClean="0">
                <a:solidFill>
                  <a:srgbClr val="585858"/>
                </a:solidFill>
                <a:latin typeface="+mn-lt"/>
                <a:cs typeface="Calibri"/>
              </a:rPr>
              <a:t>durs</a:t>
            </a:r>
            <a:r>
              <a:rPr lang="fr-FR" sz="1200" spc="35" dirty="0" smtClean="0">
                <a:solidFill>
                  <a:srgbClr val="585858"/>
                </a:solidFill>
                <a:latin typeface="+mn-lt"/>
                <a:cs typeface="Calibri"/>
              </a:rPr>
              <a:t> </a:t>
            </a:r>
            <a:r>
              <a:rPr lang="fr-FR" sz="1200" dirty="0" smtClean="0">
                <a:solidFill>
                  <a:srgbClr val="585858"/>
                </a:solidFill>
                <a:latin typeface="+mn-lt"/>
                <a:cs typeface="Calibri"/>
              </a:rPr>
              <a:t>ne</a:t>
            </a:r>
            <a:r>
              <a:rPr lang="fr-FR" sz="1200" spc="25" dirty="0" smtClean="0">
                <a:solidFill>
                  <a:srgbClr val="585858"/>
                </a:solidFill>
                <a:latin typeface="+mn-lt"/>
                <a:cs typeface="Calibri"/>
              </a:rPr>
              <a:t> </a:t>
            </a:r>
            <a:r>
              <a:rPr lang="fr-FR" sz="1200" dirty="0" smtClean="0">
                <a:solidFill>
                  <a:srgbClr val="585858"/>
                </a:solidFill>
                <a:latin typeface="+mn-lt"/>
                <a:cs typeface="Calibri"/>
              </a:rPr>
              <a:t>sont</a:t>
            </a:r>
            <a:r>
              <a:rPr lang="fr-FR" sz="1200" spc="10" dirty="0" smtClean="0">
                <a:solidFill>
                  <a:srgbClr val="585858"/>
                </a:solidFill>
                <a:latin typeface="+mn-lt"/>
                <a:cs typeface="Calibri"/>
              </a:rPr>
              <a:t> </a:t>
            </a:r>
            <a:r>
              <a:rPr lang="fr-FR" sz="1200" dirty="0" smtClean="0">
                <a:solidFill>
                  <a:srgbClr val="585858"/>
                </a:solidFill>
                <a:latin typeface="+mn-lt"/>
                <a:cs typeface="Calibri"/>
              </a:rPr>
              <a:t>généralement</a:t>
            </a:r>
            <a:r>
              <a:rPr lang="fr-FR" sz="1200" spc="35" dirty="0" smtClean="0">
                <a:solidFill>
                  <a:srgbClr val="585858"/>
                </a:solidFill>
                <a:latin typeface="+mn-lt"/>
                <a:cs typeface="Calibri"/>
              </a:rPr>
              <a:t> </a:t>
            </a:r>
            <a:r>
              <a:rPr lang="fr-FR" sz="1200" dirty="0" smtClean="0">
                <a:solidFill>
                  <a:srgbClr val="585858"/>
                </a:solidFill>
                <a:latin typeface="+mn-lt"/>
                <a:cs typeface="Calibri"/>
              </a:rPr>
              <a:t>utilisés</a:t>
            </a:r>
            <a:r>
              <a:rPr lang="fr-FR" sz="1200" spc="35" dirty="0" smtClean="0">
                <a:solidFill>
                  <a:srgbClr val="585858"/>
                </a:solidFill>
                <a:latin typeface="+mn-lt"/>
                <a:cs typeface="Calibri"/>
              </a:rPr>
              <a:t> </a:t>
            </a:r>
            <a:r>
              <a:rPr lang="fr-FR" sz="1200" dirty="0" smtClean="0">
                <a:solidFill>
                  <a:srgbClr val="585858"/>
                </a:solidFill>
                <a:latin typeface="+mn-lt"/>
                <a:cs typeface="Calibri"/>
              </a:rPr>
              <a:t>que</a:t>
            </a:r>
            <a:r>
              <a:rPr lang="fr-FR" sz="1200" spc="25" dirty="0" smtClean="0">
                <a:solidFill>
                  <a:srgbClr val="585858"/>
                </a:solidFill>
                <a:latin typeface="+mn-lt"/>
                <a:cs typeface="Calibri"/>
              </a:rPr>
              <a:t> </a:t>
            </a:r>
            <a:r>
              <a:rPr lang="fr-FR" sz="1200" dirty="0" smtClean="0">
                <a:solidFill>
                  <a:srgbClr val="585858"/>
                </a:solidFill>
                <a:latin typeface="+mn-lt"/>
                <a:cs typeface="Calibri"/>
              </a:rPr>
              <a:t>dans</a:t>
            </a:r>
            <a:r>
              <a:rPr lang="fr-FR" sz="1200" spc="35" dirty="0" smtClean="0">
                <a:solidFill>
                  <a:srgbClr val="585858"/>
                </a:solidFill>
                <a:latin typeface="+mn-lt"/>
                <a:cs typeface="Calibri"/>
              </a:rPr>
              <a:t> </a:t>
            </a:r>
            <a:r>
              <a:rPr lang="fr-FR" sz="1200" dirty="0" smtClean="0">
                <a:solidFill>
                  <a:srgbClr val="585858"/>
                </a:solidFill>
                <a:latin typeface="+mn-lt"/>
                <a:cs typeface="Calibri"/>
              </a:rPr>
              <a:t>les</a:t>
            </a:r>
            <a:r>
              <a:rPr lang="fr-FR" sz="1200" spc="30" dirty="0" smtClean="0">
                <a:solidFill>
                  <a:srgbClr val="585858"/>
                </a:solidFill>
                <a:latin typeface="+mn-lt"/>
                <a:cs typeface="Calibri"/>
              </a:rPr>
              <a:t> </a:t>
            </a:r>
            <a:r>
              <a:rPr lang="fr-FR" sz="1200" dirty="0" smtClean="0">
                <a:solidFill>
                  <a:srgbClr val="585858"/>
                </a:solidFill>
                <a:latin typeface="+mn-lt"/>
                <a:cs typeface="Calibri"/>
              </a:rPr>
              <a:t>systèmes</a:t>
            </a:r>
            <a:r>
              <a:rPr lang="fr-FR" sz="1200" spc="40" dirty="0" smtClean="0">
                <a:solidFill>
                  <a:srgbClr val="585858"/>
                </a:solidFill>
                <a:latin typeface="+mn-lt"/>
                <a:cs typeface="Calibri"/>
              </a:rPr>
              <a:t> </a:t>
            </a:r>
            <a:r>
              <a:rPr lang="fr-FR" sz="1200" dirty="0" smtClean="0">
                <a:solidFill>
                  <a:srgbClr val="585858"/>
                </a:solidFill>
                <a:latin typeface="+mn-lt"/>
                <a:cs typeface="Calibri"/>
              </a:rPr>
              <a:t>économiques</a:t>
            </a:r>
            <a:r>
              <a:rPr lang="fr-FR" sz="1200" spc="35" dirty="0" smtClean="0">
                <a:solidFill>
                  <a:srgbClr val="585858"/>
                </a:solidFill>
                <a:latin typeface="+mn-lt"/>
                <a:cs typeface="Calibri"/>
              </a:rPr>
              <a:t> </a:t>
            </a:r>
            <a:r>
              <a:rPr lang="fr-FR" sz="1200" dirty="0" smtClean="0">
                <a:solidFill>
                  <a:srgbClr val="585858"/>
                </a:solidFill>
                <a:latin typeface="+mn-lt"/>
                <a:cs typeface="Calibri"/>
              </a:rPr>
              <a:t>où</a:t>
            </a:r>
            <a:r>
              <a:rPr lang="fr-FR" sz="1200" spc="20" dirty="0" smtClean="0">
                <a:solidFill>
                  <a:srgbClr val="585858"/>
                </a:solidFill>
                <a:latin typeface="+mn-lt"/>
                <a:cs typeface="Calibri"/>
              </a:rPr>
              <a:t> </a:t>
            </a:r>
            <a:r>
              <a:rPr lang="fr-FR" sz="1200" dirty="0" smtClean="0">
                <a:solidFill>
                  <a:srgbClr val="585858"/>
                </a:solidFill>
                <a:latin typeface="+mn-lt"/>
                <a:cs typeface="Calibri"/>
              </a:rPr>
              <a:t>les</a:t>
            </a:r>
            <a:r>
              <a:rPr lang="fr-FR" sz="1200" spc="30" dirty="0" smtClean="0">
                <a:solidFill>
                  <a:srgbClr val="585858"/>
                </a:solidFill>
                <a:latin typeface="+mn-lt"/>
                <a:cs typeface="Calibri"/>
              </a:rPr>
              <a:t> </a:t>
            </a:r>
            <a:r>
              <a:rPr lang="fr-FR" sz="1200" dirty="0" smtClean="0">
                <a:solidFill>
                  <a:srgbClr val="585858"/>
                </a:solidFill>
                <a:latin typeface="+mn-lt"/>
                <a:cs typeface="Calibri"/>
              </a:rPr>
              <a:t>solutions</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25" dirty="0" smtClean="0">
                <a:solidFill>
                  <a:srgbClr val="585858"/>
                </a:solidFill>
                <a:latin typeface="+mn-lt"/>
                <a:cs typeface="Calibri"/>
              </a:rPr>
              <a:t> </a:t>
            </a:r>
            <a:r>
              <a:rPr lang="fr-FR" sz="1200" dirty="0" smtClean="0">
                <a:solidFill>
                  <a:srgbClr val="585858"/>
                </a:solidFill>
                <a:latin typeface="+mn-lt"/>
                <a:cs typeface="Calibri"/>
              </a:rPr>
              <a:t>sauvegarde</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25" dirty="0" smtClean="0">
                <a:solidFill>
                  <a:srgbClr val="585858"/>
                </a:solidFill>
                <a:latin typeface="+mn-lt"/>
                <a:cs typeface="Calibri"/>
              </a:rPr>
              <a:t> </a:t>
            </a:r>
            <a:r>
              <a:rPr lang="fr-FR" sz="1200" dirty="0" smtClean="0">
                <a:solidFill>
                  <a:srgbClr val="585858"/>
                </a:solidFill>
                <a:latin typeface="+mn-lt"/>
                <a:cs typeface="Calibri"/>
              </a:rPr>
              <a:t>données</a:t>
            </a:r>
            <a:r>
              <a:rPr lang="fr-FR" sz="1200" spc="15" dirty="0" smtClean="0">
                <a:solidFill>
                  <a:srgbClr val="585858"/>
                </a:solidFill>
                <a:latin typeface="+mn-lt"/>
                <a:cs typeface="Calibri"/>
              </a:rPr>
              <a:t> </a:t>
            </a:r>
            <a:r>
              <a:rPr lang="fr-FR" sz="1200" dirty="0" smtClean="0">
                <a:solidFill>
                  <a:srgbClr val="585858"/>
                </a:solidFill>
                <a:latin typeface="+mn-lt"/>
                <a:cs typeface="Calibri"/>
              </a:rPr>
              <a:t>volumineuses</a:t>
            </a:r>
            <a:r>
              <a:rPr lang="fr-FR" sz="1200" spc="35" dirty="0" smtClean="0">
                <a:solidFill>
                  <a:srgbClr val="585858"/>
                </a:solidFill>
                <a:latin typeface="+mn-lt"/>
                <a:cs typeface="Calibri"/>
              </a:rPr>
              <a:t> </a:t>
            </a:r>
            <a:r>
              <a:rPr lang="fr-FR" sz="1200" dirty="0" smtClean="0">
                <a:solidFill>
                  <a:srgbClr val="585858"/>
                </a:solidFill>
                <a:latin typeface="+mn-lt"/>
                <a:cs typeface="Calibri"/>
              </a:rPr>
              <a:t>ou</a:t>
            </a:r>
            <a:r>
              <a:rPr lang="fr-FR" sz="1200" spc="20" dirty="0" smtClean="0">
                <a:solidFill>
                  <a:srgbClr val="585858"/>
                </a:solidFill>
                <a:latin typeface="+mn-lt"/>
                <a:cs typeface="Calibri"/>
              </a:rPr>
              <a:t> </a:t>
            </a:r>
            <a:r>
              <a:rPr lang="fr-FR" sz="1200" dirty="0" smtClean="0">
                <a:solidFill>
                  <a:srgbClr val="585858"/>
                </a:solidFill>
                <a:latin typeface="+mn-lt"/>
                <a:cs typeface="Calibri"/>
              </a:rPr>
              <a:t>l'utilisation</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25" dirty="0" smtClean="0">
                <a:solidFill>
                  <a:srgbClr val="585858"/>
                </a:solidFill>
                <a:latin typeface="+mn-lt"/>
                <a:cs typeface="Calibri"/>
              </a:rPr>
              <a:t> </a:t>
            </a:r>
            <a:r>
              <a:rPr lang="fr-FR" sz="1200" dirty="0" smtClean="0">
                <a:solidFill>
                  <a:srgbClr val="585858"/>
                </a:solidFill>
                <a:latin typeface="+mn-lt"/>
                <a:cs typeface="Calibri"/>
              </a:rPr>
              <a:t>disques</a:t>
            </a:r>
            <a:r>
              <a:rPr lang="fr-FR" sz="1200" spc="35" dirty="0" smtClean="0">
                <a:solidFill>
                  <a:srgbClr val="585858"/>
                </a:solidFill>
                <a:latin typeface="+mn-lt"/>
                <a:cs typeface="Calibri"/>
              </a:rPr>
              <a:t> </a:t>
            </a:r>
            <a:r>
              <a:rPr lang="fr-FR" sz="1200" spc="-20" dirty="0" smtClean="0">
                <a:solidFill>
                  <a:srgbClr val="585858"/>
                </a:solidFill>
                <a:latin typeface="+mn-lt"/>
                <a:cs typeface="Calibri"/>
              </a:rPr>
              <a:t>durs </a:t>
            </a:r>
            <a:r>
              <a:rPr lang="fr-FR" sz="1200" dirty="0" smtClean="0">
                <a:solidFill>
                  <a:srgbClr val="585858"/>
                </a:solidFill>
                <a:latin typeface="+mn-lt"/>
                <a:cs typeface="Calibri"/>
              </a:rPr>
              <a:t>sont</a:t>
            </a:r>
            <a:r>
              <a:rPr lang="fr-FR" sz="1200" spc="-65" dirty="0" smtClean="0">
                <a:solidFill>
                  <a:srgbClr val="585858"/>
                </a:solidFill>
                <a:latin typeface="+mn-lt"/>
                <a:cs typeface="Calibri"/>
              </a:rPr>
              <a:t> </a:t>
            </a:r>
            <a:r>
              <a:rPr lang="fr-FR" sz="1200" dirty="0" smtClean="0">
                <a:solidFill>
                  <a:srgbClr val="585858"/>
                </a:solidFill>
                <a:latin typeface="+mn-lt"/>
                <a:cs typeface="Calibri"/>
              </a:rPr>
              <a:t>plus</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rentables.</a:t>
            </a:r>
          </a:p>
          <a:p>
            <a:pPr marL="12700">
              <a:lnSpc>
                <a:spcPct val="100000"/>
              </a:lnSpc>
              <a:spcBef>
                <a:spcPts val="1445"/>
              </a:spcBef>
            </a:pPr>
            <a:r>
              <a:rPr lang="fr-FR" sz="1200" dirty="0" smtClean="0">
                <a:solidFill>
                  <a:srgbClr val="585858"/>
                </a:solidFill>
                <a:latin typeface="+mn-lt"/>
                <a:cs typeface="Calibri"/>
              </a:rPr>
              <a:t>Les</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disques</a:t>
            </a:r>
            <a:r>
              <a:rPr lang="fr-FR" sz="1200" spc="-15" dirty="0" smtClean="0">
                <a:solidFill>
                  <a:srgbClr val="585858"/>
                </a:solidFill>
                <a:latin typeface="+mn-lt"/>
                <a:cs typeface="Calibri"/>
              </a:rPr>
              <a:t> </a:t>
            </a:r>
            <a:r>
              <a:rPr lang="fr-FR" sz="1200" dirty="0" smtClean="0">
                <a:solidFill>
                  <a:srgbClr val="585858"/>
                </a:solidFill>
                <a:latin typeface="+mn-lt"/>
                <a:cs typeface="Calibri"/>
              </a:rPr>
              <a:t>durs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reposent</a:t>
            </a:r>
            <a:r>
              <a:rPr lang="fr-FR" sz="1200" spc="-20" dirty="0" smtClean="0">
                <a:solidFill>
                  <a:srgbClr val="585858"/>
                </a:solidFill>
                <a:latin typeface="+mn-lt"/>
                <a:cs typeface="Calibri"/>
              </a:rPr>
              <a:t> </a:t>
            </a:r>
            <a:r>
              <a:rPr lang="fr-FR" sz="1200" dirty="0" smtClean="0">
                <a:solidFill>
                  <a:srgbClr val="585858"/>
                </a:solidFill>
                <a:latin typeface="+mn-lt"/>
                <a:cs typeface="Calibri"/>
              </a:rPr>
              <a:t>sur</a:t>
            </a:r>
            <a:r>
              <a:rPr lang="fr-FR" sz="1200" spc="-35" dirty="0" smtClean="0">
                <a:solidFill>
                  <a:srgbClr val="585858"/>
                </a:solidFill>
                <a:latin typeface="+mn-lt"/>
                <a:cs typeface="Calibri"/>
              </a:rPr>
              <a:t> </a:t>
            </a:r>
            <a:r>
              <a:rPr lang="fr-FR" sz="1200" dirty="0" smtClean="0">
                <a:solidFill>
                  <a:srgbClr val="585858"/>
                </a:solidFill>
                <a:latin typeface="+mn-lt"/>
                <a:cs typeface="Calibri"/>
              </a:rPr>
              <a:t>des</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disques</a:t>
            </a:r>
            <a:r>
              <a:rPr lang="fr-FR" sz="1200" spc="-20" dirty="0" smtClean="0">
                <a:solidFill>
                  <a:srgbClr val="585858"/>
                </a:solidFill>
                <a:latin typeface="+mn-lt"/>
                <a:cs typeface="Calibri"/>
              </a:rPr>
              <a:t> </a:t>
            </a:r>
            <a:r>
              <a:rPr lang="fr-FR" sz="1200" dirty="0" smtClean="0">
                <a:solidFill>
                  <a:srgbClr val="585858"/>
                </a:solidFill>
                <a:latin typeface="+mn-lt"/>
                <a:cs typeface="Calibri"/>
              </a:rPr>
              <a:t>en</a:t>
            </a:r>
            <a:r>
              <a:rPr lang="fr-FR" sz="1200" spc="-30" dirty="0" smtClean="0">
                <a:solidFill>
                  <a:srgbClr val="585858"/>
                </a:solidFill>
                <a:latin typeface="+mn-lt"/>
                <a:cs typeface="Calibri"/>
              </a:rPr>
              <a:t> </a:t>
            </a:r>
            <a:r>
              <a:rPr lang="fr-FR" sz="1200" spc="-20" dirty="0" smtClean="0">
                <a:solidFill>
                  <a:srgbClr val="585858"/>
                </a:solidFill>
                <a:latin typeface="+mn-lt"/>
                <a:cs typeface="Calibri"/>
              </a:rPr>
              <a:t>rotation,</a:t>
            </a:r>
            <a:r>
              <a:rPr lang="fr-FR" sz="1200" spc="-40" dirty="0" smtClean="0">
                <a:solidFill>
                  <a:srgbClr val="585858"/>
                </a:solidFill>
                <a:latin typeface="+mn-lt"/>
                <a:cs typeface="Calibri"/>
              </a:rPr>
              <a:t> </a:t>
            </a:r>
            <a:r>
              <a:rPr lang="fr-FR" sz="1200" dirty="0" smtClean="0">
                <a:solidFill>
                  <a:srgbClr val="585858"/>
                </a:solidFill>
                <a:latin typeface="+mn-lt"/>
                <a:cs typeface="Calibri"/>
              </a:rPr>
              <a:t>ou</a:t>
            </a:r>
            <a:r>
              <a:rPr lang="fr-FR" sz="1200" spc="-30" dirty="0" smtClean="0">
                <a:solidFill>
                  <a:srgbClr val="585858"/>
                </a:solidFill>
                <a:latin typeface="+mn-lt"/>
                <a:cs typeface="Calibri"/>
              </a:rPr>
              <a:t> </a:t>
            </a:r>
            <a:r>
              <a:rPr lang="fr-FR" sz="1200" dirty="0" smtClean="0">
                <a:solidFill>
                  <a:srgbClr val="585858"/>
                </a:solidFill>
                <a:latin typeface="+mn-lt"/>
                <a:cs typeface="Calibri"/>
              </a:rPr>
              <a:t>plateaux,</a:t>
            </a:r>
            <a:r>
              <a:rPr lang="fr-FR" sz="1200" spc="-35" dirty="0" smtClean="0">
                <a:solidFill>
                  <a:srgbClr val="585858"/>
                </a:solidFill>
                <a:latin typeface="+mn-lt"/>
                <a:cs typeface="Calibri"/>
              </a:rPr>
              <a:t> </a:t>
            </a:r>
            <a:r>
              <a:rPr lang="fr-FR" sz="1200" dirty="0" smtClean="0">
                <a:solidFill>
                  <a:srgbClr val="585858"/>
                </a:solidFill>
                <a:latin typeface="+mn-lt"/>
                <a:cs typeface="Calibri"/>
              </a:rPr>
              <a:t>pour</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lire</a:t>
            </a:r>
            <a:r>
              <a:rPr lang="fr-FR" sz="1200" spc="-25" dirty="0" smtClean="0">
                <a:solidFill>
                  <a:srgbClr val="585858"/>
                </a:solidFill>
                <a:latin typeface="+mn-lt"/>
                <a:cs typeface="Calibri"/>
              </a:rPr>
              <a:t> </a:t>
            </a:r>
            <a:r>
              <a:rPr lang="fr-FR" sz="1200" dirty="0" smtClean="0">
                <a:solidFill>
                  <a:srgbClr val="585858"/>
                </a:solidFill>
                <a:latin typeface="+mn-lt"/>
                <a:cs typeface="Calibri"/>
              </a:rPr>
              <a:t>et</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écrire</a:t>
            </a:r>
            <a:r>
              <a:rPr lang="fr-FR" sz="1200" spc="-20" dirty="0" smtClean="0">
                <a:solidFill>
                  <a:srgbClr val="585858"/>
                </a:solidFill>
                <a:latin typeface="+mn-lt"/>
                <a:cs typeface="Calibri"/>
              </a:rPr>
              <a:t> </a:t>
            </a:r>
            <a:r>
              <a:rPr lang="fr-FR" sz="1200" dirty="0" smtClean="0">
                <a:solidFill>
                  <a:srgbClr val="585858"/>
                </a:solidFill>
                <a:latin typeface="+mn-lt"/>
                <a:cs typeface="Calibri"/>
              </a:rPr>
              <a:t>des</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données,</a:t>
            </a:r>
            <a:r>
              <a:rPr lang="fr-FR" sz="1200" spc="-45" dirty="0" smtClean="0">
                <a:solidFill>
                  <a:srgbClr val="585858"/>
                </a:solidFill>
                <a:latin typeface="+mn-lt"/>
                <a:cs typeface="Calibri"/>
              </a:rPr>
              <a:t> </a:t>
            </a:r>
            <a:r>
              <a:rPr lang="fr-FR" sz="1200" dirty="0" smtClean="0">
                <a:solidFill>
                  <a:srgbClr val="585858"/>
                </a:solidFill>
                <a:latin typeface="+mn-lt"/>
                <a:cs typeface="Calibri"/>
              </a:rPr>
              <a:t>ce</a:t>
            </a:r>
            <a:r>
              <a:rPr lang="fr-FR" sz="1200" spc="-25" dirty="0" smtClean="0">
                <a:solidFill>
                  <a:srgbClr val="585858"/>
                </a:solidFill>
                <a:latin typeface="+mn-lt"/>
                <a:cs typeface="Calibri"/>
              </a:rPr>
              <a:t> </a:t>
            </a:r>
            <a:r>
              <a:rPr lang="fr-FR" sz="1200" dirty="0" smtClean="0">
                <a:solidFill>
                  <a:srgbClr val="585858"/>
                </a:solidFill>
                <a:latin typeface="+mn-lt"/>
                <a:cs typeface="Calibri"/>
              </a:rPr>
              <a:t>qui</a:t>
            </a:r>
            <a:r>
              <a:rPr lang="fr-FR" sz="1200" spc="-40" dirty="0" smtClean="0">
                <a:solidFill>
                  <a:srgbClr val="585858"/>
                </a:solidFill>
                <a:latin typeface="+mn-lt"/>
                <a:cs typeface="Calibri"/>
              </a:rPr>
              <a:t> </a:t>
            </a:r>
            <a:r>
              <a:rPr lang="fr-FR" sz="1200" dirty="0" smtClean="0">
                <a:solidFill>
                  <a:srgbClr val="585858"/>
                </a:solidFill>
                <a:latin typeface="+mn-lt"/>
                <a:cs typeface="Calibri"/>
              </a:rPr>
              <a:t>les</a:t>
            </a:r>
            <a:r>
              <a:rPr lang="fr-FR" sz="1200" spc="-15" dirty="0" smtClean="0">
                <a:solidFill>
                  <a:srgbClr val="585858"/>
                </a:solidFill>
                <a:latin typeface="+mn-lt"/>
                <a:cs typeface="Calibri"/>
              </a:rPr>
              <a:t> </a:t>
            </a:r>
            <a:r>
              <a:rPr lang="fr-FR" sz="1200" dirty="0" smtClean="0">
                <a:solidFill>
                  <a:srgbClr val="585858"/>
                </a:solidFill>
                <a:latin typeface="+mn-lt"/>
                <a:cs typeface="Calibri"/>
              </a:rPr>
              <a:t>limite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physiquement</a:t>
            </a:r>
            <a:r>
              <a:rPr lang="fr-FR" sz="1200" spc="-20" dirty="0" smtClean="0">
                <a:solidFill>
                  <a:srgbClr val="585858"/>
                </a:solidFill>
                <a:latin typeface="+mn-lt"/>
                <a:cs typeface="Calibri"/>
              </a:rPr>
              <a:t> </a:t>
            </a:r>
            <a:r>
              <a:rPr lang="fr-FR" sz="1200" dirty="0" smtClean="0">
                <a:solidFill>
                  <a:srgbClr val="585858"/>
                </a:solidFill>
                <a:latin typeface="+mn-lt"/>
                <a:cs typeface="Calibri"/>
              </a:rPr>
              <a:t>à</a:t>
            </a:r>
            <a:r>
              <a:rPr lang="fr-FR" sz="1200" spc="-30" dirty="0" smtClean="0">
                <a:solidFill>
                  <a:srgbClr val="585858"/>
                </a:solidFill>
                <a:latin typeface="+mn-lt"/>
                <a:cs typeface="Calibri"/>
              </a:rPr>
              <a:t> </a:t>
            </a:r>
            <a:r>
              <a:rPr lang="fr-FR" sz="1200" dirty="0" smtClean="0">
                <a:solidFill>
                  <a:srgbClr val="585858"/>
                </a:solidFill>
                <a:latin typeface="+mn-lt"/>
                <a:cs typeface="Calibri"/>
              </a:rPr>
              <a:t>la</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vitesse</a:t>
            </a:r>
            <a:r>
              <a:rPr lang="fr-FR" sz="1200" spc="-25" dirty="0" smtClean="0">
                <a:solidFill>
                  <a:srgbClr val="585858"/>
                </a:solidFill>
                <a:latin typeface="+mn-lt"/>
                <a:cs typeface="Calibri"/>
              </a:rPr>
              <a:t> </a:t>
            </a:r>
            <a:r>
              <a:rPr lang="fr-FR" sz="1200" dirty="0" smtClean="0">
                <a:solidFill>
                  <a:srgbClr val="585858"/>
                </a:solidFill>
                <a:latin typeface="+mn-lt"/>
                <a:cs typeface="Calibri"/>
              </a:rPr>
              <a:t>à</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laquelle</a:t>
            </a:r>
            <a:r>
              <a:rPr lang="fr-FR" sz="1200" spc="-25" dirty="0" smtClean="0">
                <a:solidFill>
                  <a:srgbClr val="585858"/>
                </a:solidFill>
                <a:latin typeface="+mn-lt"/>
                <a:cs typeface="Calibri"/>
              </a:rPr>
              <a:t> </a:t>
            </a:r>
            <a:r>
              <a:rPr lang="fr-FR" sz="1200" dirty="0" smtClean="0">
                <a:solidFill>
                  <a:srgbClr val="585858"/>
                </a:solidFill>
                <a:latin typeface="+mn-lt"/>
                <a:cs typeface="Calibri"/>
              </a:rPr>
              <a:t>ils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peuvent</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effectuer</a:t>
            </a:r>
            <a:endParaRPr lang="fr-FR" sz="1200" dirty="0" smtClean="0">
              <a:latin typeface="+mn-lt"/>
              <a:cs typeface="Calibri"/>
            </a:endParaRPr>
          </a:p>
          <a:p>
            <a:pPr marL="12700">
              <a:lnSpc>
                <a:spcPct val="100000"/>
              </a:lnSpc>
              <a:spcBef>
                <a:spcPts val="1440"/>
              </a:spcBef>
            </a:pPr>
            <a:r>
              <a:rPr lang="fr-FR" sz="1200" dirty="0" smtClean="0">
                <a:solidFill>
                  <a:srgbClr val="585858"/>
                </a:solidFill>
                <a:latin typeface="+mn-lt"/>
                <a:cs typeface="Calibri"/>
              </a:rPr>
              <a:t>des</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opérations</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lecture </a:t>
            </a:r>
            <a:r>
              <a:rPr lang="fr-FR" sz="1200" dirty="0" smtClean="0">
                <a:solidFill>
                  <a:srgbClr val="585858"/>
                </a:solidFill>
                <a:latin typeface="+mn-lt"/>
                <a:cs typeface="Calibri"/>
              </a:rPr>
              <a:t>et</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d'écriture.</a:t>
            </a:r>
            <a:endParaRPr lang="fr-FR" sz="1200" dirty="0" smtClean="0">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smtClean="0">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30</a:t>
            </a:fld>
            <a:endParaRPr lang="fr-FR"/>
          </a:p>
        </p:txBody>
      </p:sp>
    </p:spTree>
    <p:extLst>
      <p:ext uri="{BB962C8B-B14F-4D97-AF65-F5344CB8AC3E}">
        <p14:creationId xmlns:p14="http://schemas.microsoft.com/office/powerpoint/2010/main" val="940346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31</a:t>
            </a:fld>
            <a:endParaRPr lang="fr-FR"/>
          </a:p>
        </p:txBody>
      </p:sp>
    </p:spTree>
    <p:extLst>
      <p:ext uri="{BB962C8B-B14F-4D97-AF65-F5344CB8AC3E}">
        <p14:creationId xmlns:p14="http://schemas.microsoft.com/office/powerpoint/2010/main" val="37534529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De</a:t>
            </a:r>
            <a:r>
              <a:rPr lang="fr-FR" sz="1200" spc="35" dirty="0" smtClean="0">
                <a:solidFill>
                  <a:srgbClr val="585858"/>
                </a:solidFill>
                <a:latin typeface="+mn-lt"/>
                <a:cs typeface="Calibri"/>
              </a:rPr>
              <a:t> </a:t>
            </a:r>
            <a:r>
              <a:rPr lang="fr-FR" sz="1200" dirty="0" smtClean="0">
                <a:solidFill>
                  <a:srgbClr val="585858"/>
                </a:solidFill>
                <a:latin typeface="+mn-lt"/>
                <a:cs typeface="Calibri"/>
              </a:rPr>
              <a:t>nos</a:t>
            </a:r>
            <a:r>
              <a:rPr lang="fr-FR" sz="1200" spc="20" dirty="0" smtClean="0">
                <a:solidFill>
                  <a:srgbClr val="585858"/>
                </a:solidFill>
                <a:latin typeface="+mn-lt"/>
                <a:cs typeface="Calibri"/>
              </a:rPr>
              <a:t> </a:t>
            </a:r>
            <a:r>
              <a:rPr lang="fr-FR" sz="1200" dirty="0" smtClean="0">
                <a:solidFill>
                  <a:srgbClr val="585858"/>
                </a:solidFill>
                <a:latin typeface="+mn-lt"/>
                <a:cs typeface="Calibri"/>
              </a:rPr>
              <a:t>jours,</a:t>
            </a:r>
            <a:r>
              <a:rPr lang="fr-FR" sz="1200" spc="30" dirty="0" smtClean="0">
                <a:solidFill>
                  <a:srgbClr val="585858"/>
                </a:solidFill>
                <a:latin typeface="+mn-lt"/>
                <a:cs typeface="Calibri"/>
              </a:rPr>
              <a:t> </a:t>
            </a:r>
            <a:r>
              <a:rPr lang="fr-FR" sz="1200" dirty="0" smtClean="0">
                <a:solidFill>
                  <a:srgbClr val="585858"/>
                </a:solidFill>
                <a:latin typeface="+mn-lt"/>
                <a:cs typeface="Calibri"/>
              </a:rPr>
              <a:t>la</a:t>
            </a:r>
            <a:r>
              <a:rPr lang="fr-FR" sz="1200" spc="35" dirty="0" smtClean="0">
                <a:solidFill>
                  <a:srgbClr val="585858"/>
                </a:solidFill>
                <a:latin typeface="+mn-lt"/>
                <a:cs typeface="Calibri"/>
              </a:rPr>
              <a:t> </a:t>
            </a:r>
            <a:r>
              <a:rPr lang="fr-FR" sz="1200" dirty="0" smtClean="0">
                <a:solidFill>
                  <a:srgbClr val="585858"/>
                </a:solidFill>
                <a:latin typeface="+mn-lt"/>
                <a:cs typeface="Calibri"/>
              </a:rPr>
              <a:t>plupart</a:t>
            </a:r>
            <a:r>
              <a:rPr lang="fr-FR" sz="1200" spc="35" dirty="0" smtClean="0">
                <a:solidFill>
                  <a:srgbClr val="585858"/>
                </a:solidFill>
                <a:latin typeface="+mn-lt"/>
                <a:cs typeface="Calibri"/>
              </a:rPr>
              <a:t> </a:t>
            </a:r>
            <a:r>
              <a:rPr lang="fr-FR" sz="1200" dirty="0" smtClean="0">
                <a:solidFill>
                  <a:srgbClr val="585858"/>
                </a:solidFill>
                <a:latin typeface="+mn-lt"/>
                <a:cs typeface="Calibri"/>
              </a:rPr>
              <a:t>des</a:t>
            </a:r>
            <a:r>
              <a:rPr lang="fr-FR" sz="1200" spc="20" dirty="0" smtClean="0">
                <a:solidFill>
                  <a:srgbClr val="585858"/>
                </a:solidFill>
                <a:latin typeface="+mn-lt"/>
                <a:cs typeface="Calibri"/>
              </a:rPr>
              <a:t> </a:t>
            </a:r>
            <a:r>
              <a:rPr lang="fr-FR" sz="1200" dirty="0" smtClean="0">
                <a:solidFill>
                  <a:srgbClr val="585858"/>
                </a:solidFill>
                <a:latin typeface="+mn-lt"/>
                <a:cs typeface="Calibri"/>
              </a:rPr>
              <a:t>gens</a:t>
            </a:r>
            <a:r>
              <a:rPr lang="fr-FR" sz="1200" spc="25" dirty="0" smtClean="0">
                <a:solidFill>
                  <a:srgbClr val="585858"/>
                </a:solidFill>
                <a:latin typeface="+mn-lt"/>
                <a:cs typeface="Calibri"/>
              </a:rPr>
              <a:t> </a:t>
            </a:r>
            <a:r>
              <a:rPr lang="fr-FR" sz="1200" dirty="0" smtClean="0">
                <a:solidFill>
                  <a:srgbClr val="585858"/>
                </a:solidFill>
                <a:latin typeface="+mn-lt"/>
                <a:cs typeface="Calibri"/>
              </a:rPr>
              <a:t>utilisent</a:t>
            </a:r>
            <a:r>
              <a:rPr lang="fr-FR" sz="1200" spc="20" dirty="0" smtClean="0">
                <a:solidFill>
                  <a:srgbClr val="585858"/>
                </a:solidFill>
                <a:latin typeface="+mn-lt"/>
                <a:cs typeface="Calibri"/>
              </a:rPr>
              <a:t> </a:t>
            </a:r>
            <a:r>
              <a:rPr lang="fr-FR" sz="1200" dirty="0" smtClean="0">
                <a:solidFill>
                  <a:srgbClr val="585858"/>
                </a:solidFill>
                <a:latin typeface="+mn-lt"/>
                <a:cs typeface="Calibri"/>
              </a:rPr>
              <a:t>désormais</a:t>
            </a:r>
            <a:r>
              <a:rPr lang="fr-FR" sz="1200" spc="40" dirty="0" smtClean="0">
                <a:solidFill>
                  <a:srgbClr val="585858"/>
                </a:solidFill>
                <a:latin typeface="+mn-lt"/>
                <a:cs typeface="Calibri"/>
              </a:rPr>
              <a:t> </a:t>
            </a:r>
            <a:r>
              <a:rPr lang="fr-FR" sz="1200" dirty="0" smtClean="0">
                <a:solidFill>
                  <a:srgbClr val="585858"/>
                </a:solidFill>
                <a:latin typeface="+mn-lt"/>
                <a:cs typeface="Calibri"/>
              </a:rPr>
              <a:t>le</a:t>
            </a:r>
            <a:r>
              <a:rPr lang="fr-FR" sz="1200" spc="35" dirty="0" smtClean="0">
                <a:solidFill>
                  <a:srgbClr val="585858"/>
                </a:solidFill>
                <a:latin typeface="+mn-lt"/>
                <a:cs typeface="Calibri"/>
              </a:rPr>
              <a:t> </a:t>
            </a:r>
            <a:r>
              <a:rPr lang="fr-FR" sz="1200" dirty="0" smtClean="0">
                <a:solidFill>
                  <a:srgbClr val="585858"/>
                </a:solidFill>
                <a:latin typeface="+mn-lt"/>
                <a:cs typeface="Calibri"/>
              </a:rPr>
              <a:t>(SSD)</a:t>
            </a:r>
            <a:r>
              <a:rPr lang="fr-FR" sz="1200" spc="35" dirty="0" smtClean="0">
                <a:solidFill>
                  <a:srgbClr val="585858"/>
                </a:solidFill>
                <a:latin typeface="+mn-lt"/>
                <a:cs typeface="Calibri"/>
              </a:rPr>
              <a:t> </a:t>
            </a:r>
            <a:r>
              <a:rPr lang="fr-FR" sz="1200" dirty="0" smtClean="0">
                <a:solidFill>
                  <a:srgbClr val="585858"/>
                </a:solidFill>
                <a:latin typeface="+mn-lt"/>
                <a:cs typeface="Calibri"/>
              </a:rPr>
              <a:t>pour des</a:t>
            </a:r>
            <a:r>
              <a:rPr lang="fr-FR" sz="1200" spc="25" dirty="0" smtClean="0">
                <a:solidFill>
                  <a:srgbClr val="585858"/>
                </a:solidFill>
                <a:latin typeface="+mn-lt"/>
                <a:cs typeface="Calibri"/>
              </a:rPr>
              <a:t> </a:t>
            </a:r>
            <a:r>
              <a:rPr lang="fr-FR" sz="1200" dirty="0" smtClean="0">
                <a:solidFill>
                  <a:srgbClr val="585858"/>
                </a:solidFill>
                <a:latin typeface="+mn-lt"/>
                <a:cs typeface="Calibri"/>
              </a:rPr>
              <a:t>tailles</a:t>
            </a:r>
            <a:r>
              <a:rPr lang="fr-FR" sz="1200" spc="45" dirty="0" smtClean="0">
                <a:solidFill>
                  <a:srgbClr val="585858"/>
                </a:solidFill>
                <a:latin typeface="+mn-lt"/>
                <a:cs typeface="Calibri"/>
              </a:rPr>
              <a:t>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dirty="0" smtClean="0">
                <a:solidFill>
                  <a:srgbClr val="585858"/>
                </a:solidFill>
                <a:latin typeface="+mn-lt"/>
                <a:cs typeface="Calibri"/>
              </a:rPr>
              <a:t>stockage</a:t>
            </a:r>
            <a:r>
              <a:rPr lang="fr-FR" sz="1200" spc="20" dirty="0" smtClean="0">
                <a:solidFill>
                  <a:srgbClr val="585858"/>
                </a:solidFill>
                <a:latin typeface="+mn-lt"/>
                <a:cs typeface="Calibri"/>
              </a:rPr>
              <a:t> </a:t>
            </a:r>
            <a:r>
              <a:rPr lang="fr-FR" sz="1200" dirty="0" smtClean="0">
                <a:solidFill>
                  <a:srgbClr val="585858"/>
                </a:solidFill>
                <a:latin typeface="+mn-lt"/>
                <a:cs typeface="Calibri"/>
              </a:rPr>
              <a:t>typiques,</a:t>
            </a:r>
            <a:r>
              <a:rPr lang="fr-FR" sz="1200" spc="5" dirty="0" smtClean="0">
                <a:solidFill>
                  <a:srgbClr val="585858"/>
                </a:solidFill>
                <a:latin typeface="+mn-lt"/>
                <a:cs typeface="Calibri"/>
              </a:rPr>
              <a:t> </a:t>
            </a:r>
            <a:r>
              <a:rPr lang="fr-FR" sz="1200" dirty="0" smtClean="0">
                <a:solidFill>
                  <a:srgbClr val="585858"/>
                </a:solidFill>
                <a:latin typeface="+mn-lt"/>
                <a:cs typeface="Calibri"/>
              </a:rPr>
              <a:t>car</a:t>
            </a:r>
            <a:r>
              <a:rPr lang="fr-FR" sz="1200" spc="20" dirty="0" smtClean="0">
                <a:solidFill>
                  <a:srgbClr val="585858"/>
                </a:solidFill>
                <a:latin typeface="+mn-lt"/>
                <a:cs typeface="Calibri"/>
              </a:rPr>
              <a:t> </a:t>
            </a:r>
            <a:r>
              <a:rPr lang="fr-FR" sz="1200" dirty="0" smtClean="0">
                <a:solidFill>
                  <a:srgbClr val="585858"/>
                </a:solidFill>
                <a:latin typeface="+mn-lt"/>
                <a:cs typeface="Calibri"/>
              </a:rPr>
              <a:t>ils</a:t>
            </a:r>
            <a:r>
              <a:rPr lang="fr-FR" sz="1200" spc="45" dirty="0" smtClean="0">
                <a:solidFill>
                  <a:srgbClr val="585858"/>
                </a:solidFill>
                <a:latin typeface="+mn-lt"/>
                <a:cs typeface="Calibri"/>
              </a:rPr>
              <a:t> </a:t>
            </a:r>
            <a:r>
              <a:rPr lang="fr-FR" sz="1200" dirty="0" smtClean="0">
                <a:solidFill>
                  <a:srgbClr val="585858"/>
                </a:solidFill>
                <a:latin typeface="+mn-lt"/>
                <a:cs typeface="Calibri"/>
              </a:rPr>
              <a:t>sont</a:t>
            </a:r>
            <a:r>
              <a:rPr lang="fr-FR" sz="1200" spc="25" dirty="0" smtClean="0">
                <a:solidFill>
                  <a:srgbClr val="585858"/>
                </a:solidFill>
                <a:latin typeface="+mn-lt"/>
                <a:cs typeface="Calibri"/>
              </a:rPr>
              <a:t> </a:t>
            </a:r>
            <a:r>
              <a:rPr lang="fr-FR" sz="1200" dirty="0" smtClean="0">
                <a:solidFill>
                  <a:srgbClr val="585858"/>
                </a:solidFill>
                <a:latin typeface="+mn-lt"/>
                <a:cs typeface="Calibri"/>
              </a:rPr>
              <a:t>nettement</a:t>
            </a:r>
            <a:r>
              <a:rPr lang="fr-FR" sz="1200" spc="40" dirty="0" smtClean="0">
                <a:solidFill>
                  <a:srgbClr val="585858"/>
                </a:solidFill>
                <a:latin typeface="+mn-lt"/>
                <a:cs typeface="Calibri"/>
              </a:rPr>
              <a:t> </a:t>
            </a:r>
            <a:r>
              <a:rPr lang="fr-FR" sz="1200" dirty="0" smtClean="0">
                <a:solidFill>
                  <a:srgbClr val="585858"/>
                </a:solidFill>
                <a:latin typeface="+mn-lt"/>
                <a:cs typeface="Calibri"/>
              </a:rPr>
              <a:t>plus</a:t>
            </a:r>
            <a:r>
              <a:rPr lang="fr-FR" sz="1200" spc="45" dirty="0" smtClean="0">
                <a:solidFill>
                  <a:srgbClr val="585858"/>
                </a:solidFill>
                <a:latin typeface="+mn-lt"/>
                <a:cs typeface="Calibri"/>
              </a:rPr>
              <a:t> </a:t>
            </a:r>
            <a:r>
              <a:rPr lang="fr-FR" sz="1200" dirty="0" smtClean="0">
                <a:solidFill>
                  <a:srgbClr val="585858"/>
                </a:solidFill>
                <a:latin typeface="+mn-lt"/>
                <a:cs typeface="Calibri"/>
              </a:rPr>
              <a:t>rapides</a:t>
            </a:r>
            <a:r>
              <a:rPr lang="fr-FR" sz="1200" spc="40" dirty="0" smtClean="0">
                <a:solidFill>
                  <a:srgbClr val="585858"/>
                </a:solidFill>
                <a:latin typeface="+mn-lt"/>
                <a:cs typeface="Calibri"/>
              </a:rPr>
              <a:t> </a:t>
            </a:r>
            <a:r>
              <a:rPr lang="fr-FR" sz="1200" dirty="0" smtClean="0">
                <a:solidFill>
                  <a:srgbClr val="585858"/>
                </a:solidFill>
                <a:latin typeface="+mn-lt"/>
                <a:cs typeface="Calibri"/>
              </a:rPr>
              <a:t>pour</a:t>
            </a:r>
            <a:r>
              <a:rPr lang="fr-FR" sz="1200" spc="5" dirty="0" smtClean="0">
                <a:solidFill>
                  <a:srgbClr val="585858"/>
                </a:solidFill>
                <a:latin typeface="+mn-lt"/>
                <a:cs typeface="Calibri"/>
              </a:rPr>
              <a:t> </a:t>
            </a:r>
            <a:r>
              <a:rPr lang="fr-FR" sz="1200" dirty="0" smtClean="0">
                <a:solidFill>
                  <a:srgbClr val="585858"/>
                </a:solidFill>
                <a:latin typeface="+mn-lt"/>
                <a:cs typeface="Calibri"/>
              </a:rPr>
              <a:t>à</a:t>
            </a:r>
            <a:r>
              <a:rPr lang="fr-FR" sz="1200" spc="30" dirty="0" smtClean="0">
                <a:solidFill>
                  <a:srgbClr val="585858"/>
                </a:solidFill>
                <a:latin typeface="+mn-lt"/>
                <a:cs typeface="Calibri"/>
              </a:rPr>
              <a:t> </a:t>
            </a:r>
            <a:r>
              <a:rPr lang="fr-FR" sz="1200" dirty="0" smtClean="0">
                <a:solidFill>
                  <a:srgbClr val="585858"/>
                </a:solidFill>
                <a:latin typeface="+mn-lt"/>
                <a:cs typeface="Calibri"/>
              </a:rPr>
              <a:t>peu</a:t>
            </a:r>
            <a:r>
              <a:rPr lang="fr-FR" sz="1200" spc="10" dirty="0" smtClean="0">
                <a:solidFill>
                  <a:srgbClr val="585858"/>
                </a:solidFill>
                <a:latin typeface="+mn-lt"/>
                <a:cs typeface="Calibri"/>
              </a:rPr>
              <a:t> </a:t>
            </a:r>
            <a:r>
              <a:rPr lang="fr-FR" sz="1200" dirty="0" smtClean="0">
                <a:solidFill>
                  <a:srgbClr val="585858"/>
                </a:solidFill>
                <a:latin typeface="+mn-lt"/>
                <a:cs typeface="Calibri"/>
              </a:rPr>
              <a:t>près</a:t>
            </a:r>
            <a:r>
              <a:rPr lang="fr-FR" sz="1200" spc="45" dirty="0" smtClean="0">
                <a:solidFill>
                  <a:srgbClr val="585858"/>
                </a:solidFill>
                <a:latin typeface="+mn-lt"/>
                <a:cs typeface="Calibri"/>
              </a:rPr>
              <a:t> </a:t>
            </a:r>
            <a:r>
              <a:rPr lang="fr-FR" sz="1200" dirty="0" smtClean="0">
                <a:solidFill>
                  <a:srgbClr val="585858"/>
                </a:solidFill>
                <a:latin typeface="+mn-lt"/>
                <a:cs typeface="Calibri"/>
              </a:rPr>
              <a:t>le</a:t>
            </a:r>
            <a:r>
              <a:rPr lang="fr-FR" sz="1200" spc="35" dirty="0" smtClean="0">
                <a:solidFill>
                  <a:srgbClr val="585858"/>
                </a:solidFill>
                <a:latin typeface="+mn-lt"/>
                <a:cs typeface="Calibri"/>
              </a:rPr>
              <a:t> </a:t>
            </a:r>
            <a:r>
              <a:rPr lang="fr-FR" sz="1200" dirty="0" smtClean="0">
                <a:solidFill>
                  <a:srgbClr val="585858"/>
                </a:solidFill>
                <a:latin typeface="+mn-lt"/>
                <a:cs typeface="Calibri"/>
              </a:rPr>
              <a:t>même</a:t>
            </a:r>
            <a:r>
              <a:rPr lang="fr-FR" sz="1200" spc="35" dirty="0" smtClean="0">
                <a:solidFill>
                  <a:srgbClr val="585858"/>
                </a:solidFill>
                <a:latin typeface="+mn-lt"/>
                <a:cs typeface="Calibri"/>
              </a:rPr>
              <a:t> </a:t>
            </a:r>
            <a:r>
              <a:rPr lang="fr-FR" sz="1200" dirty="0" smtClean="0">
                <a:solidFill>
                  <a:srgbClr val="585858"/>
                </a:solidFill>
                <a:latin typeface="+mn-lt"/>
                <a:cs typeface="Calibri"/>
              </a:rPr>
              <a:t>prix</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32</a:t>
            </a:fld>
            <a:endParaRPr lang="fr-FR"/>
          </a:p>
        </p:txBody>
      </p:sp>
    </p:spTree>
    <p:extLst>
      <p:ext uri="{BB962C8B-B14F-4D97-AF65-F5344CB8AC3E}">
        <p14:creationId xmlns:p14="http://schemas.microsoft.com/office/powerpoint/2010/main" val="665701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De</a:t>
            </a:r>
            <a:r>
              <a:rPr lang="fr-FR" sz="1200" spc="35" dirty="0" smtClean="0">
                <a:solidFill>
                  <a:srgbClr val="585858"/>
                </a:solidFill>
                <a:latin typeface="+mn-lt"/>
                <a:cs typeface="Calibri"/>
              </a:rPr>
              <a:t> </a:t>
            </a:r>
            <a:r>
              <a:rPr lang="fr-FR" sz="1200" dirty="0" smtClean="0">
                <a:solidFill>
                  <a:srgbClr val="585858"/>
                </a:solidFill>
                <a:latin typeface="+mn-lt"/>
                <a:cs typeface="Calibri"/>
              </a:rPr>
              <a:t>nos</a:t>
            </a:r>
            <a:r>
              <a:rPr lang="fr-FR" sz="1200" spc="20" dirty="0" smtClean="0">
                <a:solidFill>
                  <a:srgbClr val="585858"/>
                </a:solidFill>
                <a:latin typeface="+mn-lt"/>
                <a:cs typeface="Calibri"/>
              </a:rPr>
              <a:t> </a:t>
            </a:r>
            <a:r>
              <a:rPr lang="fr-FR" sz="1200" dirty="0" smtClean="0">
                <a:solidFill>
                  <a:srgbClr val="585858"/>
                </a:solidFill>
                <a:latin typeface="+mn-lt"/>
                <a:cs typeface="Calibri"/>
              </a:rPr>
              <a:t>jours,</a:t>
            </a:r>
            <a:r>
              <a:rPr lang="fr-FR" sz="1200" spc="30" dirty="0" smtClean="0">
                <a:solidFill>
                  <a:srgbClr val="585858"/>
                </a:solidFill>
                <a:latin typeface="+mn-lt"/>
                <a:cs typeface="Calibri"/>
              </a:rPr>
              <a:t> </a:t>
            </a:r>
            <a:r>
              <a:rPr lang="fr-FR" sz="1200" dirty="0" smtClean="0">
                <a:solidFill>
                  <a:srgbClr val="585858"/>
                </a:solidFill>
                <a:latin typeface="+mn-lt"/>
                <a:cs typeface="Calibri"/>
              </a:rPr>
              <a:t>la</a:t>
            </a:r>
            <a:r>
              <a:rPr lang="fr-FR" sz="1200" spc="35" dirty="0" smtClean="0">
                <a:solidFill>
                  <a:srgbClr val="585858"/>
                </a:solidFill>
                <a:latin typeface="+mn-lt"/>
                <a:cs typeface="Calibri"/>
              </a:rPr>
              <a:t> </a:t>
            </a:r>
            <a:r>
              <a:rPr lang="fr-FR" sz="1200" dirty="0" smtClean="0">
                <a:solidFill>
                  <a:srgbClr val="585858"/>
                </a:solidFill>
                <a:latin typeface="+mn-lt"/>
                <a:cs typeface="Calibri"/>
              </a:rPr>
              <a:t>plupart</a:t>
            </a:r>
            <a:r>
              <a:rPr lang="fr-FR" sz="1200" spc="35" dirty="0" smtClean="0">
                <a:solidFill>
                  <a:srgbClr val="585858"/>
                </a:solidFill>
                <a:latin typeface="+mn-lt"/>
                <a:cs typeface="Calibri"/>
              </a:rPr>
              <a:t> </a:t>
            </a:r>
            <a:r>
              <a:rPr lang="fr-FR" sz="1200" dirty="0" smtClean="0">
                <a:solidFill>
                  <a:srgbClr val="585858"/>
                </a:solidFill>
                <a:latin typeface="+mn-lt"/>
                <a:cs typeface="Calibri"/>
              </a:rPr>
              <a:t>des</a:t>
            </a:r>
            <a:r>
              <a:rPr lang="fr-FR" sz="1200" spc="20" dirty="0" smtClean="0">
                <a:solidFill>
                  <a:srgbClr val="585858"/>
                </a:solidFill>
                <a:latin typeface="+mn-lt"/>
                <a:cs typeface="Calibri"/>
              </a:rPr>
              <a:t> </a:t>
            </a:r>
            <a:r>
              <a:rPr lang="fr-FR" sz="1200" dirty="0" smtClean="0">
                <a:solidFill>
                  <a:srgbClr val="585858"/>
                </a:solidFill>
                <a:latin typeface="+mn-lt"/>
                <a:cs typeface="Calibri"/>
              </a:rPr>
              <a:t>gens</a:t>
            </a:r>
            <a:r>
              <a:rPr lang="fr-FR" sz="1200" spc="25" dirty="0" smtClean="0">
                <a:solidFill>
                  <a:srgbClr val="585858"/>
                </a:solidFill>
                <a:latin typeface="+mn-lt"/>
                <a:cs typeface="Calibri"/>
              </a:rPr>
              <a:t> </a:t>
            </a:r>
            <a:r>
              <a:rPr lang="fr-FR" sz="1200" dirty="0" smtClean="0">
                <a:solidFill>
                  <a:srgbClr val="585858"/>
                </a:solidFill>
                <a:latin typeface="+mn-lt"/>
                <a:cs typeface="Calibri"/>
              </a:rPr>
              <a:t>utilisent</a:t>
            </a:r>
            <a:r>
              <a:rPr lang="fr-FR" sz="1200" spc="20" dirty="0" smtClean="0">
                <a:solidFill>
                  <a:srgbClr val="585858"/>
                </a:solidFill>
                <a:latin typeface="+mn-lt"/>
                <a:cs typeface="Calibri"/>
              </a:rPr>
              <a:t> </a:t>
            </a:r>
            <a:r>
              <a:rPr lang="fr-FR" sz="1200" dirty="0" smtClean="0">
                <a:solidFill>
                  <a:srgbClr val="585858"/>
                </a:solidFill>
                <a:latin typeface="+mn-lt"/>
                <a:cs typeface="Calibri"/>
              </a:rPr>
              <a:t>désormais</a:t>
            </a:r>
            <a:r>
              <a:rPr lang="fr-FR" sz="1200" spc="40" dirty="0" smtClean="0">
                <a:solidFill>
                  <a:srgbClr val="585858"/>
                </a:solidFill>
                <a:latin typeface="+mn-lt"/>
                <a:cs typeface="Calibri"/>
              </a:rPr>
              <a:t> </a:t>
            </a:r>
            <a:r>
              <a:rPr lang="fr-FR" sz="1200" dirty="0" smtClean="0">
                <a:solidFill>
                  <a:srgbClr val="585858"/>
                </a:solidFill>
                <a:latin typeface="+mn-lt"/>
                <a:cs typeface="Calibri"/>
              </a:rPr>
              <a:t>le</a:t>
            </a:r>
            <a:r>
              <a:rPr lang="fr-FR" sz="1200" spc="35" dirty="0" smtClean="0">
                <a:solidFill>
                  <a:srgbClr val="585858"/>
                </a:solidFill>
                <a:latin typeface="+mn-lt"/>
                <a:cs typeface="Calibri"/>
              </a:rPr>
              <a:t> </a:t>
            </a:r>
            <a:r>
              <a:rPr lang="fr-FR" sz="1200" dirty="0" smtClean="0">
                <a:solidFill>
                  <a:srgbClr val="585858"/>
                </a:solidFill>
                <a:latin typeface="+mn-lt"/>
                <a:cs typeface="Calibri"/>
              </a:rPr>
              <a:t>(SSD)</a:t>
            </a:r>
            <a:r>
              <a:rPr lang="fr-FR" sz="1200" spc="35" dirty="0" smtClean="0">
                <a:solidFill>
                  <a:srgbClr val="585858"/>
                </a:solidFill>
                <a:latin typeface="+mn-lt"/>
                <a:cs typeface="Calibri"/>
              </a:rPr>
              <a:t> </a:t>
            </a:r>
            <a:r>
              <a:rPr lang="fr-FR" sz="1200" dirty="0" smtClean="0">
                <a:solidFill>
                  <a:srgbClr val="585858"/>
                </a:solidFill>
                <a:latin typeface="+mn-lt"/>
                <a:cs typeface="Calibri"/>
              </a:rPr>
              <a:t>pour des</a:t>
            </a:r>
            <a:r>
              <a:rPr lang="fr-FR" sz="1200" spc="25" dirty="0" smtClean="0">
                <a:solidFill>
                  <a:srgbClr val="585858"/>
                </a:solidFill>
                <a:latin typeface="+mn-lt"/>
                <a:cs typeface="Calibri"/>
              </a:rPr>
              <a:t> </a:t>
            </a:r>
            <a:r>
              <a:rPr lang="fr-FR" sz="1200" dirty="0" smtClean="0">
                <a:solidFill>
                  <a:srgbClr val="585858"/>
                </a:solidFill>
                <a:latin typeface="+mn-lt"/>
                <a:cs typeface="Calibri"/>
              </a:rPr>
              <a:t>tailles</a:t>
            </a:r>
            <a:r>
              <a:rPr lang="fr-FR" sz="1200" spc="45" dirty="0" smtClean="0">
                <a:solidFill>
                  <a:srgbClr val="585858"/>
                </a:solidFill>
                <a:latin typeface="+mn-lt"/>
                <a:cs typeface="Calibri"/>
              </a:rPr>
              <a:t>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dirty="0" smtClean="0">
                <a:solidFill>
                  <a:srgbClr val="585858"/>
                </a:solidFill>
                <a:latin typeface="+mn-lt"/>
                <a:cs typeface="Calibri"/>
              </a:rPr>
              <a:t>stockage</a:t>
            </a:r>
            <a:r>
              <a:rPr lang="fr-FR" sz="1200" spc="20" dirty="0" smtClean="0">
                <a:solidFill>
                  <a:srgbClr val="585858"/>
                </a:solidFill>
                <a:latin typeface="+mn-lt"/>
                <a:cs typeface="Calibri"/>
              </a:rPr>
              <a:t> </a:t>
            </a:r>
            <a:r>
              <a:rPr lang="fr-FR" sz="1200" dirty="0" smtClean="0">
                <a:solidFill>
                  <a:srgbClr val="585858"/>
                </a:solidFill>
                <a:latin typeface="+mn-lt"/>
                <a:cs typeface="Calibri"/>
              </a:rPr>
              <a:t>typiques,</a:t>
            </a:r>
            <a:r>
              <a:rPr lang="fr-FR" sz="1200" spc="5" dirty="0" smtClean="0">
                <a:solidFill>
                  <a:srgbClr val="585858"/>
                </a:solidFill>
                <a:latin typeface="+mn-lt"/>
                <a:cs typeface="Calibri"/>
              </a:rPr>
              <a:t> </a:t>
            </a:r>
            <a:r>
              <a:rPr lang="fr-FR" sz="1200" dirty="0" smtClean="0">
                <a:solidFill>
                  <a:srgbClr val="585858"/>
                </a:solidFill>
                <a:latin typeface="+mn-lt"/>
                <a:cs typeface="Calibri"/>
              </a:rPr>
              <a:t>car</a:t>
            </a:r>
            <a:r>
              <a:rPr lang="fr-FR" sz="1200" spc="20" dirty="0" smtClean="0">
                <a:solidFill>
                  <a:srgbClr val="585858"/>
                </a:solidFill>
                <a:latin typeface="+mn-lt"/>
                <a:cs typeface="Calibri"/>
              </a:rPr>
              <a:t> </a:t>
            </a:r>
            <a:r>
              <a:rPr lang="fr-FR" sz="1200" dirty="0" smtClean="0">
                <a:solidFill>
                  <a:srgbClr val="585858"/>
                </a:solidFill>
                <a:latin typeface="+mn-lt"/>
                <a:cs typeface="Calibri"/>
              </a:rPr>
              <a:t>ils</a:t>
            </a:r>
            <a:r>
              <a:rPr lang="fr-FR" sz="1200" spc="45" dirty="0" smtClean="0">
                <a:solidFill>
                  <a:srgbClr val="585858"/>
                </a:solidFill>
                <a:latin typeface="+mn-lt"/>
                <a:cs typeface="Calibri"/>
              </a:rPr>
              <a:t> </a:t>
            </a:r>
            <a:r>
              <a:rPr lang="fr-FR" sz="1200" dirty="0" smtClean="0">
                <a:solidFill>
                  <a:srgbClr val="585858"/>
                </a:solidFill>
                <a:latin typeface="+mn-lt"/>
                <a:cs typeface="Calibri"/>
              </a:rPr>
              <a:t>sont</a:t>
            </a:r>
            <a:r>
              <a:rPr lang="fr-FR" sz="1200" spc="25" dirty="0" smtClean="0">
                <a:solidFill>
                  <a:srgbClr val="585858"/>
                </a:solidFill>
                <a:latin typeface="+mn-lt"/>
                <a:cs typeface="Calibri"/>
              </a:rPr>
              <a:t> </a:t>
            </a:r>
            <a:r>
              <a:rPr lang="fr-FR" sz="1200" dirty="0" smtClean="0">
                <a:solidFill>
                  <a:srgbClr val="585858"/>
                </a:solidFill>
                <a:latin typeface="+mn-lt"/>
                <a:cs typeface="Calibri"/>
              </a:rPr>
              <a:t>nettement</a:t>
            </a:r>
            <a:r>
              <a:rPr lang="fr-FR" sz="1200" spc="40" dirty="0" smtClean="0">
                <a:solidFill>
                  <a:srgbClr val="585858"/>
                </a:solidFill>
                <a:latin typeface="+mn-lt"/>
                <a:cs typeface="Calibri"/>
              </a:rPr>
              <a:t> </a:t>
            </a:r>
            <a:r>
              <a:rPr lang="fr-FR" sz="1200" dirty="0" smtClean="0">
                <a:solidFill>
                  <a:srgbClr val="585858"/>
                </a:solidFill>
                <a:latin typeface="+mn-lt"/>
                <a:cs typeface="Calibri"/>
              </a:rPr>
              <a:t>plus</a:t>
            </a:r>
            <a:r>
              <a:rPr lang="fr-FR" sz="1200" spc="45" dirty="0" smtClean="0">
                <a:solidFill>
                  <a:srgbClr val="585858"/>
                </a:solidFill>
                <a:latin typeface="+mn-lt"/>
                <a:cs typeface="Calibri"/>
              </a:rPr>
              <a:t> </a:t>
            </a:r>
            <a:r>
              <a:rPr lang="fr-FR" sz="1200" dirty="0" smtClean="0">
                <a:solidFill>
                  <a:srgbClr val="585858"/>
                </a:solidFill>
                <a:latin typeface="+mn-lt"/>
                <a:cs typeface="Calibri"/>
              </a:rPr>
              <a:t>rapides</a:t>
            </a:r>
            <a:r>
              <a:rPr lang="fr-FR" sz="1200" spc="40" dirty="0" smtClean="0">
                <a:solidFill>
                  <a:srgbClr val="585858"/>
                </a:solidFill>
                <a:latin typeface="+mn-lt"/>
                <a:cs typeface="Calibri"/>
              </a:rPr>
              <a:t> </a:t>
            </a:r>
            <a:r>
              <a:rPr lang="fr-FR" sz="1200" dirty="0" smtClean="0">
                <a:solidFill>
                  <a:srgbClr val="585858"/>
                </a:solidFill>
                <a:latin typeface="+mn-lt"/>
                <a:cs typeface="Calibri"/>
              </a:rPr>
              <a:t>pour</a:t>
            </a:r>
            <a:r>
              <a:rPr lang="fr-FR" sz="1200" spc="5" dirty="0" smtClean="0">
                <a:solidFill>
                  <a:srgbClr val="585858"/>
                </a:solidFill>
                <a:latin typeface="+mn-lt"/>
                <a:cs typeface="Calibri"/>
              </a:rPr>
              <a:t> </a:t>
            </a:r>
            <a:r>
              <a:rPr lang="fr-FR" sz="1200" dirty="0" smtClean="0">
                <a:solidFill>
                  <a:srgbClr val="585858"/>
                </a:solidFill>
                <a:latin typeface="+mn-lt"/>
                <a:cs typeface="Calibri"/>
              </a:rPr>
              <a:t>à</a:t>
            </a:r>
            <a:r>
              <a:rPr lang="fr-FR" sz="1200" spc="30" dirty="0" smtClean="0">
                <a:solidFill>
                  <a:srgbClr val="585858"/>
                </a:solidFill>
                <a:latin typeface="+mn-lt"/>
                <a:cs typeface="Calibri"/>
              </a:rPr>
              <a:t> </a:t>
            </a:r>
            <a:r>
              <a:rPr lang="fr-FR" sz="1200" dirty="0" smtClean="0">
                <a:solidFill>
                  <a:srgbClr val="585858"/>
                </a:solidFill>
                <a:latin typeface="+mn-lt"/>
                <a:cs typeface="Calibri"/>
              </a:rPr>
              <a:t>peu</a:t>
            </a:r>
            <a:r>
              <a:rPr lang="fr-FR" sz="1200" spc="10" dirty="0" smtClean="0">
                <a:solidFill>
                  <a:srgbClr val="585858"/>
                </a:solidFill>
                <a:latin typeface="+mn-lt"/>
                <a:cs typeface="Calibri"/>
              </a:rPr>
              <a:t> </a:t>
            </a:r>
            <a:r>
              <a:rPr lang="fr-FR" sz="1200" dirty="0" smtClean="0">
                <a:solidFill>
                  <a:srgbClr val="585858"/>
                </a:solidFill>
                <a:latin typeface="+mn-lt"/>
                <a:cs typeface="Calibri"/>
              </a:rPr>
              <a:t>près</a:t>
            </a:r>
            <a:r>
              <a:rPr lang="fr-FR" sz="1200" spc="45" dirty="0" smtClean="0">
                <a:solidFill>
                  <a:srgbClr val="585858"/>
                </a:solidFill>
                <a:latin typeface="+mn-lt"/>
                <a:cs typeface="Calibri"/>
              </a:rPr>
              <a:t> </a:t>
            </a:r>
            <a:r>
              <a:rPr lang="fr-FR" sz="1200" dirty="0" smtClean="0">
                <a:solidFill>
                  <a:srgbClr val="585858"/>
                </a:solidFill>
                <a:latin typeface="+mn-lt"/>
                <a:cs typeface="Calibri"/>
              </a:rPr>
              <a:t>le</a:t>
            </a:r>
            <a:r>
              <a:rPr lang="fr-FR" sz="1200" spc="35" dirty="0" smtClean="0">
                <a:solidFill>
                  <a:srgbClr val="585858"/>
                </a:solidFill>
                <a:latin typeface="+mn-lt"/>
                <a:cs typeface="Calibri"/>
              </a:rPr>
              <a:t> </a:t>
            </a:r>
            <a:r>
              <a:rPr lang="fr-FR" sz="1200" dirty="0" smtClean="0">
                <a:solidFill>
                  <a:srgbClr val="585858"/>
                </a:solidFill>
                <a:latin typeface="+mn-lt"/>
                <a:cs typeface="Calibri"/>
              </a:rPr>
              <a:t>même</a:t>
            </a:r>
            <a:r>
              <a:rPr lang="fr-FR" sz="1200" spc="35" dirty="0" smtClean="0">
                <a:solidFill>
                  <a:srgbClr val="585858"/>
                </a:solidFill>
                <a:latin typeface="+mn-lt"/>
                <a:cs typeface="Calibri"/>
              </a:rPr>
              <a:t> </a:t>
            </a:r>
            <a:r>
              <a:rPr lang="fr-FR" sz="1200" dirty="0" smtClean="0">
                <a:solidFill>
                  <a:srgbClr val="585858"/>
                </a:solidFill>
                <a:latin typeface="+mn-lt"/>
                <a:cs typeface="Calibri"/>
              </a:rPr>
              <a:t>prix</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33</a:t>
            </a:fld>
            <a:endParaRPr lang="fr-FR"/>
          </a:p>
        </p:txBody>
      </p:sp>
    </p:spTree>
    <p:extLst>
      <p:ext uri="{BB962C8B-B14F-4D97-AF65-F5344CB8AC3E}">
        <p14:creationId xmlns:p14="http://schemas.microsoft.com/office/powerpoint/2010/main" val="9296976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45720">
              <a:lnSpc>
                <a:spcPct val="150000"/>
              </a:lnSpc>
              <a:spcBef>
                <a:spcPts val="1440"/>
              </a:spcBef>
            </a:pPr>
            <a:r>
              <a:rPr lang="fr-FR" sz="1200" b="0" dirty="0" smtClean="0">
                <a:solidFill>
                  <a:srgbClr val="555555"/>
                </a:solidFill>
              </a:rPr>
              <a:t>Les</a:t>
            </a:r>
            <a:r>
              <a:rPr lang="fr-FR" sz="1200" b="0" spc="-10" dirty="0" smtClean="0">
                <a:solidFill>
                  <a:srgbClr val="555555"/>
                </a:solidFill>
              </a:rPr>
              <a:t> </a:t>
            </a:r>
            <a:r>
              <a:rPr lang="fr-FR" sz="1200" b="0" dirty="0" smtClean="0">
                <a:solidFill>
                  <a:srgbClr val="555555"/>
                </a:solidFill>
              </a:rPr>
              <a:t>disques</a:t>
            </a:r>
            <a:r>
              <a:rPr lang="fr-FR" sz="1200" b="0" spc="25" dirty="0" smtClean="0">
                <a:solidFill>
                  <a:srgbClr val="555555"/>
                </a:solidFill>
              </a:rPr>
              <a:t> </a:t>
            </a:r>
            <a:r>
              <a:rPr lang="fr-FR" sz="1200" b="0" dirty="0" smtClean="0">
                <a:solidFill>
                  <a:srgbClr val="555555"/>
                </a:solidFill>
              </a:rPr>
              <a:t>durs</a:t>
            </a:r>
            <a:r>
              <a:rPr lang="fr-FR" sz="1200" b="0" spc="15" dirty="0" smtClean="0">
                <a:solidFill>
                  <a:srgbClr val="555555"/>
                </a:solidFill>
              </a:rPr>
              <a:t> </a:t>
            </a:r>
            <a:r>
              <a:rPr lang="fr-FR" sz="1200" b="0" dirty="0" smtClean="0">
                <a:solidFill>
                  <a:srgbClr val="555555"/>
                </a:solidFill>
              </a:rPr>
              <a:t>et</a:t>
            </a:r>
            <a:r>
              <a:rPr lang="fr-FR" sz="1200" b="0" spc="-10" dirty="0" smtClean="0">
                <a:solidFill>
                  <a:srgbClr val="555555"/>
                </a:solidFill>
              </a:rPr>
              <a:t> </a:t>
            </a:r>
            <a:r>
              <a:rPr lang="fr-FR" sz="1200" b="0" dirty="0" smtClean="0">
                <a:solidFill>
                  <a:srgbClr val="555555"/>
                </a:solidFill>
              </a:rPr>
              <a:t>les</a:t>
            </a:r>
            <a:r>
              <a:rPr lang="fr-FR" sz="1200" b="0" spc="15" dirty="0" smtClean="0">
                <a:solidFill>
                  <a:srgbClr val="555555"/>
                </a:solidFill>
              </a:rPr>
              <a:t> </a:t>
            </a:r>
            <a:r>
              <a:rPr lang="fr-FR" sz="1200" b="0" dirty="0" smtClean="0">
                <a:solidFill>
                  <a:srgbClr val="555555"/>
                </a:solidFill>
              </a:rPr>
              <a:t>SSD</a:t>
            </a:r>
            <a:r>
              <a:rPr lang="fr-FR" sz="1200" b="0" spc="-10" dirty="0" smtClean="0">
                <a:solidFill>
                  <a:srgbClr val="555555"/>
                </a:solidFill>
              </a:rPr>
              <a:t> </a:t>
            </a:r>
            <a:r>
              <a:rPr lang="fr-FR" sz="1200" b="0" dirty="0" smtClean="0">
                <a:solidFill>
                  <a:srgbClr val="555555"/>
                </a:solidFill>
              </a:rPr>
              <a:t>traditionnels utilisent</a:t>
            </a:r>
            <a:r>
              <a:rPr lang="fr-FR" sz="1200" b="0" spc="15" dirty="0" smtClean="0">
                <a:solidFill>
                  <a:srgbClr val="555555"/>
                </a:solidFill>
              </a:rPr>
              <a:t> </a:t>
            </a:r>
            <a:r>
              <a:rPr lang="fr-FR" sz="1200" b="0" dirty="0" smtClean="0">
                <a:solidFill>
                  <a:srgbClr val="555555"/>
                </a:solidFill>
              </a:rPr>
              <a:t>des</a:t>
            </a:r>
            <a:r>
              <a:rPr lang="fr-FR" sz="1200" b="0" spc="-5" dirty="0" smtClean="0">
                <a:solidFill>
                  <a:srgbClr val="555555"/>
                </a:solidFill>
              </a:rPr>
              <a:t> </a:t>
            </a:r>
            <a:r>
              <a:rPr lang="fr-FR" sz="1200" b="0" dirty="0" smtClean="0">
                <a:solidFill>
                  <a:srgbClr val="555555"/>
                </a:solidFill>
              </a:rPr>
              <a:t>ports</a:t>
            </a:r>
            <a:r>
              <a:rPr lang="fr-FR" sz="1200" b="0" spc="15" dirty="0" smtClean="0">
                <a:solidFill>
                  <a:srgbClr val="555555"/>
                </a:solidFill>
              </a:rPr>
              <a:t> </a:t>
            </a:r>
            <a:r>
              <a:rPr lang="fr-FR" sz="1200" b="0" spc="-50" dirty="0" smtClean="0">
                <a:solidFill>
                  <a:srgbClr val="555555"/>
                </a:solidFill>
              </a:rPr>
              <a:t>SATA</a:t>
            </a:r>
            <a:r>
              <a:rPr lang="fr-FR" sz="1200" b="0" spc="5" dirty="0" smtClean="0">
                <a:solidFill>
                  <a:srgbClr val="555555"/>
                </a:solidFill>
              </a:rPr>
              <a:t> </a:t>
            </a:r>
            <a:r>
              <a:rPr lang="fr-FR" sz="1200" b="0" dirty="0" smtClean="0">
                <a:solidFill>
                  <a:srgbClr val="555555"/>
                </a:solidFill>
              </a:rPr>
              <a:t>III</a:t>
            </a:r>
            <a:r>
              <a:rPr lang="fr-FR" sz="1200" b="0" spc="-5" dirty="0" smtClean="0">
                <a:solidFill>
                  <a:srgbClr val="555555"/>
                </a:solidFill>
              </a:rPr>
              <a:t> </a:t>
            </a:r>
            <a:r>
              <a:rPr lang="fr-FR" sz="1200" b="0" dirty="0" smtClean="0">
                <a:solidFill>
                  <a:srgbClr val="555555"/>
                </a:solidFill>
              </a:rPr>
              <a:t>qui</a:t>
            </a:r>
            <a:r>
              <a:rPr lang="fr-FR" sz="1200" b="0" spc="-5" dirty="0" smtClean="0">
                <a:solidFill>
                  <a:srgbClr val="555555"/>
                </a:solidFill>
              </a:rPr>
              <a:t> </a:t>
            </a:r>
            <a:r>
              <a:rPr lang="fr-FR" sz="1200" b="0" dirty="0" smtClean="0">
                <a:solidFill>
                  <a:srgbClr val="555555"/>
                </a:solidFill>
              </a:rPr>
              <a:t>atteignent</a:t>
            </a:r>
            <a:r>
              <a:rPr lang="fr-FR" sz="1200" b="0" spc="-10" dirty="0" smtClean="0">
                <a:solidFill>
                  <a:srgbClr val="555555"/>
                </a:solidFill>
              </a:rPr>
              <a:t> </a:t>
            </a:r>
            <a:r>
              <a:rPr lang="fr-FR" sz="1200" b="0" dirty="0" smtClean="0">
                <a:solidFill>
                  <a:srgbClr val="555555"/>
                </a:solidFill>
              </a:rPr>
              <a:t>un</a:t>
            </a:r>
            <a:r>
              <a:rPr lang="fr-FR" sz="1200" b="0" spc="-25" dirty="0" smtClean="0">
                <a:solidFill>
                  <a:srgbClr val="555555"/>
                </a:solidFill>
              </a:rPr>
              <a:t> </a:t>
            </a:r>
            <a:r>
              <a:rPr lang="fr-FR" sz="1200" b="0" dirty="0" smtClean="0">
                <a:solidFill>
                  <a:srgbClr val="555555"/>
                </a:solidFill>
              </a:rPr>
              <a:t>débit</a:t>
            </a:r>
            <a:r>
              <a:rPr lang="fr-FR" sz="1200" b="0" spc="15" dirty="0" smtClean="0">
                <a:solidFill>
                  <a:srgbClr val="555555"/>
                </a:solidFill>
              </a:rPr>
              <a:t> </a:t>
            </a:r>
            <a:r>
              <a:rPr lang="fr-FR" sz="1200" b="0" dirty="0" smtClean="0">
                <a:solidFill>
                  <a:srgbClr val="555555"/>
                </a:solidFill>
              </a:rPr>
              <a:t>maximal</a:t>
            </a:r>
            <a:r>
              <a:rPr lang="fr-FR" sz="1200" b="0" spc="-10" dirty="0" smtClean="0">
                <a:solidFill>
                  <a:srgbClr val="555555"/>
                </a:solidFill>
              </a:rPr>
              <a:t> </a:t>
            </a:r>
            <a:r>
              <a:rPr lang="fr-FR" sz="1200" b="0" dirty="0" smtClean="0">
                <a:solidFill>
                  <a:srgbClr val="555555"/>
                </a:solidFill>
              </a:rPr>
              <a:t>de</a:t>
            </a:r>
            <a:r>
              <a:rPr lang="fr-FR" sz="1200" b="0" spc="10" dirty="0" smtClean="0">
                <a:solidFill>
                  <a:srgbClr val="555555"/>
                </a:solidFill>
              </a:rPr>
              <a:t> </a:t>
            </a:r>
            <a:r>
              <a:rPr lang="fr-FR" sz="1200" b="0" dirty="0" smtClean="0">
                <a:solidFill>
                  <a:srgbClr val="555555"/>
                </a:solidFill>
              </a:rPr>
              <a:t>600</a:t>
            </a:r>
            <a:r>
              <a:rPr lang="fr-FR" sz="1200" b="0" spc="-5" dirty="0" smtClean="0">
                <a:solidFill>
                  <a:srgbClr val="555555"/>
                </a:solidFill>
              </a:rPr>
              <a:t> </a:t>
            </a:r>
            <a:r>
              <a:rPr lang="fr-FR" sz="1200" b="0" dirty="0" smtClean="0">
                <a:solidFill>
                  <a:srgbClr val="555555"/>
                </a:solidFill>
              </a:rPr>
              <a:t>Mo/s</a:t>
            </a:r>
            <a:r>
              <a:rPr lang="fr-FR" sz="1200" b="0" spc="-5" dirty="0" smtClean="0">
                <a:solidFill>
                  <a:srgbClr val="555555"/>
                </a:solidFill>
              </a:rPr>
              <a:t> </a:t>
            </a:r>
            <a:r>
              <a:rPr lang="fr-FR" sz="1200" b="0" dirty="0" smtClean="0">
                <a:solidFill>
                  <a:srgbClr val="555555"/>
                </a:solidFill>
              </a:rPr>
              <a:t>et</a:t>
            </a:r>
            <a:r>
              <a:rPr lang="fr-FR" sz="1200" b="0" spc="15" dirty="0" smtClean="0">
                <a:solidFill>
                  <a:srgbClr val="555555"/>
                </a:solidFill>
              </a:rPr>
              <a:t> </a:t>
            </a:r>
            <a:r>
              <a:rPr lang="fr-FR" sz="1200" b="0" dirty="0" smtClean="0">
                <a:solidFill>
                  <a:srgbClr val="555555"/>
                </a:solidFill>
              </a:rPr>
              <a:t>limitent</a:t>
            </a:r>
            <a:r>
              <a:rPr lang="fr-FR" sz="1200" b="0" spc="-10" dirty="0" smtClean="0">
                <a:solidFill>
                  <a:srgbClr val="555555"/>
                </a:solidFill>
              </a:rPr>
              <a:t> </a:t>
            </a:r>
            <a:r>
              <a:rPr lang="fr-FR" sz="1200" b="0" dirty="0" smtClean="0">
                <a:solidFill>
                  <a:srgbClr val="555555"/>
                </a:solidFill>
              </a:rPr>
              <a:t>leurs</a:t>
            </a:r>
            <a:r>
              <a:rPr lang="fr-FR" sz="1200" b="0" spc="-5" dirty="0" smtClean="0">
                <a:solidFill>
                  <a:srgbClr val="555555"/>
                </a:solidFill>
              </a:rPr>
              <a:t> </a:t>
            </a:r>
            <a:r>
              <a:rPr lang="fr-FR" sz="1200" b="0" dirty="0" smtClean="0">
                <a:solidFill>
                  <a:srgbClr val="555555"/>
                </a:solidFill>
              </a:rPr>
              <a:t>vitesses.</a:t>
            </a:r>
            <a:r>
              <a:rPr lang="fr-FR" sz="1200" b="0" spc="-5" dirty="0" smtClean="0">
                <a:solidFill>
                  <a:srgbClr val="555555"/>
                </a:solidFill>
              </a:rPr>
              <a:t> </a:t>
            </a:r>
            <a:r>
              <a:rPr lang="fr-FR" sz="1200" b="0" dirty="0" smtClean="0">
                <a:solidFill>
                  <a:srgbClr val="555555"/>
                </a:solidFill>
              </a:rPr>
              <a:t>En utilisant</a:t>
            </a:r>
            <a:r>
              <a:rPr lang="fr-FR" sz="1200" b="0" spc="-5" dirty="0" smtClean="0">
                <a:solidFill>
                  <a:srgbClr val="555555"/>
                </a:solidFill>
              </a:rPr>
              <a:t> </a:t>
            </a:r>
            <a:r>
              <a:rPr lang="fr-FR" sz="1200" b="0" dirty="0" smtClean="0">
                <a:solidFill>
                  <a:srgbClr val="555555"/>
                </a:solidFill>
              </a:rPr>
              <a:t>cette</a:t>
            </a:r>
            <a:r>
              <a:rPr lang="fr-FR" sz="1200" b="0" spc="-10" dirty="0" smtClean="0">
                <a:solidFill>
                  <a:srgbClr val="555555"/>
                </a:solidFill>
              </a:rPr>
              <a:t> </a:t>
            </a:r>
            <a:r>
              <a:rPr lang="fr-FR" sz="1200" b="0" dirty="0" smtClean="0">
                <a:solidFill>
                  <a:srgbClr val="555555"/>
                </a:solidFill>
              </a:rPr>
              <a:t>connexion, </a:t>
            </a:r>
            <a:r>
              <a:rPr lang="fr-FR" sz="1200" b="0" spc="-25" dirty="0" err="1" smtClean="0">
                <a:solidFill>
                  <a:srgbClr val="555555"/>
                </a:solidFill>
              </a:rPr>
              <a:t>la</a:t>
            </a:r>
            <a:r>
              <a:rPr lang="fr-FR" sz="1200" b="0" dirty="0" err="1" smtClean="0">
                <a:solidFill>
                  <a:srgbClr val="555555"/>
                </a:solidFill>
              </a:rPr>
              <a:t>plupart</a:t>
            </a:r>
            <a:r>
              <a:rPr lang="fr-FR" sz="1200" b="0" spc="110" dirty="0" smtClean="0">
                <a:solidFill>
                  <a:srgbClr val="555555"/>
                </a:solidFill>
              </a:rPr>
              <a:t> </a:t>
            </a:r>
            <a:r>
              <a:rPr lang="fr-FR" sz="1200" b="0" dirty="0" smtClean="0">
                <a:solidFill>
                  <a:srgbClr val="555555"/>
                </a:solidFill>
              </a:rPr>
              <a:t>des</a:t>
            </a:r>
            <a:r>
              <a:rPr lang="fr-FR" sz="1200" b="0" spc="120" dirty="0" smtClean="0">
                <a:solidFill>
                  <a:srgbClr val="555555"/>
                </a:solidFill>
              </a:rPr>
              <a:t> </a:t>
            </a:r>
            <a:r>
              <a:rPr lang="fr-FR" sz="1200" b="0" dirty="0" smtClean="0">
                <a:solidFill>
                  <a:srgbClr val="555555"/>
                </a:solidFill>
              </a:rPr>
              <a:t>SSD</a:t>
            </a:r>
            <a:r>
              <a:rPr lang="fr-FR" sz="1200" b="0" spc="110" dirty="0" smtClean="0">
                <a:solidFill>
                  <a:srgbClr val="555555"/>
                </a:solidFill>
              </a:rPr>
              <a:t> </a:t>
            </a:r>
            <a:r>
              <a:rPr lang="fr-FR" sz="1200" b="0" dirty="0" smtClean="0">
                <a:solidFill>
                  <a:srgbClr val="555555"/>
                </a:solidFill>
              </a:rPr>
              <a:t>fourniront</a:t>
            </a:r>
            <a:r>
              <a:rPr lang="fr-FR" sz="1200" b="0" spc="110" dirty="0" smtClean="0">
                <a:solidFill>
                  <a:srgbClr val="555555"/>
                </a:solidFill>
              </a:rPr>
              <a:t> </a:t>
            </a:r>
            <a:r>
              <a:rPr lang="fr-FR" sz="1200" b="0" dirty="0" smtClean="0">
                <a:solidFill>
                  <a:srgbClr val="555555"/>
                </a:solidFill>
              </a:rPr>
              <a:t>des</a:t>
            </a:r>
            <a:r>
              <a:rPr lang="fr-FR" sz="1200" b="0" spc="120" dirty="0" smtClean="0">
                <a:solidFill>
                  <a:srgbClr val="555555"/>
                </a:solidFill>
              </a:rPr>
              <a:t> </a:t>
            </a:r>
            <a:r>
              <a:rPr lang="fr-FR" sz="1200" b="0" dirty="0" smtClean="0">
                <a:solidFill>
                  <a:srgbClr val="555555"/>
                </a:solidFill>
              </a:rPr>
              <a:t>vitesses</a:t>
            </a:r>
            <a:r>
              <a:rPr lang="fr-FR" sz="1200" b="0" spc="120" dirty="0" smtClean="0">
                <a:solidFill>
                  <a:srgbClr val="555555"/>
                </a:solidFill>
              </a:rPr>
              <a:t> </a:t>
            </a:r>
            <a:r>
              <a:rPr lang="fr-FR" sz="1200" b="0" dirty="0" smtClean="0">
                <a:solidFill>
                  <a:srgbClr val="555555"/>
                </a:solidFill>
              </a:rPr>
              <a:t>de</a:t>
            </a:r>
            <a:r>
              <a:rPr lang="fr-FR" sz="1200" b="0" spc="130" dirty="0" smtClean="0">
                <a:solidFill>
                  <a:srgbClr val="555555"/>
                </a:solidFill>
              </a:rPr>
              <a:t> </a:t>
            </a:r>
            <a:r>
              <a:rPr lang="fr-FR" sz="1200" b="0" dirty="0" smtClean="0">
                <a:solidFill>
                  <a:srgbClr val="555555"/>
                </a:solidFill>
              </a:rPr>
              <a:t>lecture</a:t>
            </a:r>
            <a:r>
              <a:rPr lang="fr-FR" sz="1200" b="0" spc="110" dirty="0" smtClean="0">
                <a:solidFill>
                  <a:srgbClr val="555555"/>
                </a:solidFill>
              </a:rPr>
              <a:t> </a:t>
            </a:r>
            <a:r>
              <a:rPr lang="fr-FR" sz="1200" b="0" dirty="0" smtClean="0">
                <a:solidFill>
                  <a:srgbClr val="555555"/>
                </a:solidFill>
              </a:rPr>
              <a:t>et</a:t>
            </a:r>
            <a:r>
              <a:rPr lang="fr-FR" sz="1200" b="0" spc="110" dirty="0" smtClean="0">
                <a:solidFill>
                  <a:srgbClr val="555555"/>
                </a:solidFill>
              </a:rPr>
              <a:t> </a:t>
            </a:r>
            <a:r>
              <a:rPr lang="fr-FR" sz="1200" b="0" dirty="0" smtClean="0">
                <a:solidFill>
                  <a:srgbClr val="555555"/>
                </a:solidFill>
              </a:rPr>
              <a:t>d'écriture</a:t>
            </a:r>
            <a:r>
              <a:rPr lang="fr-FR" sz="1200" b="0" spc="130" dirty="0" smtClean="0">
                <a:solidFill>
                  <a:srgbClr val="555555"/>
                </a:solidFill>
              </a:rPr>
              <a:t> </a:t>
            </a:r>
            <a:r>
              <a:rPr lang="fr-FR" sz="1200" b="0" dirty="0" smtClean="0">
                <a:solidFill>
                  <a:srgbClr val="555555"/>
                </a:solidFill>
              </a:rPr>
              <a:t>d'environ</a:t>
            </a:r>
            <a:r>
              <a:rPr lang="fr-FR" sz="1200" b="0" spc="125" dirty="0" smtClean="0">
                <a:solidFill>
                  <a:srgbClr val="555555"/>
                </a:solidFill>
              </a:rPr>
              <a:t> </a:t>
            </a:r>
            <a:r>
              <a:rPr lang="fr-FR" sz="1200" b="0" dirty="0" smtClean="0">
                <a:solidFill>
                  <a:srgbClr val="555555"/>
                </a:solidFill>
              </a:rPr>
              <a:t>500</a:t>
            </a:r>
            <a:r>
              <a:rPr lang="fr-FR" sz="1200" b="0" spc="90" dirty="0" smtClean="0">
                <a:solidFill>
                  <a:srgbClr val="555555"/>
                </a:solidFill>
              </a:rPr>
              <a:t> </a:t>
            </a:r>
            <a:r>
              <a:rPr lang="fr-FR" sz="1200" b="0" dirty="0" smtClean="0">
                <a:solidFill>
                  <a:srgbClr val="555555"/>
                </a:solidFill>
              </a:rPr>
              <a:t>Mo/s.</a:t>
            </a:r>
            <a:r>
              <a:rPr lang="fr-FR" sz="1200" b="0" spc="110" dirty="0" smtClean="0">
                <a:solidFill>
                  <a:srgbClr val="555555"/>
                </a:solidFill>
              </a:rPr>
              <a:t> </a:t>
            </a:r>
          </a:p>
          <a:p>
            <a:pPr marL="45720" marR="0" lvl="0" indent="0" algn="l" defTabSz="914400" rtl="0" eaLnBrk="1" fontAlgn="auto" latinLnBrk="0" hangingPunct="1">
              <a:lnSpc>
                <a:spcPct val="150000"/>
              </a:lnSpc>
              <a:spcBef>
                <a:spcPts val="1440"/>
              </a:spcBef>
              <a:spcAft>
                <a:spcPts val="0"/>
              </a:spcAft>
              <a:buClrTx/>
              <a:buSzTx/>
              <a:buFontTx/>
              <a:buNone/>
              <a:tabLst/>
              <a:defRPr/>
            </a:pPr>
            <a:r>
              <a:rPr lang="fr-FR" sz="1200" b="0" dirty="0" smtClean="0">
                <a:solidFill>
                  <a:srgbClr val="555555"/>
                </a:solidFill>
              </a:rPr>
              <a:t>À</a:t>
            </a:r>
            <a:r>
              <a:rPr lang="fr-FR" sz="1200" b="0" spc="110" dirty="0" smtClean="0">
                <a:solidFill>
                  <a:srgbClr val="555555"/>
                </a:solidFill>
              </a:rPr>
              <a:t> </a:t>
            </a:r>
            <a:r>
              <a:rPr lang="fr-FR" sz="1200" b="0" dirty="0" smtClean="0">
                <a:solidFill>
                  <a:srgbClr val="555555"/>
                </a:solidFill>
              </a:rPr>
              <a:t>titre</a:t>
            </a:r>
            <a:r>
              <a:rPr lang="fr-FR" sz="1200" b="0" spc="125" dirty="0" smtClean="0">
                <a:solidFill>
                  <a:srgbClr val="555555"/>
                </a:solidFill>
              </a:rPr>
              <a:t> </a:t>
            </a:r>
            <a:r>
              <a:rPr lang="fr-FR" sz="1200" b="0" dirty="0" smtClean="0">
                <a:solidFill>
                  <a:srgbClr val="555555"/>
                </a:solidFill>
              </a:rPr>
              <a:t>de</a:t>
            </a:r>
            <a:r>
              <a:rPr lang="fr-FR" sz="1200" b="0" spc="110" dirty="0" smtClean="0">
                <a:solidFill>
                  <a:srgbClr val="555555"/>
                </a:solidFill>
              </a:rPr>
              <a:t> </a:t>
            </a:r>
            <a:r>
              <a:rPr lang="fr-FR" sz="1200" b="0" dirty="0" smtClean="0">
                <a:solidFill>
                  <a:srgbClr val="555555"/>
                </a:solidFill>
              </a:rPr>
              <a:t>comparaison,</a:t>
            </a:r>
            <a:r>
              <a:rPr lang="fr-FR" sz="1200" b="0" spc="95" dirty="0" smtClean="0">
                <a:solidFill>
                  <a:srgbClr val="555555"/>
                </a:solidFill>
              </a:rPr>
              <a:t> </a:t>
            </a:r>
            <a:r>
              <a:rPr lang="fr-FR" sz="1200" b="0" dirty="0" smtClean="0">
                <a:solidFill>
                  <a:srgbClr val="555555"/>
                </a:solidFill>
              </a:rPr>
              <a:t>un</a:t>
            </a:r>
            <a:r>
              <a:rPr lang="fr-FR" sz="1200" b="0" spc="120" dirty="0" smtClean="0">
                <a:solidFill>
                  <a:srgbClr val="555555"/>
                </a:solidFill>
              </a:rPr>
              <a:t> </a:t>
            </a:r>
            <a:r>
              <a:rPr lang="fr-FR" sz="1200" b="0" dirty="0" smtClean="0">
                <a:solidFill>
                  <a:srgbClr val="555555"/>
                </a:solidFill>
              </a:rPr>
              <a:t>disque</a:t>
            </a:r>
            <a:r>
              <a:rPr lang="fr-FR" sz="1200" b="0" spc="105" dirty="0" smtClean="0">
                <a:solidFill>
                  <a:srgbClr val="555555"/>
                </a:solidFill>
              </a:rPr>
              <a:t> </a:t>
            </a:r>
            <a:r>
              <a:rPr lang="fr-FR" sz="1200" b="0" dirty="0" smtClean="0">
                <a:solidFill>
                  <a:srgbClr val="555555"/>
                </a:solidFill>
              </a:rPr>
              <a:t>dur</a:t>
            </a:r>
            <a:r>
              <a:rPr lang="fr-FR" sz="1200" b="0" spc="95" dirty="0" smtClean="0">
                <a:solidFill>
                  <a:srgbClr val="555555"/>
                </a:solidFill>
              </a:rPr>
              <a:t> </a:t>
            </a:r>
            <a:r>
              <a:rPr lang="fr-FR" sz="1200" b="0" dirty="0" smtClean="0">
                <a:solidFill>
                  <a:srgbClr val="555555"/>
                </a:solidFill>
              </a:rPr>
              <a:t>à</a:t>
            </a:r>
            <a:r>
              <a:rPr lang="fr-FR" sz="1200" b="0" spc="125" dirty="0" smtClean="0">
                <a:solidFill>
                  <a:srgbClr val="555555"/>
                </a:solidFill>
              </a:rPr>
              <a:t> </a:t>
            </a:r>
            <a:r>
              <a:rPr lang="fr-FR" sz="1200" b="0" dirty="0" smtClean="0">
                <a:solidFill>
                  <a:srgbClr val="555555"/>
                </a:solidFill>
              </a:rPr>
              <a:t>7</a:t>
            </a:r>
            <a:r>
              <a:rPr lang="fr-FR" sz="1200" b="0" spc="120" dirty="0" smtClean="0">
                <a:solidFill>
                  <a:srgbClr val="555555"/>
                </a:solidFill>
              </a:rPr>
              <a:t> </a:t>
            </a:r>
            <a:r>
              <a:rPr lang="fr-FR" sz="1200" b="0" dirty="0" smtClean="0">
                <a:solidFill>
                  <a:srgbClr val="555555"/>
                </a:solidFill>
              </a:rPr>
              <a:t>200</a:t>
            </a:r>
            <a:r>
              <a:rPr lang="fr-FR" sz="1200" b="0" spc="95" dirty="0" smtClean="0">
                <a:solidFill>
                  <a:srgbClr val="555555"/>
                </a:solidFill>
              </a:rPr>
              <a:t> </a:t>
            </a:r>
            <a:r>
              <a:rPr lang="fr-FR" sz="1200" b="0" dirty="0" smtClean="0">
                <a:solidFill>
                  <a:srgbClr val="555555"/>
                </a:solidFill>
              </a:rPr>
              <a:t>tr/min</a:t>
            </a:r>
            <a:r>
              <a:rPr lang="fr-FR" sz="1200" b="0" spc="95" dirty="0" smtClean="0">
                <a:solidFill>
                  <a:srgbClr val="555555"/>
                </a:solidFill>
              </a:rPr>
              <a:t> </a:t>
            </a:r>
            <a:r>
              <a:rPr lang="fr-FR" sz="1200" b="0" dirty="0" smtClean="0">
                <a:solidFill>
                  <a:srgbClr val="555555"/>
                </a:solidFill>
              </a:rPr>
              <a:t>gère</a:t>
            </a:r>
            <a:r>
              <a:rPr lang="fr-FR" sz="1200" b="0" spc="110" dirty="0" smtClean="0">
                <a:solidFill>
                  <a:srgbClr val="555555"/>
                </a:solidFill>
              </a:rPr>
              <a:t> </a:t>
            </a:r>
            <a:r>
              <a:rPr lang="fr-FR" sz="1200" b="0" dirty="0" smtClean="0">
                <a:solidFill>
                  <a:srgbClr val="555555"/>
                </a:solidFill>
              </a:rPr>
              <a:t>environ</a:t>
            </a:r>
            <a:r>
              <a:rPr lang="fr-FR" sz="1200" b="0" spc="125" dirty="0" smtClean="0">
                <a:solidFill>
                  <a:srgbClr val="555555"/>
                </a:solidFill>
              </a:rPr>
              <a:t> </a:t>
            </a:r>
            <a:r>
              <a:rPr lang="fr-FR" sz="1200" b="0" dirty="0" smtClean="0">
                <a:solidFill>
                  <a:srgbClr val="555555"/>
                </a:solidFill>
              </a:rPr>
              <a:t>100</a:t>
            </a:r>
            <a:r>
              <a:rPr lang="fr-FR" sz="1200" b="0" spc="95" dirty="0" smtClean="0">
                <a:solidFill>
                  <a:srgbClr val="555555"/>
                </a:solidFill>
              </a:rPr>
              <a:t> </a:t>
            </a:r>
            <a:r>
              <a:rPr lang="fr-FR" sz="1200" b="0" dirty="0" smtClean="0">
                <a:solidFill>
                  <a:srgbClr val="555555"/>
                </a:solidFill>
              </a:rPr>
              <a:t>Mo/s</a:t>
            </a:r>
            <a:r>
              <a:rPr lang="fr-FR" sz="1200" b="0" spc="120" dirty="0" smtClean="0">
                <a:solidFill>
                  <a:srgbClr val="555555"/>
                </a:solidFill>
              </a:rPr>
              <a:t> </a:t>
            </a:r>
            <a:r>
              <a:rPr lang="fr-FR" sz="1200" b="0" spc="-25" dirty="0" smtClean="0">
                <a:solidFill>
                  <a:srgbClr val="555555"/>
                </a:solidFill>
              </a:rPr>
              <a:t>en </a:t>
            </a:r>
            <a:r>
              <a:rPr lang="fr-FR" sz="1200" b="0" dirty="0" smtClean="0">
                <a:solidFill>
                  <a:srgbClr val="555555"/>
                </a:solidFill>
              </a:rPr>
              <a:t>fonction</a:t>
            </a:r>
            <a:r>
              <a:rPr lang="fr-FR" sz="1200" b="0" spc="5" dirty="0" smtClean="0">
                <a:solidFill>
                  <a:srgbClr val="555555"/>
                </a:solidFill>
              </a:rPr>
              <a:t> </a:t>
            </a:r>
            <a:r>
              <a:rPr lang="fr-FR" sz="1200" b="0" dirty="0" smtClean="0">
                <a:solidFill>
                  <a:srgbClr val="555555"/>
                </a:solidFill>
              </a:rPr>
              <a:t>de</a:t>
            </a:r>
            <a:r>
              <a:rPr lang="fr-FR" sz="1200" b="0" spc="-5" dirty="0" smtClean="0">
                <a:solidFill>
                  <a:srgbClr val="555555"/>
                </a:solidFill>
              </a:rPr>
              <a:t> </a:t>
            </a:r>
            <a:r>
              <a:rPr lang="fr-FR" sz="1200" b="0" dirty="0" smtClean="0">
                <a:solidFill>
                  <a:srgbClr val="555555"/>
                </a:solidFill>
              </a:rPr>
              <a:t>l'âge,</a:t>
            </a:r>
            <a:r>
              <a:rPr lang="fr-FR" sz="1200" b="0" spc="-35" dirty="0" smtClean="0">
                <a:solidFill>
                  <a:srgbClr val="555555"/>
                </a:solidFill>
              </a:rPr>
              <a:t> </a:t>
            </a:r>
            <a:r>
              <a:rPr lang="fr-FR" sz="1200" b="0" dirty="0" smtClean="0">
                <a:solidFill>
                  <a:srgbClr val="555555"/>
                </a:solidFill>
              </a:rPr>
              <a:t>de</a:t>
            </a:r>
            <a:r>
              <a:rPr lang="fr-FR" sz="1200" b="0" spc="-10" dirty="0" smtClean="0">
                <a:solidFill>
                  <a:srgbClr val="555555"/>
                </a:solidFill>
              </a:rPr>
              <a:t> </a:t>
            </a:r>
            <a:r>
              <a:rPr lang="fr-FR" sz="1200" b="0" dirty="0" smtClean="0">
                <a:solidFill>
                  <a:srgbClr val="555555"/>
                </a:solidFill>
              </a:rPr>
              <a:t>l'état</a:t>
            </a:r>
            <a:r>
              <a:rPr lang="fr-FR" sz="1200" b="0" spc="-45" dirty="0" smtClean="0">
                <a:solidFill>
                  <a:srgbClr val="555555"/>
                </a:solidFill>
              </a:rPr>
              <a:t> </a:t>
            </a:r>
            <a:r>
              <a:rPr lang="fr-FR" sz="1200" b="0" dirty="0" smtClean="0">
                <a:solidFill>
                  <a:srgbClr val="555555"/>
                </a:solidFill>
              </a:rPr>
              <a:t>et</a:t>
            </a:r>
            <a:r>
              <a:rPr lang="fr-FR" sz="1200" b="0" spc="-30" dirty="0" smtClean="0">
                <a:solidFill>
                  <a:srgbClr val="555555"/>
                </a:solidFill>
              </a:rPr>
              <a:t> </a:t>
            </a:r>
            <a:r>
              <a:rPr lang="fr-FR" sz="1200" b="0" dirty="0" smtClean="0">
                <a:solidFill>
                  <a:srgbClr val="555555"/>
                </a:solidFill>
              </a:rPr>
              <a:t>du</a:t>
            </a:r>
            <a:r>
              <a:rPr lang="fr-FR" sz="1200" b="0" spc="-10" dirty="0" smtClean="0">
                <a:solidFill>
                  <a:srgbClr val="555555"/>
                </a:solidFill>
              </a:rPr>
              <a:t> </a:t>
            </a:r>
            <a:r>
              <a:rPr lang="fr-FR" sz="1200" b="0" dirty="0" smtClean="0">
                <a:solidFill>
                  <a:srgbClr val="555555"/>
                </a:solidFill>
              </a:rPr>
              <a:t>niveau</a:t>
            </a:r>
            <a:r>
              <a:rPr lang="fr-FR" sz="1200" b="0" spc="-35" dirty="0" smtClean="0">
                <a:solidFill>
                  <a:srgbClr val="555555"/>
                </a:solidFill>
              </a:rPr>
              <a:t> </a:t>
            </a:r>
            <a:r>
              <a:rPr lang="fr-FR" sz="1200" b="0" dirty="0" smtClean="0">
                <a:solidFill>
                  <a:srgbClr val="555555"/>
                </a:solidFill>
              </a:rPr>
              <a:t>de</a:t>
            </a:r>
            <a:r>
              <a:rPr lang="fr-FR" sz="1200" b="0" spc="-30" dirty="0" smtClean="0">
                <a:solidFill>
                  <a:srgbClr val="555555"/>
                </a:solidFill>
              </a:rPr>
              <a:t> </a:t>
            </a:r>
            <a:r>
              <a:rPr lang="fr-FR" sz="1200" b="0" spc="-10" dirty="0" smtClean="0">
                <a:solidFill>
                  <a:srgbClr val="555555"/>
                </a:solidFill>
              </a:rPr>
              <a:t>fragmentation.</a:t>
            </a:r>
          </a:p>
          <a:p>
            <a:pPr marL="45720">
              <a:lnSpc>
                <a:spcPct val="150000"/>
              </a:lnSpc>
              <a:spcBef>
                <a:spcPts val="1440"/>
              </a:spcBef>
            </a:pPr>
            <a:endParaRPr lang="fr-FR" sz="1200" b="0" spc="-25" dirty="0" smtClean="0">
              <a:solidFill>
                <a:srgbClr val="555555"/>
              </a:solidFill>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35</a:t>
            </a:fld>
            <a:endParaRPr lang="fr-FR"/>
          </a:p>
        </p:txBody>
      </p:sp>
    </p:spTree>
    <p:extLst>
      <p:ext uri="{BB962C8B-B14F-4D97-AF65-F5344CB8AC3E}">
        <p14:creationId xmlns:p14="http://schemas.microsoft.com/office/powerpoint/2010/main" val="32847923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smtClean="0">
                <a:solidFill>
                  <a:srgbClr val="585858"/>
                </a:solidFill>
                <a:latin typeface="+mn-lt"/>
                <a:cs typeface="Calibri"/>
              </a:rPr>
              <a:t>Maintenant,</a:t>
            </a:r>
            <a:r>
              <a:rPr lang="fr-FR" sz="1200" spc="-5" dirty="0" smtClean="0">
                <a:solidFill>
                  <a:srgbClr val="585858"/>
                </a:solidFill>
                <a:latin typeface="+mn-lt"/>
                <a:cs typeface="Calibri"/>
              </a:rPr>
              <a:t> </a:t>
            </a:r>
            <a:r>
              <a:rPr lang="fr-FR" sz="1200" dirty="0" smtClean="0">
                <a:solidFill>
                  <a:srgbClr val="585858"/>
                </a:solidFill>
                <a:latin typeface="+mn-lt"/>
                <a:cs typeface="Calibri"/>
              </a:rPr>
              <a:t>on</a:t>
            </a:r>
            <a:r>
              <a:rPr lang="fr-FR" sz="1200" spc="-5" dirty="0" smtClean="0">
                <a:solidFill>
                  <a:srgbClr val="585858"/>
                </a:solidFill>
                <a:latin typeface="+mn-lt"/>
                <a:cs typeface="Calibri"/>
              </a:rPr>
              <a:t> </a:t>
            </a:r>
            <a:r>
              <a:rPr lang="fr-FR" sz="1200" dirty="0" smtClean="0">
                <a:solidFill>
                  <a:srgbClr val="585858"/>
                </a:solidFill>
                <a:latin typeface="+mn-lt"/>
                <a:cs typeface="Calibri"/>
              </a:rPr>
              <a:t>va</a:t>
            </a:r>
            <a:r>
              <a:rPr lang="fr-FR" sz="1200" spc="-20" dirty="0" smtClean="0">
                <a:solidFill>
                  <a:srgbClr val="585858"/>
                </a:solidFill>
                <a:latin typeface="+mn-lt"/>
                <a:cs typeface="Calibri"/>
              </a:rPr>
              <a:t> </a:t>
            </a:r>
            <a:r>
              <a:rPr lang="fr-FR" sz="1200" dirty="0" smtClean="0">
                <a:solidFill>
                  <a:srgbClr val="585858"/>
                </a:solidFill>
                <a:latin typeface="+mn-lt"/>
                <a:cs typeface="Calibri"/>
              </a:rPr>
              <a:t>se</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concentrer</a:t>
            </a:r>
            <a:r>
              <a:rPr lang="fr-FR" sz="1200" dirty="0" smtClean="0">
                <a:solidFill>
                  <a:srgbClr val="585858"/>
                </a:solidFill>
                <a:latin typeface="+mn-lt"/>
                <a:cs typeface="Calibri"/>
              </a:rPr>
              <a:t> sur</a:t>
            </a:r>
            <a:r>
              <a:rPr lang="fr-FR" sz="1200" spc="-5" dirty="0" smtClean="0">
                <a:solidFill>
                  <a:srgbClr val="585858"/>
                </a:solidFill>
                <a:latin typeface="+mn-lt"/>
                <a:cs typeface="Calibri"/>
              </a:rPr>
              <a:t> </a:t>
            </a:r>
            <a:r>
              <a:rPr lang="fr-FR" sz="1200" dirty="0" smtClean="0">
                <a:solidFill>
                  <a:srgbClr val="585858"/>
                </a:solidFill>
                <a:latin typeface="+mn-lt"/>
                <a:cs typeface="Calibri"/>
              </a:rPr>
              <a:t>le </a:t>
            </a:r>
            <a:r>
              <a:rPr lang="fr-FR" sz="1200" spc="-10" dirty="0" smtClean="0">
                <a:solidFill>
                  <a:srgbClr val="585858"/>
                </a:solidFill>
                <a:latin typeface="+mn-lt"/>
                <a:cs typeface="Calibri"/>
              </a:rPr>
              <a:t>partitionnement</a:t>
            </a:r>
            <a:r>
              <a:rPr lang="fr-FR" sz="1200" spc="15" dirty="0" smtClean="0">
                <a:solidFill>
                  <a:srgbClr val="585858"/>
                </a:solidFill>
                <a:latin typeface="+mn-lt"/>
                <a:cs typeface="Calibri"/>
              </a:rPr>
              <a:t> </a:t>
            </a:r>
            <a:r>
              <a:rPr lang="fr-FR" sz="1200" dirty="0" smtClean="0">
                <a:solidFill>
                  <a:srgbClr val="585858"/>
                </a:solidFill>
                <a:latin typeface="+mn-lt"/>
                <a:cs typeface="Calibri"/>
              </a:rPr>
              <a:t>et</a:t>
            </a:r>
            <a:r>
              <a:rPr lang="fr-FR" sz="1200" spc="-40" dirty="0" smtClean="0">
                <a:solidFill>
                  <a:srgbClr val="585858"/>
                </a:solidFill>
                <a:latin typeface="+mn-lt"/>
                <a:cs typeface="Calibri"/>
              </a:rPr>
              <a:t> </a:t>
            </a:r>
            <a:r>
              <a:rPr lang="fr-FR" sz="1200" dirty="0" smtClean="0">
                <a:solidFill>
                  <a:srgbClr val="585858"/>
                </a:solidFill>
                <a:latin typeface="+mn-lt"/>
                <a:cs typeface="Calibri"/>
              </a:rPr>
              <a:t>le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formatage</a:t>
            </a:r>
            <a:r>
              <a:rPr lang="fr-FR" sz="1200" spc="-15" dirty="0" smtClean="0">
                <a:solidFill>
                  <a:srgbClr val="585858"/>
                </a:solidFill>
                <a:latin typeface="+mn-lt"/>
                <a:cs typeface="Calibri"/>
              </a:rPr>
              <a:t> </a:t>
            </a:r>
            <a:r>
              <a:rPr lang="fr-FR" sz="1200" dirty="0" smtClean="0">
                <a:solidFill>
                  <a:srgbClr val="585858"/>
                </a:solidFill>
                <a:latin typeface="+mn-lt"/>
                <a:cs typeface="Calibri"/>
              </a:rPr>
              <a:t>des</a:t>
            </a:r>
            <a:r>
              <a:rPr lang="fr-FR" sz="1200" spc="-10" dirty="0" smtClean="0">
                <a:solidFill>
                  <a:srgbClr val="585858"/>
                </a:solidFill>
                <a:latin typeface="+mn-lt"/>
                <a:cs typeface="Calibri"/>
              </a:rPr>
              <a:t> </a:t>
            </a:r>
            <a:r>
              <a:rPr lang="fr-FR" sz="1200" dirty="0" smtClean="0">
                <a:solidFill>
                  <a:srgbClr val="585858"/>
                </a:solidFill>
                <a:latin typeface="+mn-lt"/>
                <a:cs typeface="Calibri"/>
              </a:rPr>
              <a:t>disques</a:t>
            </a:r>
            <a:r>
              <a:rPr lang="fr-FR" sz="1200" spc="10" dirty="0" smtClean="0">
                <a:solidFill>
                  <a:srgbClr val="585858"/>
                </a:solidFill>
                <a:latin typeface="+mn-lt"/>
                <a:cs typeface="Calibri"/>
              </a:rPr>
              <a:t> </a:t>
            </a:r>
            <a:r>
              <a:rPr lang="fr-FR" sz="1200" spc="-10" dirty="0" smtClean="0">
                <a:solidFill>
                  <a:srgbClr val="585858"/>
                </a:solidFill>
                <a:latin typeface="+mn-lt"/>
                <a:cs typeface="Calibri"/>
              </a:rPr>
              <a:t>durs</a:t>
            </a:r>
          </a:p>
          <a:p>
            <a:r>
              <a:rPr lang="fr-FR" sz="1200" dirty="0" smtClean="0">
                <a:solidFill>
                  <a:srgbClr val="585858"/>
                </a:solidFill>
                <a:latin typeface="+mn-lt"/>
                <a:cs typeface="Calibri"/>
              </a:rPr>
              <a:t>Le</a:t>
            </a:r>
            <a:r>
              <a:rPr lang="fr-FR" sz="1200" spc="60" dirty="0" smtClean="0">
                <a:solidFill>
                  <a:srgbClr val="585858"/>
                </a:solidFill>
                <a:latin typeface="+mn-lt"/>
                <a:cs typeface="Calibri"/>
              </a:rPr>
              <a:t> </a:t>
            </a:r>
            <a:r>
              <a:rPr lang="fr-FR" sz="1200" dirty="0" smtClean="0">
                <a:solidFill>
                  <a:srgbClr val="585858"/>
                </a:solidFill>
                <a:latin typeface="+mn-lt"/>
                <a:cs typeface="Calibri"/>
              </a:rPr>
              <a:t>partitionnement</a:t>
            </a:r>
            <a:r>
              <a:rPr lang="fr-FR" sz="1200" spc="75" dirty="0" smtClean="0">
                <a:solidFill>
                  <a:srgbClr val="585858"/>
                </a:solidFill>
                <a:latin typeface="+mn-lt"/>
                <a:cs typeface="Calibri"/>
              </a:rPr>
              <a:t> </a:t>
            </a:r>
            <a:r>
              <a:rPr lang="fr-FR" sz="1200" dirty="0" smtClean="0">
                <a:solidFill>
                  <a:srgbClr val="585858"/>
                </a:solidFill>
                <a:latin typeface="+mn-lt"/>
                <a:cs typeface="Calibri"/>
              </a:rPr>
              <a:t>consiste</a:t>
            </a:r>
            <a:r>
              <a:rPr lang="fr-FR" sz="1200" spc="70" dirty="0" smtClean="0">
                <a:solidFill>
                  <a:srgbClr val="585858"/>
                </a:solidFill>
                <a:latin typeface="+mn-lt"/>
                <a:cs typeface="Calibri"/>
              </a:rPr>
              <a:t> </a:t>
            </a:r>
            <a:r>
              <a:rPr lang="fr-FR" sz="1200" dirty="0" smtClean="0">
                <a:solidFill>
                  <a:srgbClr val="585858"/>
                </a:solidFill>
                <a:latin typeface="+mn-lt"/>
                <a:cs typeface="Calibri"/>
              </a:rPr>
              <a:t>à</a:t>
            </a:r>
            <a:r>
              <a:rPr lang="fr-FR" sz="1200" spc="90" dirty="0" smtClean="0">
                <a:solidFill>
                  <a:srgbClr val="585858"/>
                </a:solidFill>
                <a:latin typeface="+mn-lt"/>
                <a:cs typeface="Calibri"/>
              </a:rPr>
              <a:t> </a:t>
            </a:r>
            <a:r>
              <a:rPr lang="fr-FR" sz="1200" dirty="0" smtClean="0">
                <a:solidFill>
                  <a:srgbClr val="585858"/>
                </a:solidFill>
                <a:latin typeface="+mn-lt"/>
                <a:cs typeface="Calibri"/>
              </a:rPr>
              <a:t>cloisonner</a:t>
            </a:r>
            <a:r>
              <a:rPr lang="fr-FR" sz="1200" spc="80" dirty="0" smtClean="0">
                <a:solidFill>
                  <a:srgbClr val="585858"/>
                </a:solidFill>
                <a:latin typeface="+mn-lt"/>
                <a:cs typeface="Calibri"/>
              </a:rPr>
              <a:t> </a:t>
            </a:r>
            <a:r>
              <a:rPr lang="fr-FR" sz="1200" dirty="0" smtClean="0">
                <a:solidFill>
                  <a:srgbClr val="585858"/>
                </a:solidFill>
                <a:latin typeface="+mn-lt"/>
                <a:cs typeface="Calibri"/>
              </a:rPr>
              <a:t>le</a:t>
            </a:r>
            <a:r>
              <a:rPr lang="fr-FR" sz="1200" spc="70"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70" dirty="0" smtClean="0">
                <a:solidFill>
                  <a:srgbClr val="585858"/>
                </a:solidFill>
                <a:latin typeface="+mn-lt"/>
                <a:cs typeface="Calibri"/>
              </a:rPr>
              <a:t> </a:t>
            </a:r>
            <a:r>
              <a:rPr lang="fr-FR" sz="1200" dirty="0" smtClean="0">
                <a:solidFill>
                  <a:srgbClr val="585858"/>
                </a:solidFill>
                <a:latin typeface="+mn-lt"/>
                <a:cs typeface="Calibri"/>
              </a:rPr>
              <a:t>Il</a:t>
            </a:r>
            <a:r>
              <a:rPr lang="fr-FR" sz="1200" spc="55" dirty="0" smtClean="0">
                <a:solidFill>
                  <a:srgbClr val="585858"/>
                </a:solidFill>
                <a:latin typeface="+mn-lt"/>
                <a:cs typeface="Calibri"/>
              </a:rPr>
              <a:t> </a:t>
            </a:r>
            <a:r>
              <a:rPr lang="fr-FR" sz="1200" dirty="0" smtClean="0">
                <a:solidFill>
                  <a:srgbClr val="585858"/>
                </a:solidFill>
                <a:latin typeface="+mn-lt"/>
                <a:cs typeface="Calibri"/>
              </a:rPr>
              <a:t>permet</a:t>
            </a:r>
            <a:r>
              <a:rPr lang="fr-FR" sz="1200" spc="75" dirty="0" smtClean="0">
                <a:solidFill>
                  <a:srgbClr val="585858"/>
                </a:solidFill>
                <a:latin typeface="+mn-lt"/>
                <a:cs typeface="Calibri"/>
              </a:rPr>
              <a:t> </a:t>
            </a:r>
            <a:r>
              <a:rPr lang="fr-FR" sz="1200" dirty="0" smtClean="0">
                <a:solidFill>
                  <a:srgbClr val="585858"/>
                </a:solidFill>
                <a:latin typeface="+mn-lt"/>
                <a:cs typeface="Calibri"/>
              </a:rPr>
              <a:t>la</a:t>
            </a:r>
            <a:r>
              <a:rPr lang="fr-FR" sz="1200" spc="65" dirty="0" smtClean="0">
                <a:solidFill>
                  <a:srgbClr val="585858"/>
                </a:solidFill>
                <a:latin typeface="+mn-lt"/>
                <a:cs typeface="Calibri"/>
              </a:rPr>
              <a:t> </a:t>
            </a:r>
            <a:r>
              <a:rPr lang="fr-FR" sz="1200" dirty="0" smtClean="0">
                <a:solidFill>
                  <a:srgbClr val="585858"/>
                </a:solidFill>
                <a:latin typeface="+mn-lt"/>
                <a:cs typeface="Calibri"/>
              </a:rPr>
              <a:t>cohabitation</a:t>
            </a:r>
            <a:r>
              <a:rPr lang="fr-FR" sz="1200" spc="85" dirty="0" smtClean="0">
                <a:solidFill>
                  <a:srgbClr val="585858"/>
                </a:solidFill>
                <a:latin typeface="+mn-lt"/>
                <a:cs typeface="Calibri"/>
              </a:rPr>
              <a:t> </a:t>
            </a:r>
            <a:r>
              <a:rPr lang="fr-FR" sz="1200" dirty="0" smtClean="0">
                <a:solidFill>
                  <a:srgbClr val="585858"/>
                </a:solidFill>
                <a:latin typeface="+mn-lt"/>
                <a:cs typeface="Calibri"/>
              </a:rPr>
              <a:t>des</a:t>
            </a:r>
            <a:r>
              <a:rPr lang="fr-FR" sz="1200" spc="75" dirty="0" smtClean="0">
                <a:solidFill>
                  <a:srgbClr val="585858"/>
                </a:solidFill>
                <a:latin typeface="+mn-lt"/>
                <a:cs typeface="Calibri"/>
              </a:rPr>
              <a:t> </a:t>
            </a:r>
            <a:r>
              <a:rPr lang="fr-FR" sz="1200" dirty="0" smtClean="0">
                <a:solidFill>
                  <a:srgbClr val="585858"/>
                </a:solidFill>
                <a:latin typeface="+mn-lt"/>
                <a:cs typeface="Calibri"/>
              </a:rPr>
              <a:t>environnements</a:t>
            </a:r>
            <a:r>
              <a:rPr lang="fr-FR" sz="1200" spc="80" dirty="0" smtClean="0">
                <a:solidFill>
                  <a:srgbClr val="585858"/>
                </a:solidFill>
                <a:latin typeface="+mn-lt"/>
                <a:cs typeface="Calibri"/>
              </a:rPr>
              <a:t> </a:t>
            </a:r>
            <a:r>
              <a:rPr lang="fr-FR" sz="1200" dirty="0" smtClean="0">
                <a:solidFill>
                  <a:srgbClr val="585858"/>
                </a:solidFill>
                <a:latin typeface="+mn-lt"/>
                <a:cs typeface="Calibri"/>
              </a:rPr>
              <a:t>systèmes</a:t>
            </a:r>
            <a:r>
              <a:rPr lang="fr-FR" sz="1200" spc="75" dirty="0" smtClean="0">
                <a:solidFill>
                  <a:srgbClr val="585858"/>
                </a:solidFill>
                <a:latin typeface="+mn-lt"/>
                <a:cs typeface="Calibri"/>
              </a:rPr>
              <a:t> </a:t>
            </a:r>
            <a:r>
              <a:rPr lang="fr-FR" sz="1200" dirty="0" smtClean="0">
                <a:solidFill>
                  <a:srgbClr val="585858"/>
                </a:solidFill>
                <a:latin typeface="+mn-lt"/>
                <a:cs typeface="Calibri"/>
              </a:rPr>
              <a:t>différents</a:t>
            </a:r>
            <a:r>
              <a:rPr lang="fr-FR" sz="1200" spc="80" dirty="0" smtClean="0">
                <a:solidFill>
                  <a:srgbClr val="585858"/>
                </a:solidFill>
                <a:latin typeface="+mn-lt"/>
                <a:cs typeface="Calibri"/>
              </a:rPr>
              <a:t> </a:t>
            </a:r>
            <a:r>
              <a:rPr lang="fr-FR" sz="1200" dirty="0" smtClean="0">
                <a:solidFill>
                  <a:srgbClr val="585858"/>
                </a:solidFill>
                <a:latin typeface="+mn-lt"/>
                <a:cs typeface="Calibri"/>
              </a:rPr>
              <a:t>sur</a:t>
            </a:r>
            <a:r>
              <a:rPr lang="fr-FR" sz="1200" spc="55" dirty="0" smtClean="0">
                <a:solidFill>
                  <a:srgbClr val="585858"/>
                </a:solidFill>
                <a:latin typeface="+mn-lt"/>
                <a:cs typeface="Calibri"/>
              </a:rPr>
              <a:t> </a:t>
            </a:r>
            <a:r>
              <a:rPr lang="fr-FR" sz="1200" dirty="0" smtClean="0">
                <a:solidFill>
                  <a:srgbClr val="585858"/>
                </a:solidFill>
                <a:latin typeface="+mn-lt"/>
                <a:cs typeface="Calibri"/>
              </a:rPr>
              <a:t>le</a:t>
            </a:r>
            <a:r>
              <a:rPr lang="fr-FR" sz="1200" spc="70" dirty="0" smtClean="0">
                <a:solidFill>
                  <a:srgbClr val="585858"/>
                </a:solidFill>
                <a:latin typeface="+mn-lt"/>
                <a:cs typeface="Calibri"/>
              </a:rPr>
              <a:t> </a:t>
            </a:r>
            <a:r>
              <a:rPr lang="fr-FR" sz="1200" dirty="0" smtClean="0">
                <a:solidFill>
                  <a:srgbClr val="585858"/>
                </a:solidFill>
                <a:latin typeface="+mn-lt"/>
                <a:cs typeface="Calibri"/>
              </a:rPr>
              <a:t>même</a:t>
            </a:r>
            <a:r>
              <a:rPr lang="fr-FR" sz="1200" spc="60"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75" dirty="0" smtClean="0">
                <a:solidFill>
                  <a:srgbClr val="585858"/>
                </a:solidFill>
                <a:latin typeface="+mn-lt"/>
                <a:cs typeface="Calibri"/>
              </a:rPr>
              <a:t> </a:t>
            </a:r>
          </a:p>
          <a:p>
            <a:r>
              <a:rPr lang="fr-FR" sz="1200" spc="-10" dirty="0" smtClean="0">
                <a:solidFill>
                  <a:srgbClr val="585858"/>
                </a:solidFill>
                <a:latin typeface="+mn-lt"/>
                <a:cs typeface="Calibri"/>
              </a:rPr>
              <a:t>L’information</a:t>
            </a:r>
            <a:r>
              <a:rPr lang="fr-FR" sz="1200" spc="65" dirty="0" smtClean="0">
                <a:solidFill>
                  <a:srgbClr val="585858"/>
                </a:solidFill>
                <a:latin typeface="+mn-lt"/>
                <a:cs typeface="Calibri"/>
              </a:rPr>
              <a:t> </a:t>
            </a:r>
            <a:r>
              <a:rPr lang="fr-FR" sz="1200" dirty="0" smtClean="0">
                <a:solidFill>
                  <a:srgbClr val="585858"/>
                </a:solidFill>
                <a:latin typeface="+mn-lt"/>
                <a:cs typeface="Calibri"/>
              </a:rPr>
              <a:t>concernant</a:t>
            </a:r>
            <a:r>
              <a:rPr lang="fr-FR" sz="1200" spc="70" dirty="0" smtClean="0">
                <a:solidFill>
                  <a:srgbClr val="585858"/>
                </a:solidFill>
                <a:latin typeface="+mn-lt"/>
                <a:cs typeface="Calibri"/>
              </a:rPr>
              <a:t> </a:t>
            </a:r>
            <a:r>
              <a:rPr lang="fr-FR" sz="1200" spc="-25" dirty="0" smtClean="0">
                <a:solidFill>
                  <a:srgbClr val="585858"/>
                </a:solidFill>
                <a:latin typeface="+mn-lt"/>
                <a:cs typeface="Calibri"/>
              </a:rPr>
              <a:t>le </a:t>
            </a:r>
            <a:r>
              <a:rPr lang="fr-FR" sz="1200" dirty="0" smtClean="0">
                <a:solidFill>
                  <a:srgbClr val="585858"/>
                </a:solidFill>
                <a:latin typeface="+mn-lt"/>
                <a:cs typeface="Calibri"/>
              </a:rPr>
              <a:t>partitionnement</a:t>
            </a:r>
            <a:r>
              <a:rPr lang="fr-FR" sz="1200" spc="30" dirty="0" smtClean="0">
                <a:solidFill>
                  <a:srgbClr val="585858"/>
                </a:solidFill>
                <a:latin typeface="+mn-lt"/>
                <a:cs typeface="Calibri"/>
              </a:rPr>
              <a:t> </a:t>
            </a:r>
            <a:r>
              <a:rPr lang="fr-FR" sz="1200" dirty="0" smtClean="0">
                <a:solidFill>
                  <a:srgbClr val="585858"/>
                </a:solidFill>
                <a:latin typeface="+mn-lt"/>
                <a:cs typeface="Calibri"/>
              </a:rPr>
              <a:t>d’un</a:t>
            </a:r>
            <a:r>
              <a:rPr lang="fr-FR" sz="1200" spc="15"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25" dirty="0" smtClean="0">
                <a:solidFill>
                  <a:srgbClr val="585858"/>
                </a:solidFill>
                <a:latin typeface="+mn-lt"/>
                <a:cs typeface="Calibri"/>
              </a:rPr>
              <a:t> </a:t>
            </a:r>
            <a:r>
              <a:rPr lang="fr-FR" sz="1200" dirty="0" smtClean="0">
                <a:solidFill>
                  <a:srgbClr val="585858"/>
                </a:solidFill>
                <a:latin typeface="+mn-lt"/>
                <a:cs typeface="Calibri"/>
              </a:rPr>
              <a:t>est</a:t>
            </a:r>
            <a:r>
              <a:rPr lang="fr-FR" sz="1200" spc="25" dirty="0" smtClean="0">
                <a:solidFill>
                  <a:srgbClr val="585858"/>
                </a:solidFill>
                <a:latin typeface="+mn-lt"/>
                <a:cs typeface="Calibri"/>
              </a:rPr>
              <a:t> </a:t>
            </a:r>
            <a:r>
              <a:rPr lang="fr-FR" sz="1200" dirty="0" smtClean="0">
                <a:solidFill>
                  <a:srgbClr val="585858"/>
                </a:solidFill>
                <a:latin typeface="+mn-lt"/>
                <a:cs typeface="Calibri"/>
              </a:rPr>
              <a:t>sauvegardée</a:t>
            </a:r>
            <a:r>
              <a:rPr lang="fr-FR" sz="1200" spc="30" dirty="0" smtClean="0">
                <a:solidFill>
                  <a:srgbClr val="585858"/>
                </a:solidFill>
                <a:latin typeface="+mn-lt"/>
                <a:cs typeface="Calibri"/>
              </a:rPr>
              <a:t> </a:t>
            </a:r>
            <a:r>
              <a:rPr lang="fr-FR" sz="1200" dirty="0" smtClean="0">
                <a:solidFill>
                  <a:srgbClr val="585858"/>
                </a:solidFill>
                <a:latin typeface="+mn-lt"/>
                <a:cs typeface="Calibri"/>
              </a:rPr>
              <a:t>dans</a:t>
            </a:r>
            <a:r>
              <a:rPr lang="fr-FR" sz="1200" spc="30" dirty="0" smtClean="0">
                <a:solidFill>
                  <a:srgbClr val="585858"/>
                </a:solidFill>
                <a:latin typeface="+mn-lt"/>
                <a:cs typeface="Calibri"/>
              </a:rPr>
              <a:t> </a:t>
            </a:r>
            <a:r>
              <a:rPr lang="fr-FR" sz="1200" dirty="0" smtClean="0">
                <a:solidFill>
                  <a:srgbClr val="585858"/>
                </a:solidFill>
                <a:latin typeface="+mn-lt"/>
                <a:cs typeface="Calibri"/>
              </a:rPr>
              <a:t>son</a:t>
            </a:r>
            <a:r>
              <a:rPr lang="fr-FR" sz="1200" spc="15" dirty="0" smtClean="0">
                <a:solidFill>
                  <a:srgbClr val="585858"/>
                </a:solidFill>
                <a:latin typeface="+mn-lt"/>
                <a:cs typeface="Calibri"/>
              </a:rPr>
              <a:t> </a:t>
            </a:r>
            <a:r>
              <a:rPr lang="fr-FR" sz="1200" dirty="0" smtClean="0">
                <a:solidFill>
                  <a:srgbClr val="585858"/>
                </a:solidFill>
                <a:latin typeface="+mn-lt"/>
                <a:cs typeface="Calibri"/>
              </a:rPr>
              <a:t>premier</a:t>
            </a:r>
            <a:r>
              <a:rPr lang="fr-FR" sz="1200" spc="15" dirty="0" smtClean="0">
                <a:solidFill>
                  <a:srgbClr val="585858"/>
                </a:solidFill>
                <a:latin typeface="+mn-lt"/>
                <a:cs typeface="Calibri"/>
              </a:rPr>
              <a:t> </a:t>
            </a:r>
            <a:r>
              <a:rPr lang="fr-FR" sz="1200" dirty="0" smtClean="0">
                <a:solidFill>
                  <a:srgbClr val="585858"/>
                </a:solidFill>
                <a:latin typeface="+mn-lt"/>
                <a:cs typeface="Calibri"/>
              </a:rPr>
              <a:t>secteur</a:t>
            </a:r>
            <a:r>
              <a:rPr lang="fr-FR" sz="1200" spc="20" dirty="0" smtClean="0">
                <a:solidFill>
                  <a:srgbClr val="585858"/>
                </a:solidFill>
                <a:latin typeface="+mn-lt"/>
                <a:cs typeface="Calibri"/>
              </a:rPr>
              <a:t> </a:t>
            </a:r>
            <a:r>
              <a:rPr lang="fr-FR" sz="1200" dirty="0" smtClean="0">
                <a:solidFill>
                  <a:srgbClr val="585858"/>
                </a:solidFill>
                <a:latin typeface="+mn-lt"/>
                <a:cs typeface="Calibri"/>
              </a:rPr>
              <a:t>(secteur</a:t>
            </a:r>
            <a:r>
              <a:rPr lang="fr-FR" sz="1200" spc="15" dirty="0" smtClean="0">
                <a:solidFill>
                  <a:srgbClr val="585858"/>
                </a:solidFill>
                <a:latin typeface="+mn-lt"/>
                <a:cs typeface="Calibri"/>
              </a:rPr>
              <a:t> </a:t>
            </a:r>
            <a:r>
              <a:rPr lang="fr-FR" sz="1200" dirty="0" smtClean="0">
                <a:solidFill>
                  <a:srgbClr val="585858"/>
                </a:solidFill>
                <a:latin typeface="+mn-lt"/>
                <a:cs typeface="Calibri"/>
              </a:rPr>
              <a:t>zéro),</a:t>
            </a:r>
            <a:r>
              <a:rPr lang="fr-FR" sz="1200" spc="305" dirty="0" smtClean="0">
                <a:solidFill>
                  <a:srgbClr val="585858"/>
                </a:solidFill>
                <a:latin typeface="+mn-lt"/>
                <a:cs typeface="Calibri"/>
              </a:rPr>
              <a:t> </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36</a:t>
            </a:fld>
            <a:endParaRPr lang="fr-FR"/>
          </a:p>
        </p:txBody>
      </p:sp>
    </p:spTree>
    <p:extLst>
      <p:ext uri="{BB962C8B-B14F-4D97-AF65-F5344CB8AC3E}">
        <p14:creationId xmlns:p14="http://schemas.microsoft.com/office/powerpoint/2010/main" val="40579127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Son</a:t>
            </a:r>
            <a:r>
              <a:rPr lang="fr-FR" sz="1200" spc="-35" dirty="0" smtClean="0">
                <a:solidFill>
                  <a:srgbClr val="585858"/>
                </a:solidFill>
                <a:latin typeface="+mn-lt"/>
                <a:cs typeface="Calibri"/>
              </a:rPr>
              <a:t> </a:t>
            </a:r>
            <a:r>
              <a:rPr lang="fr-FR" sz="1200" dirty="0" smtClean="0">
                <a:solidFill>
                  <a:srgbClr val="585858"/>
                </a:solidFill>
                <a:latin typeface="+mn-lt"/>
                <a:cs typeface="Calibri"/>
              </a:rPr>
              <a:t>contenu</a:t>
            </a:r>
            <a:r>
              <a:rPr lang="fr-FR" sz="1200" spc="-35" dirty="0" smtClean="0">
                <a:solidFill>
                  <a:srgbClr val="585858"/>
                </a:solidFill>
                <a:latin typeface="+mn-lt"/>
                <a:cs typeface="Calibri"/>
              </a:rPr>
              <a:t> </a:t>
            </a:r>
            <a:r>
              <a:rPr lang="fr-FR" sz="1200" dirty="0" smtClean="0">
                <a:solidFill>
                  <a:srgbClr val="585858"/>
                </a:solidFill>
                <a:latin typeface="+mn-lt"/>
                <a:cs typeface="Calibri"/>
              </a:rPr>
              <a:t>est</a:t>
            </a:r>
            <a:r>
              <a:rPr lang="fr-FR" sz="1200" spc="-45" dirty="0" smtClean="0">
                <a:solidFill>
                  <a:srgbClr val="585858"/>
                </a:solidFill>
                <a:latin typeface="+mn-lt"/>
                <a:cs typeface="Calibri"/>
              </a:rPr>
              <a:t> </a:t>
            </a:r>
            <a:r>
              <a:rPr lang="fr-FR" sz="1200" dirty="0" smtClean="0">
                <a:solidFill>
                  <a:srgbClr val="585858"/>
                </a:solidFill>
                <a:latin typeface="+mn-lt"/>
                <a:cs typeface="Calibri"/>
              </a:rPr>
              <a:t>avec</a:t>
            </a:r>
            <a:r>
              <a:rPr lang="fr-FR" sz="1200" spc="-50" dirty="0" smtClean="0">
                <a:solidFill>
                  <a:srgbClr val="585858"/>
                </a:solidFill>
                <a:latin typeface="+mn-lt"/>
                <a:cs typeface="Calibri"/>
              </a:rPr>
              <a:t> </a:t>
            </a:r>
            <a:r>
              <a:rPr lang="fr-FR" sz="1200" dirty="0" smtClean="0">
                <a:solidFill>
                  <a:srgbClr val="585858"/>
                </a:solidFill>
                <a:latin typeface="+mn-lt"/>
                <a:cs typeface="Calibri"/>
              </a:rPr>
              <a:t>moins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d’altération,</a:t>
            </a:r>
            <a:r>
              <a:rPr lang="fr-FR" sz="1200" dirty="0" smtClean="0">
                <a:solidFill>
                  <a:srgbClr val="585858"/>
                </a:solidFill>
                <a:latin typeface="+mn-lt"/>
                <a:cs typeface="Calibri"/>
              </a:rPr>
              <a:t> ce</a:t>
            </a:r>
            <a:r>
              <a:rPr lang="fr-FR" sz="1200" spc="-25" dirty="0" smtClean="0">
                <a:solidFill>
                  <a:srgbClr val="585858"/>
                </a:solidFill>
                <a:latin typeface="+mn-lt"/>
                <a:cs typeface="Calibri"/>
              </a:rPr>
              <a:t> </a:t>
            </a:r>
            <a:r>
              <a:rPr lang="fr-FR" sz="1200" dirty="0" smtClean="0">
                <a:solidFill>
                  <a:srgbClr val="585858"/>
                </a:solidFill>
                <a:latin typeface="+mn-lt"/>
                <a:cs typeface="Calibri"/>
              </a:rPr>
              <a:t>qui</a:t>
            </a:r>
            <a:r>
              <a:rPr lang="fr-FR" sz="1200" spc="-45" dirty="0" smtClean="0">
                <a:solidFill>
                  <a:srgbClr val="585858"/>
                </a:solidFill>
                <a:latin typeface="+mn-lt"/>
                <a:cs typeface="Calibri"/>
              </a:rPr>
              <a:t> </a:t>
            </a:r>
            <a:r>
              <a:rPr lang="fr-FR" sz="1200" dirty="0" smtClean="0">
                <a:solidFill>
                  <a:srgbClr val="585858"/>
                </a:solidFill>
                <a:latin typeface="+mn-lt"/>
                <a:cs typeface="Calibri"/>
              </a:rPr>
              <a:t>rend</a:t>
            </a:r>
            <a:r>
              <a:rPr lang="fr-FR" sz="1200" spc="-35" dirty="0" smtClean="0">
                <a:solidFill>
                  <a:srgbClr val="585858"/>
                </a:solidFill>
                <a:latin typeface="+mn-lt"/>
                <a:cs typeface="Calibri"/>
              </a:rPr>
              <a:t> </a:t>
            </a:r>
            <a:r>
              <a:rPr lang="fr-FR" sz="1200" dirty="0" smtClean="0">
                <a:solidFill>
                  <a:srgbClr val="585858"/>
                </a:solidFill>
                <a:latin typeface="+mn-lt"/>
                <a:cs typeface="Calibri"/>
              </a:rPr>
              <a:t>le</a:t>
            </a:r>
            <a:r>
              <a:rPr lang="fr-FR" sz="1200" spc="-25"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illisible.</a:t>
            </a:r>
            <a:endParaRPr lang="fr-FR" sz="1200" dirty="0" smtClean="0">
              <a:latin typeface="+mn-lt"/>
              <a:cs typeface="Calibri"/>
            </a:endParaRPr>
          </a:p>
          <a:p>
            <a:r>
              <a:rPr lang="fr-FR" sz="1200" dirty="0" smtClean="0">
                <a:solidFill>
                  <a:srgbClr val="585858"/>
                </a:solidFill>
                <a:latin typeface="+mn-lt"/>
                <a:cs typeface="Calibri"/>
              </a:rPr>
              <a:t>Au</a:t>
            </a:r>
            <a:r>
              <a:rPr lang="fr-FR" sz="1200" spc="-20" dirty="0" smtClean="0">
                <a:solidFill>
                  <a:srgbClr val="585858"/>
                </a:solidFill>
                <a:latin typeface="+mn-lt"/>
                <a:cs typeface="Calibri"/>
              </a:rPr>
              <a:t> </a:t>
            </a:r>
            <a:r>
              <a:rPr lang="fr-FR" sz="1200" dirty="0" smtClean="0">
                <a:solidFill>
                  <a:srgbClr val="585858"/>
                </a:solidFill>
                <a:latin typeface="+mn-lt"/>
                <a:cs typeface="Calibri"/>
              </a:rPr>
              <a:t>démarrage</a:t>
            </a:r>
            <a:r>
              <a:rPr lang="fr-FR" sz="1200" spc="-5" dirty="0" smtClean="0">
                <a:solidFill>
                  <a:srgbClr val="585858"/>
                </a:solidFill>
                <a:latin typeface="+mn-lt"/>
                <a:cs typeface="Calibri"/>
              </a:rPr>
              <a:t> </a:t>
            </a:r>
            <a:r>
              <a:rPr lang="fr-FR" sz="1200" dirty="0" smtClean="0">
                <a:solidFill>
                  <a:srgbClr val="585858"/>
                </a:solidFill>
                <a:latin typeface="+mn-lt"/>
                <a:cs typeface="Calibri"/>
              </a:rPr>
              <a:t>du</a:t>
            </a:r>
            <a:r>
              <a:rPr lang="fr-FR" sz="1200" spc="-15" dirty="0" smtClean="0">
                <a:solidFill>
                  <a:srgbClr val="585858"/>
                </a:solidFill>
                <a:latin typeface="+mn-lt"/>
                <a:cs typeface="Calibri"/>
              </a:rPr>
              <a:t> </a:t>
            </a:r>
            <a:r>
              <a:rPr lang="fr-FR" sz="1200" dirty="0" smtClean="0">
                <a:solidFill>
                  <a:srgbClr val="585858"/>
                </a:solidFill>
                <a:latin typeface="+mn-lt"/>
                <a:cs typeface="Calibri"/>
              </a:rPr>
              <a:t>PC,</a:t>
            </a:r>
            <a:r>
              <a:rPr lang="fr-FR" sz="1200" spc="-25" dirty="0" smtClean="0">
                <a:solidFill>
                  <a:srgbClr val="585858"/>
                </a:solidFill>
                <a:latin typeface="+mn-lt"/>
                <a:cs typeface="Calibri"/>
              </a:rPr>
              <a:t> </a:t>
            </a:r>
            <a:r>
              <a:rPr lang="fr-FR" sz="1200" dirty="0" smtClean="0">
                <a:solidFill>
                  <a:srgbClr val="585858"/>
                </a:solidFill>
                <a:latin typeface="+mn-lt"/>
                <a:cs typeface="Calibri"/>
              </a:rPr>
              <a:t>lorsque</a:t>
            </a:r>
            <a:r>
              <a:rPr lang="fr-FR" sz="1200" spc="-5" dirty="0" smtClean="0">
                <a:solidFill>
                  <a:srgbClr val="585858"/>
                </a:solidFill>
                <a:latin typeface="+mn-lt"/>
                <a:cs typeface="Calibri"/>
              </a:rPr>
              <a:t> </a:t>
            </a:r>
            <a:r>
              <a:rPr lang="fr-FR" sz="1200" dirty="0" smtClean="0">
                <a:solidFill>
                  <a:srgbClr val="585858"/>
                </a:solidFill>
                <a:latin typeface="+mn-lt"/>
                <a:cs typeface="Calibri"/>
              </a:rPr>
              <a:t>le</a:t>
            </a:r>
            <a:r>
              <a:rPr lang="fr-FR" sz="1200" spc="15" dirty="0" smtClean="0">
                <a:solidFill>
                  <a:srgbClr val="585858"/>
                </a:solidFill>
                <a:latin typeface="+mn-lt"/>
                <a:cs typeface="Calibri"/>
              </a:rPr>
              <a:t> </a:t>
            </a:r>
            <a:r>
              <a:rPr lang="fr-FR" sz="1200" dirty="0" smtClean="0">
                <a:solidFill>
                  <a:srgbClr val="585858"/>
                </a:solidFill>
                <a:latin typeface="+mn-lt"/>
                <a:cs typeface="Calibri"/>
              </a:rPr>
              <a:t>BIOS</a:t>
            </a:r>
            <a:r>
              <a:rPr lang="fr-FR" sz="1200" spc="-15" dirty="0" smtClean="0">
                <a:solidFill>
                  <a:srgbClr val="585858"/>
                </a:solidFill>
                <a:latin typeface="+mn-lt"/>
                <a:cs typeface="Calibri"/>
              </a:rPr>
              <a:t> </a:t>
            </a:r>
            <a:r>
              <a:rPr lang="fr-FR" sz="1200" dirty="0" smtClean="0">
                <a:solidFill>
                  <a:srgbClr val="585858"/>
                </a:solidFill>
                <a:latin typeface="+mn-lt"/>
                <a:cs typeface="Calibri"/>
              </a:rPr>
              <a:t>a</a:t>
            </a:r>
            <a:r>
              <a:rPr lang="fr-FR" sz="1200" spc="-15" dirty="0" smtClean="0">
                <a:solidFill>
                  <a:srgbClr val="585858"/>
                </a:solidFill>
                <a:latin typeface="+mn-lt"/>
                <a:cs typeface="Calibri"/>
              </a:rPr>
              <a:t> </a:t>
            </a:r>
            <a:r>
              <a:rPr lang="fr-FR" sz="1200" dirty="0" smtClean="0">
                <a:solidFill>
                  <a:srgbClr val="585858"/>
                </a:solidFill>
                <a:latin typeface="+mn-lt"/>
                <a:cs typeface="Calibri"/>
              </a:rPr>
              <a:t>terminé</a:t>
            </a:r>
            <a:r>
              <a:rPr lang="fr-FR" sz="1200" spc="-5" dirty="0" smtClean="0">
                <a:solidFill>
                  <a:srgbClr val="585858"/>
                </a:solidFill>
                <a:latin typeface="+mn-lt"/>
                <a:cs typeface="Calibri"/>
              </a:rPr>
              <a:t> </a:t>
            </a:r>
            <a:r>
              <a:rPr lang="fr-FR" sz="1200" dirty="0" smtClean="0">
                <a:solidFill>
                  <a:srgbClr val="585858"/>
                </a:solidFill>
                <a:latin typeface="+mn-lt"/>
                <a:cs typeface="Calibri"/>
              </a:rPr>
              <a:t>les </a:t>
            </a:r>
            <a:r>
              <a:rPr lang="fr-FR" sz="1200" spc="-10" dirty="0" smtClean="0">
                <a:solidFill>
                  <a:srgbClr val="585858"/>
                </a:solidFill>
                <a:latin typeface="+mn-lt"/>
                <a:cs typeface="Calibri"/>
              </a:rPr>
              <a:t>instructions</a:t>
            </a:r>
            <a:r>
              <a:rPr lang="fr-FR" sz="1200" dirty="0" smtClean="0">
                <a:solidFill>
                  <a:srgbClr val="585858"/>
                </a:solidFill>
                <a:latin typeface="+mn-lt"/>
                <a:cs typeface="Calibri"/>
              </a:rPr>
              <a:t> d'initialisation</a:t>
            </a:r>
            <a:r>
              <a:rPr lang="fr-FR" sz="1200" spc="-15" dirty="0" smtClean="0">
                <a:solidFill>
                  <a:srgbClr val="585858"/>
                </a:solidFill>
                <a:latin typeface="+mn-lt"/>
                <a:cs typeface="Calibri"/>
              </a:rPr>
              <a:t> </a:t>
            </a:r>
            <a:r>
              <a:rPr lang="fr-FR" sz="1200" dirty="0" smtClean="0">
                <a:solidFill>
                  <a:srgbClr val="585858"/>
                </a:solidFill>
                <a:latin typeface="+mn-lt"/>
                <a:cs typeface="Calibri"/>
              </a:rPr>
              <a:t>(POST =</a:t>
            </a:r>
            <a:r>
              <a:rPr lang="fr-FR" sz="1200" spc="-10" dirty="0" smtClean="0">
                <a:solidFill>
                  <a:srgbClr val="585858"/>
                </a:solidFill>
                <a:latin typeface="+mn-lt"/>
                <a:cs typeface="Calibri"/>
              </a:rPr>
              <a:t> </a:t>
            </a:r>
            <a:r>
              <a:rPr lang="fr-FR" sz="1200" i="1" spc="-10" dirty="0" smtClean="0">
                <a:solidFill>
                  <a:srgbClr val="585858"/>
                </a:solidFill>
                <a:latin typeface="+mn-lt"/>
                <a:cs typeface="Calibri"/>
              </a:rPr>
              <a:t>Power-</a:t>
            </a:r>
            <a:r>
              <a:rPr lang="fr-FR" sz="1200" i="1" dirty="0" smtClean="0">
                <a:solidFill>
                  <a:srgbClr val="585858"/>
                </a:solidFill>
                <a:latin typeface="+mn-lt"/>
                <a:cs typeface="Calibri"/>
              </a:rPr>
              <a:t>On</a:t>
            </a:r>
            <a:r>
              <a:rPr lang="fr-FR" sz="1200" i="1" spc="-10" dirty="0" smtClean="0">
                <a:solidFill>
                  <a:srgbClr val="585858"/>
                </a:solidFill>
                <a:latin typeface="+mn-lt"/>
                <a:cs typeface="Calibri"/>
              </a:rPr>
              <a:t> </a:t>
            </a:r>
            <a:r>
              <a:rPr lang="fr-FR" sz="1200" i="1" dirty="0" smtClean="0">
                <a:solidFill>
                  <a:srgbClr val="585858"/>
                </a:solidFill>
                <a:latin typeface="+mn-lt"/>
                <a:cs typeface="Calibri"/>
              </a:rPr>
              <a:t>Self</a:t>
            </a:r>
            <a:r>
              <a:rPr lang="fr-FR" sz="1200" i="1" spc="-15" dirty="0" smtClean="0">
                <a:solidFill>
                  <a:srgbClr val="585858"/>
                </a:solidFill>
                <a:latin typeface="+mn-lt"/>
                <a:cs typeface="Calibri"/>
              </a:rPr>
              <a:t> </a:t>
            </a:r>
            <a:r>
              <a:rPr lang="fr-FR" sz="1200" i="1" spc="-20" dirty="0" smtClean="0">
                <a:solidFill>
                  <a:srgbClr val="585858"/>
                </a:solidFill>
                <a:latin typeface="+mn-lt"/>
                <a:cs typeface="Calibri"/>
              </a:rPr>
              <a:t>Test</a:t>
            </a:r>
            <a:r>
              <a:rPr lang="fr-FR" sz="1200" spc="-20" dirty="0" smtClean="0">
                <a:solidFill>
                  <a:srgbClr val="585858"/>
                </a:solidFill>
                <a:latin typeface="+mn-lt"/>
                <a:cs typeface="Calibri"/>
              </a:rPr>
              <a:t>)</a:t>
            </a:r>
            <a:r>
              <a:rPr lang="fr-FR" sz="1200" spc="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dernière</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instruction</a:t>
            </a:r>
            <a:r>
              <a:rPr lang="fr-FR" sz="1200" spc="-15" dirty="0" smtClean="0">
                <a:solidFill>
                  <a:srgbClr val="585858"/>
                </a:solidFill>
                <a:latin typeface="+mn-lt"/>
                <a:cs typeface="Calibri"/>
              </a:rPr>
              <a:t> </a:t>
            </a:r>
            <a:r>
              <a:rPr lang="fr-FR" sz="1200" dirty="0" smtClean="0">
                <a:solidFill>
                  <a:srgbClr val="585858"/>
                </a:solidFill>
                <a:latin typeface="+mn-lt"/>
                <a:cs typeface="Calibri"/>
              </a:rPr>
              <a:t>qu'il </a:t>
            </a:r>
            <a:r>
              <a:rPr lang="fr-FR" sz="1200" spc="-10" dirty="0" smtClean="0">
                <a:solidFill>
                  <a:srgbClr val="585858"/>
                </a:solidFill>
                <a:latin typeface="+mn-lt"/>
                <a:cs typeface="Calibri"/>
              </a:rPr>
              <a:t>exécute</a:t>
            </a:r>
            <a:r>
              <a:rPr lang="fr-FR" sz="1200" spc="-5" dirty="0" smtClean="0">
                <a:solidFill>
                  <a:srgbClr val="585858"/>
                </a:solidFill>
                <a:latin typeface="+mn-lt"/>
                <a:cs typeface="Calibri"/>
              </a:rPr>
              <a:t> </a:t>
            </a:r>
            <a:r>
              <a:rPr lang="fr-FR" sz="1200" dirty="0" smtClean="0">
                <a:solidFill>
                  <a:srgbClr val="585858"/>
                </a:solidFill>
                <a:latin typeface="+mn-lt"/>
                <a:cs typeface="Calibri"/>
              </a:rPr>
              <a:t>envoie</a:t>
            </a:r>
            <a:r>
              <a:rPr lang="fr-FR" sz="1200" spc="15" dirty="0" smtClean="0">
                <a:solidFill>
                  <a:srgbClr val="585858"/>
                </a:solidFill>
                <a:latin typeface="+mn-lt"/>
                <a:cs typeface="Calibri"/>
              </a:rPr>
              <a:t> </a:t>
            </a:r>
            <a:r>
              <a:rPr lang="fr-FR" sz="1200" dirty="0" smtClean="0">
                <a:solidFill>
                  <a:srgbClr val="585858"/>
                </a:solidFill>
                <a:latin typeface="+mn-lt"/>
                <a:cs typeface="Calibri"/>
              </a:rPr>
              <a:t>la</a:t>
            </a:r>
            <a:r>
              <a:rPr lang="fr-FR" sz="1200" spc="-15" dirty="0" smtClean="0">
                <a:solidFill>
                  <a:srgbClr val="585858"/>
                </a:solidFill>
                <a:latin typeface="+mn-lt"/>
                <a:cs typeface="Calibri"/>
              </a:rPr>
              <a:t> </a:t>
            </a:r>
            <a:r>
              <a:rPr lang="fr-FR" sz="1200" dirty="0" smtClean="0">
                <a:solidFill>
                  <a:srgbClr val="585858"/>
                </a:solidFill>
                <a:latin typeface="+mn-lt"/>
                <a:cs typeface="Calibri"/>
              </a:rPr>
              <a:t>tête</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a:t>
            </a:r>
            <a:r>
              <a:rPr lang="fr-FR" sz="1200" dirty="0" smtClean="0">
                <a:solidFill>
                  <a:srgbClr val="585858"/>
                </a:solidFill>
                <a:latin typeface="+mn-lt"/>
                <a:cs typeface="Calibri"/>
              </a:rPr>
              <a:t>lecture</a:t>
            </a:r>
            <a:r>
              <a:rPr lang="fr-FR" sz="1200" spc="15" dirty="0" smtClean="0">
                <a:solidFill>
                  <a:srgbClr val="585858"/>
                </a:solidFill>
                <a:latin typeface="+mn-lt"/>
                <a:cs typeface="Calibri"/>
              </a:rPr>
              <a:t> </a:t>
            </a:r>
            <a:r>
              <a:rPr lang="fr-FR" sz="1200" spc="-20" dirty="0" smtClean="0">
                <a:solidFill>
                  <a:srgbClr val="585858"/>
                </a:solidFill>
                <a:latin typeface="+mn-lt"/>
                <a:cs typeface="Calibri"/>
              </a:rPr>
              <a:t>lire </a:t>
            </a:r>
            <a:r>
              <a:rPr lang="fr-FR" sz="1200" dirty="0" smtClean="0">
                <a:solidFill>
                  <a:srgbClr val="585858"/>
                </a:solidFill>
                <a:latin typeface="+mn-lt"/>
                <a:cs typeface="Calibri"/>
              </a:rPr>
              <a:t>le</a:t>
            </a:r>
            <a:r>
              <a:rPr lang="fr-FR" sz="1200" spc="60" dirty="0" smtClean="0">
                <a:solidFill>
                  <a:srgbClr val="585858"/>
                </a:solidFill>
                <a:latin typeface="+mn-lt"/>
                <a:cs typeface="Calibri"/>
              </a:rPr>
              <a:t> </a:t>
            </a:r>
            <a:r>
              <a:rPr lang="fr-FR" sz="1200" dirty="0" smtClean="0">
                <a:solidFill>
                  <a:srgbClr val="585858"/>
                </a:solidFill>
                <a:latin typeface="+mn-lt"/>
                <a:cs typeface="Calibri"/>
              </a:rPr>
              <a:t>contenu</a:t>
            </a:r>
            <a:r>
              <a:rPr lang="fr-FR" sz="1200" spc="75" dirty="0" smtClean="0">
                <a:solidFill>
                  <a:srgbClr val="585858"/>
                </a:solidFill>
                <a:latin typeface="+mn-lt"/>
                <a:cs typeface="Calibri"/>
              </a:rPr>
              <a:t> </a:t>
            </a:r>
            <a:r>
              <a:rPr lang="fr-FR" sz="1200" dirty="0" smtClean="0">
                <a:solidFill>
                  <a:srgbClr val="585858"/>
                </a:solidFill>
                <a:latin typeface="+mn-lt"/>
                <a:cs typeface="Calibri"/>
              </a:rPr>
              <a:t>de</a:t>
            </a:r>
            <a:r>
              <a:rPr lang="fr-FR" sz="1200" spc="60" dirty="0" smtClean="0">
                <a:solidFill>
                  <a:srgbClr val="585858"/>
                </a:solidFill>
                <a:latin typeface="+mn-lt"/>
                <a:cs typeface="Calibri"/>
              </a:rPr>
              <a:t> </a:t>
            </a:r>
            <a:r>
              <a:rPr lang="fr-FR" sz="1200" dirty="0" smtClean="0">
                <a:solidFill>
                  <a:srgbClr val="585858"/>
                </a:solidFill>
                <a:latin typeface="+mn-lt"/>
                <a:cs typeface="Calibri"/>
              </a:rPr>
              <a:t>ce</a:t>
            </a:r>
            <a:r>
              <a:rPr lang="fr-FR" sz="1200" spc="85" dirty="0" smtClean="0">
                <a:solidFill>
                  <a:srgbClr val="585858"/>
                </a:solidFill>
                <a:latin typeface="+mn-lt"/>
                <a:cs typeface="Calibri"/>
              </a:rPr>
              <a:t> </a:t>
            </a:r>
            <a:r>
              <a:rPr lang="fr-FR" sz="1200" dirty="0" smtClean="0">
                <a:solidFill>
                  <a:srgbClr val="585858"/>
                </a:solidFill>
                <a:latin typeface="+mn-lt"/>
                <a:cs typeface="Calibri"/>
              </a:rPr>
              <a:t>secteur</a:t>
            </a:r>
            <a:r>
              <a:rPr lang="fr-FR" sz="1200" spc="50" dirty="0" smtClean="0">
                <a:solidFill>
                  <a:srgbClr val="585858"/>
                </a:solidFill>
                <a:latin typeface="+mn-lt"/>
                <a:cs typeface="Calibri"/>
              </a:rPr>
              <a:t> </a:t>
            </a:r>
            <a:r>
              <a:rPr lang="fr-FR" sz="1200" dirty="0" smtClean="0">
                <a:solidFill>
                  <a:srgbClr val="585858"/>
                </a:solidFill>
                <a:latin typeface="+mn-lt"/>
                <a:cs typeface="Calibri"/>
              </a:rPr>
              <a:t>sur</a:t>
            </a:r>
            <a:r>
              <a:rPr lang="fr-FR" sz="1200" spc="70" dirty="0" smtClean="0">
                <a:solidFill>
                  <a:srgbClr val="585858"/>
                </a:solidFill>
                <a:latin typeface="+mn-lt"/>
                <a:cs typeface="Calibri"/>
              </a:rPr>
              <a:t> </a:t>
            </a:r>
            <a:r>
              <a:rPr lang="fr-FR" sz="1200" dirty="0" smtClean="0">
                <a:solidFill>
                  <a:srgbClr val="585858"/>
                </a:solidFill>
                <a:latin typeface="+mn-lt"/>
                <a:cs typeface="Calibri"/>
              </a:rPr>
              <a:t>le</a:t>
            </a:r>
            <a:r>
              <a:rPr lang="fr-FR" sz="1200" spc="85"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60" dirty="0" smtClean="0">
                <a:solidFill>
                  <a:srgbClr val="585858"/>
                </a:solidFill>
                <a:latin typeface="+mn-lt"/>
                <a:cs typeface="Calibri"/>
              </a:rPr>
              <a:t> </a:t>
            </a:r>
            <a:r>
              <a:rPr lang="fr-FR" sz="1200" dirty="0" smtClean="0">
                <a:solidFill>
                  <a:srgbClr val="585858"/>
                </a:solidFill>
                <a:latin typeface="+mn-lt"/>
                <a:cs typeface="Calibri"/>
              </a:rPr>
              <a:t>que</a:t>
            </a:r>
            <a:r>
              <a:rPr lang="fr-FR" sz="1200" spc="75" dirty="0" smtClean="0">
                <a:solidFill>
                  <a:srgbClr val="585858"/>
                </a:solidFill>
                <a:latin typeface="+mn-lt"/>
                <a:cs typeface="Calibri"/>
              </a:rPr>
              <a:t> </a:t>
            </a:r>
            <a:r>
              <a:rPr lang="fr-FR" sz="1200" dirty="0" smtClean="0">
                <a:solidFill>
                  <a:srgbClr val="585858"/>
                </a:solidFill>
                <a:latin typeface="+mn-lt"/>
                <a:cs typeface="Calibri"/>
              </a:rPr>
              <a:t>le</a:t>
            </a:r>
            <a:r>
              <a:rPr lang="fr-FR" sz="1200" spc="85" dirty="0" smtClean="0">
                <a:solidFill>
                  <a:srgbClr val="585858"/>
                </a:solidFill>
                <a:latin typeface="+mn-lt"/>
                <a:cs typeface="Calibri"/>
              </a:rPr>
              <a:t> </a:t>
            </a:r>
            <a:r>
              <a:rPr lang="fr-FR" sz="1200" dirty="0" smtClean="0">
                <a:solidFill>
                  <a:srgbClr val="585858"/>
                </a:solidFill>
                <a:latin typeface="+mn-lt"/>
                <a:cs typeface="Calibri"/>
              </a:rPr>
              <a:t>BIOS</a:t>
            </a:r>
            <a:r>
              <a:rPr lang="fr-FR" sz="1200" spc="60" dirty="0" smtClean="0">
                <a:solidFill>
                  <a:srgbClr val="585858"/>
                </a:solidFill>
                <a:latin typeface="+mn-lt"/>
                <a:cs typeface="Calibri"/>
              </a:rPr>
              <a:t> </a:t>
            </a:r>
            <a:r>
              <a:rPr lang="fr-FR" sz="1200" dirty="0" smtClean="0">
                <a:solidFill>
                  <a:srgbClr val="585858"/>
                </a:solidFill>
                <a:latin typeface="+mn-lt"/>
                <a:cs typeface="Calibri"/>
              </a:rPr>
              <a:t>a</a:t>
            </a:r>
            <a:r>
              <a:rPr lang="fr-FR" sz="1200" spc="55" dirty="0" smtClean="0">
                <a:solidFill>
                  <a:srgbClr val="585858"/>
                </a:solidFill>
                <a:latin typeface="+mn-lt"/>
                <a:cs typeface="Calibri"/>
              </a:rPr>
              <a:t> </a:t>
            </a:r>
            <a:r>
              <a:rPr lang="fr-FR" sz="1200" dirty="0" smtClean="0">
                <a:solidFill>
                  <a:srgbClr val="585858"/>
                </a:solidFill>
                <a:latin typeface="+mn-lt"/>
                <a:cs typeface="Calibri"/>
              </a:rPr>
              <a:t>enregistré</a:t>
            </a:r>
            <a:r>
              <a:rPr lang="fr-FR" sz="1200" spc="65" dirty="0" smtClean="0">
                <a:solidFill>
                  <a:srgbClr val="585858"/>
                </a:solidFill>
                <a:latin typeface="+mn-lt"/>
                <a:cs typeface="Calibri"/>
              </a:rPr>
              <a:t> </a:t>
            </a:r>
            <a:r>
              <a:rPr lang="fr-FR" sz="1200" dirty="0" smtClean="0">
                <a:solidFill>
                  <a:srgbClr val="585858"/>
                </a:solidFill>
                <a:latin typeface="+mn-lt"/>
                <a:cs typeface="Calibri"/>
              </a:rPr>
              <a:t>comme</a:t>
            </a:r>
            <a:r>
              <a:rPr lang="fr-FR" sz="1200" spc="65"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60" dirty="0" smtClean="0">
                <a:solidFill>
                  <a:srgbClr val="585858"/>
                </a:solidFill>
                <a:latin typeface="+mn-lt"/>
                <a:cs typeface="Calibri"/>
              </a:rPr>
              <a:t> </a:t>
            </a:r>
            <a:r>
              <a:rPr lang="fr-FR" sz="1200" dirty="0" smtClean="0">
                <a:solidFill>
                  <a:srgbClr val="585858"/>
                </a:solidFill>
                <a:latin typeface="+mn-lt"/>
                <a:cs typeface="Calibri"/>
              </a:rPr>
              <a:t>de</a:t>
            </a:r>
            <a:r>
              <a:rPr lang="fr-FR" sz="1200" spc="60" dirty="0" smtClean="0">
                <a:solidFill>
                  <a:srgbClr val="585858"/>
                </a:solidFill>
                <a:latin typeface="+mn-lt"/>
                <a:cs typeface="Calibri"/>
              </a:rPr>
              <a:t> </a:t>
            </a:r>
            <a:r>
              <a:rPr lang="fr-FR" sz="1200" dirty="0" smtClean="0">
                <a:solidFill>
                  <a:srgbClr val="585858"/>
                </a:solidFill>
                <a:latin typeface="+mn-lt"/>
                <a:cs typeface="Calibri"/>
              </a:rPr>
              <a:t>démarrage.</a:t>
            </a:r>
            <a:r>
              <a:rPr lang="fr-FR" sz="1200" spc="65" dirty="0" smtClean="0">
                <a:solidFill>
                  <a:srgbClr val="585858"/>
                </a:solidFill>
                <a:latin typeface="+mn-lt"/>
                <a:cs typeface="Calibri"/>
              </a:rPr>
              <a:t> </a:t>
            </a:r>
            <a:r>
              <a:rPr lang="fr-FR" sz="1200" dirty="0" smtClean="0">
                <a:solidFill>
                  <a:srgbClr val="585858"/>
                </a:solidFill>
                <a:latin typeface="+mn-lt"/>
                <a:cs typeface="Calibri"/>
              </a:rPr>
              <a:t>La</a:t>
            </a:r>
            <a:r>
              <a:rPr lang="fr-FR" sz="1200" spc="55" dirty="0" smtClean="0">
                <a:solidFill>
                  <a:srgbClr val="585858"/>
                </a:solidFill>
                <a:latin typeface="+mn-lt"/>
                <a:cs typeface="Calibri"/>
              </a:rPr>
              <a:t> </a:t>
            </a:r>
            <a:r>
              <a:rPr lang="fr-FR" sz="1200" dirty="0" smtClean="0">
                <a:solidFill>
                  <a:srgbClr val="585858"/>
                </a:solidFill>
                <a:latin typeface="+mn-lt"/>
                <a:cs typeface="Calibri"/>
              </a:rPr>
              <a:t>suite</a:t>
            </a:r>
            <a:r>
              <a:rPr lang="fr-FR" sz="1200" spc="60" dirty="0" smtClean="0">
                <a:solidFill>
                  <a:srgbClr val="585858"/>
                </a:solidFill>
                <a:latin typeface="+mn-lt"/>
                <a:cs typeface="Calibri"/>
              </a:rPr>
              <a:t> </a:t>
            </a:r>
            <a:r>
              <a:rPr lang="fr-FR" sz="1200" dirty="0" smtClean="0">
                <a:solidFill>
                  <a:srgbClr val="585858"/>
                </a:solidFill>
                <a:latin typeface="+mn-lt"/>
                <a:cs typeface="Calibri"/>
              </a:rPr>
              <a:t>du</a:t>
            </a:r>
            <a:r>
              <a:rPr lang="fr-FR" sz="1200" spc="75" dirty="0" smtClean="0">
                <a:solidFill>
                  <a:srgbClr val="585858"/>
                </a:solidFill>
                <a:latin typeface="+mn-lt"/>
                <a:cs typeface="Calibri"/>
              </a:rPr>
              <a:t> </a:t>
            </a:r>
            <a:r>
              <a:rPr lang="fr-FR" sz="1200" dirty="0" smtClean="0">
                <a:solidFill>
                  <a:srgbClr val="585858"/>
                </a:solidFill>
                <a:latin typeface="+mn-lt"/>
                <a:cs typeface="Calibri"/>
              </a:rPr>
              <a:t>comportement</a:t>
            </a:r>
            <a:r>
              <a:rPr lang="fr-FR" sz="1200" spc="40" dirty="0" smtClean="0">
                <a:solidFill>
                  <a:srgbClr val="585858"/>
                </a:solidFill>
                <a:latin typeface="+mn-lt"/>
                <a:cs typeface="Calibri"/>
              </a:rPr>
              <a:t> </a:t>
            </a:r>
            <a:r>
              <a:rPr lang="fr-FR" sz="1200" dirty="0" smtClean="0">
                <a:solidFill>
                  <a:srgbClr val="585858"/>
                </a:solidFill>
                <a:latin typeface="+mn-lt"/>
                <a:cs typeface="Calibri"/>
              </a:rPr>
              <a:t>de</a:t>
            </a:r>
            <a:r>
              <a:rPr lang="fr-FR" sz="1200" spc="80" dirty="0" smtClean="0">
                <a:solidFill>
                  <a:srgbClr val="585858"/>
                </a:solidFill>
                <a:latin typeface="+mn-lt"/>
                <a:cs typeface="Calibri"/>
              </a:rPr>
              <a:t> </a:t>
            </a:r>
            <a:r>
              <a:rPr lang="fr-FR" sz="1200" dirty="0" smtClean="0">
                <a:solidFill>
                  <a:srgbClr val="585858"/>
                </a:solidFill>
                <a:latin typeface="+mn-lt"/>
                <a:cs typeface="Calibri"/>
              </a:rPr>
              <a:t>l'ordinateur</a:t>
            </a:r>
            <a:r>
              <a:rPr lang="fr-FR" sz="1200" spc="50" dirty="0" smtClean="0">
                <a:solidFill>
                  <a:srgbClr val="585858"/>
                </a:solidFill>
                <a:latin typeface="+mn-lt"/>
                <a:cs typeface="Calibri"/>
              </a:rPr>
              <a:t> </a:t>
            </a:r>
            <a:r>
              <a:rPr lang="fr-FR" sz="1200" dirty="0" smtClean="0">
                <a:solidFill>
                  <a:srgbClr val="585858"/>
                </a:solidFill>
                <a:latin typeface="+mn-lt"/>
                <a:cs typeface="Calibri"/>
              </a:rPr>
              <a:t>est</a:t>
            </a:r>
            <a:r>
              <a:rPr lang="fr-FR" sz="1200" spc="65" dirty="0" smtClean="0">
                <a:solidFill>
                  <a:srgbClr val="585858"/>
                </a:solidFill>
                <a:latin typeface="+mn-lt"/>
                <a:cs typeface="Calibri"/>
              </a:rPr>
              <a:t> </a:t>
            </a:r>
            <a:r>
              <a:rPr lang="fr-FR" sz="1200" dirty="0" smtClean="0">
                <a:solidFill>
                  <a:srgbClr val="585858"/>
                </a:solidFill>
                <a:latin typeface="+mn-lt"/>
                <a:cs typeface="Calibri"/>
              </a:rPr>
              <a:t>dictée</a:t>
            </a:r>
            <a:r>
              <a:rPr lang="fr-FR" sz="1200" spc="65" dirty="0" smtClean="0">
                <a:solidFill>
                  <a:srgbClr val="585858"/>
                </a:solidFill>
                <a:latin typeface="+mn-lt"/>
                <a:cs typeface="Calibri"/>
              </a:rPr>
              <a:t> </a:t>
            </a:r>
            <a:r>
              <a:rPr lang="fr-FR" sz="1200" dirty="0" smtClean="0">
                <a:solidFill>
                  <a:srgbClr val="585858"/>
                </a:solidFill>
                <a:latin typeface="+mn-lt"/>
                <a:cs typeface="Calibri"/>
              </a:rPr>
              <a:t>par</a:t>
            </a:r>
            <a:r>
              <a:rPr lang="fr-FR" sz="1200" spc="45" dirty="0" smtClean="0">
                <a:solidFill>
                  <a:srgbClr val="585858"/>
                </a:solidFill>
                <a:latin typeface="+mn-lt"/>
                <a:cs typeface="Calibri"/>
              </a:rPr>
              <a:t> </a:t>
            </a:r>
            <a:r>
              <a:rPr lang="fr-FR" sz="1200" dirty="0" smtClean="0">
                <a:solidFill>
                  <a:srgbClr val="585858"/>
                </a:solidFill>
                <a:latin typeface="+mn-lt"/>
                <a:cs typeface="Calibri"/>
              </a:rPr>
              <a:t>les</a:t>
            </a:r>
            <a:r>
              <a:rPr lang="fr-FR" sz="1200" spc="95" dirty="0" smtClean="0">
                <a:solidFill>
                  <a:srgbClr val="585858"/>
                </a:solidFill>
                <a:latin typeface="+mn-lt"/>
                <a:cs typeface="Calibri"/>
              </a:rPr>
              <a:t> </a:t>
            </a:r>
            <a:r>
              <a:rPr lang="fr-FR" sz="1200" spc="-10" dirty="0" smtClean="0">
                <a:solidFill>
                  <a:srgbClr val="585858"/>
                </a:solidFill>
                <a:latin typeface="+mn-lt"/>
                <a:cs typeface="Calibri"/>
              </a:rPr>
              <a:t>informations </a:t>
            </a:r>
            <a:r>
              <a:rPr lang="fr-FR" sz="1200" dirty="0" smtClean="0">
                <a:solidFill>
                  <a:srgbClr val="585858"/>
                </a:solidFill>
                <a:latin typeface="+mn-lt"/>
                <a:cs typeface="Calibri"/>
              </a:rPr>
              <a:t>contenues</a:t>
            </a:r>
            <a:r>
              <a:rPr lang="fr-FR" sz="1200" spc="165" dirty="0" smtClean="0">
                <a:solidFill>
                  <a:srgbClr val="585858"/>
                </a:solidFill>
                <a:latin typeface="+mn-lt"/>
                <a:cs typeface="Calibri"/>
              </a:rPr>
              <a:t> </a:t>
            </a:r>
            <a:r>
              <a:rPr lang="fr-FR" sz="1200" dirty="0" smtClean="0">
                <a:solidFill>
                  <a:srgbClr val="585858"/>
                </a:solidFill>
                <a:latin typeface="+mn-lt"/>
                <a:cs typeface="Calibri"/>
              </a:rPr>
              <a:t>dans</a:t>
            </a:r>
            <a:r>
              <a:rPr lang="fr-FR" sz="1200" spc="155" dirty="0" smtClean="0">
                <a:solidFill>
                  <a:srgbClr val="585858"/>
                </a:solidFill>
                <a:latin typeface="+mn-lt"/>
                <a:cs typeface="Calibri"/>
              </a:rPr>
              <a:t> </a:t>
            </a:r>
            <a:r>
              <a:rPr lang="fr-FR" sz="1200" dirty="0" smtClean="0">
                <a:solidFill>
                  <a:srgbClr val="585858"/>
                </a:solidFill>
                <a:latin typeface="+mn-lt"/>
                <a:cs typeface="Calibri"/>
              </a:rPr>
              <a:t>le</a:t>
            </a:r>
            <a:r>
              <a:rPr lang="fr-FR" sz="1200" spc="160" dirty="0" smtClean="0">
                <a:solidFill>
                  <a:srgbClr val="585858"/>
                </a:solidFill>
                <a:latin typeface="+mn-lt"/>
                <a:cs typeface="Calibri"/>
              </a:rPr>
              <a:t> </a:t>
            </a:r>
            <a:r>
              <a:rPr lang="fr-FR" sz="1200" dirty="0" smtClean="0">
                <a:solidFill>
                  <a:srgbClr val="585858"/>
                </a:solidFill>
                <a:latin typeface="+mn-lt"/>
                <a:cs typeface="Calibri"/>
              </a:rPr>
              <a:t>MBR.</a:t>
            </a:r>
            <a:r>
              <a:rPr lang="fr-FR" sz="1200" spc="160" dirty="0" smtClean="0">
                <a:solidFill>
                  <a:srgbClr val="585858"/>
                </a:solidFill>
                <a:latin typeface="+mn-lt"/>
                <a:cs typeface="Calibri"/>
              </a:rPr>
              <a:t> </a:t>
            </a:r>
            <a:r>
              <a:rPr lang="fr-FR" sz="1200" dirty="0" smtClean="0">
                <a:solidFill>
                  <a:srgbClr val="585858"/>
                </a:solidFill>
                <a:latin typeface="+mn-lt"/>
                <a:cs typeface="Calibri"/>
              </a:rPr>
              <a:t>Le</a:t>
            </a:r>
            <a:r>
              <a:rPr lang="fr-FR" sz="1200" spc="160" dirty="0" smtClean="0">
                <a:solidFill>
                  <a:srgbClr val="585858"/>
                </a:solidFill>
                <a:latin typeface="+mn-lt"/>
                <a:cs typeface="Calibri"/>
              </a:rPr>
              <a:t> </a:t>
            </a:r>
            <a:r>
              <a:rPr lang="fr-FR" sz="1200" dirty="0" smtClean="0">
                <a:solidFill>
                  <a:srgbClr val="585858"/>
                </a:solidFill>
                <a:latin typeface="+mn-lt"/>
                <a:cs typeface="Calibri"/>
              </a:rPr>
              <a:t>contenu</a:t>
            </a:r>
            <a:r>
              <a:rPr lang="fr-FR" sz="1200" spc="155" dirty="0" smtClean="0">
                <a:solidFill>
                  <a:srgbClr val="585858"/>
                </a:solidFill>
                <a:latin typeface="+mn-lt"/>
                <a:cs typeface="Calibri"/>
              </a:rPr>
              <a:t> </a:t>
            </a:r>
            <a:r>
              <a:rPr lang="fr-FR" sz="1200" dirty="0" smtClean="0">
                <a:solidFill>
                  <a:srgbClr val="585858"/>
                </a:solidFill>
                <a:latin typeface="+mn-lt"/>
                <a:cs typeface="Calibri"/>
              </a:rPr>
              <a:t>sera</a:t>
            </a:r>
            <a:r>
              <a:rPr lang="fr-FR" sz="1200" spc="155" dirty="0" smtClean="0">
                <a:solidFill>
                  <a:srgbClr val="585858"/>
                </a:solidFill>
                <a:latin typeface="+mn-lt"/>
                <a:cs typeface="Calibri"/>
              </a:rPr>
              <a:t> </a:t>
            </a:r>
            <a:r>
              <a:rPr lang="fr-FR" sz="1200" dirty="0" smtClean="0">
                <a:solidFill>
                  <a:srgbClr val="585858"/>
                </a:solidFill>
                <a:latin typeface="+mn-lt"/>
                <a:cs typeface="Calibri"/>
              </a:rPr>
              <a:t>détaillé</a:t>
            </a:r>
            <a:r>
              <a:rPr lang="fr-FR" sz="1200" spc="165" dirty="0" smtClean="0">
                <a:solidFill>
                  <a:srgbClr val="585858"/>
                </a:solidFill>
                <a:latin typeface="+mn-lt"/>
                <a:cs typeface="Calibri"/>
              </a:rPr>
              <a:t> </a:t>
            </a:r>
            <a:r>
              <a:rPr lang="fr-FR" sz="1200" dirty="0" smtClean="0">
                <a:solidFill>
                  <a:srgbClr val="585858"/>
                </a:solidFill>
                <a:latin typeface="+mn-lt"/>
                <a:cs typeface="Calibri"/>
              </a:rPr>
              <a:t>à</a:t>
            </a:r>
            <a:r>
              <a:rPr lang="fr-FR" sz="1200" spc="150" dirty="0" smtClean="0">
                <a:solidFill>
                  <a:srgbClr val="585858"/>
                </a:solidFill>
                <a:latin typeface="+mn-lt"/>
                <a:cs typeface="Calibri"/>
              </a:rPr>
              <a:t> </a:t>
            </a:r>
            <a:r>
              <a:rPr lang="fr-FR" sz="1200" dirty="0" smtClean="0">
                <a:solidFill>
                  <a:srgbClr val="585858"/>
                </a:solidFill>
                <a:latin typeface="+mn-lt"/>
                <a:cs typeface="Calibri"/>
              </a:rPr>
              <a:t>partir</a:t>
            </a:r>
            <a:r>
              <a:rPr lang="fr-FR" sz="1200" spc="170" dirty="0" smtClean="0">
                <a:solidFill>
                  <a:srgbClr val="585858"/>
                </a:solidFill>
                <a:latin typeface="+mn-lt"/>
                <a:cs typeface="Calibri"/>
              </a:rPr>
              <a:t> </a:t>
            </a:r>
            <a:r>
              <a:rPr lang="fr-FR" sz="1200" dirty="0" smtClean="0">
                <a:solidFill>
                  <a:srgbClr val="585858"/>
                </a:solidFill>
                <a:latin typeface="+mn-lt"/>
                <a:cs typeface="Calibri"/>
              </a:rPr>
              <a:t>le</a:t>
            </a:r>
            <a:r>
              <a:rPr lang="fr-FR" sz="1200" spc="155" dirty="0" smtClean="0">
                <a:solidFill>
                  <a:srgbClr val="585858"/>
                </a:solidFill>
                <a:latin typeface="+mn-lt"/>
                <a:cs typeface="Calibri"/>
              </a:rPr>
              <a:t> </a:t>
            </a:r>
            <a:r>
              <a:rPr lang="fr-FR" sz="1200" dirty="0" smtClean="0">
                <a:solidFill>
                  <a:srgbClr val="585858"/>
                </a:solidFill>
                <a:latin typeface="+mn-lt"/>
                <a:cs typeface="Calibri"/>
              </a:rPr>
              <a:t>la</a:t>
            </a:r>
            <a:r>
              <a:rPr lang="fr-FR" sz="1200" spc="175" dirty="0" smtClean="0">
                <a:solidFill>
                  <a:srgbClr val="585858"/>
                </a:solidFill>
                <a:latin typeface="+mn-lt"/>
                <a:cs typeface="Calibri"/>
              </a:rPr>
              <a:t> </a:t>
            </a:r>
            <a:r>
              <a:rPr lang="fr-FR" sz="1200" dirty="0" smtClean="0">
                <a:solidFill>
                  <a:srgbClr val="585858"/>
                </a:solidFill>
                <a:latin typeface="+mn-lt"/>
                <a:cs typeface="Calibri"/>
              </a:rPr>
              <a:t>fin</a:t>
            </a:r>
            <a:r>
              <a:rPr lang="fr-FR" sz="1200" spc="150" dirty="0" smtClean="0">
                <a:solidFill>
                  <a:srgbClr val="585858"/>
                </a:solidFill>
                <a:latin typeface="+mn-lt"/>
                <a:cs typeface="Calibri"/>
              </a:rPr>
              <a:t> </a:t>
            </a:r>
            <a:r>
              <a:rPr lang="fr-FR" sz="1200" dirty="0" smtClean="0">
                <a:solidFill>
                  <a:srgbClr val="585858"/>
                </a:solidFill>
                <a:latin typeface="+mn-lt"/>
                <a:cs typeface="Calibri"/>
              </a:rPr>
              <a:t>du</a:t>
            </a:r>
            <a:r>
              <a:rPr lang="fr-FR" sz="1200" spc="150" dirty="0" smtClean="0">
                <a:solidFill>
                  <a:srgbClr val="585858"/>
                </a:solidFill>
                <a:latin typeface="+mn-lt"/>
                <a:cs typeface="Calibri"/>
              </a:rPr>
              <a:t> </a:t>
            </a:r>
            <a:r>
              <a:rPr lang="fr-FR" sz="1200" dirty="0" smtClean="0">
                <a:solidFill>
                  <a:srgbClr val="585858"/>
                </a:solidFill>
                <a:latin typeface="+mn-lt"/>
                <a:cs typeface="Calibri"/>
              </a:rPr>
              <a:t>secteur</a:t>
            </a:r>
            <a:r>
              <a:rPr lang="fr-FR" sz="1200" spc="165" dirty="0" smtClean="0">
                <a:solidFill>
                  <a:srgbClr val="585858"/>
                </a:solidFill>
                <a:latin typeface="+mn-lt"/>
                <a:cs typeface="Calibri"/>
              </a:rPr>
              <a:t> </a:t>
            </a:r>
            <a:r>
              <a:rPr lang="fr-FR" sz="1200" dirty="0" smtClean="0">
                <a:solidFill>
                  <a:srgbClr val="585858"/>
                </a:solidFill>
                <a:latin typeface="+mn-lt"/>
                <a:cs typeface="Calibri"/>
              </a:rPr>
              <a:t>parce</a:t>
            </a:r>
            <a:r>
              <a:rPr lang="fr-FR" sz="1200" spc="175" dirty="0" smtClean="0">
                <a:solidFill>
                  <a:srgbClr val="585858"/>
                </a:solidFill>
                <a:latin typeface="+mn-lt"/>
                <a:cs typeface="Calibri"/>
              </a:rPr>
              <a:t> </a:t>
            </a:r>
            <a:r>
              <a:rPr lang="fr-FR" sz="1200" dirty="0" smtClean="0">
                <a:solidFill>
                  <a:srgbClr val="585858"/>
                </a:solidFill>
                <a:latin typeface="+mn-lt"/>
                <a:cs typeface="Calibri"/>
              </a:rPr>
              <a:t>que,</a:t>
            </a:r>
            <a:r>
              <a:rPr lang="fr-FR" sz="1200" spc="140" dirty="0" smtClean="0">
                <a:solidFill>
                  <a:srgbClr val="585858"/>
                </a:solidFill>
                <a:latin typeface="+mn-lt"/>
                <a:cs typeface="Calibri"/>
              </a:rPr>
              <a:t> </a:t>
            </a:r>
            <a:r>
              <a:rPr lang="fr-FR" sz="1200" dirty="0" smtClean="0">
                <a:solidFill>
                  <a:srgbClr val="585858"/>
                </a:solidFill>
                <a:latin typeface="+mn-lt"/>
                <a:cs typeface="Calibri"/>
              </a:rPr>
              <a:t>paradoxalement</a:t>
            </a:r>
            <a:r>
              <a:rPr lang="fr-FR" sz="1200" spc="170" dirty="0" smtClean="0">
                <a:solidFill>
                  <a:srgbClr val="585858"/>
                </a:solidFill>
                <a:latin typeface="+mn-lt"/>
                <a:cs typeface="Calibri"/>
              </a:rPr>
              <a:t> </a:t>
            </a:r>
            <a:r>
              <a:rPr lang="fr-FR" sz="1200" dirty="0" smtClean="0">
                <a:solidFill>
                  <a:srgbClr val="585858"/>
                </a:solidFill>
                <a:latin typeface="+mn-lt"/>
                <a:cs typeface="Calibri"/>
              </a:rPr>
              <a:t>c'est</a:t>
            </a:r>
            <a:r>
              <a:rPr lang="fr-FR" sz="1200" spc="160" dirty="0" smtClean="0">
                <a:solidFill>
                  <a:srgbClr val="585858"/>
                </a:solidFill>
                <a:latin typeface="+mn-lt"/>
                <a:cs typeface="Calibri"/>
              </a:rPr>
              <a:t> </a:t>
            </a:r>
            <a:r>
              <a:rPr lang="fr-FR" sz="1200" dirty="0" smtClean="0">
                <a:solidFill>
                  <a:srgbClr val="585858"/>
                </a:solidFill>
                <a:latin typeface="+mn-lt"/>
                <a:cs typeface="Calibri"/>
              </a:rPr>
              <a:t>plus</a:t>
            </a:r>
            <a:r>
              <a:rPr lang="fr-FR" sz="1200" spc="165" dirty="0" smtClean="0">
                <a:solidFill>
                  <a:srgbClr val="585858"/>
                </a:solidFill>
                <a:latin typeface="+mn-lt"/>
                <a:cs typeface="Calibri"/>
              </a:rPr>
              <a:t> </a:t>
            </a:r>
            <a:r>
              <a:rPr lang="fr-FR" sz="1200" dirty="0" smtClean="0">
                <a:solidFill>
                  <a:srgbClr val="585858"/>
                </a:solidFill>
                <a:latin typeface="+mn-lt"/>
                <a:cs typeface="Calibri"/>
              </a:rPr>
              <a:t>logique</a:t>
            </a:r>
            <a:r>
              <a:rPr lang="fr-FR" sz="1200" spc="165" dirty="0" smtClean="0">
                <a:solidFill>
                  <a:srgbClr val="585858"/>
                </a:solidFill>
                <a:latin typeface="+mn-lt"/>
                <a:cs typeface="Calibri"/>
              </a:rPr>
              <a:t> </a:t>
            </a:r>
            <a:r>
              <a:rPr lang="fr-FR" sz="1200" dirty="0" smtClean="0">
                <a:solidFill>
                  <a:srgbClr val="585858"/>
                </a:solidFill>
                <a:latin typeface="+mn-lt"/>
                <a:cs typeface="Calibri"/>
              </a:rPr>
              <a:t>sur</a:t>
            </a:r>
            <a:r>
              <a:rPr lang="fr-FR" sz="1200" spc="165" dirty="0" smtClean="0">
                <a:solidFill>
                  <a:srgbClr val="585858"/>
                </a:solidFill>
                <a:latin typeface="+mn-lt"/>
                <a:cs typeface="Calibri"/>
              </a:rPr>
              <a:t> </a:t>
            </a:r>
            <a:r>
              <a:rPr lang="fr-FR" sz="1200" dirty="0" smtClean="0">
                <a:solidFill>
                  <a:srgbClr val="585858"/>
                </a:solidFill>
                <a:latin typeface="+mn-lt"/>
                <a:cs typeface="Calibri"/>
              </a:rPr>
              <a:t>le</a:t>
            </a:r>
            <a:r>
              <a:rPr lang="fr-FR" sz="1200" spc="160" dirty="0" smtClean="0">
                <a:solidFill>
                  <a:srgbClr val="585858"/>
                </a:solidFill>
                <a:latin typeface="+mn-lt"/>
                <a:cs typeface="Calibri"/>
              </a:rPr>
              <a:t> </a:t>
            </a:r>
            <a:r>
              <a:rPr lang="fr-FR" sz="1200" dirty="0" smtClean="0">
                <a:solidFill>
                  <a:srgbClr val="585858"/>
                </a:solidFill>
                <a:latin typeface="+mn-lt"/>
                <a:cs typeface="Calibri"/>
              </a:rPr>
              <a:t>plan</a:t>
            </a:r>
            <a:r>
              <a:rPr lang="fr-FR" sz="1200" spc="170" dirty="0" smtClean="0">
                <a:solidFill>
                  <a:srgbClr val="585858"/>
                </a:solidFill>
                <a:latin typeface="+mn-lt"/>
                <a:cs typeface="Calibri"/>
              </a:rPr>
              <a:t> </a:t>
            </a:r>
            <a:r>
              <a:rPr lang="fr-FR" sz="1200" dirty="0" smtClean="0">
                <a:solidFill>
                  <a:srgbClr val="585858"/>
                </a:solidFill>
                <a:latin typeface="+mn-lt"/>
                <a:cs typeface="Calibri"/>
              </a:rPr>
              <a:t>fonctionnel.</a:t>
            </a:r>
            <a:r>
              <a:rPr lang="fr-FR" sz="1200" spc="165" baseline="0" dirty="0" smtClean="0">
                <a:solidFill>
                  <a:srgbClr val="585858"/>
                </a:solidFill>
                <a:latin typeface="+mn-lt"/>
                <a:cs typeface="Calibri"/>
              </a:rPr>
              <a:t> </a:t>
            </a:r>
          </a:p>
          <a:p>
            <a:r>
              <a:rPr lang="fr-FR" sz="1200" spc="165" baseline="0" dirty="0" smtClean="0">
                <a:solidFill>
                  <a:srgbClr val="585858"/>
                </a:solidFill>
                <a:latin typeface="+mn-lt"/>
                <a:cs typeface="Calibri"/>
              </a:rPr>
              <a:t>GPT </a:t>
            </a:r>
            <a:r>
              <a:rPr lang="fr-FR" sz="1200" dirty="0" smtClean="0">
                <a:solidFill>
                  <a:srgbClr val="585858"/>
                </a:solidFill>
                <a:latin typeface="+mn-lt"/>
                <a:cs typeface="Calibri"/>
              </a:rPr>
              <a:t>est</a:t>
            </a:r>
            <a:r>
              <a:rPr lang="fr-FR" sz="1200" spc="-10" dirty="0" smtClean="0">
                <a:solidFill>
                  <a:srgbClr val="585858"/>
                </a:solidFill>
                <a:latin typeface="+mn-lt"/>
                <a:cs typeface="Calibri"/>
              </a:rPr>
              <a:t> </a:t>
            </a:r>
            <a:r>
              <a:rPr lang="fr-FR" sz="1200" dirty="0" smtClean="0">
                <a:solidFill>
                  <a:srgbClr val="585858"/>
                </a:solidFill>
                <a:latin typeface="+mn-lt"/>
                <a:cs typeface="Calibri"/>
              </a:rPr>
              <a:t>utilisé</a:t>
            </a:r>
            <a:r>
              <a:rPr lang="fr-FR" sz="1200" spc="15" dirty="0" smtClean="0">
                <a:solidFill>
                  <a:srgbClr val="585858"/>
                </a:solidFill>
                <a:latin typeface="+mn-lt"/>
                <a:cs typeface="Calibri"/>
              </a:rPr>
              <a:t> </a:t>
            </a:r>
            <a:r>
              <a:rPr lang="fr-FR" sz="1200" dirty="0" smtClean="0">
                <a:solidFill>
                  <a:srgbClr val="585858"/>
                </a:solidFill>
                <a:latin typeface="+mn-lt"/>
                <a:cs typeface="Calibri"/>
              </a:rPr>
              <a:t>sur</a:t>
            </a:r>
            <a:r>
              <a:rPr lang="fr-FR" sz="1200" spc="-20" dirty="0" smtClean="0">
                <a:solidFill>
                  <a:srgbClr val="585858"/>
                </a:solidFill>
                <a:latin typeface="+mn-lt"/>
                <a:cs typeface="Calibri"/>
              </a:rPr>
              <a:t> </a:t>
            </a:r>
            <a:r>
              <a:rPr lang="fr-FR" sz="1200" dirty="0" smtClean="0">
                <a:solidFill>
                  <a:srgbClr val="585858"/>
                </a:solidFill>
                <a:latin typeface="+mn-lt"/>
                <a:cs typeface="Calibri"/>
              </a:rPr>
              <a:t>qui limite</a:t>
            </a:r>
            <a:r>
              <a:rPr lang="fr-FR" sz="1200" spc="10"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taille</a:t>
            </a:r>
            <a:r>
              <a:rPr lang="fr-FR" sz="1200" spc="10" dirty="0" smtClean="0">
                <a:solidFill>
                  <a:srgbClr val="585858"/>
                </a:solidFill>
                <a:latin typeface="+mn-lt"/>
                <a:cs typeface="Calibri"/>
              </a:rPr>
              <a:t> </a:t>
            </a:r>
            <a:r>
              <a:rPr lang="fr-FR" sz="1200" dirty="0" smtClean="0">
                <a:solidFill>
                  <a:srgbClr val="585858"/>
                </a:solidFill>
                <a:latin typeface="+mn-lt"/>
                <a:cs typeface="Calibri"/>
              </a:rPr>
              <a:t>des</a:t>
            </a:r>
            <a:r>
              <a:rPr lang="fr-FR" sz="1200" spc="15" dirty="0" smtClean="0">
                <a:solidFill>
                  <a:srgbClr val="585858"/>
                </a:solidFill>
                <a:latin typeface="+mn-lt"/>
                <a:cs typeface="Calibri"/>
              </a:rPr>
              <a:t> </a:t>
            </a:r>
            <a:r>
              <a:rPr lang="fr-FR" sz="1200" dirty="0" smtClean="0">
                <a:solidFill>
                  <a:srgbClr val="585858"/>
                </a:solidFill>
                <a:latin typeface="+mn-lt"/>
                <a:cs typeface="Calibri"/>
              </a:rPr>
              <a:t>partitions</a:t>
            </a:r>
            <a:r>
              <a:rPr lang="fr-FR" sz="1200" spc="-20" dirty="0" smtClean="0">
                <a:solidFill>
                  <a:srgbClr val="585858"/>
                </a:solidFill>
                <a:latin typeface="+mn-lt"/>
                <a:cs typeface="Calibri"/>
              </a:rPr>
              <a:t> </a:t>
            </a:r>
            <a:r>
              <a:rPr lang="fr-FR" sz="1200" dirty="0" smtClean="0">
                <a:solidFill>
                  <a:srgbClr val="585858"/>
                </a:solidFill>
                <a:latin typeface="+mn-lt"/>
                <a:cs typeface="Calibri"/>
              </a:rPr>
              <a:t>à</a:t>
            </a:r>
            <a:r>
              <a:rPr lang="fr-FR" sz="1200" spc="30" dirty="0" smtClean="0">
                <a:solidFill>
                  <a:srgbClr val="585858"/>
                </a:solidFill>
                <a:latin typeface="+mn-lt"/>
                <a:cs typeface="Calibri"/>
              </a:rPr>
              <a:t> </a:t>
            </a:r>
            <a:r>
              <a:rPr lang="fr-FR" sz="1200" dirty="0" smtClean="0">
                <a:solidFill>
                  <a:srgbClr val="585858"/>
                </a:solidFill>
                <a:latin typeface="+mn-lt"/>
                <a:cs typeface="Calibri"/>
              </a:rPr>
              <a:t>2,2</a:t>
            </a:r>
            <a:r>
              <a:rPr lang="fr-FR" sz="1200" spc="-20" dirty="0" smtClean="0">
                <a:solidFill>
                  <a:srgbClr val="585858"/>
                </a:solidFill>
                <a:latin typeface="+mn-lt"/>
                <a:cs typeface="Calibri"/>
              </a:rPr>
              <a:t> </a:t>
            </a:r>
            <a:r>
              <a:rPr lang="fr-FR" sz="1200" u="sng" dirty="0" smtClean="0">
                <a:solidFill>
                  <a:srgbClr val="0462C1"/>
                </a:solidFill>
                <a:uFill>
                  <a:solidFill>
                    <a:srgbClr val="0462C1"/>
                  </a:solidFill>
                </a:uFill>
                <a:latin typeface="+mn-lt"/>
                <a:cs typeface="Calibri"/>
                <a:hlinkClick r:id="rId3"/>
              </a:rPr>
              <a:t>To</a:t>
            </a:r>
            <a:r>
              <a:rPr lang="fr-FR" sz="1200" spc="50" dirty="0" smtClean="0">
                <a:solidFill>
                  <a:srgbClr val="0462C1"/>
                </a:solidFill>
                <a:latin typeface="+mn-lt"/>
                <a:cs typeface="Calibri"/>
              </a:rPr>
              <a:t> </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37</a:t>
            </a:fld>
            <a:endParaRPr lang="fr-FR"/>
          </a:p>
        </p:txBody>
      </p:sp>
    </p:spTree>
    <p:extLst>
      <p:ext uri="{BB962C8B-B14F-4D97-AF65-F5344CB8AC3E}">
        <p14:creationId xmlns:p14="http://schemas.microsoft.com/office/powerpoint/2010/main" val="42663133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smtClean="0">
                <a:solidFill>
                  <a:srgbClr val="585858"/>
                </a:solidFill>
                <a:latin typeface="+mn-lt"/>
                <a:cs typeface="Calibri"/>
              </a:rPr>
              <a:t>Par</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exemple,</a:t>
            </a:r>
            <a:r>
              <a:rPr lang="fr-FR" sz="1200" spc="-30" dirty="0" smtClean="0">
                <a:solidFill>
                  <a:srgbClr val="585858"/>
                </a:solidFill>
                <a:latin typeface="+mn-lt"/>
                <a:cs typeface="Calibri"/>
              </a:rPr>
              <a:t> </a:t>
            </a:r>
            <a:r>
              <a:rPr lang="fr-FR" sz="1200" dirty="0" smtClean="0">
                <a:solidFill>
                  <a:srgbClr val="585858"/>
                </a:solidFill>
                <a:latin typeface="+mn-lt"/>
                <a:cs typeface="Calibri"/>
              </a:rPr>
              <a:t>on</a:t>
            </a:r>
            <a:r>
              <a:rPr lang="fr-FR" sz="1200" spc="-25" dirty="0" smtClean="0">
                <a:solidFill>
                  <a:srgbClr val="585858"/>
                </a:solidFill>
                <a:latin typeface="+mn-lt"/>
                <a:cs typeface="Calibri"/>
              </a:rPr>
              <a:t> </a:t>
            </a:r>
            <a:r>
              <a:rPr lang="fr-FR" sz="1200" dirty="0" smtClean="0">
                <a:solidFill>
                  <a:srgbClr val="585858"/>
                </a:solidFill>
                <a:latin typeface="+mn-lt"/>
                <a:cs typeface="Calibri"/>
              </a:rPr>
              <a:t>peut</a:t>
            </a:r>
            <a:r>
              <a:rPr lang="fr-FR" sz="1200" spc="-35" dirty="0" smtClean="0">
                <a:solidFill>
                  <a:srgbClr val="585858"/>
                </a:solidFill>
                <a:latin typeface="+mn-lt"/>
                <a:cs typeface="Calibri"/>
              </a:rPr>
              <a:t> </a:t>
            </a:r>
            <a:r>
              <a:rPr lang="fr-FR" sz="1200" dirty="0" smtClean="0">
                <a:solidFill>
                  <a:srgbClr val="585858"/>
                </a:solidFill>
                <a:latin typeface="+mn-lt"/>
                <a:cs typeface="Calibri"/>
              </a:rPr>
              <a:t>avoir</a:t>
            </a:r>
            <a:r>
              <a:rPr lang="fr-FR" sz="1200" spc="-30" dirty="0" smtClean="0">
                <a:solidFill>
                  <a:srgbClr val="585858"/>
                </a:solidFill>
                <a:latin typeface="+mn-lt"/>
                <a:cs typeface="Calibri"/>
              </a:rPr>
              <a:t> </a:t>
            </a:r>
            <a:r>
              <a:rPr lang="fr-FR" sz="1200" dirty="0" smtClean="0">
                <a:solidFill>
                  <a:srgbClr val="585858"/>
                </a:solidFill>
                <a:latin typeface="+mn-lt"/>
                <a:cs typeface="Calibri"/>
              </a:rPr>
              <a:t>un</a:t>
            </a:r>
            <a:r>
              <a:rPr lang="fr-FR" sz="1200" spc="-45" dirty="0" smtClean="0">
                <a:solidFill>
                  <a:srgbClr val="585858"/>
                </a:solidFill>
                <a:latin typeface="+mn-lt"/>
                <a:cs typeface="Calibri"/>
              </a:rPr>
              <a:t> </a:t>
            </a:r>
            <a:r>
              <a:rPr lang="fr-FR" sz="1200" dirty="0" smtClean="0">
                <a:solidFill>
                  <a:srgbClr val="585858"/>
                </a:solidFill>
                <a:latin typeface="+mn-lt"/>
                <a:cs typeface="Calibri"/>
              </a:rPr>
              <a:t>ensemble</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20" dirty="0" smtClean="0">
                <a:solidFill>
                  <a:srgbClr val="585858"/>
                </a:solidFill>
                <a:latin typeface="+mn-lt"/>
                <a:cs typeface="Calibri"/>
              </a:rPr>
              <a:t> </a:t>
            </a:r>
            <a:r>
              <a:rPr lang="fr-FR" sz="1200" dirty="0" smtClean="0">
                <a:solidFill>
                  <a:srgbClr val="585858"/>
                </a:solidFill>
                <a:latin typeface="+mn-lt"/>
                <a:cs typeface="Calibri"/>
              </a:rPr>
              <a:t>partitions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(multi-</a:t>
            </a:r>
            <a:r>
              <a:rPr lang="fr-FR" sz="1200" dirty="0" smtClean="0">
                <a:solidFill>
                  <a:srgbClr val="585858"/>
                </a:solidFill>
                <a:latin typeface="+mn-lt"/>
                <a:cs typeface="Calibri"/>
              </a:rPr>
              <a:t>partition)</a:t>
            </a:r>
            <a:r>
              <a:rPr lang="fr-FR" sz="1200" spc="25" dirty="0" smtClean="0">
                <a:solidFill>
                  <a:srgbClr val="585858"/>
                </a:solidFill>
                <a:latin typeface="+mn-lt"/>
                <a:cs typeface="Calibri"/>
              </a:rPr>
              <a:t> </a:t>
            </a:r>
            <a:r>
              <a:rPr lang="fr-FR" sz="1200" dirty="0" smtClean="0">
                <a:solidFill>
                  <a:srgbClr val="585858"/>
                </a:solidFill>
                <a:latin typeface="+mn-lt"/>
                <a:cs typeface="Calibri"/>
              </a:rPr>
              <a:t>dans</a:t>
            </a:r>
            <a:r>
              <a:rPr lang="fr-FR" sz="1200" spc="-35" dirty="0" smtClean="0">
                <a:solidFill>
                  <a:srgbClr val="585858"/>
                </a:solidFill>
                <a:latin typeface="+mn-lt"/>
                <a:cs typeface="Calibri"/>
              </a:rPr>
              <a:t> </a:t>
            </a:r>
            <a:r>
              <a:rPr lang="fr-FR" sz="1200" dirty="0" smtClean="0">
                <a:solidFill>
                  <a:srgbClr val="585858"/>
                </a:solidFill>
                <a:latin typeface="+mn-lt"/>
                <a:cs typeface="Calibri"/>
              </a:rPr>
              <a:t>un</a:t>
            </a:r>
            <a:r>
              <a:rPr lang="fr-FR" sz="1200" spc="-25" dirty="0" smtClean="0">
                <a:solidFill>
                  <a:srgbClr val="585858"/>
                </a:solidFill>
                <a:latin typeface="+mn-lt"/>
                <a:cs typeface="Calibri"/>
              </a:rPr>
              <a:t> </a:t>
            </a:r>
            <a:r>
              <a:rPr lang="fr-FR" sz="1200" dirty="0" smtClean="0">
                <a:solidFill>
                  <a:srgbClr val="585858"/>
                </a:solidFill>
                <a:latin typeface="+mn-lt"/>
                <a:cs typeface="Calibri"/>
              </a:rPr>
              <a:t>même</a:t>
            </a:r>
            <a:r>
              <a:rPr lang="fr-FR" sz="1200" spc="-35"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15" dirty="0" smtClean="0">
                <a:solidFill>
                  <a:srgbClr val="585858"/>
                </a:solidFill>
                <a:latin typeface="+mn-lt"/>
                <a:cs typeface="Calibri"/>
              </a:rPr>
              <a:t> </a:t>
            </a:r>
            <a:r>
              <a:rPr lang="fr-FR" sz="1200" dirty="0" smtClean="0">
                <a:solidFill>
                  <a:srgbClr val="585858"/>
                </a:solidFill>
                <a:latin typeface="+mn-lt"/>
                <a:cs typeface="Calibri"/>
              </a:rPr>
              <a:t>possédant</a:t>
            </a:r>
            <a:r>
              <a:rPr lang="fr-FR" sz="1200" spc="-35" dirty="0" smtClean="0">
                <a:solidFill>
                  <a:srgbClr val="585858"/>
                </a:solidFill>
                <a:latin typeface="+mn-lt"/>
                <a:cs typeface="Calibri"/>
              </a:rPr>
              <a:t> </a:t>
            </a:r>
            <a:r>
              <a:rPr lang="fr-FR" sz="1200" dirty="0" smtClean="0">
                <a:solidFill>
                  <a:srgbClr val="585858"/>
                </a:solidFill>
                <a:latin typeface="+mn-lt"/>
                <a:cs typeface="Calibri"/>
              </a:rPr>
              <a:t>chacune</a:t>
            </a:r>
            <a:r>
              <a:rPr lang="fr-FR" sz="1200" spc="-15" dirty="0" smtClean="0">
                <a:solidFill>
                  <a:srgbClr val="585858"/>
                </a:solidFill>
                <a:latin typeface="+mn-lt"/>
                <a:cs typeface="Calibri"/>
              </a:rPr>
              <a:t> </a:t>
            </a:r>
            <a:r>
              <a:rPr lang="fr-FR" sz="1200" dirty="0" smtClean="0">
                <a:solidFill>
                  <a:srgbClr val="585858"/>
                </a:solidFill>
                <a:latin typeface="+mn-lt"/>
                <a:cs typeface="Calibri"/>
              </a:rPr>
              <a:t>un</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55" dirty="0" smtClean="0">
                <a:solidFill>
                  <a:srgbClr val="585858"/>
                </a:solidFill>
                <a:latin typeface="+mn-lt"/>
                <a:cs typeface="Calibri"/>
              </a:rPr>
              <a:t>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10" dirty="0" smtClean="0">
                <a:solidFill>
                  <a:srgbClr val="585858"/>
                </a:solidFill>
                <a:latin typeface="+mn-lt"/>
                <a:cs typeface="Calibri"/>
              </a:rPr>
              <a:t> différent</a:t>
            </a:r>
          </a:p>
          <a:p>
            <a:pPr marL="12700">
              <a:lnSpc>
                <a:spcPct val="100000"/>
              </a:lnSpc>
              <a:spcBef>
                <a:spcPts val="100"/>
              </a:spcBef>
            </a:pPr>
            <a:endParaRPr lang="fr-FR" sz="1200" spc="-10" dirty="0" smtClean="0">
              <a:solidFill>
                <a:srgbClr val="585858"/>
              </a:solidFill>
              <a:latin typeface="+mn-lt"/>
              <a:cs typeface="Calibri"/>
            </a:endParaRPr>
          </a:p>
          <a:p>
            <a:pPr marL="12700">
              <a:lnSpc>
                <a:spcPct val="100000"/>
              </a:lnSpc>
              <a:spcBef>
                <a:spcPts val="100"/>
              </a:spcBef>
            </a:pPr>
            <a:r>
              <a:rPr lang="fr-FR" sz="1200" dirty="0" smtClean="0">
                <a:solidFill>
                  <a:srgbClr val="585858"/>
                </a:solidFill>
                <a:latin typeface="+mn-lt"/>
                <a:cs typeface="Calibri"/>
              </a:rPr>
              <a:t>La</a:t>
            </a:r>
            <a:r>
              <a:rPr lang="fr-FR" sz="1200" spc="-40" dirty="0" smtClean="0">
                <a:solidFill>
                  <a:srgbClr val="585858"/>
                </a:solidFill>
                <a:latin typeface="+mn-lt"/>
                <a:cs typeface="Calibri"/>
              </a:rPr>
              <a:t> </a:t>
            </a:r>
            <a:r>
              <a:rPr lang="fr-FR" sz="1200" b="1" dirty="0" smtClean="0">
                <a:solidFill>
                  <a:srgbClr val="585858"/>
                </a:solidFill>
                <a:latin typeface="+mn-lt"/>
                <a:cs typeface="Calibri"/>
              </a:rPr>
              <a:t>Figure</a:t>
            </a:r>
            <a:r>
              <a:rPr lang="fr-FR" sz="1200" b="1" spc="-20" dirty="0" smtClean="0">
                <a:solidFill>
                  <a:srgbClr val="585858"/>
                </a:solidFill>
                <a:latin typeface="+mn-lt"/>
                <a:cs typeface="Calibri"/>
              </a:rPr>
              <a:t> </a:t>
            </a:r>
            <a:r>
              <a:rPr lang="fr-FR" sz="1200" dirty="0" smtClean="0">
                <a:solidFill>
                  <a:srgbClr val="585858"/>
                </a:solidFill>
                <a:latin typeface="+mn-lt"/>
                <a:cs typeface="Calibri"/>
              </a:rPr>
              <a:t>illustre</a:t>
            </a:r>
            <a:r>
              <a:rPr lang="fr-FR" sz="1200" spc="30" dirty="0" smtClean="0">
                <a:solidFill>
                  <a:srgbClr val="585858"/>
                </a:solidFill>
                <a:latin typeface="+mn-lt"/>
                <a:cs typeface="Calibri"/>
              </a:rPr>
              <a:t> </a:t>
            </a:r>
            <a:r>
              <a:rPr lang="fr-FR" sz="1200" dirty="0" smtClean="0">
                <a:solidFill>
                  <a:srgbClr val="585858"/>
                </a:solidFill>
                <a:latin typeface="+mn-lt"/>
                <a:cs typeface="Calibri"/>
              </a:rPr>
              <a:t>un</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exemple </a:t>
            </a:r>
            <a:r>
              <a:rPr lang="fr-FR" sz="1200" dirty="0" smtClean="0">
                <a:solidFill>
                  <a:srgbClr val="585858"/>
                </a:solidFill>
                <a:latin typeface="+mn-lt"/>
                <a:cs typeface="Calibri"/>
              </a:rPr>
              <a:t>de</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multi-</a:t>
            </a:r>
            <a:r>
              <a:rPr lang="fr-FR" sz="1200" dirty="0" smtClean="0">
                <a:solidFill>
                  <a:srgbClr val="585858"/>
                </a:solidFill>
                <a:latin typeface="+mn-lt"/>
                <a:cs typeface="Calibri"/>
              </a:rPr>
              <a:t>partition</a:t>
            </a:r>
            <a:r>
              <a:rPr lang="fr-FR" sz="1200" spc="30" dirty="0" smtClean="0">
                <a:solidFill>
                  <a:srgbClr val="585858"/>
                </a:solidFill>
                <a:latin typeface="+mn-lt"/>
                <a:cs typeface="Calibri"/>
              </a:rPr>
              <a:t> </a:t>
            </a:r>
            <a:r>
              <a:rPr lang="fr-FR" sz="1200" dirty="0" smtClean="0">
                <a:solidFill>
                  <a:srgbClr val="585858"/>
                </a:solidFill>
                <a:latin typeface="+mn-lt"/>
                <a:cs typeface="Calibri"/>
              </a:rPr>
              <a:t>d’un</a:t>
            </a:r>
            <a:r>
              <a:rPr lang="fr-FR" sz="1200" spc="-20"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10" dirty="0" smtClean="0">
                <a:solidFill>
                  <a:srgbClr val="585858"/>
                </a:solidFill>
                <a:latin typeface="+mn-lt"/>
                <a:cs typeface="Calibri"/>
              </a:rPr>
              <a:t> </a:t>
            </a:r>
            <a:r>
              <a:rPr lang="fr-FR" sz="1200" dirty="0" smtClean="0">
                <a:solidFill>
                  <a:srgbClr val="585858"/>
                </a:solidFill>
                <a:latin typeface="+mn-lt"/>
                <a:cs typeface="Calibri"/>
              </a:rPr>
              <a:t>entre</a:t>
            </a:r>
            <a:r>
              <a:rPr lang="fr-FR" sz="1200" spc="-30" dirty="0" smtClean="0">
                <a:solidFill>
                  <a:srgbClr val="585858"/>
                </a:solidFill>
                <a:latin typeface="+mn-lt"/>
                <a:cs typeface="Calibri"/>
              </a:rPr>
              <a:t> </a:t>
            </a:r>
            <a:r>
              <a:rPr lang="fr-FR" sz="1200" dirty="0" smtClean="0">
                <a:solidFill>
                  <a:srgbClr val="585858"/>
                </a:solidFill>
                <a:latin typeface="+mn-lt"/>
                <a:cs typeface="Calibri"/>
              </a:rPr>
              <a:t>deux</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environnements</a:t>
            </a:r>
            <a:r>
              <a:rPr lang="fr-FR" sz="1200" dirty="0" smtClean="0">
                <a:solidFill>
                  <a:srgbClr val="585858"/>
                </a:solidFill>
                <a:latin typeface="+mn-lt"/>
                <a:cs typeface="Calibri"/>
              </a:rPr>
              <a:t> </a:t>
            </a:r>
            <a:r>
              <a:rPr lang="fr-FR" sz="1200" spc="-10" dirty="0" smtClean="0">
                <a:solidFill>
                  <a:srgbClr val="585858"/>
                </a:solidFill>
                <a:latin typeface="+mn-lt"/>
                <a:cs typeface="Calibri"/>
              </a:rPr>
              <a:t>systèmes</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différents</a:t>
            </a:r>
            <a:r>
              <a:rPr lang="fr-FR" sz="1200" spc="-20" dirty="0" smtClean="0">
                <a:solidFill>
                  <a:srgbClr val="585858"/>
                </a:solidFill>
                <a:latin typeface="+mn-lt"/>
                <a:cs typeface="Calibri"/>
              </a:rPr>
              <a:t> </a:t>
            </a:r>
            <a:r>
              <a:rPr lang="fr-FR" sz="1200" dirty="0" smtClean="0">
                <a:solidFill>
                  <a:srgbClr val="585858"/>
                </a:solidFill>
                <a:latin typeface="+mn-lt"/>
                <a:cs typeface="Calibri"/>
              </a:rPr>
              <a:t>:</a:t>
            </a:r>
            <a:r>
              <a:rPr lang="fr-FR" sz="1200" spc="-25" dirty="0" smtClean="0">
                <a:solidFill>
                  <a:srgbClr val="585858"/>
                </a:solidFill>
                <a:latin typeface="+mn-lt"/>
                <a:cs typeface="Calibri"/>
              </a:rPr>
              <a:t> </a:t>
            </a:r>
            <a:r>
              <a:rPr lang="fr-FR" sz="1200" dirty="0" smtClean="0">
                <a:solidFill>
                  <a:srgbClr val="585858"/>
                </a:solidFill>
                <a:latin typeface="+mn-lt"/>
                <a:cs typeface="Calibri"/>
              </a:rPr>
              <a:t>DOS</a:t>
            </a:r>
            <a:r>
              <a:rPr lang="fr-FR" sz="1200" spc="-35" dirty="0" smtClean="0">
                <a:solidFill>
                  <a:srgbClr val="585858"/>
                </a:solidFill>
                <a:latin typeface="+mn-lt"/>
                <a:cs typeface="Calibri"/>
              </a:rPr>
              <a:t> </a:t>
            </a:r>
            <a:r>
              <a:rPr lang="fr-FR" sz="1200" dirty="0" smtClean="0">
                <a:solidFill>
                  <a:srgbClr val="585858"/>
                </a:solidFill>
                <a:latin typeface="+mn-lt"/>
                <a:cs typeface="Calibri"/>
              </a:rPr>
              <a:t>et</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UNIX</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38</a:t>
            </a:fld>
            <a:endParaRPr lang="fr-FR"/>
          </a:p>
        </p:txBody>
      </p:sp>
    </p:spTree>
    <p:extLst>
      <p:ext uri="{BB962C8B-B14F-4D97-AF65-F5344CB8AC3E}">
        <p14:creationId xmlns:p14="http://schemas.microsoft.com/office/powerpoint/2010/main" val="23977555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smtClean="0">
                <a:solidFill>
                  <a:srgbClr val="585858"/>
                </a:solidFill>
                <a:latin typeface="+mn-lt"/>
                <a:cs typeface="Calibri"/>
              </a:rPr>
              <a:t>Pour</a:t>
            </a:r>
            <a:r>
              <a:rPr lang="fr-FR" sz="1200" spc="-5" dirty="0" smtClean="0">
                <a:solidFill>
                  <a:srgbClr val="585858"/>
                </a:solidFill>
                <a:latin typeface="+mn-lt"/>
                <a:cs typeface="Calibri"/>
              </a:rPr>
              <a:t> </a:t>
            </a:r>
            <a:r>
              <a:rPr lang="fr-FR" sz="1200" dirty="0" smtClean="0">
                <a:solidFill>
                  <a:srgbClr val="585858"/>
                </a:solidFill>
                <a:latin typeface="+mn-lt"/>
                <a:cs typeface="Calibri"/>
              </a:rPr>
              <a:t>qu’un SGF</a:t>
            </a:r>
            <a:r>
              <a:rPr lang="fr-FR" sz="1200" spc="5" dirty="0" smtClean="0">
                <a:solidFill>
                  <a:srgbClr val="585858"/>
                </a:solidFill>
                <a:latin typeface="+mn-lt"/>
                <a:cs typeface="Calibri"/>
              </a:rPr>
              <a:t> </a:t>
            </a:r>
            <a:r>
              <a:rPr lang="fr-FR" sz="1200" dirty="0" smtClean="0">
                <a:solidFill>
                  <a:srgbClr val="585858"/>
                </a:solidFill>
                <a:latin typeface="+mn-lt"/>
                <a:cs typeface="Calibri"/>
              </a:rPr>
              <a:t>assure</a:t>
            </a:r>
            <a:r>
              <a:rPr lang="fr-FR" sz="1200" spc="5" dirty="0" smtClean="0">
                <a:solidFill>
                  <a:srgbClr val="585858"/>
                </a:solidFill>
                <a:latin typeface="+mn-lt"/>
                <a:cs typeface="Calibri"/>
              </a:rPr>
              <a:t> </a:t>
            </a:r>
            <a:r>
              <a:rPr lang="fr-FR" sz="1200" dirty="0" smtClean="0">
                <a:solidFill>
                  <a:srgbClr val="585858"/>
                </a:solidFill>
                <a:latin typeface="+mn-lt"/>
                <a:cs typeface="Calibri"/>
              </a:rPr>
              <a:t>la</a:t>
            </a:r>
            <a:r>
              <a:rPr lang="fr-FR" sz="1200" spc="30" dirty="0" smtClean="0">
                <a:solidFill>
                  <a:srgbClr val="585858"/>
                </a:solidFill>
                <a:latin typeface="+mn-lt"/>
                <a:cs typeface="Calibri"/>
              </a:rPr>
              <a:t> </a:t>
            </a:r>
            <a:r>
              <a:rPr lang="fr-FR" sz="1200" dirty="0" smtClean="0">
                <a:solidFill>
                  <a:srgbClr val="585858"/>
                </a:solidFill>
                <a:latin typeface="+mn-lt"/>
                <a:cs typeface="Calibri"/>
              </a:rPr>
              <a:t>création</a:t>
            </a:r>
            <a:r>
              <a:rPr lang="fr-FR" sz="1200" spc="5" dirty="0" smtClean="0">
                <a:solidFill>
                  <a:srgbClr val="585858"/>
                </a:solidFill>
                <a:latin typeface="+mn-lt"/>
                <a:cs typeface="Calibri"/>
              </a:rPr>
              <a:t> </a:t>
            </a:r>
            <a:r>
              <a:rPr lang="fr-FR" sz="1200" dirty="0" smtClean="0">
                <a:solidFill>
                  <a:srgbClr val="585858"/>
                </a:solidFill>
                <a:latin typeface="+mn-lt"/>
                <a:cs typeface="Calibri"/>
              </a:rPr>
              <a:t>et</a:t>
            </a:r>
            <a:r>
              <a:rPr lang="fr-FR" sz="1200" spc="10" dirty="0" smtClean="0">
                <a:solidFill>
                  <a:srgbClr val="585858"/>
                </a:solidFill>
                <a:latin typeface="+mn-lt"/>
                <a:cs typeface="Calibri"/>
              </a:rPr>
              <a:t> </a:t>
            </a:r>
            <a:r>
              <a:rPr lang="fr-FR" sz="1200" dirty="0" smtClean="0">
                <a:solidFill>
                  <a:srgbClr val="585858"/>
                </a:solidFill>
                <a:latin typeface="+mn-lt"/>
                <a:cs typeface="Calibri"/>
              </a:rPr>
              <a:t>la</a:t>
            </a:r>
            <a:r>
              <a:rPr lang="fr-FR" sz="1200" spc="5" dirty="0" smtClean="0">
                <a:solidFill>
                  <a:srgbClr val="585858"/>
                </a:solidFill>
                <a:latin typeface="+mn-lt"/>
                <a:cs typeface="Calibri"/>
              </a:rPr>
              <a:t> </a:t>
            </a:r>
            <a:r>
              <a:rPr lang="fr-FR" sz="1200" dirty="0" smtClean="0">
                <a:solidFill>
                  <a:srgbClr val="585858"/>
                </a:solidFill>
                <a:latin typeface="+mn-lt"/>
                <a:cs typeface="Calibri"/>
              </a:rPr>
              <a:t>gestion des</a:t>
            </a:r>
            <a:r>
              <a:rPr lang="fr-FR" sz="1200" spc="1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15" dirty="0" smtClean="0">
                <a:solidFill>
                  <a:srgbClr val="585858"/>
                </a:solidFill>
                <a:latin typeface="+mn-lt"/>
                <a:cs typeface="Calibri"/>
              </a:rPr>
              <a:t> </a:t>
            </a:r>
            <a:r>
              <a:rPr lang="fr-FR" sz="1200" dirty="0" smtClean="0">
                <a:solidFill>
                  <a:srgbClr val="585858"/>
                </a:solidFill>
                <a:latin typeface="+mn-lt"/>
                <a:cs typeface="Calibri"/>
              </a:rPr>
              <a:t>sur</a:t>
            </a:r>
            <a:r>
              <a:rPr lang="fr-FR" sz="1200" spc="-5" dirty="0" smtClean="0">
                <a:solidFill>
                  <a:srgbClr val="585858"/>
                </a:solidFill>
                <a:latin typeface="+mn-lt"/>
                <a:cs typeface="Calibri"/>
              </a:rPr>
              <a:t> </a:t>
            </a:r>
            <a:r>
              <a:rPr lang="fr-FR" sz="1200" dirty="0" smtClean="0">
                <a:solidFill>
                  <a:srgbClr val="585858"/>
                </a:solidFill>
                <a:latin typeface="+mn-lt"/>
                <a:cs typeface="Calibri"/>
              </a:rPr>
              <a:t>une</a:t>
            </a:r>
            <a:r>
              <a:rPr lang="fr-FR" sz="1200" spc="5" dirty="0" smtClean="0">
                <a:solidFill>
                  <a:srgbClr val="585858"/>
                </a:solidFill>
                <a:latin typeface="+mn-lt"/>
                <a:cs typeface="Calibri"/>
              </a:rPr>
              <a:t> </a:t>
            </a:r>
            <a:r>
              <a:rPr lang="fr-FR" sz="1200" dirty="0" smtClean="0">
                <a:solidFill>
                  <a:srgbClr val="585858"/>
                </a:solidFill>
                <a:latin typeface="+mn-lt"/>
                <a:cs typeface="Calibri"/>
              </a:rPr>
              <a:t>unité</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25" dirty="0" smtClean="0">
                <a:solidFill>
                  <a:srgbClr val="585858"/>
                </a:solidFill>
                <a:latin typeface="+mn-lt"/>
                <a:cs typeface="Calibri"/>
              </a:rPr>
              <a:t> </a:t>
            </a:r>
            <a:r>
              <a:rPr lang="fr-FR" sz="1200" dirty="0" smtClean="0">
                <a:solidFill>
                  <a:srgbClr val="585858"/>
                </a:solidFill>
                <a:latin typeface="+mn-lt"/>
                <a:cs typeface="Calibri"/>
              </a:rPr>
              <a:t>stockage, il</a:t>
            </a:r>
            <a:r>
              <a:rPr lang="fr-FR" sz="1200" spc="10" dirty="0" smtClean="0">
                <a:solidFill>
                  <a:srgbClr val="585858"/>
                </a:solidFill>
                <a:latin typeface="+mn-lt"/>
                <a:cs typeface="Calibri"/>
              </a:rPr>
              <a:t> </a:t>
            </a:r>
            <a:r>
              <a:rPr lang="fr-FR" sz="1200" dirty="0" smtClean="0">
                <a:solidFill>
                  <a:srgbClr val="585858"/>
                </a:solidFill>
                <a:latin typeface="+mn-lt"/>
                <a:cs typeface="Calibri"/>
              </a:rPr>
              <a:t>faut</a:t>
            </a:r>
            <a:r>
              <a:rPr lang="fr-FR" sz="1200" spc="5" dirty="0" smtClean="0">
                <a:solidFill>
                  <a:srgbClr val="585858"/>
                </a:solidFill>
                <a:latin typeface="+mn-lt"/>
                <a:cs typeface="Calibri"/>
              </a:rPr>
              <a:t> </a:t>
            </a:r>
            <a:r>
              <a:rPr lang="fr-FR" sz="1200" b="1" dirty="0" smtClean="0">
                <a:solidFill>
                  <a:srgbClr val="585858"/>
                </a:solidFill>
                <a:latin typeface="+mn-lt"/>
                <a:cs typeface="Calibri"/>
              </a:rPr>
              <a:t>formater</a:t>
            </a:r>
            <a:r>
              <a:rPr lang="fr-FR" sz="1200" b="1" spc="15" dirty="0" smtClean="0">
                <a:solidFill>
                  <a:srgbClr val="585858"/>
                </a:solidFill>
                <a:latin typeface="+mn-lt"/>
                <a:cs typeface="Calibri"/>
              </a:rPr>
              <a:t> </a:t>
            </a:r>
            <a:r>
              <a:rPr lang="fr-FR" sz="1200" dirty="0" smtClean="0">
                <a:solidFill>
                  <a:srgbClr val="585858"/>
                </a:solidFill>
                <a:latin typeface="+mn-lt"/>
                <a:cs typeface="Calibri"/>
              </a:rPr>
              <a:t>son unité</a:t>
            </a:r>
            <a:r>
              <a:rPr lang="fr-FR" sz="1200" spc="10" dirty="0" smtClean="0">
                <a:solidFill>
                  <a:srgbClr val="585858"/>
                </a:solidFill>
                <a:latin typeface="+mn-lt"/>
                <a:cs typeface="Calibri"/>
              </a:rPr>
              <a:t> </a:t>
            </a:r>
            <a:r>
              <a:rPr lang="fr-FR" sz="1200" dirty="0" smtClean="0">
                <a:solidFill>
                  <a:srgbClr val="585858"/>
                </a:solidFill>
                <a:latin typeface="+mn-lt"/>
                <a:cs typeface="Calibri"/>
              </a:rPr>
              <a:t>selon ses</a:t>
            </a:r>
            <a:r>
              <a:rPr lang="fr-FR" sz="1200" spc="15" dirty="0" smtClean="0">
                <a:solidFill>
                  <a:srgbClr val="585858"/>
                </a:solidFill>
                <a:latin typeface="+mn-lt"/>
                <a:cs typeface="Calibri"/>
              </a:rPr>
              <a:t> </a:t>
            </a:r>
            <a:r>
              <a:rPr lang="fr-FR" sz="1200" dirty="0" smtClean="0">
                <a:solidFill>
                  <a:srgbClr val="585858"/>
                </a:solidFill>
                <a:latin typeface="+mn-lt"/>
                <a:cs typeface="Calibri"/>
              </a:rPr>
              <a:t>spécificités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Le formatage</a:t>
            </a:r>
            <a:r>
              <a:rPr lang="fr-FR" sz="1200" baseline="0" dirty="0" smtClean="0">
                <a:solidFill>
                  <a:srgbClr val="585858"/>
                </a:solidFill>
                <a:latin typeface="+mn-lt"/>
                <a:cs typeface="Calibri"/>
              </a:rPr>
              <a:t> </a:t>
            </a:r>
            <a:r>
              <a:rPr lang="fr-FR" sz="1200" dirty="0" smtClean="0">
                <a:solidFill>
                  <a:srgbClr val="585858"/>
                </a:solidFill>
                <a:latin typeface="+mn-lt"/>
                <a:cs typeface="Calibri"/>
              </a:rPr>
              <a:t>permet</a:t>
            </a:r>
            <a:r>
              <a:rPr lang="fr-FR" sz="1200" spc="-25" dirty="0" smtClean="0">
                <a:solidFill>
                  <a:srgbClr val="585858"/>
                </a:solidFill>
                <a:latin typeface="+mn-lt"/>
                <a:cs typeface="Calibri"/>
              </a:rPr>
              <a:t> </a:t>
            </a:r>
            <a:r>
              <a:rPr lang="fr-FR" sz="1200" dirty="0" smtClean="0">
                <a:solidFill>
                  <a:srgbClr val="585858"/>
                </a:solidFill>
                <a:latin typeface="+mn-lt"/>
                <a:cs typeface="Calibri"/>
              </a:rPr>
              <a:t>la</a:t>
            </a:r>
            <a:r>
              <a:rPr lang="fr-FR" sz="1200" spc="-15" dirty="0" smtClean="0">
                <a:solidFill>
                  <a:srgbClr val="585858"/>
                </a:solidFill>
                <a:latin typeface="+mn-lt"/>
                <a:cs typeface="Calibri"/>
              </a:rPr>
              <a:t> </a:t>
            </a:r>
            <a:r>
              <a:rPr lang="fr-FR" sz="1200" dirty="0" smtClean="0">
                <a:solidFill>
                  <a:srgbClr val="585858"/>
                </a:solidFill>
                <a:latin typeface="+mn-lt"/>
                <a:cs typeface="Calibri"/>
              </a:rPr>
              <a:t>création</a:t>
            </a:r>
            <a:r>
              <a:rPr lang="fr-FR" sz="1200" spc="-35" dirty="0" smtClean="0">
                <a:solidFill>
                  <a:srgbClr val="585858"/>
                </a:solidFill>
                <a:latin typeface="+mn-lt"/>
                <a:cs typeface="Calibri"/>
              </a:rPr>
              <a:t> </a:t>
            </a:r>
            <a:r>
              <a:rPr lang="fr-FR" sz="1200" dirty="0" smtClean="0">
                <a:solidFill>
                  <a:srgbClr val="585858"/>
                </a:solidFill>
                <a:latin typeface="+mn-lt"/>
                <a:cs typeface="Calibri"/>
              </a:rPr>
              <a:t>d’un</a:t>
            </a:r>
            <a:r>
              <a:rPr lang="fr-FR" sz="1200" spc="-40" dirty="0" smtClean="0">
                <a:solidFill>
                  <a:srgbClr val="585858"/>
                </a:solidFill>
                <a:latin typeface="+mn-lt"/>
                <a:cs typeface="Calibri"/>
              </a:rPr>
              <a:t> </a:t>
            </a:r>
            <a:r>
              <a:rPr lang="fr-FR" sz="1200" b="1" dirty="0" err="1" smtClean="0">
                <a:solidFill>
                  <a:srgbClr val="585858"/>
                </a:solidFill>
                <a:latin typeface="+mn-lt"/>
                <a:cs typeface="Calibri"/>
              </a:rPr>
              <a:t>superbloc</a:t>
            </a:r>
            <a:r>
              <a:rPr lang="fr-FR" sz="1200" b="1" spc="-5" dirty="0" smtClean="0">
                <a:solidFill>
                  <a:srgbClr val="585858"/>
                </a:solidFill>
                <a:latin typeface="+mn-lt"/>
                <a:cs typeface="Calibri"/>
              </a:rPr>
              <a:t> </a:t>
            </a:r>
            <a:r>
              <a:rPr lang="fr-FR" sz="1200" spc="-25" dirty="0" smtClean="0">
                <a:solidFill>
                  <a:srgbClr val="585858"/>
                </a:solidFill>
                <a:latin typeface="+mn-lt"/>
                <a:cs typeface="Calibri"/>
              </a:rPr>
              <a:t>où</a:t>
            </a:r>
            <a:r>
              <a:rPr lang="fr-FR" sz="1200" spc="500" dirty="0" smtClean="0">
                <a:solidFill>
                  <a:srgbClr val="585858"/>
                </a:solidFill>
                <a:latin typeface="+mn-lt"/>
                <a:cs typeface="Calibri"/>
              </a:rPr>
              <a:t> </a:t>
            </a:r>
            <a:r>
              <a:rPr lang="fr-FR" sz="1200" dirty="0" smtClean="0">
                <a:solidFill>
                  <a:srgbClr val="585858"/>
                </a:solidFill>
                <a:latin typeface="+mn-lt"/>
                <a:cs typeface="Calibri"/>
              </a:rPr>
              <a:t>il</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stocke </a:t>
            </a:r>
            <a:r>
              <a:rPr lang="fr-FR" sz="1200" dirty="0" smtClean="0">
                <a:solidFill>
                  <a:srgbClr val="585858"/>
                </a:solidFill>
                <a:latin typeface="+mn-lt"/>
                <a:cs typeface="Calibri"/>
              </a:rPr>
              <a:t>les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informations</a:t>
            </a:r>
            <a:r>
              <a:rPr lang="fr-FR" sz="1200" spc="20" dirty="0" smtClean="0">
                <a:solidFill>
                  <a:srgbClr val="585858"/>
                </a:solidFill>
                <a:latin typeface="+mn-lt"/>
                <a:cs typeface="Calibri"/>
              </a:rPr>
              <a:t> </a:t>
            </a:r>
            <a:r>
              <a:rPr lang="fr-FR" sz="1200" dirty="0" smtClean="0">
                <a:solidFill>
                  <a:srgbClr val="585858"/>
                </a:solidFill>
                <a:latin typeface="+mn-lt"/>
                <a:cs typeface="Calibri"/>
              </a:rPr>
              <a:t>nécessaires</a:t>
            </a:r>
            <a:r>
              <a:rPr lang="fr-FR" sz="1200" spc="10" dirty="0" smtClean="0">
                <a:solidFill>
                  <a:srgbClr val="585858"/>
                </a:solidFill>
                <a:latin typeface="+mn-lt"/>
                <a:cs typeface="Calibri"/>
              </a:rPr>
              <a:t> </a:t>
            </a:r>
            <a:r>
              <a:rPr lang="fr-FR" sz="1200" spc="-10" dirty="0" smtClean="0">
                <a:solidFill>
                  <a:srgbClr val="585858"/>
                </a:solidFill>
                <a:latin typeface="+mn-lt"/>
                <a:cs typeface="Calibri"/>
              </a:rPr>
              <a:t>assurant</a:t>
            </a:r>
            <a:r>
              <a:rPr lang="fr-FR" sz="1200" spc="-50" dirty="0" smtClean="0">
                <a:solidFill>
                  <a:srgbClr val="585858"/>
                </a:solidFill>
                <a:latin typeface="+mn-lt"/>
                <a:cs typeface="Calibri"/>
              </a:rPr>
              <a:t> </a:t>
            </a:r>
            <a:r>
              <a:rPr lang="fr-FR" sz="1200" spc="-10" dirty="0" smtClean="0">
                <a:solidFill>
                  <a:srgbClr val="585858"/>
                </a:solidFill>
                <a:latin typeface="+mn-lt"/>
                <a:cs typeface="Calibri"/>
              </a:rPr>
              <a:t>l’intégrité</a:t>
            </a:r>
            <a:r>
              <a:rPr lang="fr-FR" sz="1200" spc="20" dirty="0" smtClean="0">
                <a:solidFill>
                  <a:srgbClr val="585858"/>
                </a:solidFill>
                <a:latin typeface="+mn-lt"/>
                <a:cs typeface="Calibri"/>
              </a:rPr>
              <a:t> </a:t>
            </a:r>
            <a:r>
              <a:rPr lang="fr-FR" sz="1200" dirty="0" smtClean="0">
                <a:solidFill>
                  <a:srgbClr val="585858"/>
                </a:solidFill>
                <a:latin typeface="+mn-lt"/>
                <a:cs typeface="Calibri"/>
              </a:rPr>
              <a:t>du</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fichiers.</a:t>
            </a:r>
            <a:endParaRPr lang="fr-FR" sz="1200" dirty="0" smtClean="0">
              <a:latin typeface="+mn-lt"/>
              <a:cs typeface="Calibri"/>
            </a:endParaRPr>
          </a:p>
          <a:p>
            <a:endParaRPr lang="fr-FR" sz="1200" dirty="0" smtClean="0">
              <a:solidFill>
                <a:srgbClr val="585858"/>
              </a:solidFill>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La</a:t>
            </a:r>
            <a:r>
              <a:rPr lang="fr-FR" sz="1200" spc="-25" dirty="0" smtClean="0">
                <a:solidFill>
                  <a:srgbClr val="585858"/>
                </a:solidFill>
                <a:latin typeface="+mn-lt"/>
                <a:cs typeface="Calibri"/>
              </a:rPr>
              <a:t> </a:t>
            </a:r>
            <a:r>
              <a:rPr lang="fr-FR" sz="1200" b="1" dirty="0" smtClean="0">
                <a:solidFill>
                  <a:srgbClr val="585858"/>
                </a:solidFill>
                <a:latin typeface="+mn-lt"/>
                <a:cs typeface="Calibri"/>
              </a:rPr>
              <a:t>Figure</a:t>
            </a:r>
            <a:r>
              <a:rPr lang="fr-FR" sz="1200" b="1" spc="-5" dirty="0" smtClean="0">
                <a:solidFill>
                  <a:srgbClr val="585858"/>
                </a:solidFill>
                <a:latin typeface="+mn-lt"/>
                <a:cs typeface="Calibri"/>
              </a:rPr>
              <a:t> </a:t>
            </a:r>
            <a:r>
              <a:rPr lang="fr-FR" sz="1200" b="1" spc="10" dirty="0" smtClean="0">
                <a:solidFill>
                  <a:srgbClr val="585858"/>
                </a:solidFill>
                <a:latin typeface="+mn-lt"/>
                <a:cs typeface="Calibri"/>
              </a:rPr>
              <a:t> </a:t>
            </a:r>
            <a:r>
              <a:rPr lang="fr-FR" sz="1200" spc="-10" dirty="0" smtClean="0">
                <a:solidFill>
                  <a:srgbClr val="585858"/>
                </a:solidFill>
                <a:latin typeface="+mn-lt"/>
                <a:cs typeface="Calibri"/>
              </a:rPr>
              <a:t>illustre</a:t>
            </a:r>
            <a:r>
              <a:rPr lang="fr-FR" sz="1200" spc="25" dirty="0" smtClean="0">
                <a:solidFill>
                  <a:srgbClr val="585858"/>
                </a:solidFill>
                <a:latin typeface="+mn-lt"/>
                <a:cs typeface="Calibri"/>
              </a:rPr>
              <a:t> </a:t>
            </a:r>
            <a:r>
              <a:rPr lang="fr-FR" sz="1200" dirty="0" smtClean="0">
                <a:solidFill>
                  <a:srgbClr val="585858"/>
                </a:solidFill>
                <a:latin typeface="+mn-lt"/>
                <a:cs typeface="Calibri"/>
              </a:rPr>
              <a:t>une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organisation</a:t>
            </a:r>
            <a:r>
              <a:rPr lang="fr-FR" sz="1200" spc="-5" dirty="0" smtClean="0">
                <a:solidFill>
                  <a:srgbClr val="585858"/>
                </a:solidFill>
                <a:latin typeface="+mn-lt"/>
                <a:cs typeface="Calibri"/>
              </a:rPr>
              <a:t> </a:t>
            </a:r>
            <a:r>
              <a:rPr lang="fr-FR" sz="1200" dirty="0" smtClean="0">
                <a:solidFill>
                  <a:srgbClr val="585858"/>
                </a:solidFill>
                <a:latin typeface="+mn-lt"/>
                <a:cs typeface="Calibri"/>
              </a:rPr>
              <a:t>possible</a:t>
            </a:r>
            <a:r>
              <a:rPr lang="fr-FR" sz="1200" spc="25" dirty="0" smtClean="0">
                <a:solidFill>
                  <a:srgbClr val="585858"/>
                </a:solidFill>
                <a:latin typeface="+mn-lt"/>
                <a:cs typeface="Calibri"/>
              </a:rPr>
              <a:t> </a:t>
            </a:r>
            <a:r>
              <a:rPr lang="fr-FR" sz="1200" dirty="0" smtClean="0">
                <a:solidFill>
                  <a:srgbClr val="585858"/>
                </a:solidFill>
                <a:latin typeface="+mn-lt"/>
                <a:cs typeface="Calibri"/>
              </a:rPr>
              <a:t>du</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20" dirty="0" smtClean="0">
                <a:solidFill>
                  <a:srgbClr val="585858"/>
                </a:solidFill>
                <a:latin typeface="+mn-lt"/>
                <a:cs typeface="Calibri"/>
              </a:rPr>
              <a:t> </a:t>
            </a:r>
            <a:r>
              <a:rPr lang="fr-FR" sz="1200" dirty="0" smtClean="0">
                <a:solidFill>
                  <a:srgbClr val="585858"/>
                </a:solidFill>
                <a:latin typeface="+mn-lt"/>
                <a:cs typeface="Calibri"/>
              </a:rPr>
              <a:t>de </a:t>
            </a:r>
            <a:r>
              <a:rPr lang="fr-FR" sz="1200" spc="-10" dirty="0" smtClean="0">
                <a:solidFill>
                  <a:srgbClr val="585858"/>
                </a:solidFill>
                <a:latin typeface="+mn-lt"/>
                <a:cs typeface="Calibri"/>
              </a:rPr>
              <a:t>fichiers.</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39</a:t>
            </a:fld>
            <a:endParaRPr lang="fr-FR"/>
          </a:p>
        </p:txBody>
      </p:sp>
    </p:spTree>
    <p:extLst>
      <p:ext uri="{BB962C8B-B14F-4D97-AF65-F5344CB8AC3E}">
        <p14:creationId xmlns:p14="http://schemas.microsoft.com/office/powerpoint/2010/main" val="1691469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000" b="1" i="0">
                <a:solidFill>
                  <a:srgbClr val="585858"/>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200" b="1" i="0">
                <a:solidFill>
                  <a:srgbClr val="585858"/>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5/13/2024</a:t>
            </a:fld>
            <a:endParaRPr lang="en-US"/>
          </a:p>
        </p:txBody>
      </p:sp>
      <p:sp>
        <p:nvSpPr>
          <p:cNvPr id="6" name="Holder 6"/>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585858"/>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200" b="1" i="0">
                <a:solidFill>
                  <a:srgbClr val="585858"/>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5/13/2024</a:t>
            </a:fld>
            <a:endParaRPr lang="en-US"/>
          </a:p>
        </p:txBody>
      </p:sp>
      <p:sp>
        <p:nvSpPr>
          <p:cNvPr id="6" name="Holder 6"/>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585858"/>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5/13/2024</a:t>
            </a:fld>
            <a:endParaRPr lang="en-US"/>
          </a:p>
        </p:txBody>
      </p:sp>
      <p:sp>
        <p:nvSpPr>
          <p:cNvPr id="7" name="Holder 7"/>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048" y="17"/>
            <a:ext cx="12185903" cy="6855206"/>
          </a:xfrm>
          <a:prstGeom prst="rect">
            <a:avLst/>
          </a:prstGeom>
        </p:spPr>
      </p:pic>
      <p:sp>
        <p:nvSpPr>
          <p:cNvPr id="17" name="bg object 17"/>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18" name="bg object 18"/>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19" name="bg object 19"/>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000" b="1" i="0">
                <a:solidFill>
                  <a:srgbClr val="585858"/>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5/13/2024</a:t>
            </a:fld>
            <a:endParaRPr lang="en-US"/>
          </a:p>
        </p:txBody>
      </p:sp>
      <p:sp>
        <p:nvSpPr>
          <p:cNvPr id="5" name="Holder 5"/>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048" y="17"/>
            <a:ext cx="12185903" cy="6855206"/>
          </a:xfrm>
          <a:prstGeom prst="rect">
            <a:avLst/>
          </a:prstGeom>
        </p:spPr>
      </p:pic>
      <p:sp>
        <p:nvSpPr>
          <p:cNvPr id="17" name="bg object 17"/>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18" name="bg object 18"/>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19" name="bg object 19"/>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5/13/2024</a:t>
            </a:fld>
            <a:endParaRPr lang="en-US"/>
          </a:p>
        </p:txBody>
      </p:sp>
      <p:sp>
        <p:nvSpPr>
          <p:cNvPr id="4" name="Holder 4"/>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63753" y="332308"/>
            <a:ext cx="11664492" cy="768350"/>
          </a:xfrm>
          <a:prstGeom prst="rect">
            <a:avLst/>
          </a:prstGeom>
        </p:spPr>
        <p:txBody>
          <a:bodyPr wrap="square" lIns="0" tIns="0" rIns="0" bIns="0">
            <a:spAutoFit/>
          </a:bodyPr>
          <a:lstStyle>
            <a:lvl1pPr>
              <a:defRPr sz="2000" b="1" i="0">
                <a:solidFill>
                  <a:srgbClr val="585858"/>
                </a:solidFill>
                <a:latin typeface="Calibri"/>
                <a:cs typeface="Calibri"/>
              </a:defRPr>
            </a:lvl1pPr>
          </a:lstStyle>
          <a:p>
            <a:endParaRPr/>
          </a:p>
        </p:txBody>
      </p:sp>
      <p:sp>
        <p:nvSpPr>
          <p:cNvPr id="3" name="Holder 3"/>
          <p:cNvSpPr>
            <a:spLocks noGrp="1"/>
          </p:cNvSpPr>
          <p:nvPr>
            <p:ph type="body" idx="1"/>
          </p:nvPr>
        </p:nvSpPr>
        <p:spPr>
          <a:xfrm>
            <a:off x="798982" y="1605152"/>
            <a:ext cx="10590530" cy="4752340"/>
          </a:xfrm>
          <a:prstGeom prst="rect">
            <a:avLst/>
          </a:prstGeom>
        </p:spPr>
        <p:txBody>
          <a:bodyPr wrap="square" lIns="0" tIns="0" rIns="0" bIns="0">
            <a:spAutoFit/>
          </a:bodyPr>
          <a:lstStyle>
            <a:lvl1pPr>
              <a:defRPr sz="1200" b="1" i="0">
                <a:solidFill>
                  <a:srgbClr val="585858"/>
                </a:solidFill>
                <a:latin typeface="Calibri"/>
                <a:cs typeface="Calibri"/>
              </a:defRPr>
            </a:lvl1pPr>
          </a:lstStyle>
          <a:p>
            <a:endParaRPr/>
          </a:p>
        </p:txBody>
      </p:sp>
      <p:sp>
        <p:nvSpPr>
          <p:cNvPr id="4" name="Holder 4"/>
          <p:cNvSpPr>
            <a:spLocks noGrp="1"/>
          </p:cNvSpPr>
          <p:nvPr>
            <p:ph type="ftr" sz="quarter" idx="5"/>
          </p:nvPr>
        </p:nvSpPr>
        <p:spPr>
          <a:xfrm>
            <a:off x="5103621" y="6694423"/>
            <a:ext cx="1986915" cy="184150"/>
          </a:xfrm>
          <a:prstGeom prst="rect">
            <a:avLst/>
          </a:prstGeom>
        </p:spPr>
        <p:txBody>
          <a:bodyPr wrap="square" lIns="0" tIns="0" rIns="0" bIns="0">
            <a:spAutoFit/>
          </a:bodyPr>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5/13/2024</a:t>
            </a:fld>
            <a:endParaRPr lang="en-US"/>
          </a:p>
        </p:txBody>
      </p:sp>
      <p:sp>
        <p:nvSpPr>
          <p:cNvPr id="6" name="Holder 6"/>
          <p:cNvSpPr>
            <a:spLocks noGrp="1"/>
          </p:cNvSpPr>
          <p:nvPr>
            <p:ph type="sldNum" sz="quarter" idx="7"/>
          </p:nvPr>
        </p:nvSpPr>
        <p:spPr>
          <a:xfrm>
            <a:off x="11845417" y="6709968"/>
            <a:ext cx="281304" cy="153670"/>
          </a:xfrm>
          <a:prstGeom prst="rect">
            <a:avLst/>
          </a:prstGeom>
        </p:spPr>
        <p:txBody>
          <a:bodyPr wrap="square" lIns="0" tIns="0" rIns="0" bIns="0">
            <a:spAutoFit/>
          </a:bodyPr>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https://www.homecine-compare.com/definition-de-fat32.htm" TargetMode="External"/><Relationship Id="rId4" Type="http://schemas.openxmlformats.org/officeDocument/2006/relationships/hyperlink" Target="https://www.homecine-compare.com/definition-de-ntfs.htm" TargetMode="External"/></Relationships>
</file>

<file path=ppt/slides/_rels/slide3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4.png"/><Relationship Id="rId7" Type="http://schemas.openxmlformats.org/officeDocument/2006/relationships/hyperlink" Target="https://www.homecine-compare.com/definition-de-tag-id3.htm"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s://www.homecine-compare.com/definition-de-sata.htm" TargetMode="External"/><Relationship Id="rId5" Type="http://schemas.openxmlformats.org/officeDocument/2006/relationships/hyperlink" Target="https://www.homecine-compare.com/definition-de-esata.htm" TargetMode="External"/><Relationship Id="rId4" Type="http://schemas.openxmlformats.org/officeDocument/2006/relationships/hyperlink" Target="https://www.homecine-compare.com/definition-de-usb.htm"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hyperlink" Target="https://fr.wikipedia.org/wiki/Octet" TargetMode="External"/><Relationship Id="rId4" Type="http://schemas.openxmlformats.org/officeDocument/2006/relationships/hyperlink" Target="https://fr.wikipedia.org/wiki/Zettaoctet"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36946"/>
            <a:ext cx="12191999" cy="4763238"/>
          </a:xfrm>
          <a:prstGeom prst="rect">
            <a:avLst/>
          </a:prstGeom>
        </p:spPr>
      </p:pic>
      <p:sp>
        <p:nvSpPr>
          <p:cNvPr id="10" name="object 10"/>
          <p:cNvSpPr txBox="1"/>
          <p:nvPr/>
        </p:nvSpPr>
        <p:spPr>
          <a:xfrm>
            <a:off x="1316863" y="5043373"/>
            <a:ext cx="8973185" cy="1296509"/>
          </a:xfrm>
          <a:prstGeom prst="rect">
            <a:avLst/>
          </a:prstGeom>
        </p:spPr>
        <p:txBody>
          <a:bodyPr vert="horz" wrap="square" lIns="0" tIns="13970" rIns="0" bIns="0" rtlCol="0">
            <a:spAutoFit/>
          </a:bodyPr>
          <a:lstStyle/>
          <a:p>
            <a:pPr algn="ctr">
              <a:lnSpc>
                <a:spcPct val="100000"/>
              </a:lnSpc>
              <a:spcBef>
                <a:spcPts val="40"/>
              </a:spcBef>
            </a:pPr>
            <a:r>
              <a:rPr sz="3200" b="1" dirty="0" smtClean="0">
                <a:solidFill>
                  <a:srgbClr val="1C3051"/>
                </a:solidFill>
                <a:latin typeface="Calibri"/>
                <a:cs typeface="Calibri"/>
              </a:rPr>
              <a:t>M</a:t>
            </a:r>
            <a:r>
              <a:rPr lang="fr-FR" sz="3200" b="1" dirty="0" err="1" smtClean="0">
                <a:solidFill>
                  <a:srgbClr val="1C3051"/>
                </a:solidFill>
                <a:latin typeface="Calibri"/>
                <a:cs typeface="Calibri"/>
              </a:rPr>
              <a:t>odule</a:t>
            </a:r>
            <a:r>
              <a:rPr lang="fr-FR" sz="3200" b="1" spc="-75" dirty="0">
                <a:solidFill>
                  <a:srgbClr val="1C3051"/>
                </a:solidFill>
                <a:latin typeface="Calibri"/>
                <a:cs typeface="Calibri"/>
              </a:rPr>
              <a:t>:</a:t>
            </a:r>
            <a:r>
              <a:rPr sz="3200" b="1" spc="-35" dirty="0" smtClean="0">
                <a:solidFill>
                  <a:srgbClr val="1C3051"/>
                </a:solidFill>
                <a:latin typeface="Calibri"/>
                <a:cs typeface="Calibri"/>
              </a:rPr>
              <a:t> </a:t>
            </a:r>
            <a:r>
              <a:rPr lang="fr-FR" sz="3200" b="1" dirty="0">
                <a:solidFill>
                  <a:srgbClr val="1C3051"/>
                </a:solidFill>
                <a:latin typeface="Calibri"/>
                <a:cs typeface="Calibri"/>
              </a:rPr>
              <a:t>S</a:t>
            </a:r>
            <a:r>
              <a:rPr sz="3200" b="1" dirty="0" err="1" smtClean="0">
                <a:solidFill>
                  <a:srgbClr val="1C3051"/>
                </a:solidFill>
                <a:latin typeface="Calibri"/>
                <a:cs typeface="Calibri"/>
              </a:rPr>
              <a:t>ystème</a:t>
            </a:r>
            <a:r>
              <a:rPr sz="3200" b="1" spc="-20" dirty="0" smtClean="0">
                <a:solidFill>
                  <a:srgbClr val="1C3051"/>
                </a:solidFill>
                <a:latin typeface="Calibri"/>
                <a:cs typeface="Calibri"/>
              </a:rPr>
              <a:t> </a:t>
            </a:r>
            <a:r>
              <a:rPr sz="3200" b="1" dirty="0" err="1" smtClean="0">
                <a:solidFill>
                  <a:srgbClr val="1C3051"/>
                </a:solidFill>
                <a:latin typeface="Calibri"/>
                <a:cs typeface="Calibri"/>
              </a:rPr>
              <a:t>d'exploitation</a:t>
            </a:r>
            <a:endParaRPr sz="3200" dirty="0">
              <a:latin typeface="Calibri"/>
              <a:cs typeface="Calibri"/>
            </a:endParaRPr>
          </a:p>
          <a:p>
            <a:pPr>
              <a:lnSpc>
                <a:spcPct val="100000"/>
              </a:lnSpc>
              <a:spcBef>
                <a:spcPts val="385"/>
              </a:spcBef>
            </a:pPr>
            <a:endParaRPr sz="2400" dirty="0">
              <a:latin typeface="Calibri"/>
              <a:cs typeface="Calibri"/>
            </a:endParaRPr>
          </a:p>
          <a:p>
            <a:pPr marL="1055370" algn="ctr">
              <a:lnSpc>
                <a:spcPct val="100000"/>
              </a:lnSpc>
              <a:spcBef>
                <a:spcPts val="5"/>
              </a:spcBef>
            </a:pPr>
            <a:r>
              <a:rPr sz="2400" b="1" dirty="0">
                <a:solidFill>
                  <a:srgbClr val="FFFFFF"/>
                </a:solidFill>
                <a:latin typeface="Calibri"/>
                <a:cs typeface="Calibri"/>
              </a:rPr>
              <a:t>135</a:t>
            </a:r>
            <a:r>
              <a:rPr sz="2400" b="1" spc="-25" dirty="0">
                <a:solidFill>
                  <a:srgbClr val="FFFFFF"/>
                </a:solidFill>
                <a:latin typeface="Calibri"/>
                <a:cs typeface="Calibri"/>
              </a:rPr>
              <a:t> </a:t>
            </a:r>
            <a:r>
              <a:rPr sz="2400" b="1" spc="-10" dirty="0">
                <a:solidFill>
                  <a:srgbClr val="FFFFFF"/>
                </a:solidFill>
                <a:latin typeface="Calibri"/>
                <a:cs typeface="Calibri"/>
              </a:rPr>
              <a:t>heures</a:t>
            </a:r>
            <a:endParaRPr sz="24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3048" y="0"/>
            <a:ext cx="6483078" cy="6857997"/>
          </a:xfrm>
          <a:prstGeom prst="rect">
            <a:avLst/>
          </a:prstGeom>
        </p:spPr>
      </p:pic>
      <p:sp>
        <p:nvSpPr>
          <p:cNvPr id="10" name="object 10"/>
          <p:cNvSpPr txBox="1">
            <a:spLocks noGrp="1"/>
          </p:cNvSpPr>
          <p:nvPr>
            <p:ph type="title"/>
          </p:nvPr>
        </p:nvSpPr>
        <p:spPr>
          <a:xfrm>
            <a:off x="263753" y="152400"/>
            <a:ext cx="11664492" cy="674338"/>
          </a:xfrm>
          <a:prstGeom prst="rect">
            <a:avLst/>
          </a:prstGeom>
        </p:spPr>
        <p:txBody>
          <a:bodyPr vert="horz" wrap="square" lIns="0" tIns="241096" rIns="0" bIns="0" rtlCol="0">
            <a:spAutoFit/>
          </a:bodyPr>
          <a:lstStyle/>
          <a:p>
            <a:pPr marL="7964805">
              <a:lnSpc>
                <a:spcPct val="100000"/>
              </a:lnSpc>
              <a:spcBef>
                <a:spcPts val="105"/>
              </a:spcBef>
            </a:pPr>
            <a:r>
              <a:rPr sz="2800" dirty="0">
                <a:solidFill>
                  <a:srgbClr val="008245"/>
                </a:solidFill>
              </a:rPr>
              <a:t>CHAPITRE</a:t>
            </a:r>
            <a:r>
              <a:rPr sz="2800" spc="-40" dirty="0">
                <a:solidFill>
                  <a:srgbClr val="008245"/>
                </a:solidFill>
              </a:rPr>
              <a:t> </a:t>
            </a:r>
            <a:r>
              <a:rPr lang="fr-FR" sz="2800" spc="-50" dirty="0">
                <a:solidFill>
                  <a:srgbClr val="008245"/>
                </a:solidFill>
              </a:rPr>
              <a:t>5</a:t>
            </a:r>
            <a:endParaRPr sz="2800" dirty="0"/>
          </a:p>
        </p:txBody>
      </p:sp>
      <p:sp>
        <p:nvSpPr>
          <p:cNvPr id="13" name="object 13"/>
          <p:cNvSpPr txBox="1"/>
          <p:nvPr/>
        </p:nvSpPr>
        <p:spPr>
          <a:xfrm>
            <a:off x="8696325" y="6339713"/>
            <a:ext cx="1264920" cy="330835"/>
          </a:xfrm>
          <a:prstGeom prst="rect">
            <a:avLst/>
          </a:prstGeom>
        </p:spPr>
        <p:txBody>
          <a:bodyPr vert="horz" wrap="square" lIns="0" tIns="0" rIns="0" bIns="0" rtlCol="0">
            <a:spAutoFit/>
          </a:bodyPr>
          <a:lstStyle/>
          <a:p>
            <a:pPr marL="12700">
              <a:lnSpc>
                <a:spcPts val="2380"/>
              </a:lnSpc>
            </a:pPr>
            <a:r>
              <a:rPr sz="2400" b="1" dirty="0">
                <a:solidFill>
                  <a:srgbClr val="FFFFFF"/>
                </a:solidFill>
                <a:latin typeface="Calibri"/>
                <a:cs typeface="Calibri"/>
              </a:rPr>
              <a:t>10</a:t>
            </a:r>
            <a:r>
              <a:rPr sz="2400" b="1" spc="-30" dirty="0">
                <a:solidFill>
                  <a:srgbClr val="FFFFFF"/>
                </a:solidFill>
                <a:latin typeface="Calibri"/>
                <a:cs typeface="Calibri"/>
              </a:rPr>
              <a:t> </a:t>
            </a:r>
            <a:r>
              <a:rPr sz="2400" b="1" spc="-10" dirty="0">
                <a:solidFill>
                  <a:srgbClr val="FFFFFF"/>
                </a:solidFill>
                <a:latin typeface="Calibri"/>
                <a:cs typeface="Calibri"/>
              </a:rPr>
              <a:t>heures</a:t>
            </a:r>
            <a:endParaRPr sz="2400" dirty="0">
              <a:latin typeface="Calibri"/>
              <a:cs typeface="Calibri"/>
            </a:endParaRPr>
          </a:p>
        </p:txBody>
      </p:sp>
      <p:sp>
        <p:nvSpPr>
          <p:cNvPr id="11" name="object 11"/>
          <p:cNvSpPr txBox="1"/>
          <p:nvPr/>
        </p:nvSpPr>
        <p:spPr>
          <a:xfrm>
            <a:off x="7620000" y="1019583"/>
            <a:ext cx="5289550" cy="382156"/>
          </a:xfrm>
          <a:prstGeom prst="rect">
            <a:avLst/>
          </a:prstGeom>
        </p:spPr>
        <p:txBody>
          <a:bodyPr vert="horz" wrap="square" lIns="0" tIns="12700" rIns="0" bIns="0" rtlCol="0">
            <a:spAutoFit/>
          </a:bodyPr>
          <a:lstStyle/>
          <a:p>
            <a:pPr marL="12700">
              <a:lnSpc>
                <a:spcPct val="100000"/>
              </a:lnSpc>
              <a:spcBef>
                <a:spcPts val="100"/>
              </a:spcBef>
            </a:pPr>
            <a:r>
              <a:rPr lang="fr-FR" sz="2400" b="1" spc="-35" dirty="0" smtClean="0">
                <a:solidFill>
                  <a:srgbClr val="008245"/>
                </a:solidFill>
                <a:latin typeface="Calibri"/>
                <a:cs typeface="Calibri"/>
              </a:rPr>
              <a:t>GESTION DE LA MEMOIRE</a:t>
            </a:r>
            <a:endParaRPr sz="2400" dirty="0">
              <a:latin typeface="Calibri"/>
              <a:cs typeface="Calibri"/>
            </a:endParaRPr>
          </a:p>
        </p:txBody>
      </p:sp>
      <p:sp>
        <p:nvSpPr>
          <p:cNvPr id="12" name="object 12"/>
          <p:cNvSpPr txBox="1"/>
          <p:nvPr/>
        </p:nvSpPr>
        <p:spPr>
          <a:xfrm>
            <a:off x="6404463" y="2018017"/>
            <a:ext cx="5848643" cy="4321696"/>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7800"/>
                </a:solidFill>
                <a:latin typeface="Calibri"/>
                <a:cs typeface="Calibri"/>
              </a:rPr>
              <a:t>Ce</a:t>
            </a:r>
            <a:r>
              <a:rPr sz="1800" b="1" spc="-60" dirty="0">
                <a:solidFill>
                  <a:srgbClr val="FF7800"/>
                </a:solidFill>
                <a:latin typeface="Calibri"/>
                <a:cs typeface="Calibri"/>
              </a:rPr>
              <a:t> </a:t>
            </a:r>
            <a:r>
              <a:rPr sz="1800" b="1" dirty="0">
                <a:solidFill>
                  <a:srgbClr val="FF7800"/>
                </a:solidFill>
                <a:latin typeface="Calibri"/>
                <a:cs typeface="Calibri"/>
              </a:rPr>
              <a:t>que</a:t>
            </a:r>
            <a:r>
              <a:rPr sz="1800" b="1" spc="-35" dirty="0">
                <a:solidFill>
                  <a:srgbClr val="FF7800"/>
                </a:solidFill>
                <a:latin typeface="Calibri"/>
                <a:cs typeface="Calibri"/>
              </a:rPr>
              <a:t> </a:t>
            </a:r>
            <a:r>
              <a:rPr sz="1800" b="1" dirty="0">
                <a:solidFill>
                  <a:srgbClr val="FF7800"/>
                </a:solidFill>
                <a:latin typeface="Calibri"/>
                <a:cs typeface="Calibri"/>
              </a:rPr>
              <a:t>vous</a:t>
            </a:r>
            <a:r>
              <a:rPr sz="1800" b="1" spc="-15" dirty="0">
                <a:solidFill>
                  <a:srgbClr val="FF7800"/>
                </a:solidFill>
                <a:latin typeface="Calibri"/>
                <a:cs typeface="Calibri"/>
              </a:rPr>
              <a:t> </a:t>
            </a:r>
            <a:r>
              <a:rPr sz="1800" b="1" dirty="0">
                <a:solidFill>
                  <a:srgbClr val="FF7800"/>
                </a:solidFill>
                <a:latin typeface="Calibri"/>
                <a:cs typeface="Calibri"/>
              </a:rPr>
              <a:t>allez</a:t>
            </a:r>
            <a:r>
              <a:rPr sz="1800" b="1" spc="-35" dirty="0">
                <a:solidFill>
                  <a:srgbClr val="FF7800"/>
                </a:solidFill>
                <a:latin typeface="Calibri"/>
                <a:cs typeface="Calibri"/>
              </a:rPr>
              <a:t> </a:t>
            </a:r>
            <a:r>
              <a:rPr sz="1800" b="1" dirty="0">
                <a:solidFill>
                  <a:srgbClr val="FF7800"/>
                </a:solidFill>
                <a:latin typeface="Calibri"/>
                <a:cs typeface="Calibri"/>
              </a:rPr>
              <a:t>apprendre</a:t>
            </a:r>
            <a:r>
              <a:rPr sz="1800" b="1" spc="-55" dirty="0">
                <a:solidFill>
                  <a:srgbClr val="FF7800"/>
                </a:solidFill>
                <a:latin typeface="Calibri"/>
                <a:cs typeface="Calibri"/>
              </a:rPr>
              <a:t> </a:t>
            </a:r>
            <a:r>
              <a:rPr sz="1800" b="1" dirty="0">
                <a:solidFill>
                  <a:srgbClr val="FF7800"/>
                </a:solidFill>
                <a:latin typeface="Calibri"/>
                <a:cs typeface="Calibri"/>
              </a:rPr>
              <a:t>dans</a:t>
            </a:r>
            <a:r>
              <a:rPr sz="1800" b="1" spc="-40" dirty="0">
                <a:solidFill>
                  <a:srgbClr val="FF7800"/>
                </a:solidFill>
                <a:latin typeface="Calibri"/>
                <a:cs typeface="Calibri"/>
              </a:rPr>
              <a:t> </a:t>
            </a:r>
            <a:r>
              <a:rPr sz="1800" b="1" dirty="0">
                <a:solidFill>
                  <a:srgbClr val="FF7800"/>
                </a:solidFill>
                <a:latin typeface="Calibri"/>
                <a:cs typeface="Calibri"/>
              </a:rPr>
              <a:t>ce</a:t>
            </a:r>
            <a:r>
              <a:rPr sz="1800" b="1" spc="-35" dirty="0">
                <a:solidFill>
                  <a:srgbClr val="FF7800"/>
                </a:solidFill>
                <a:latin typeface="Calibri"/>
                <a:cs typeface="Calibri"/>
              </a:rPr>
              <a:t> </a:t>
            </a:r>
            <a:r>
              <a:rPr sz="1800" b="1" dirty="0">
                <a:solidFill>
                  <a:srgbClr val="FF7800"/>
                </a:solidFill>
                <a:latin typeface="Calibri"/>
                <a:cs typeface="Calibri"/>
              </a:rPr>
              <a:t>chapitre</a:t>
            </a:r>
            <a:r>
              <a:rPr sz="1800" b="1" spc="-40" dirty="0">
                <a:solidFill>
                  <a:srgbClr val="FF7800"/>
                </a:solidFill>
                <a:latin typeface="Calibri"/>
                <a:cs typeface="Calibri"/>
              </a:rPr>
              <a:t> </a:t>
            </a:r>
            <a:r>
              <a:rPr sz="1800" b="1" spc="-50" dirty="0">
                <a:solidFill>
                  <a:srgbClr val="FF7800"/>
                </a:solidFill>
                <a:latin typeface="Calibri"/>
                <a:cs typeface="Calibri"/>
              </a:rPr>
              <a:t>:</a:t>
            </a:r>
            <a:endParaRPr sz="1800" dirty="0">
              <a:latin typeface="Calibri"/>
              <a:cs typeface="Calibri"/>
            </a:endParaRPr>
          </a:p>
          <a:p>
            <a:pPr marL="356870" indent="-344170">
              <a:lnSpc>
                <a:spcPct val="150000"/>
              </a:lnSpc>
              <a:spcBef>
                <a:spcPts val="2095"/>
              </a:spcBef>
              <a:buFont typeface="Arial"/>
              <a:buChar char="•"/>
              <a:tabLst>
                <a:tab pos="356870" algn="l"/>
              </a:tabLst>
            </a:pPr>
            <a:r>
              <a:rPr dirty="0" err="1">
                <a:solidFill>
                  <a:srgbClr val="555555"/>
                </a:solidFill>
                <a:latin typeface="Calibri"/>
                <a:cs typeface="Calibri"/>
              </a:rPr>
              <a:t>Décrire</a:t>
            </a:r>
            <a:r>
              <a:rPr spc="-40" dirty="0">
                <a:solidFill>
                  <a:srgbClr val="555555"/>
                </a:solidFill>
                <a:latin typeface="Calibri"/>
                <a:cs typeface="Calibri"/>
              </a:rPr>
              <a:t> </a:t>
            </a:r>
            <a:r>
              <a:rPr lang="fr-FR" dirty="0" smtClean="0">
                <a:solidFill>
                  <a:srgbClr val="555555"/>
                </a:solidFill>
                <a:latin typeface="Calibri"/>
                <a:cs typeface="Calibri"/>
              </a:rPr>
              <a:t>le principe de fonctionnement du système de gestion de la mémoire</a:t>
            </a:r>
          </a:p>
          <a:p>
            <a:pPr marL="356870" indent="-344170">
              <a:lnSpc>
                <a:spcPct val="150000"/>
              </a:lnSpc>
              <a:spcBef>
                <a:spcPts val="2095"/>
              </a:spcBef>
              <a:buFont typeface="Arial"/>
              <a:buChar char="•"/>
              <a:tabLst>
                <a:tab pos="356870" algn="l"/>
              </a:tabLst>
            </a:pPr>
            <a:r>
              <a:rPr dirty="0" err="1" smtClean="0">
                <a:solidFill>
                  <a:srgbClr val="555555"/>
                </a:solidFill>
                <a:latin typeface="Calibri"/>
                <a:cs typeface="Calibri"/>
              </a:rPr>
              <a:t>Présenter</a:t>
            </a:r>
            <a:r>
              <a:rPr spc="-45" dirty="0" smtClean="0">
                <a:solidFill>
                  <a:srgbClr val="555555"/>
                </a:solidFill>
                <a:latin typeface="Calibri"/>
                <a:cs typeface="Calibri"/>
              </a:rPr>
              <a:t> </a:t>
            </a:r>
            <a:r>
              <a:rPr dirty="0" smtClean="0">
                <a:solidFill>
                  <a:srgbClr val="555555"/>
                </a:solidFill>
                <a:latin typeface="Calibri"/>
                <a:cs typeface="Calibri"/>
              </a:rPr>
              <a:t>les</a:t>
            </a:r>
            <a:r>
              <a:rPr spc="-70" dirty="0" smtClean="0">
                <a:solidFill>
                  <a:srgbClr val="555555"/>
                </a:solidFill>
                <a:latin typeface="Calibri"/>
                <a:cs typeface="Calibri"/>
              </a:rPr>
              <a:t> </a:t>
            </a:r>
            <a:r>
              <a:rPr lang="fr-FR" spc="-70" dirty="0">
                <a:solidFill>
                  <a:srgbClr val="555555"/>
                </a:solidFill>
                <a:latin typeface="Calibri"/>
                <a:cs typeface="Calibri"/>
              </a:rPr>
              <a:t>s</a:t>
            </a:r>
            <a:r>
              <a:rPr lang="fr-FR" spc="-70" dirty="0" smtClean="0">
                <a:solidFill>
                  <a:srgbClr val="555555"/>
                </a:solidFill>
                <a:latin typeface="Calibri"/>
                <a:cs typeface="Calibri"/>
              </a:rPr>
              <a:t>tratégies de gestion de la mémoire</a:t>
            </a:r>
            <a:endParaRPr dirty="0" smtClean="0">
              <a:latin typeface="Calibri"/>
              <a:cs typeface="Calibri"/>
            </a:endParaRPr>
          </a:p>
          <a:p>
            <a:pPr marL="356870" indent="-344170">
              <a:lnSpc>
                <a:spcPct val="150000"/>
              </a:lnSpc>
              <a:spcBef>
                <a:spcPts val="600"/>
              </a:spcBef>
              <a:buFont typeface="Arial"/>
              <a:buChar char="•"/>
              <a:tabLst>
                <a:tab pos="356870" algn="l"/>
              </a:tabLst>
            </a:pPr>
            <a:r>
              <a:rPr dirty="0" err="1" smtClean="0">
                <a:solidFill>
                  <a:srgbClr val="555555"/>
                </a:solidFill>
                <a:latin typeface="Calibri"/>
                <a:cs typeface="Calibri"/>
              </a:rPr>
              <a:t>Découvrir</a:t>
            </a:r>
            <a:r>
              <a:rPr spc="-25" dirty="0" smtClean="0">
                <a:solidFill>
                  <a:srgbClr val="555555"/>
                </a:solidFill>
                <a:latin typeface="Calibri"/>
                <a:cs typeface="Calibri"/>
              </a:rPr>
              <a:t> </a:t>
            </a:r>
            <a:r>
              <a:rPr dirty="0">
                <a:solidFill>
                  <a:srgbClr val="555555"/>
                </a:solidFill>
                <a:latin typeface="Calibri"/>
                <a:cs typeface="Calibri"/>
              </a:rPr>
              <a:t>le</a:t>
            </a:r>
            <a:r>
              <a:rPr spc="-30" dirty="0">
                <a:solidFill>
                  <a:srgbClr val="555555"/>
                </a:solidFill>
                <a:latin typeface="Calibri"/>
                <a:cs typeface="Calibri"/>
              </a:rPr>
              <a:t> </a:t>
            </a:r>
            <a:r>
              <a:rPr dirty="0" err="1">
                <a:solidFill>
                  <a:srgbClr val="555555"/>
                </a:solidFill>
                <a:latin typeface="Calibri"/>
                <a:cs typeface="Calibri"/>
              </a:rPr>
              <a:t>principe</a:t>
            </a:r>
            <a:r>
              <a:rPr spc="15" dirty="0">
                <a:solidFill>
                  <a:srgbClr val="555555"/>
                </a:solidFill>
                <a:latin typeface="Calibri"/>
                <a:cs typeface="Calibri"/>
              </a:rPr>
              <a:t> </a:t>
            </a:r>
            <a:r>
              <a:rPr lang="fr-FR" spc="15" dirty="0" smtClean="0">
                <a:solidFill>
                  <a:srgbClr val="555555"/>
                </a:solidFill>
                <a:latin typeface="Calibri"/>
                <a:cs typeface="Calibri"/>
              </a:rPr>
              <a:t>de </a:t>
            </a:r>
            <a:r>
              <a:rPr lang="fr-FR" dirty="0">
                <a:solidFill>
                  <a:srgbClr val="555555"/>
                </a:solidFill>
                <a:latin typeface="Calibri"/>
                <a:cs typeface="Calibri"/>
              </a:rPr>
              <a:t>g</a:t>
            </a:r>
            <a:r>
              <a:rPr lang="fr-FR" dirty="0" smtClean="0">
                <a:solidFill>
                  <a:srgbClr val="555555"/>
                </a:solidFill>
                <a:latin typeface="Calibri"/>
                <a:cs typeface="Calibri"/>
              </a:rPr>
              <a:t>estion de la mémoire sous Windows</a:t>
            </a:r>
          </a:p>
          <a:p>
            <a:pPr marL="356870" indent="-344170">
              <a:lnSpc>
                <a:spcPct val="150000"/>
              </a:lnSpc>
              <a:spcBef>
                <a:spcPts val="600"/>
              </a:spcBef>
              <a:buFont typeface="Arial"/>
              <a:buChar char="•"/>
              <a:tabLst>
                <a:tab pos="356870" algn="l"/>
              </a:tabLst>
            </a:pPr>
            <a:r>
              <a:rPr lang="fr-FR" smtClean="0">
                <a:solidFill>
                  <a:srgbClr val="555555"/>
                </a:solidFill>
                <a:latin typeface="Calibri"/>
                <a:cs typeface="Calibri"/>
              </a:rPr>
              <a:t>Décrire les </a:t>
            </a:r>
            <a:r>
              <a:rPr lang="fr-FR" dirty="0" smtClean="0">
                <a:solidFill>
                  <a:srgbClr val="555555"/>
                </a:solidFill>
                <a:latin typeface="Calibri"/>
                <a:cs typeface="Calibri"/>
              </a:rPr>
              <a:t>disques durs</a:t>
            </a:r>
          </a:p>
          <a:p>
            <a:pPr marL="356870" indent="-344170">
              <a:lnSpc>
                <a:spcPct val="150000"/>
              </a:lnSpc>
              <a:spcBef>
                <a:spcPts val="600"/>
              </a:spcBef>
              <a:buFont typeface="Arial"/>
              <a:buChar char="•"/>
              <a:tabLst>
                <a:tab pos="356870" algn="l"/>
              </a:tabLst>
            </a:pPr>
            <a:r>
              <a:rPr lang="fr-FR" dirty="0" smtClean="0">
                <a:solidFill>
                  <a:srgbClr val="555555"/>
                </a:solidFill>
                <a:latin typeface="Calibri"/>
                <a:cs typeface="Calibri"/>
              </a:rPr>
              <a:t>Préparer les disques durs</a:t>
            </a:r>
          </a:p>
          <a:p>
            <a:pPr marL="356870" indent="-344170">
              <a:lnSpc>
                <a:spcPct val="100000"/>
              </a:lnSpc>
              <a:spcBef>
                <a:spcPts val="600"/>
              </a:spcBef>
              <a:buFont typeface="Arial"/>
              <a:buChar char="•"/>
              <a:tabLst>
                <a:tab pos="356870" algn="l"/>
              </a:tabLst>
            </a:pPr>
            <a:endParaRPr sz="18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7"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1" name="object 11"/>
          <p:cNvSpPr txBox="1"/>
          <p:nvPr/>
        </p:nvSpPr>
        <p:spPr>
          <a:xfrm>
            <a:off x="798982" y="1691975"/>
            <a:ext cx="10591165" cy="3713837"/>
          </a:xfrm>
          <a:prstGeom prst="rect">
            <a:avLst/>
          </a:prstGeom>
        </p:spPr>
        <p:txBody>
          <a:bodyPr vert="horz" wrap="square" lIns="0" tIns="12700" rIns="0" bIns="0" rtlCol="0">
            <a:spAutoFit/>
          </a:bodyPr>
          <a:lstStyle/>
          <a:p>
            <a:pPr marL="12700" marR="5080" algn="just">
              <a:lnSpc>
                <a:spcPct val="150100"/>
              </a:lnSpc>
              <a:spcBef>
                <a:spcPts val="100"/>
              </a:spcBef>
            </a:pPr>
            <a:r>
              <a:rPr sz="1200" dirty="0">
                <a:solidFill>
                  <a:srgbClr val="555555"/>
                </a:solidFill>
                <a:latin typeface="Calibri"/>
                <a:cs typeface="Calibri"/>
              </a:rPr>
              <a:t>Le</a:t>
            </a:r>
            <a:r>
              <a:rPr sz="1200" spc="-20" dirty="0">
                <a:solidFill>
                  <a:srgbClr val="555555"/>
                </a:solidFill>
                <a:latin typeface="Calibri"/>
                <a:cs typeface="Calibri"/>
              </a:rPr>
              <a:t> </a:t>
            </a:r>
            <a:r>
              <a:rPr sz="1200" dirty="0">
                <a:solidFill>
                  <a:srgbClr val="555555"/>
                </a:solidFill>
                <a:latin typeface="Calibri"/>
                <a:cs typeface="Calibri"/>
              </a:rPr>
              <a:t>système</a:t>
            </a:r>
            <a:r>
              <a:rPr sz="1200" spc="-15" dirty="0">
                <a:solidFill>
                  <a:srgbClr val="555555"/>
                </a:solidFill>
                <a:latin typeface="Calibri"/>
                <a:cs typeface="Calibri"/>
              </a:rPr>
              <a:t> </a:t>
            </a:r>
            <a:r>
              <a:rPr sz="1200" spc="-20" dirty="0">
                <a:solidFill>
                  <a:srgbClr val="555555"/>
                </a:solidFill>
                <a:latin typeface="Calibri"/>
                <a:cs typeface="Calibri"/>
              </a:rPr>
              <a:t>d’exploitation </a:t>
            </a:r>
            <a:r>
              <a:rPr sz="1200" dirty="0">
                <a:solidFill>
                  <a:srgbClr val="555555"/>
                </a:solidFill>
                <a:latin typeface="Calibri"/>
                <a:cs typeface="Calibri"/>
              </a:rPr>
              <a:t>fournit</a:t>
            </a:r>
            <a:r>
              <a:rPr sz="1200" spc="-10" dirty="0">
                <a:solidFill>
                  <a:srgbClr val="555555"/>
                </a:solidFill>
                <a:latin typeface="Calibri"/>
                <a:cs typeface="Calibri"/>
              </a:rPr>
              <a:t> </a:t>
            </a:r>
            <a:r>
              <a:rPr sz="1200" dirty="0">
                <a:solidFill>
                  <a:srgbClr val="555555"/>
                </a:solidFill>
                <a:latin typeface="Calibri"/>
                <a:cs typeface="Calibri"/>
              </a:rPr>
              <a:t>un</a:t>
            </a:r>
            <a:r>
              <a:rPr sz="1200" spc="-25" dirty="0">
                <a:solidFill>
                  <a:srgbClr val="555555"/>
                </a:solidFill>
                <a:latin typeface="Calibri"/>
                <a:cs typeface="Calibri"/>
              </a:rPr>
              <a:t> </a:t>
            </a:r>
            <a:r>
              <a:rPr sz="1200" dirty="0">
                <a:solidFill>
                  <a:srgbClr val="555555"/>
                </a:solidFill>
                <a:latin typeface="Calibri"/>
                <a:cs typeface="Calibri"/>
              </a:rPr>
              <a:t>ensemble</a:t>
            </a:r>
            <a:r>
              <a:rPr sz="1200" spc="-15" dirty="0">
                <a:solidFill>
                  <a:srgbClr val="555555"/>
                </a:solidFill>
                <a:latin typeface="Calibri"/>
                <a:cs typeface="Calibri"/>
              </a:rPr>
              <a:t> </a:t>
            </a:r>
            <a:r>
              <a:rPr sz="1200" dirty="0">
                <a:solidFill>
                  <a:srgbClr val="555555"/>
                </a:solidFill>
                <a:latin typeface="Calibri"/>
                <a:cs typeface="Calibri"/>
              </a:rPr>
              <a:t>de</a:t>
            </a:r>
            <a:r>
              <a:rPr sz="1200" spc="5" dirty="0">
                <a:solidFill>
                  <a:srgbClr val="555555"/>
                </a:solidFill>
                <a:latin typeface="Calibri"/>
                <a:cs typeface="Calibri"/>
              </a:rPr>
              <a:t> </a:t>
            </a:r>
            <a:r>
              <a:rPr sz="1200" dirty="0">
                <a:solidFill>
                  <a:srgbClr val="555555"/>
                </a:solidFill>
                <a:latin typeface="Calibri"/>
                <a:cs typeface="Calibri"/>
              </a:rPr>
              <a:t>services</a:t>
            </a:r>
            <a:r>
              <a:rPr sz="1200" spc="-15" dirty="0">
                <a:solidFill>
                  <a:srgbClr val="555555"/>
                </a:solidFill>
                <a:latin typeface="Calibri"/>
                <a:cs typeface="Calibri"/>
              </a:rPr>
              <a:t> </a:t>
            </a:r>
            <a:r>
              <a:rPr sz="1200" dirty="0">
                <a:solidFill>
                  <a:srgbClr val="555555"/>
                </a:solidFill>
                <a:latin typeface="Calibri"/>
                <a:cs typeface="Calibri"/>
              </a:rPr>
              <a:t>qui</a:t>
            </a:r>
            <a:r>
              <a:rPr sz="1200" spc="-30" dirty="0">
                <a:solidFill>
                  <a:srgbClr val="555555"/>
                </a:solidFill>
                <a:latin typeface="Calibri"/>
                <a:cs typeface="Calibri"/>
              </a:rPr>
              <a:t> </a:t>
            </a:r>
            <a:r>
              <a:rPr sz="1200" dirty="0">
                <a:solidFill>
                  <a:srgbClr val="555555"/>
                </a:solidFill>
                <a:latin typeface="Calibri"/>
                <a:cs typeface="Calibri"/>
              </a:rPr>
              <a:t>facilitent</a:t>
            </a:r>
            <a:r>
              <a:rPr sz="1200" spc="-10" dirty="0">
                <a:solidFill>
                  <a:srgbClr val="555555"/>
                </a:solidFill>
                <a:latin typeface="Calibri"/>
                <a:cs typeface="Calibri"/>
              </a:rPr>
              <a:t> </a:t>
            </a:r>
            <a:r>
              <a:rPr sz="1200" dirty="0">
                <a:solidFill>
                  <a:srgbClr val="555555"/>
                </a:solidFill>
                <a:latin typeface="Calibri"/>
                <a:cs typeface="Calibri"/>
              </a:rPr>
              <a:t>la</a:t>
            </a:r>
            <a:r>
              <a:rPr sz="1200" spc="-15" dirty="0">
                <a:solidFill>
                  <a:srgbClr val="555555"/>
                </a:solidFill>
                <a:latin typeface="Calibri"/>
                <a:cs typeface="Calibri"/>
              </a:rPr>
              <a:t> </a:t>
            </a:r>
            <a:r>
              <a:rPr sz="1200" dirty="0">
                <a:solidFill>
                  <a:srgbClr val="555555"/>
                </a:solidFill>
                <a:latin typeface="Calibri"/>
                <a:cs typeface="Calibri"/>
              </a:rPr>
              <a:t>création</a:t>
            </a:r>
            <a:r>
              <a:rPr sz="1200" spc="-25" dirty="0">
                <a:solidFill>
                  <a:srgbClr val="555555"/>
                </a:solidFill>
                <a:latin typeface="Calibri"/>
                <a:cs typeface="Calibri"/>
              </a:rPr>
              <a:t> </a:t>
            </a:r>
            <a:r>
              <a:rPr sz="1200" dirty="0">
                <a:solidFill>
                  <a:srgbClr val="555555"/>
                </a:solidFill>
                <a:latin typeface="Calibri"/>
                <a:cs typeface="Calibri"/>
              </a:rPr>
              <a:t>et</a:t>
            </a:r>
            <a:r>
              <a:rPr sz="1200" spc="-10" dirty="0">
                <a:solidFill>
                  <a:srgbClr val="555555"/>
                </a:solidFill>
                <a:latin typeface="Calibri"/>
                <a:cs typeface="Calibri"/>
              </a:rPr>
              <a:t> </a:t>
            </a:r>
            <a:r>
              <a:rPr sz="1200" dirty="0">
                <a:solidFill>
                  <a:srgbClr val="555555"/>
                </a:solidFill>
                <a:latin typeface="Calibri"/>
                <a:cs typeface="Calibri"/>
              </a:rPr>
              <a:t>l’utilisation des</a:t>
            </a:r>
            <a:r>
              <a:rPr sz="1200" spc="-10" dirty="0">
                <a:solidFill>
                  <a:srgbClr val="555555"/>
                </a:solidFill>
                <a:latin typeface="Calibri"/>
                <a:cs typeface="Calibri"/>
              </a:rPr>
              <a:t> </a:t>
            </a:r>
            <a:r>
              <a:rPr sz="1200" dirty="0">
                <a:solidFill>
                  <a:srgbClr val="555555"/>
                </a:solidFill>
                <a:latin typeface="Calibri"/>
                <a:cs typeface="Calibri"/>
              </a:rPr>
              <a:t>logiciels</a:t>
            </a:r>
            <a:r>
              <a:rPr sz="1200" spc="-10" dirty="0">
                <a:solidFill>
                  <a:srgbClr val="555555"/>
                </a:solidFill>
                <a:latin typeface="Calibri"/>
                <a:cs typeface="Calibri"/>
              </a:rPr>
              <a:t> </a:t>
            </a:r>
            <a:r>
              <a:rPr sz="1200" dirty="0">
                <a:solidFill>
                  <a:srgbClr val="555555"/>
                </a:solidFill>
                <a:latin typeface="Calibri"/>
                <a:cs typeface="Calibri"/>
              </a:rPr>
              <a:t>applicatifs.</a:t>
            </a:r>
            <a:r>
              <a:rPr sz="1200" spc="-5" dirty="0">
                <a:solidFill>
                  <a:srgbClr val="555555"/>
                </a:solidFill>
                <a:latin typeface="Calibri"/>
                <a:cs typeface="Calibri"/>
              </a:rPr>
              <a:t> </a:t>
            </a:r>
            <a:r>
              <a:rPr sz="1200" dirty="0" err="1" smtClean="0">
                <a:solidFill>
                  <a:srgbClr val="555555"/>
                </a:solidFill>
                <a:latin typeface="Calibri"/>
                <a:cs typeface="Calibri"/>
              </a:rPr>
              <a:t>Ces</a:t>
            </a:r>
            <a:r>
              <a:rPr sz="1200" spc="10" dirty="0" smtClean="0">
                <a:solidFill>
                  <a:srgbClr val="555555"/>
                </a:solidFill>
                <a:latin typeface="Calibri"/>
                <a:cs typeface="Calibri"/>
              </a:rPr>
              <a:t> </a:t>
            </a:r>
            <a:r>
              <a:rPr sz="1200" dirty="0">
                <a:solidFill>
                  <a:srgbClr val="555555"/>
                </a:solidFill>
                <a:latin typeface="Calibri"/>
                <a:cs typeface="Calibri"/>
              </a:rPr>
              <a:t>services</a:t>
            </a:r>
            <a:r>
              <a:rPr sz="1200" spc="10" dirty="0">
                <a:solidFill>
                  <a:srgbClr val="555555"/>
                </a:solidFill>
                <a:latin typeface="Calibri"/>
                <a:cs typeface="Calibri"/>
              </a:rPr>
              <a:t> </a:t>
            </a:r>
            <a:r>
              <a:rPr sz="1200" dirty="0">
                <a:solidFill>
                  <a:srgbClr val="555555"/>
                </a:solidFill>
                <a:latin typeface="Calibri"/>
                <a:cs typeface="Calibri"/>
              </a:rPr>
              <a:t>vont</a:t>
            </a:r>
            <a:r>
              <a:rPr sz="1200" spc="-15" dirty="0">
                <a:solidFill>
                  <a:srgbClr val="555555"/>
                </a:solidFill>
                <a:latin typeface="Calibri"/>
                <a:cs typeface="Calibri"/>
              </a:rPr>
              <a:t> </a:t>
            </a:r>
            <a:r>
              <a:rPr sz="1200" spc="-10" dirty="0">
                <a:solidFill>
                  <a:srgbClr val="555555"/>
                </a:solidFill>
                <a:latin typeface="Calibri"/>
                <a:cs typeface="Calibri"/>
              </a:rPr>
              <a:t>permettre</a:t>
            </a:r>
            <a:r>
              <a:rPr sz="1200" spc="-25" dirty="0">
                <a:solidFill>
                  <a:srgbClr val="555555"/>
                </a:solidFill>
                <a:latin typeface="Calibri"/>
                <a:cs typeface="Calibri"/>
              </a:rPr>
              <a:t> </a:t>
            </a:r>
            <a:r>
              <a:rPr sz="1200" dirty="0">
                <a:solidFill>
                  <a:srgbClr val="555555"/>
                </a:solidFill>
                <a:latin typeface="Calibri"/>
                <a:cs typeface="Calibri"/>
              </a:rPr>
              <a:t>à</a:t>
            </a:r>
            <a:r>
              <a:rPr sz="1200" spc="-5" dirty="0">
                <a:solidFill>
                  <a:srgbClr val="555555"/>
                </a:solidFill>
                <a:latin typeface="Calibri"/>
                <a:cs typeface="Calibri"/>
              </a:rPr>
              <a:t> </a:t>
            </a:r>
            <a:r>
              <a:rPr sz="1200" dirty="0">
                <a:solidFill>
                  <a:srgbClr val="555555"/>
                </a:solidFill>
                <a:latin typeface="Calibri"/>
                <a:cs typeface="Calibri"/>
              </a:rPr>
              <a:t>plusieurs</a:t>
            </a:r>
            <a:r>
              <a:rPr sz="1200" spc="15" dirty="0">
                <a:solidFill>
                  <a:srgbClr val="555555"/>
                </a:solidFill>
                <a:latin typeface="Calibri"/>
                <a:cs typeface="Calibri"/>
              </a:rPr>
              <a:t> </a:t>
            </a:r>
            <a:r>
              <a:rPr sz="1200" spc="-10" dirty="0">
                <a:solidFill>
                  <a:srgbClr val="555555"/>
                </a:solidFill>
                <a:latin typeface="Calibri"/>
                <a:cs typeface="Calibri"/>
              </a:rPr>
              <a:t>programmes</a:t>
            </a:r>
            <a:r>
              <a:rPr sz="1200" spc="-15" dirty="0">
                <a:solidFill>
                  <a:srgbClr val="555555"/>
                </a:solidFill>
                <a:latin typeface="Calibri"/>
                <a:cs typeface="Calibri"/>
              </a:rPr>
              <a:t> </a:t>
            </a:r>
            <a:r>
              <a:rPr sz="1200" dirty="0">
                <a:solidFill>
                  <a:srgbClr val="555555"/>
                </a:solidFill>
                <a:latin typeface="Calibri"/>
                <a:cs typeface="Calibri"/>
              </a:rPr>
              <a:t>et</a:t>
            </a:r>
            <a:r>
              <a:rPr sz="1200" spc="-25" dirty="0">
                <a:solidFill>
                  <a:srgbClr val="555555"/>
                </a:solidFill>
                <a:latin typeface="Calibri"/>
                <a:cs typeface="Calibri"/>
              </a:rPr>
              <a:t> </a:t>
            </a:r>
            <a:r>
              <a:rPr sz="1200" dirty="0">
                <a:solidFill>
                  <a:srgbClr val="555555"/>
                </a:solidFill>
                <a:latin typeface="Calibri"/>
                <a:cs typeface="Calibri"/>
              </a:rPr>
              <a:t>à </a:t>
            </a:r>
            <a:r>
              <a:rPr sz="1200" spc="-10" dirty="0">
                <a:solidFill>
                  <a:srgbClr val="555555"/>
                </a:solidFill>
                <a:latin typeface="Calibri"/>
                <a:cs typeface="Calibri"/>
              </a:rPr>
              <a:t>plusieurs usagers</a:t>
            </a:r>
            <a:r>
              <a:rPr sz="1200" spc="-50" dirty="0">
                <a:solidFill>
                  <a:srgbClr val="555555"/>
                </a:solidFill>
                <a:latin typeface="Calibri"/>
                <a:cs typeface="Calibri"/>
              </a:rPr>
              <a:t> </a:t>
            </a:r>
            <a:r>
              <a:rPr sz="1200" dirty="0">
                <a:solidFill>
                  <a:srgbClr val="555555"/>
                </a:solidFill>
                <a:latin typeface="Calibri"/>
                <a:cs typeface="Calibri"/>
              </a:rPr>
              <a:t>de</a:t>
            </a:r>
            <a:r>
              <a:rPr sz="1200" spc="-10" dirty="0">
                <a:solidFill>
                  <a:srgbClr val="555555"/>
                </a:solidFill>
                <a:latin typeface="Calibri"/>
                <a:cs typeface="Calibri"/>
              </a:rPr>
              <a:t> </a:t>
            </a:r>
            <a:r>
              <a:rPr sz="1200" dirty="0">
                <a:solidFill>
                  <a:srgbClr val="555555"/>
                </a:solidFill>
                <a:latin typeface="Calibri"/>
                <a:cs typeface="Calibri"/>
              </a:rPr>
              <a:t>partager</a:t>
            </a:r>
            <a:r>
              <a:rPr sz="1200" spc="-60" dirty="0">
                <a:solidFill>
                  <a:srgbClr val="555555"/>
                </a:solidFill>
                <a:latin typeface="Calibri"/>
                <a:cs typeface="Calibri"/>
              </a:rPr>
              <a:t> </a:t>
            </a:r>
            <a:r>
              <a:rPr sz="1200" dirty="0">
                <a:solidFill>
                  <a:srgbClr val="555555"/>
                </a:solidFill>
                <a:latin typeface="Calibri"/>
                <a:cs typeface="Calibri"/>
              </a:rPr>
              <a:t>les</a:t>
            </a:r>
            <a:r>
              <a:rPr sz="1200" spc="-25" dirty="0">
                <a:solidFill>
                  <a:srgbClr val="555555"/>
                </a:solidFill>
                <a:latin typeface="Calibri"/>
                <a:cs typeface="Calibri"/>
              </a:rPr>
              <a:t> </a:t>
            </a:r>
            <a:r>
              <a:rPr sz="1200" spc="-10" dirty="0">
                <a:solidFill>
                  <a:srgbClr val="555555"/>
                </a:solidFill>
                <a:latin typeface="Calibri"/>
                <a:cs typeface="Calibri"/>
              </a:rPr>
              <a:t>ressources</a:t>
            </a:r>
            <a:r>
              <a:rPr sz="1200" spc="25" dirty="0">
                <a:solidFill>
                  <a:srgbClr val="555555"/>
                </a:solidFill>
                <a:latin typeface="Calibri"/>
                <a:cs typeface="Calibri"/>
              </a:rPr>
              <a:t> </a:t>
            </a:r>
            <a:r>
              <a:rPr sz="1200" dirty="0">
                <a:solidFill>
                  <a:srgbClr val="555555"/>
                </a:solidFill>
                <a:latin typeface="Calibri"/>
                <a:cs typeface="Calibri"/>
              </a:rPr>
              <a:t>de</a:t>
            </a:r>
            <a:r>
              <a:rPr sz="1200" spc="-15" dirty="0">
                <a:solidFill>
                  <a:srgbClr val="555555"/>
                </a:solidFill>
                <a:latin typeface="Calibri"/>
                <a:cs typeface="Calibri"/>
              </a:rPr>
              <a:t> </a:t>
            </a:r>
            <a:r>
              <a:rPr sz="1200" spc="-20" dirty="0">
                <a:solidFill>
                  <a:srgbClr val="555555"/>
                </a:solidFill>
                <a:latin typeface="Calibri"/>
                <a:cs typeface="Calibri"/>
              </a:rPr>
              <a:t>l’ordinateur</a:t>
            </a:r>
            <a:r>
              <a:rPr sz="1200" spc="25" dirty="0">
                <a:solidFill>
                  <a:srgbClr val="555555"/>
                </a:solidFill>
                <a:latin typeface="Calibri"/>
                <a:cs typeface="Calibri"/>
              </a:rPr>
              <a:t> </a:t>
            </a:r>
            <a:r>
              <a:rPr sz="1200" dirty="0">
                <a:solidFill>
                  <a:srgbClr val="555555"/>
                </a:solidFill>
                <a:latin typeface="Calibri"/>
                <a:cs typeface="Calibri"/>
              </a:rPr>
              <a:t>d’une</a:t>
            </a:r>
            <a:r>
              <a:rPr sz="1200" spc="-20" dirty="0">
                <a:solidFill>
                  <a:srgbClr val="555555"/>
                </a:solidFill>
                <a:latin typeface="Calibri"/>
                <a:cs typeface="Calibri"/>
              </a:rPr>
              <a:t> </a:t>
            </a:r>
            <a:r>
              <a:rPr sz="1200" dirty="0">
                <a:solidFill>
                  <a:srgbClr val="555555"/>
                </a:solidFill>
                <a:latin typeface="Calibri"/>
                <a:cs typeface="Calibri"/>
              </a:rPr>
              <a:t>manière</a:t>
            </a:r>
            <a:r>
              <a:rPr sz="1200" spc="10" dirty="0">
                <a:solidFill>
                  <a:srgbClr val="555555"/>
                </a:solidFill>
                <a:latin typeface="Calibri"/>
                <a:cs typeface="Calibri"/>
              </a:rPr>
              <a:t> </a:t>
            </a:r>
            <a:r>
              <a:rPr sz="1200" dirty="0">
                <a:solidFill>
                  <a:srgbClr val="555555"/>
                </a:solidFill>
                <a:latin typeface="Calibri"/>
                <a:cs typeface="Calibri"/>
              </a:rPr>
              <a:t>fiable, rapide</a:t>
            </a:r>
            <a:r>
              <a:rPr sz="1200" spc="-5" dirty="0">
                <a:solidFill>
                  <a:srgbClr val="555555"/>
                </a:solidFill>
                <a:latin typeface="Calibri"/>
                <a:cs typeface="Calibri"/>
              </a:rPr>
              <a:t> </a:t>
            </a:r>
            <a:r>
              <a:rPr sz="1200" dirty="0">
                <a:solidFill>
                  <a:srgbClr val="555555"/>
                </a:solidFill>
                <a:latin typeface="Calibri"/>
                <a:cs typeface="Calibri"/>
              </a:rPr>
              <a:t>et</a:t>
            </a:r>
            <a:r>
              <a:rPr sz="1200" spc="-35" dirty="0">
                <a:solidFill>
                  <a:srgbClr val="555555"/>
                </a:solidFill>
                <a:latin typeface="Calibri"/>
                <a:cs typeface="Calibri"/>
              </a:rPr>
              <a:t> </a:t>
            </a:r>
            <a:r>
              <a:rPr sz="1200" spc="-10" dirty="0">
                <a:solidFill>
                  <a:srgbClr val="555555"/>
                </a:solidFill>
                <a:latin typeface="Calibri"/>
                <a:cs typeface="Calibri"/>
              </a:rPr>
              <a:t>rationnelle.</a:t>
            </a:r>
            <a:endParaRPr sz="1200" dirty="0">
              <a:latin typeface="Calibri"/>
              <a:cs typeface="Calibri"/>
            </a:endParaRPr>
          </a:p>
          <a:p>
            <a:pPr marL="12700" algn="just">
              <a:lnSpc>
                <a:spcPct val="100000"/>
              </a:lnSpc>
              <a:spcBef>
                <a:spcPts val="1320"/>
              </a:spcBef>
            </a:pPr>
            <a:r>
              <a:rPr sz="1200" dirty="0">
                <a:solidFill>
                  <a:srgbClr val="555555"/>
                </a:solidFill>
                <a:latin typeface="Calibri"/>
                <a:cs typeface="Calibri"/>
              </a:rPr>
              <a:t>Dans</a:t>
            </a:r>
            <a:r>
              <a:rPr sz="1200" spc="-20" dirty="0">
                <a:solidFill>
                  <a:srgbClr val="555555"/>
                </a:solidFill>
                <a:latin typeface="Calibri"/>
                <a:cs typeface="Calibri"/>
              </a:rPr>
              <a:t> </a:t>
            </a:r>
            <a:r>
              <a:rPr sz="1200" dirty="0">
                <a:solidFill>
                  <a:srgbClr val="555555"/>
                </a:solidFill>
                <a:latin typeface="Calibri"/>
                <a:cs typeface="Calibri"/>
              </a:rPr>
              <a:t>la</a:t>
            </a:r>
            <a:r>
              <a:rPr sz="1200" spc="-5" dirty="0">
                <a:solidFill>
                  <a:srgbClr val="555555"/>
                </a:solidFill>
                <a:latin typeface="Calibri"/>
                <a:cs typeface="Calibri"/>
              </a:rPr>
              <a:t> </a:t>
            </a:r>
            <a:r>
              <a:rPr sz="1200" dirty="0">
                <a:solidFill>
                  <a:srgbClr val="555555"/>
                </a:solidFill>
                <a:latin typeface="Calibri"/>
                <a:cs typeface="Calibri"/>
              </a:rPr>
              <a:t>partie</a:t>
            </a:r>
            <a:r>
              <a:rPr sz="1200" spc="-5" dirty="0">
                <a:solidFill>
                  <a:srgbClr val="555555"/>
                </a:solidFill>
                <a:latin typeface="Calibri"/>
                <a:cs typeface="Calibri"/>
              </a:rPr>
              <a:t> </a:t>
            </a:r>
            <a:r>
              <a:rPr sz="1200" spc="-10" dirty="0">
                <a:solidFill>
                  <a:srgbClr val="555555"/>
                </a:solidFill>
                <a:latin typeface="Calibri"/>
                <a:cs typeface="Calibri"/>
              </a:rPr>
              <a:t>suivante,</a:t>
            </a:r>
            <a:r>
              <a:rPr sz="1200" spc="-35" dirty="0">
                <a:solidFill>
                  <a:srgbClr val="555555"/>
                </a:solidFill>
                <a:latin typeface="Calibri"/>
                <a:cs typeface="Calibri"/>
              </a:rPr>
              <a:t> </a:t>
            </a:r>
            <a:r>
              <a:rPr sz="1200" dirty="0">
                <a:solidFill>
                  <a:srgbClr val="555555"/>
                </a:solidFill>
                <a:latin typeface="Calibri"/>
                <a:cs typeface="Calibri"/>
              </a:rPr>
              <a:t>on</a:t>
            </a:r>
            <a:r>
              <a:rPr sz="1200" spc="-15" dirty="0">
                <a:solidFill>
                  <a:srgbClr val="555555"/>
                </a:solidFill>
                <a:latin typeface="Calibri"/>
                <a:cs typeface="Calibri"/>
              </a:rPr>
              <a:t> </a:t>
            </a:r>
            <a:r>
              <a:rPr sz="1200" dirty="0">
                <a:solidFill>
                  <a:srgbClr val="555555"/>
                </a:solidFill>
                <a:latin typeface="Calibri"/>
                <a:cs typeface="Calibri"/>
              </a:rPr>
              <a:t>va</a:t>
            </a:r>
            <a:r>
              <a:rPr sz="1200" spc="-30" dirty="0">
                <a:solidFill>
                  <a:srgbClr val="555555"/>
                </a:solidFill>
                <a:latin typeface="Calibri"/>
                <a:cs typeface="Calibri"/>
              </a:rPr>
              <a:t> </a:t>
            </a:r>
            <a:r>
              <a:rPr sz="1200" dirty="0">
                <a:solidFill>
                  <a:srgbClr val="555555"/>
                </a:solidFill>
                <a:latin typeface="Calibri"/>
                <a:cs typeface="Calibri"/>
              </a:rPr>
              <a:t>découvrir</a:t>
            </a:r>
            <a:r>
              <a:rPr sz="1200" spc="-5" dirty="0">
                <a:solidFill>
                  <a:srgbClr val="555555"/>
                </a:solidFill>
                <a:latin typeface="Calibri"/>
                <a:cs typeface="Calibri"/>
              </a:rPr>
              <a:t> </a:t>
            </a:r>
            <a:r>
              <a:rPr sz="1200" dirty="0">
                <a:solidFill>
                  <a:srgbClr val="555555"/>
                </a:solidFill>
                <a:latin typeface="Calibri"/>
                <a:cs typeface="Calibri"/>
              </a:rPr>
              <a:t>en</a:t>
            </a:r>
            <a:r>
              <a:rPr sz="1200" spc="-35" dirty="0">
                <a:solidFill>
                  <a:srgbClr val="555555"/>
                </a:solidFill>
                <a:latin typeface="Calibri"/>
                <a:cs typeface="Calibri"/>
              </a:rPr>
              <a:t> </a:t>
            </a:r>
            <a:r>
              <a:rPr sz="1200" dirty="0">
                <a:solidFill>
                  <a:srgbClr val="555555"/>
                </a:solidFill>
                <a:latin typeface="Calibri"/>
                <a:cs typeface="Calibri"/>
              </a:rPr>
              <a:t>détail</a:t>
            </a:r>
            <a:r>
              <a:rPr sz="1200" spc="-20" dirty="0">
                <a:solidFill>
                  <a:srgbClr val="555555"/>
                </a:solidFill>
                <a:latin typeface="Calibri"/>
                <a:cs typeface="Calibri"/>
              </a:rPr>
              <a:t> </a:t>
            </a:r>
            <a:r>
              <a:rPr sz="1200" dirty="0">
                <a:solidFill>
                  <a:srgbClr val="555555"/>
                </a:solidFill>
                <a:latin typeface="Calibri"/>
                <a:cs typeface="Calibri"/>
              </a:rPr>
              <a:t>les </a:t>
            </a:r>
            <a:r>
              <a:rPr sz="1200" b="1" i="1" spc="-10" dirty="0">
                <a:solidFill>
                  <a:srgbClr val="FF7800"/>
                </a:solidFill>
                <a:latin typeface="Calibri"/>
                <a:cs typeface="Calibri"/>
              </a:rPr>
              <a:t>concepts</a:t>
            </a:r>
            <a:r>
              <a:rPr sz="1200" b="1" i="1" spc="-20" dirty="0">
                <a:solidFill>
                  <a:srgbClr val="FF7800"/>
                </a:solidFill>
                <a:latin typeface="Calibri"/>
                <a:cs typeface="Calibri"/>
              </a:rPr>
              <a:t> </a:t>
            </a:r>
            <a:r>
              <a:rPr sz="1200" b="1" i="1" spc="-10" dirty="0">
                <a:solidFill>
                  <a:srgbClr val="FF7800"/>
                </a:solidFill>
                <a:latin typeface="Calibri"/>
                <a:cs typeface="Calibri"/>
              </a:rPr>
              <a:t>fondamentaux</a:t>
            </a:r>
            <a:r>
              <a:rPr sz="1200" b="1" i="1" spc="60" dirty="0">
                <a:solidFill>
                  <a:srgbClr val="FF7800"/>
                </a:solidFill>
                <a:latin typeface="Calibri"/>
                <a:cs typeface="Calibri"/>
              </a:rPr>
              <a:t> </a:t>
            </a:r>
            <a:r>
              <a:rPr sz="1200" spc="-10" dirty="0">
                <a:solidFill>
                  <a:srgbClr val="555555"/>
                </a:solidFill>
                <a:latin typeface="Calibri"/>
                <a:cs typeface="Calibri"/>
              </a:rPr>
              <a:t>suivant</a:t>
            </a:r>
            <a:r>
              <a:rPr sz="1200" spc="-45" dirty="0">
                <a:solidFill>
                  <a:srgbClr val="555555"/>
                </a:solidFill>
                <a:latin typeface="Calibri"/>
                <a:cs typeface="Calibri"/>
              </a:rPr>
              <a:t> </a:t>
            </a:r>
            <a:r>
              <a:rPr sz="1200" dirty="0">
                <a:solidFill>
                  <a:srgbClr val="555555"/>
                </a:solidFill>
                <a:latin typeface="Calibri"/>
                <a:cs typeface="Calibri"/>
              </a:rPr>
              <a:t>d’un</a:t>
            </a:r>
            <a:r>
              <a:rPr sz="1200" spc="-10" dirty="0">
                <a:solidFill>
                  <a:srgbClr val="555555"/>
                </a:solidFill>
                <a:latin typeface="Calibri"/>
                <a:cs typeface="Calibri"/>
              </a:rPr>
              <a:t> </a:t>
            </a:r>
            <a:r>
              <a:rPr sz="1200" dirty="0">
                <a:solidFill>
                  <a:srgbClr val="555555"/>
                </a:solidFill>
                <a:latin typeface="Calibri"/>
                <a:cs typeface="Calibri"/>
              </a:rPr>
              <a:t>OS</a:t>
            </a:r>
            <a:r>
              <a:rPr sz="1200" spc="-10" dirty="0">
                <a:solidFill>
                  <a:srgbClr val="555555"/>
                </a:solidFill>
                <a:latin typeface="Calibri"/>
                <a:cs typeface="Calibri"/>
              </a:rPr>
              <a:t> </a:t>
            </a:r>
            <a:r>
              <a:rPr sz="1200" spc="-50" dirty="0">
                <a:solidFill>
                  <a:srgbClr val="555555"/>
                </a:solidFill>
                <a:latin typeface="Calibri"/>
                <a:cs typeface="Calibri"/>
              </a:rPr>
              <a:t>:</a:t>
            </a:r>
            <a:endParaRPr sz="1200" dirty="0">
              <a:latin typeface="Calibri"/>
              <a:cs typeface="Calibri"/>
            </a:endParaRPr>
          </a:p>
          <a:p>
            <a:pPr>
              <a:lnSpc>
                <a:spcPct val="100000"/>
              </a:lnSpc>
            </a:pPr>
            <a:endParaRPr sz="1200" dirty="0">
              <a:latin typeface="Calibri"/>
              <a:cs typeface="Calibri"/>
            </a:endParaRPr>
          </a:p>
          <a:p>
            <a:pPr>
              <a:lnSpc>
                <a:spcPct val="100000"/>
              </a:lnSpc>
              <a:spcBef>
                <a:spcPts val="170"/>
              </a:spcBef>
            </a:pPr>
            <a:endParaRPr sz="1200" dirty="0">
              <a:latin typeface="Calibri"/>
              <a:cs typeface="Calibri"/>
            </a:endParaRPr>
          </a:p>
          <a:p>
            <a:pPr marL="1384300" indent="-286385">
              <a:lnSpc>
                <a:spcPct val="100000"/>
              </a:lnSpc>
              <a:buAutoNum type="arabicPeriod"/>
              <a:tabLst>
                <a:tab pos="1384300" algn="l"/>
              </a:tabLst>
            </a:pPr>
            <a:r>
              <a:rPr sz="1200" b="1" dirty="0">
                <a:solidFill>
                  <a:srgbClr val="FF7800"/>
                </a:solidFill>
                <a:latin typeface="Calibri"/>
                <a:cs typeface="Calibri"/>
              </a:rPr>
              <a:t>La</a:t>
            </a:r>
            <a:r>
              <a:rPr sz="1200" b="1" spc="-40" dirty="0">
                <a:solidFill>
                  <a:srgbClr val="FF7800"/>
                </a:solidFill>
                <a:latin typeface="Calibri"/>
                <a:cs typeface="Calibri"/>
              </a:rPr>
              <a:t> </a:t>
            </a:r>
            <a:r>
              <a:rPr sz="1200" b="1" dirty="0">
                <a:solidFill>
                  <a:srgbClr val="FF7800"/>
                </a:solidFill>
                <a:latin typeface="Calibri"/>
                <a:cs typeface="Calibri"/>
              </a:rPr>
              <a:t>gestion</a:t>
            </a:r>
            <a:r>
              <a:rPr sz="1200" b="1" spc="-5" dirty="0">
                <a:solidFill>
                  <a:srgbClr val="FF7800"/>
                </a:solidFill>
                <a:latin typeface="Calibri"/>
                <a:cs typeface="Calibri"/>
              </a:rPr>
              <a:t> </a:t>
            </a:r>
            <a:r>
              <a:rPr sz="1200" b="1" dirty="0">
                <a:solidFill>
                  <a:srgbClr val="FF7800"/>
                </a:solidFill>
                <a:latin typeface="Calibri"/>
                <a:cs typeface="Calibri"/>
              </a:rPr>
              <a:t>des</a:t>
            </a:r>
            <a:r>
              <a:rPr sz="1200" b="1" spc="-25" dirty="0">
                <a:solidFill>
                  <a:srgbClr val="FF7800"/>
                </a:solidFill>
                <a:latin typeface="Calibri"/>
                <a:cs typeface="Calibri"/>
              </a:rPr>
              <a:t> </a:t>
            </a:r>
            <a:r>
              <a:rPr sz="1200" b="1" spc="-10" dirty="0">
                <a:solidFill>
                  <a:srgbClr val="FF7800"/>
                </a:solidFill>
                <a:latin typeface="Calibri"/>
                <a:cs typeface="Calibri"/>
              </a:rPr>
              <a:t>Processus</a:t>
            </a:r>
            <a:endParaRPr sz="1200" dirty="0">
              <a:latin typeface="Calibri"/>
              <a:cs typeface="Calibri"/>
            </a:endParaRPr>
          </a:p>
          <a:p>
            <a:pPr>
              <a:lnSpc>
                <a:spcPct val="100000"/>
              </a:lnSpc>
              <a:buClr>
                <a:srgbClr val="FF7800"/>
              </a:buClr>
              <a:buFont typeface="Calibri"/>
              <a:buAutoNum type="arabicPeriod"/>
            </a:pPr>
            <a:endParaRPr sz="1200" dirty="0">
              <a:latin typeface="Calibri"/>
              <a:cs typeface="Calibri"/>
            </a:endParaRPr>
          </a:p>
          <a:p>
            <a:pPr>
              <a:lnSpc>
                <a:spcPct val="100000"/>
              </a:lnSpc>
              <a:spcBef>
                <a:spcPts val="25"/>
              </a:spcBef>
              <a:buClr>
                <a:srgbClr val="FF7800"/>
              </a:buClr>
              <a:buFont typeface="Calibri"/>
              <a:buAutoNum type="arabicPeriod"/>
            </a:pPr>
            <a:endParaRPr sz="1200" dirty="0">
              <a:solidFill>
                <a:srgbClr val="FF0000"/>
              </a:solidFill>
              <a:latin typeface="Calibri"/>
              <a:cs typeface="Calibri"/>
            </a:endParaRPr>
          </a:p>
          <a:p>
            <a:pPr marL="1384300" indent="-286385">
              <a:lnSpc>
                <a:spcPct val="100000"/>
              </a:lnSpc>
              <a:buAutoNum type="arabicPeriod"/>
              <a:tabLst>
                <a:tab pos="1384300" algn="l"/>
              </a:tabLst>
            </a:pPr>
            <a:r>
              <a:rPr sz="1200" b="1" dirty="0">
                <a:solidFill>
                  <a:srgbClr val="FF0000"/>
                </a:solidFill>
                <a:latin typeface="Calibri"/>
                <a:cs typeface="Calibri"/>
              </a:rPr>
              <a:t>La</a:t>
            </a:r>
            <a:r>
              <a:rPr sz="1200" b="1" spc="-40" dirty="0">
                <a:solidFill>
                  <a:srgbClr val="FF0000"/>
                </a:solidFill>
                <a:latin typeface="Calibri"/>
                <a:cs typeface="Calibri"/>
              </a:rPr>
              <a:t> </a:t>
            </a:r>
            <a:r>
              <a:rPr sz="1200" b="1" dirty="0">
                <a:solidFill>
                  <a:srgbClr val="FF0000"/>
                </a:solidFill>
                <a:latin typeface="Calibri"/>
                <a:cs typeface="Calibri"/>
              </a:rPr>
              <a:t>gestion</a:t>
            </a:r>
            <a:r>
              <a:rPr sz="1200" b="1" spc="5" dirty="0">
                <a:solidFill>
                  <a:srgbClr val="FF0000"/>
                </a:solidFill>
                <a:latin typeface="Calibri"/>
                <a:cs typeface="Calibri"/>
              </a:rPr>
              <a:t> </a:t>
            </a:r>
            <a:r>
              <a:rPr sz="1200" b="1" dirty="0">
                <a:solidFill>
                  <a:srgbClr val="FF0000"/>
                </a:solidFill>
                <a:latin typeface="Calibri"/>
                <a:cs typeface="Calibri"/>
              </a:rPr>
              <a:t>de</a:t>
            </a:r>
            <a:r>
              <a:rPr sz="1200" b="1" spc="-25" dirty="0">
                <a:solidFill>
                  <a:srgbClr val="FF0000"/>
                </a:solidFill>
                <a:latin typeface="Calibri"/>
                <a:cs typeface="Calibri"/>
              </a:rPr>
              <a:t> </a:t>
            </a:r>
            <a:r>
              <a:rPr sz="1200" b="1" dirty="0">
                <a:solidFill>
                  <a:srgbClr val="FF0000"/>
                </a:solidFill>
                <a:latin typeface="Calibri"/>
                <a:cs typeface="Calibri"/>
              </a:rPr>
              <a:t>la</a:t>
            </a:r>
            <a:r>
              <a:rPr sz="1200" b="1" spc="-35" dirty="0">
                <a:solidFill>
                  <a:srgbClr val="FF0000"/>
                </a:solidFill>
                <a:latin typeface="Calibri"/>
                <a:cs typeface="Calibri"/>
              </a:rPr>
              <a:t> </a:t>
            </a:r>
            <a:r>
              <a:rPr sz="1200" b="1" spc="-10" dirty="0">
                <a:solidFill>
                  <a:srgbClr val="FF0000"/>
                </a:solidFill>
                <a:latin typeface="Calibri"/>
                <a:cs typeface="Calibri"/>
              </a:rPr>
              <a:t>Mémoire</a:t>
            </a:r>
            <a:endParaRPr sz="1200" dirty="0">
              <a:solidFill>
                <a:srgbClr val="FF0000"/>
              </a:solidFill>
              <a:latin typeface="Calibri"/>
              <a:cs typeface="Calibri"/>
            </a:endParaRPr>
          </a:p>
          <a:p>
            <a:pPr>
              <a:lnSpc>
                <a:spcPct val="100000"/>
              </a:lnSpc>
              <a:buClr>
                <a:srgbClr val="FF7800"/>
              </a:buClr>
              <a:buFont typeface="Calibri"/>
              <a:buAutoNum type="arabicPeriod"/>
            </a:pPr>
            <a:endParaRPr sz="1200" dirty="0">
              <a:latin typeface="Calibri"/>
              <a:cs typeface="Calibri"/>
            </a:endParaRPr>
          </a:p>
          <a:p>
            <a:pPr>
              <a:lnSpc>
                <a:spcPct val="100000"/>
              </a:lnSpc>
              <a:spcBef>
                <a:spcPts val="25"/>
              </a:spcBef>
              <a:buClr>
                <a:srgbClr val="FF7800"/>
              </a:buClr>
              <a:buFont typeface="Calibri"/>
              <a:buAutoNum type="arabicPeriod"/>
            </a:pPr>
            <a:endParaRPr sz="1200" dirty="0">
              <a:latin typeface="Calibri"/>
              <a:cs typeface="Calibri"/>
            </a:endParaRPr>
          </a:p>
          <a:p>
            <a:pPr marL="1384300" indent="-286385">
              <a:lnSpc>
                <a:spcPct val="100000"/>
              </a:lnSpc>
              <a:buAutoNum type="arabicPeriod"/>
              <a:tabLst>
                <a:tab pos="1384300" algn="l"/>
              </a:tabLst>
            </a:pPr>
            <a:r>
              <a:rPr sz="1200" b="1" dirty="0">
                <a:solidFill>
                  <a:srgbClr val="FF7800"/>
                </a:solidFill>
                <a:latin typeface="Calibri"/>
                <a:cs typeface="Calibri"/>
              </a:rPr>
              <a:t>La</a:t>
            </a:r>
            <a:r>
              <a:rPr sz="1200" b="1" spc="-40" dirty="0">
                <a:solidFill>
                  <a:srgbClr val="FF7800"/>
                </a:solidFill>
                <a:latin typeface="Calibri"/>
                <a:cs typeface="Calibri"/>
              </a:rPr>
              <a:t> </a:t>
            </a:r>
            <a:r>
              <a:rPr sz="1200" b="1" dirty="0">
                <a:solidFill>
                  <a:srgbClr val="FF7800"/>
                </a:solidFill>
                <a:latin typeface="Calibri"/>
                <a:cs typeface="Calibri"/>
              </a:rPr>
              <a:t>gestion</a:t>
            </a:r>
            <a:r>
              <a:rPr sz="1200" b="1" spc="-5" dirty="0">
                <a:solidFill>
                  <a:srgbClr val="FF7800"/>
                </a:solidFill>
                <a:latin typeface="Calibri"/>
                <a:cs typeface="Calibri"/>
              </a:rPr>
              <a:t> </a:t>
            </a:r>
            <a:r>
              <a:rPr sz="1200" b="1" dirty="0">
                <a:solidFill>
                  <a:srgbClr val="FF7800"/>
                </a:solidFill>
                <a:latin typeface="Calibri"/>
                <a:cs typeface="Calibri"/>
              </a:rPr>
              <a:t>des</a:t>
            </a:r>
            <a:r>
              <a:rPr sz="1200" b="1" spc="-25" dirty="0">
                <a:solidFill>
                  <a:srgbClr val="FF7800"/>
                </a:solidFill>
                <a:latin typeface="Calibri"/>
                <a:cs typeface="Calibri"/>
              </a:rPr>
              <a:t> </a:t>
            </a:r>
            <a:r>
              <a:rPr sz="1200" b="1" spc="-10" dirty="0">
                <a:solidFill>
                  <a:srgbClr val="FF7800"/>
                </a:solidFill>
                <a:latin typeface="Calibri"/>
                <a:cs typeface="Calibri"/>
              </a:rPr>
              <a:t>Entrées/Sorties</a:t>
            </a:r>
            <a:endParaRPr sz="1200" dirty="0">
              <a:latin typeface="Calibri"/>
              <a:cs typeface="Calibri"/>
            </a:endParaRPr>
          </a:p>
          <a:p>
            <a:pPr>
              <a:lnSpc>
                <a:spcPct val="100000"/>
              </a:lnSpc>
              <a:buClr>
                <a:srgbClr val="FF7800"/>
              </a:buClr>
              <a:buFont typeface="Calibri"/>
              <a:buAutoNum type="arabicPeriod"/>
            </a:pPr>
            <a:endParaRPr sz="1200" dirty="0">
              <a:latin typeface="Calibri"/>
              <a:cs typeface="Calibri"/>
            </a:endParaRPr>
          </a:p>
          <a:p>
            <a:pPr>
              <a:lnSpc>
                <a:spcPct val="100000"/>
              </a:lnSpc>
              <a:spcBef>
                <a:spcPts val="45"/>
              </a:spcBef>
              <a:buClr>
                <a:srgbClr val="FF7800"/>
              </a:buClr>
              <a:buFont typeface="Calibri"/>
              <a:buAutoNum type="arabicPeriod"/>
            </a:pPr>
            <a:endParaRPr sz="1200" dirty="0">
              <a:latin typeface="Calibri"/>
              <a:cs typeface="Calibri"/>
            </a:endParaRPr>
          </a:p>
          <a:p>
            <a:pPr marL="1384300" indent="-286385">
              <a:lnSpc>
                <a:spcPct val="100000"/>
              </a:lnSpc>
              <a:buAutoNum type="arabicPeriod"/>
              <a:tabLst>
                <a:tab pos="1384300" algn="l"/>
              </a:tabLst>
            </a:pPr>
            <a:r>
              <a:rPr sz="1200" b="1" dirty="0">
                <a:solidFill>
                  <a:srgbClr val="FF7800"/>
                </a:solidFill>
                <a:latin typeface="Calibri"/>
                <a:cs typeface="Calibri"/>
              </a:rPr>
              <a:t>La</a:t>
            </a:r>
            <a:r>
              <a:rPr sz="1200" b="1" spc="-40" dirty="0">
                <a:solidFill>
                  <a:srgbClr val="FF7800"/>
                </a:solidFill>
                <a:latin typeface="Calibri"/>
                <a:cs typeface="Calibri"/>
              </a:rPr>
              <a:t> </a:t>
            </a:r>
            <a:r>
              <a:rPr sz="1200" b="1" dirty="0">
                <a:solidFill>
                  <a:srgbClr val="FF7800"/>
                </a:solidFill>
                <a:latin typeface="Calibri"/>
                <a:cs typeface="Calibri"/>
              </a:rPr>
              <a:t>gestion</a:t>
            </a:r>
            <a:r>
              <a:rPr sz="1200" b="1" spc="10" dirty="0">
                <a:solidFill>
                  <a:srgbClr val="FF7800"/>
                </a:solidFill>
                <a:latin typeface="Calibri"/>
                <a:cs typeface="Calibri"/>
              </a:rPr>
              <a:t> </a:t>
            </a:r>
            <a:r>
              <a:rPr sz="1200" b="1" dirty="0">
                <a:solidFill>
                  <a:srgbClr val="FF7800"/>
                </a:solidFill>
                <a:latin typeface="Calibri"/>
                <a:cs typeface="Calibri"/>
              </a:rPr>
              <a:t>des</a:t>
            </a:r>
            <a:r>
              <a:rPr sz="1200" b="1" spc="-25" dirty="0">
                <a:solidFill>
                  <a:srgbClr val="FF7800"/>
                </a:solidFill>
                <a:latin typeface="Calibri"/>
                <a:cs typeface="Calibri"/>
              </a:rPr>
              <a:t> </a:t>
            </a:r>
            <a:r>
              <a:rPr sz="1200" b="1" spc="-10" dirty="0">
                <a:solidFill>
                  <a:srgbClr val="FF7800"/>
                </a:solidFill>
                <a:latin typeface="Calibri"/>
                <a:cs typeface="Calibri"/>
              </a:rPr>
              <a:t>Fichiers</a:t>
            </a:r>
            <a:endParaRPr sz="1200" dirty="0">
              <a:latin typeface="Calibri"/>
              <a:cs typeface="Calibri"/>
            </a:endParaRPr>
          </a:p>
          <a:p>
            <a:pPr>
              <a:lnSpc>
                <a:spcPct val="100000"/>
              </a:lnSpc>
              <a:buClr>
                <a:srgbClr val="FF7800"/>
              </a:buClr>
              <a:buFont typeface="Calibri"/>
              <a:buAutoNum type="arabicPeriod"/>
            </a:pPr>
            <a:endParaRPr sz="1200" dirty="0">
              <a:latin typeface="Calibri"/>
              <a:cs typeface="Calibri"/>
            </a:endParaRPr>
          </a:p>
          <a:p>
            <a:pPr>
              <a:lnSpc>
                <a:spcPct val="100000"/>
              </a:lnSpc>
              <a:spcBef>
                <a:spcPts val="25"/>
              </a:spcBef>
              <a:buClr>
                <a:srgbClr val="FF7800"/>
              </a:buClr>
              <a:buFont typeface="Calibri"/>
              <a:buAutoNum type="arabicPeriod"/>
            </a:pPr>
            <a:endParaRPr sz="1200" dirty="0">
              <a:latin typeface="Calibri"/>
              <a:cs typeface="Calibri"/>
            </a:endParaRPr>
          </a:p>
          <a:p>
            <a:pPr marL="1384300" indent="-286385">
              <a:lnSpc>
                <a:spcPct val="100000"/>
              </a:lnSpc>
              <a:buAutoNum type="arabicPeriod"/>
              <a:tabLst>
                <a:tab pos="1384300" algn="l"/>
              </a:tabLst>
            </a:pPr>
            <a:r>
              <a:rPr sz="1200" b="1" dirty="0">
                <a:solidFill>
                  <a:srgbClr val="FF7800"/>
                </a:solidFill>
                <a:latin typeface="Calibri"/>
                <a:cs typeface="Calibri"/>
              </a:rPr>
              <a:t>La</a:t>
            </a:r>
            <a:r>
              <a:rPr sz="1200" b="1" spc="-40" dirty="0">
                <a:solidFill>
                  <a:srgbClr val="FF7800"/>
                </a:solidFill>
                <a:latin typeface="Calibri"/>
                <a:cs typeface="Calibri"/>
              </a:rPr>
              <a:t> </a:t>
            </a:r>
            <a:r>
              <a:rPr sz="1200" b="1" dirty="0">
                <a:solidFill>
                  <a:srgbClr val="FF7800"/>
                </a:solidFill>
                <a:latin typeface="Calibri"/>
                <a:cs typeface="Calibri"/>
              </a:rPr>
              <a:t>gestion</a:t>
            </a:r>
            <a:r>
              <a:rPr sz="1200" b="1" spc="10" dirty="0">
                <a:solidFill>
                  <a:srgbClr val="FF7800"/>
                </a:solidFill>
                <a:latin typeface="Calibri"/>
                <a:cs typeface="Calibri"/>
              </a:rPr>
              <a:t> </a:t>
            </a:r>
            <a:r>
              <a:rPr sz="1200" b="1" dirty="0">
                <a:solidFill>
                  <a:srgbClr val="FF7800"/>
                </a:solidFill>
                <a:latin typeface="Calibri"/>
                <a:cs typeface="Calibri"/>
              </a:rPr>
              <a:t>des</a:t>
            </a:r>
            <a:r>
              <a:rPr sz="1200" b="1" spc="-25" dirty="0">
                <a:solidFill>
                  <a:srgbClr val="FF7800"/>
                </a:solidFill>
                <a:latin typeface="Calibri"/>
                <a:cs typeface="Calibri"/>
              </a:rPr>
              <a:t> </a:t>
            </a:r>
            <a:r>
              <a:rPr sz="1200" b="1" spc="-10" dirty="0">
                <a:solidFill>
                  <a:srgbClr val="FF7800"/>
                </a:solidFill>
                <a:latin typeface="Calibri"/>
                <a:cs typeface="Calibri"/>
              </a:rPr>
              <a:t>Utilisateurs</a:t>
            </a:r>
            <a:endParaRPr sz="12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a:t>
            </a:fld>
            <a:endParaRPr spc="-25" dirty="0"/>
          </a:p>
        </p:txBody>
      </p:sp>
      <p:sp>
        <p:nvSpPr>
          <p:cNvPr id="12"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mémoire</a:t>
            </a:r>
            <a:endParaRPr spc="-25" dirty="0">
              <a:solidFill>
                <a:srgbClr val="007842"/>
              </a:solidFill>
            </a:endParaRPr>
          </a:p>
          <a:p>
            <a:pPr marL="12700">
              <a:lnSpc>
                <a:spcPct val="100000"/>
              </a:lnSpc>
              <a:spcBef>
                <a:spcPts val="90"/>
              </a:spcBef>
            </a:pPr>
            <a:r>
              <a:rPr lang="fr-FR" sz="1600" spc="-10" dirty="0" smtClean="0">
                <a:solidFill>
                  <a:srgbClr val="007842"/>
                </a:solidFill>
              </a:rPr>
              <a:t>Rappeler</a:t>
            </a:r>
            <a:r>
              <a:rPr sz="1600" spc="-55" dirty="0" smtClean="0">
                <a:solidFill>
                  <a:srgbClr val="007842"/>
                </a:solidFill>
              </a:rPr>
              <a:t> </a:t>
            </a:r>
            <a:r>
              <a:rPr sz="1600" dirty="0">
                <a:solidFill>
                  <a:srgbClr val="007842"/>
                </a:solidFill>
              </a:rPr>
              <a:t>les</a:t>
            </a:r>
            <a:r>
              <a:rPr sz="1600" spc="-25" dirty="0">
                <a:solidFill>
                  <a:srgbClr val="007842"/>
                </a:solidFill>
              </a:rPr>
              <a:t> </a:t>
            </a:r>
            <a:r>
              <a:rPr sz="1600" dirty="0">
                <a:solidFill>
                  <a:srgbClr val="007842"/>
                </a:solidFill>
              </a:rPr>
              <a:t>concepts</a:t>
            </a:r>
            <a:r>
              <a:rPr sz="1600" spc="-45" dirty="0">
                <a:solidFill>
                  <a:srgbClr val="007842"/>
                </a:solidFill>
              </a:rPr>
              <a:t> </a:t>
            </a:r>
            <a:r>
              <a:rPr sz="1600" spc="-10" dirty="0">
                <a:solidFill>
                  <a:srgbClr val="007842"/>
                </a:solidFill>
              </a:rPr>
              <a:t>fondamentaux</a:t>
            </a:r>
            <a:r>
              <a:rPr sz="1600" spc="-30" dirty="0">
                <a:solidFill>
                  <a:srgbClr val="007842"/>
                </a:solidFill>
              </a:rPr>
              <a:t> </a:t>
            </a:r>
            <a:r>
              <a:rPr sz="1600" dirty="0">
                <a:solidFill>
                  <a:srgbClr val="007842"/>
                </a:solidFill>
              </a:rPr>
              <a:t>d’un </a:t>
            </a:r>
            <a:r>
              <a:rPr sz="1600" spc="-25" dirty="0">
                <a:solidFill>
                  <a:srgbClr val="007842"/>
                </a:solidFill>
              </a:rPr>
              <a:t>SE</a:t>
            </a:r>
            <a:endParaRPr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48283" y="1878557"/>
            <a:ext cx="10591800" cy="2798202"/>
          </a:xfrm>
          <a:prstGeom prst="rect">
            <a:avLst/>
          </a:prstGeom>
        </p:spPr>
        <p:txBody>
          <a:bodyPr vert="horz" wrap="square" lIns="0" tIns="12700" rIns="0" bIns="0" rtlCol="0">
            <a:spAutoFit/>
          </a:bodyPr>
          <a:lstStyle/>
          <a:p>
            <a:pPr marL="12700">
              <a:lnSpc>
                <a:spcPct val="100000"/>
              </a:lnSpc>
              <a:spcBef>
                <a:spcPts val="1440"/>
              </a:spcBef>
            </a:pPr>
            <a:r>
              <a:rPr b="1" dirty="0" err="1" smtClean="0">
                <a:solidFill>
                  <a:srgbClr val="FF7800"/>
                </a:solidFill>
                <a:latin typeface="Calibri"/>
                <a:cs typeface="Calibri"/>
              </a:rPr>
              <a:t>Gestion</a:t>
            </a:r>
            <a:r>
              <a:rPr b="1" spc="-20" dirty="0" smtClean="0">
                <a:solidFill>
                  <a:srgbClr val="FF7800"/>
                </a:solidFill>
                <a:latin typeface="Calibri"/>
                <a:cs typeface="Calibri"/>
              </a:rPr>
              <a:t> </a:t>
            </a:r>
            <a:r>
              <a:rPr b="1" dirty="0">
                <a:solidFill>
                  <a:srgbClr val="FF7800"/>
                </a:solidFill>
                <a:latin typeface="Calibri"/>
                <a:cs typeface="Calibri"/>
              </a:rPr>
              <a:t>de</a:t>
            </a:r>
            <a:r>
              <a:rPr b="1" spc="-20" dirty="0">
                <a:solidFill>
                  <a:srgbClr val="FF7800"/>
                </a:solidFill>
                <a:latin typeface="Calibri"/>
                <a:cs typeface="Calibri"/>
              </a:rPr>
              <a:t> </a:t>
            </a:r>
            <a:r>
              <a:rPr b="1" dirty="0">
                <a:solidFill>
                  <a:srgbClr val="FF7800"/>
                </a:solidFill>
                <a:latin typeface="Calibri"/>
                <a:cs typeface="Calibri"/>
              </a:rPr>
              <a:t>la</a:t>
            </a:r>
            <a:r>
              <a:rPr b="1" spc="-30" dirty="0">
                <a:solidFill>
                  <a:srgbClr val="FF7800"/>
                </a:solidFill>
                <a:latin typeface="Calibri"/>
                <a:cs typeface="Calibri"/>
              </a:rPr>
              <a:t> </a:t>
            </a:r>
            <a:r>
              <a:rPr b="1" dirty="0">
                <a:solidFill>
                  <a:srgbClr val="FF7800"/>
                </a:solidFill>
                <a:latin typeface="Calibri"/>
                <a:cs typeface="Calibri"/>
              </a:rPr>
              <a:t>mémoire</a:t>
            </a:r>
            <a:r>
              <a:rPr b="1" spc="-20" dirty="0">
                <a:solidFill>
                  <a:srgbClr val="FF7800"/>
                </a:solidFill>
                <a:latin typeface="Calibri"/>
                <a:cs typeface="Calibri"/>
              </a:rPr>
              <a:t> </a:t>
            </a:r>
            <a:r>
              <a:rPr b="1" spc="-50" dirty="0">
                <a:solidFill>
                  <a:srgbClr val="FF7800"/>
                </a:solidFill>
                <a:latin typeface="Calibri"/>
                <a:cs typeface="Calibri"/>
              </a:rPr>
              <a:t>:</a:t>
            </a:r>
            <a:endParaRPr dirty="0">
              <a:latin typeface="Calibri"/>
              <a:cs typeface="Calibri"/>
            </a:endParaRPr>
          </a:p>
          <a:p>
            <a:pPr marL="298450" indent="-285750">
              <a:lnSpc>
                <a:spcPct val="200000"/>
              </a:lnSpc>
              <a:spcBef>
                <a:spcPts val="1440"/>
              </a:spcBef>
              <a:buFont typeface="Arial" panose="020B0604020202020204" pitchFamily="34" charset="0"/>
              <a:buChar char="•"/>
            </a:pPr>
            <a:r>
              <a:rPr sz="1600" dirty="0" smtClean="0">
                <a:solidFill>
                  <a:srgbClr val="585858"/>
                </a:solidFill>
                <a:latin typeface="Calibri"/>
                <a:cs typeface="Calibri"/>
              </a:rPr>
              <a:t>La</a:t>
            </a:r>
            <a:r>
              <a:rPr sz="1600" spc="-15" dirty="0" smtClean="0">
                <a:solidFill>
                  <a:srgbClr val="585858"/>
                </a:solidFill>
                <a:latin typeface="Calibri"/>
                <a:cs typeface="Calibri"/>
              </a:rPr>
              <a:t> </a:t>
            </a:r>
            <a:r>
              <a:rPr sz="1600" dirty="0">
                <a:solidFill>
                  <a:srgbClr val="585858"/>
                </a:solidFill>
                <a:latin typeface="Calibri"/>
                <a:cs typeface="Calibri"/>
              </a:rPr>
              <a:t>gestion</a:t>
            </a:r>
            <a:r>
              <a:rPr sz="1600" spc="-25" dirty="0">
                <a:solidFill>
                  <a:srgbClr val="585858"/>
                </a:solidFill>
                <a:latin typeface="Calibri"/>
                <a:cs typeface="Calibri"/>
              </a:rPr>
              <a:t> </a:t>
            </a:r>
            <a:r>
              <a:rPr sz="1600" dirty="0">
                <a:solidFill>
                  <a:srgbClr val="585858"/>
                </a:solidFill>
                <a:latin typeface="Calibri"/>
                <a:cs typeface="Calibri"/>
              </a:rPr>
              <a:t>de</a:t>
            </a:r>
            <a:r>
              <a:rPr sz="1600" spc="-20" dirty="0">
                <a:solidFill>
                  <a:srgbClr val="585858"/>
                </a:solidFill>
                <a:latin typeface="Calibri"/>
                <a:cs typeface="Calibri"/>
              </a:rPr>
              <a:t> </a:t>
            </a:r>
            <a:r>
              <a:rPr sz="1600" dirty="0">
                <a:solidFill>
                  <a:srgbClr val="585858"/>
                </a:solidFill>
                <a:latin typeface="Calibri"/>
                <a:cs typeface="Calibri"/>
              </a:rPr>
              <a:t>la</a:t>
            </a:r>
            <a:r>
              <a:rPr sz="1600" spc="-15" dirty="0">
                <a:solidFill>
                  <a:srgbClr val="585858"/>
                </a:solidFill>
                <a:latin typeface="Calibri"/>
                <a:cs typeface="Calibri"/>
              </a:rPr>
              <a:t> </a:t>
            </a:r>
            <a:r>
              <a:rPr sz="1600" dirty="0">
                <a:solidFill>
                  <a:srgbClr val="585858"/>
                </a:solidFill>
                <a:latin typeface="Calibri"/>
                <a:cs typeface="Calibri"/>
              </a:rPr>
              <a:t>mémoire</a:t>
            </a:r>
            <a:r>
              <a:rPr sz="1600" spc="-10" dirty="0">
                <a:solidFill>
                  <a:srgbClr val="585858"/>
                </a:solidFill>
                <a:latin typeface="Calibri"/>
                <a:cs typeface="Calibri"/>
              </a:rPr>
              <a:t> </a:t>
            </a:r>
            <a:r>
              <a:rPr sz="1600" dirty="0">
                <a:solidFill>
                  <a:srgbClr val="585858"/>
                </a:solidFill>
                <a:latin typeface="Calibri"/>
                <a:cs typeface="Calibri"/>
              </a:rPr>
              <a:t>est</a:t>
            </a:r>
            <a:r>
              <a:rPr sz="1600" spc="-15" dirty="0">
                <a:solidFill>
                  <a:srgbClr val="585858"/>
                </a:solidFill>
                <a:latin typeface="Calibri"/>
                <a:cs typeface="Calibri"/>
              </a:rPr>
              <a:t> </a:t>
            </a:r>
            <a:r>
              <a:rPr sz="1600" dirty="0">
                <a:solidFill>
                  <a:srgbClr val="585858"/>
                </a:solidFill>
                <a:latin typeface="Calibri"/>
                <a:cs typeface="Calibri"/>
              </a:rPr>
              <a:t>la</a:t>
            </a:r>
            <a:r>
              <a:rPr sz="1600" spc="-20" dirty="0">
                <a:solidFill>
                  <a:srgbClr val="585858"/>
                </a:solidFill>
                <a:latin typeface="Calibri"/>
                <a:cs typeface="Calibri"/>
              </a:rPr>
              <a:t> </a:t>
            </a:r>
            <a:r>
              <a:rPr sz="1600" dirty="0">
                <a:solidFill>
                  <a:srgbClr val="585858"/>
                </a:solidFill>
                <a:latin typeface="Calibri"/>
                <a:cs typeface="Calibri"/>
              </a:rPr>
              <a:t>fonctionnalité</a:t>
            </a:r>
            <a:r>
              <a:rPr sz="1600" spc="-15" dirty="0">
                <a:solidFill>
                  <a:srgbClr val="585858"/>
                </a:solidFill>
                <a:latin typeface="Calibri"/>
                <a:cs typeface="Calibri"/>
              </a:rPr>
              <a:t> </a:t>
            </a:r>
            <a:r>
              <a:rPr sz="1600" dirty="0">
                <a:solidFill>
                  <a:srgbClr val="585858"/>
                </a:solidFill>
                <a:latin typeface="Calibri"/>
                <a:cs typeface="Calibri"/>
              </a:rPr>
              <a:t>d'un</a:t>
            </a:r>
            <a:r>
              <a:rPr sz="1600" spc="-25" dirty="0">
                <a:solidFill>
                  <a:srgbClr val="585858"/>
                </a:solidFill>
                <a:latin typeface="Calibri"/>
                <a:cs typeface="Calibri"/>
              </a:rPr>
              <a:t> </a:t>
            </a:r>
            <a:r>
              <a:rPr sz="1600" spc="-10" dirty="0">
                <a:solidFill>
                  <a:srgbClr val="585858"/>
                </a:solidFill>
                <a:latin typeface="Calibri"/>
                <a:cs typeface="Calibri"/>
              </a:rPr>
              <a:t>système</a:t>
            </a:r>
            <a:r>
              <a:rPr sz="1600" spc="-35" dirty="0">
                <a:solidFill>
                  <a:srgbClr val="585858"/>
                </a:solidFill>
                <a:latin typeface="Calibri"/>
                <a:cs typeface="Calibri"/>
              </a:rPr>
              <a:t> </a:t>
            </a:r>
            <a:r>
              <a:rPr sz="1600" dirty="0" err="1">
                <a:solidFill>
                  <a:srgbClr val="585858"/>
                </a:solidFill>
                <a:latin typeface="Calibri"/>
                <a:cs typeface="Calibri"/>
              </a:rPr>
              <a:t>d'exploitation</a:t>
            </a:r>
            <a:r>
              <a:rPr sz="1600" spc="-20" dirty="0">
                <a:solidFill>
                  <a:srgbClr val="585858"/>
                </a:solidFill>
                <a:latin typeface="Calibri"/>
                <a:cs typeface="Calibri"/>
              </a:rPr>
              <a:t> </a:t>
            </a:r>
            <a:r>
              <a:rPr sz="1600" spc="-25" dirty="0" smtClean="0">
                <a:solidFill>
                  <a:srgbClr val="585858"/>
                </a:solidFill>
                <a:latin typeface="Calibri"/>
                <a:cs typeface="Calibri"/>
              </a:rPr>
              <a:t>qui</a:t>
            </a:r>
            <a:r>
              <a:rPr lang="fr-FR" sz="1600" dirty="0">
                <a:latin typeface="Calibri"/>
                <a:cs typeface="Calibri"/>
              </a:rPr>
              <a:t> </a:t>
            </a:r>
            <a:r>
              <a:rPr sz="1600" dirty="0" err="1" smtClean="0">
                <a:solidFill>
                  <a:srgbClr val="585858"/>
                </a:solidFill>
                <a:latin typeface="Calibri"/>
                <a:cs typeface="Calibri"/>
              </a:rPr>
              <a:t>joue</a:t>
            </a:r>
            <a:r>
              <a:rPr sz="1600" spc="110" dirty="0" smtClean="0">
                <a:solidFill>
                  <a:srgbClr val="585858"/>
                </a:solidFill>
                <a:latin typeface="Calibri"/>
                <a:cs typeface="Calibri"/>
              </a:rPr>
              <a:t> </a:t>
            </a:r>
            <a:r>
              <a:rPr sz="1600" dirty="0">
                <a:solidFill>
                  <a:srgbClr val="585858"/>
                </a:solidFill>
                <a:latin typeface="Calibri"/>
                <a:cs typeface="Calibri"/>
              </a:rPr>
              <a:t>le</a:t>
            </a:r>
            <a:r>
              <a:rPr sz="1600" spc="114" dirty="0">
                <a:solidFill>
                  <a:srgbClr val="585858"/>
                </a:solidFill>
                <a:latin typeface="Calibri"/>
                <a:cs typeface="Calibri"/>
              </a:rPr>
              <a:t> </a:t>
            </a:r>
            <a:r>
              <a:rPr sz="1600" dirty="0">
                <a:solidFill>
                  <a:srgbClr val="585858"/>
                </a:solidFill>
                <a:latin typeface="Calibri"/>
                <a:cs typeface="Calibri"/>
              </a:rPr>
              <a:t>rôle</a:t>
            </a:r>
            <a:r>
              <a:rPr sz="1600" spc="120" dirty="0">
                <a:solidFill>
                  <a:srgbClr val="585858"/>
                </a:solidFill>
                <a:latin typeface="Calibri"/>
                <a:cs typeface="Calibri"/>
              </a:rPr>
              <a:t> </a:t>
            </a:r>
            <a:r>
              <a:rPr sz="1600" dirty="0">
                <a:solidFill>
                  <a:srgbClr val="585858"/>
                </a:solidFill>
                <a:latin typeface="Calibri"/>
                <a:cs typeface="Calibri"/>
              </a:rPr>
              <a:t>de</a:t>
            </a:r>
            <a:r>
              <a:rPr sz="1600" spc="114" dirty="0">
                <a:solidFill>
                  <a:srgbClr val="585858"/>
                </a:solidFill>
                <a:latin typeface="Calibri"/>
                <a:cs typeface="Calibri"/>
              </a:rPr>
              <a:t> </a:t>
            </a:r>
            <a:r>
              <a:rPr sz="1600" b="1" dirty="0">
                <a:solidFill>
                  <a:srgbClr val="585858"/>
                </a:solidFill>
                <a:latin typeface="Calibri"/>
                <a:cs typeface="Calibri"/>
              </a:rPr>
              <a:t>l’intermédiaire</a:t>
            </a:r>
            <a:r>
              <a:rPr sz="1600" b="1" spc="120" dirty="0">
                <a:solidFill>
                  <a:srgbClr val="585858"/>
                </a:solidFill>
                <a:latin typeface="Calibri"/>
                <a:cs typeface="Calibri"/>
              </a:rPr>
              <a:t> </a:t>
            </a:r>
            <a:r>
              <a:rPr sz="1600" b="1" dirty="0">
                <a:solidFill>
                  <a:srgbClr val="585858"/>
                </a:solidFill>
                <a:latin typeface="Calibri"/>
                <a:cs typeface="Calibri"/>
              </a:rPr>
              <a:t>entre</a:t>
            </a:r>
            <a:r>
              <a:rPr sz="1600" b="1" spc="114" dirty="0">
                <a:solidFill>
                  <a:srgbClr val="585858"/>
                </a:solidFill>
                <a:latin typeface="Calibri"/>
                <a:cs typeface="Calibri"/>
              </a:rPr>
              <a:t> </a:t>
            </a:r>
            <a:r>
              <a:rPr sz="1600" b="1" dirty="0">
                <a:solidFill>
                  <a:srgbClr val="585858"/>
                </a:solidFill>
                <a:latin typeface="Calibri"/>
                <a:cs typeface="Calibri"/>
              </a:rPr>
              <a:t>la</a:t>
            </a:r>
            <a:r>
              <a:rPr sz="1600" b="1" spc="110" dirty="0">
                <a:solidFill>
                  <a:srgbClr val="585858"/>
                </a:solidFill>
                <a:latin typeface="Calibri"/>
                <a:cs typeface="Calibri"/>
              </a:rPr>
              <a:t> </a:t>
            </a:r>
            <a:r>
              <a:rPr sz="1600" b="1" dirty="0">
                <a:solidFill>
                  <a:srgbClr val="585858"/>
                </a:solidFill>
                <a:latin typeface="Calibri"/>
                <a:cs typeface="Calibri"/>
              </a:rPr>
              <a:t>RAM,</a:t>
            </a:r>
            <a:r>
              <a:rPr sz="1600" b="1" spc="105" dirty="0">
                <a:solidFill>
                  <a:srgbClr val="585858"/>
                </a:solidFill>
                <a:latin typeface="Calibri"/>
                <a:cs typeface="Calibri"/>
              </a:rPr>
              <a:t> </a:t>
            </a:r>
            <a:r>
              <a:rPr sz="1600" b="1" dirty="0">
                <a:solidFill>
                  <a:srgbClr val="585858"/>
                </a:solidFill>
                <a:latin typeface="Calibri"/>
                <a:cs typeface="Calibri"/>
              </a:rPr>
              <a:t>les</a:t>
            </a:r>
            <a:r>
              <a:rPr sz="1600" b="1" spc="125" dirty="0">
                <a:solidFill>
                  <a:srgbClr val="585858"/>
                </a:solidFill>
                <a:latin typeface="Calibri"/>
                <a:cs typeface="Calibri"/>
              </a:rPr>
              <a:t> </a:t>
            </a:r>
            <a:r>
              <a:rPr sz="1600" b="1" dirty="0">
                <a:solidFill>
                  <a:srgbClr val="585858"/>
                </a:solidFill>
                <a:latin typeface="Calibri"/>
                <a:cs typeface="Calibri"/>
              </a:rPr>
              <a:t>processus</a:t>
            </a:r>
            <a:r>
              <a:rPr sz="1600" b="1" spc="105" dirty="0">
                <a:solidFill>
                  <a:srgbClr val="585858"/>
                </a:solidFill>
                <a:latin typeface="Calibri"/>
                <a:cs typeface="Calibri"/>
              </a:rPr>
              <a:t> </a:t>
            </a:r>
            <a:r>
              <a:rPr sz="1600" b="1" dirty="0">
                <a:solidFill>
                  <a:srgbClr val="585858"/>
                </a:solidFill>
                <a:latin typeface="Calibri"/>
                <a:cs typeface="Calibri"/>
              </a:rPr>
              <a:t>et</a:t>
            </a:r>
            <a:r>
              <a:rPr sz="1600" b="1" spc="114" dirty="0">
                <a:solidFill>
                  <a:srgbClr val="585858"/>
                </a:solidFill>
                <a:latin typeface="Calibri"/>
                <a:cs typeface="Calibri"/>
              </a:rPr>
              <a:t> </a:t>
            </a:r>
            <a:r>
              <a:rPr sz="1600" b="1" dirty="0">
                <a:solidFill>
                  <a:srgbClr val="585858"/>
                </a:solidFill>
                <a:latin typeface="Calibri"/>
                <a:cs typeface="Calibri"/>
              </a:rPr>
              <a:t>le</a:t>
            </a:r>
            <a:r>
              <a:rPr sz="1600" b="1" spc="114" dirty="0">
                <a:solidFill>
                  <a:srgbClr val="585858"/>
                </a:solidFill>
                <a:latin typeface="Calibri"/>
                <a:cs typeface="Calibri"/>
              </a:rPr>
              <a:t> </a:t>
            </a:r>
            <a:r>
              <a:rPr sz="1600" b="1" dirty="0">
                <a:solidFill>
                  <a:srgbClr val="585858"/>
                </a:solidFill>
                <a:latin typeface="Calibri"/>
                <a:cs typeface="Calibri"/>
              </a:rPr>
              <a:t>disque</a:t>
            </a:r>
            <a:r>
              <a:rPr sz="1600" dirty="0">
                <a:solidFill>
                  <a:srgbClr val="585858"/>
                </a:solidFill>
                <a:latin typeface="Calibri"/>
                <a:cs typeface="Calibri"/>
              </a:rPr>
              <a:t>.</a:t>
            </a:r>
            <a:r>
              <a:rPr sz="1600" spc="100" dirty="0">
                <a:solidFill>
                  <a:srgbClr val="585858"/>
                </a:solidFill>
                <a:latin typeface="Calibri"/>
                <a:cs typeface="Calibri"/>
              </a:rPr>
              <a:t> </a:t>
            </a:r>
            <a:endParaRPr lang="fr-FR" sz="1600" spc="100" dirty="0" smtClean="0">
              <a:solidFill>
                <a:srgbClr val="585858"/>
              </a:solidFill>
              <a:latin typeface="Calibri"/>
              <a:cs typeface="Calibri"/>
            </a:endParaRPr>
          </a:p>
          <a:p>
            <a:pPr marL="298450" indent="-285750">
              <a:lnSpc>
                <a:spcPct val="200000"/>
              </a:lnSpc>
              <a:spcBef>
                <a:spcPts val="1440"/>
              </a:spcBef>
              <a:buFont typeface="Arial" panose="020B0604020202020204" pitchFamily="34" charset="0"/>
              <a:buChar char="•"/>
            </a:pPr>
            <a:r>
              <a:rPr sz="1600" dirty="0" smtClean="0">
                <a:solidFill>
                  <a:srgbClr val="585858"/>
                </a:solidFill>
                <a:latin typeface="Calibri"/>
                <a:cs typeface="Calibri"/>
              </a:rPr>
              <a:t>Le</a:t>
            </a:r>
            <a:r>
              <a:rPr sz="1600" spc="90" dirty="0" smtClean="0">
                <a:solidFill>
                  <a:srgbClr val="585858"/>
                </a:solidFill>
                <a:latin typeface="Calibri"/>
                <a:cs typeface="Calibri"/>
              </a:rPr>
              <a:t> </a:t>
            </a:r>
            <a:r>
              <a:rPr sz="1600" dirty="0">
                <a:solidFill>
                  <a:srgbClr val="585858"/>
                </a:solidFill>
                <a:latin typeface="Calibri"/>
                <a:cs typeface="Calibri"/>
              </a:rPr>
              <a:t>système</a:t>
            </a:r>
            <a:r>
              <a:rPr sz="1600" spc="120" dirty="0">
                <a:solidFill>
                  <a:srgbClr val="585858"/>
                </a:solidFill>
                <a:latin typeface="Calibri"/>
                <a:cs typeface="Calibri"/>
              </a:rPr>
              <a:t> </a:t>
            </a:r>
            <a:r>
              <a:rPr sz="1600" dirty="0">
                <a:solidFill>
                  <a:srgbClr val="585858"/>
                </a:solidFill>
                <a:latin typeface="Calibri"/>
                <a:cs typeface="Calibri"/>
              </a:rPr>
              <a:t>d’exploitation</a:t>
            </a:r>
            <a:r>
              <a:rPr sz="1600" spc="90" dirty="0">
                <a:solidFill>
                  <a:srgbClr val="585858"/>
                </a:solidFill>
                <a:latin typeface="Calibri"/>
                <a:cs typeface="Calibri"/>
              </a:rPr>
              <a:t> </a:t>
            </a:r>
            <a:r>
              <a:rPr sz="1600" dirty="0">
                <a:solidFill>
                  <a:srgbClr val="585858"/>
                </a:solidFill>
                <a:latin typeface="Calibri"/>
                <a:cs typeface="Calibri"/>
              </a:rPr>
              <a:t>coordonne</a:t>
            </a:r>
            <a:r>
              <a:rPr sz="1600" spc="120" dirty="0">
                <a:solidFill>
                  <a:srgbClr val="585858"/>
                </a:solidFill>
                <a:latin typeface="Calibri"/>
                <a:cs typeface="Calibri"/>
              </a:rPr>
              <a:t> </a:t>
            </a:r>
            <a:r>
              <a:rPr sz="1600" dirty="0">
                <a:solidFill>
                  <a:srgbClr val="585858"/>
                </a:solidFill>
                <a:latin typeface="Calibri"/>
                <a:cs typeface="Calibri"/>
              </a:rPr>
              <a:t>l’utilisation</a:t>
            </a:r>
            <a:r>
              <a:rPr sz="1600" spc="110" dirty="0">
                <a:solidFill>
                  <a:srgbClr val="585858"/>
                </a:solidFill>
                <a:latin typeface="Calibri"/>
                <a:cs typeface="Calibri"/>
              </a:rPr>
              <a:t> </a:t>
            </a:r>
            <a:r>
              <a:rPr sz="1600" dirty="0">
                <a:solidFill>
                  <a:srgbClr val="585858"/>
                </a:solidFill>
                <a:latin typeface="Calibri"/>
                <a:cs typeface="Calibri"/>
              </a:rPr>
              <a:t>des</a:t>
            </a:r>
            <a:r>
              <a:rPr sz="1600" spc="130" dirty="0">
                <a:solidFill>
                  <a:srgbClr val="585858"/>
                </a:solidFill>
                <a:latin typeface="Calibri"/>
                <a:cs typeface="Calibri"/>
              </a:rPr>
              <a:t> </a:t>
            </a:r>
            <a:r>
              <a:rPr sz="1600" dirty="0" err="1">
                <a:solidFill>
                  <a:srgbClr val="585858"/>
                </a:solidFill>
                <a:latin typeface="Calibri"/>
                <a:cs typeface="Calibri"/>
              </a:rPr>
              <a:t>différentes</a:t>
            </a:r>
            <a:r>
              <a:rPr sz="1600" spc="105" dirty="0">
                <a:solidFill>
                  <a:srgbClr val="585858"/>
                </a:solidFill>
                <a:latin typeface="Calibri"/>
                <a:cs typeface="Calibri"/>
              </a:rPr>
              <a:t> </a:t>
            </a:r>
            <a:r>
              <a:rPr sz="1600" dirty="0" err="1" smtClean="0">
                <a:solidFill>
                  <a:srgbClr val="585858"/>
                </a:solidFill>
                <a:latin typeface="Calibri"/>
                <a:cs typeface="Calibri"/>
              </a:rPr>
              <a:t>mémoires</a:t>
            </a:r>
            <a:r>
              <a:rPr lang="fr-FR" sz="1600" dirty="0" smtClean="0">
                <a:solidFill>
                  <a:srgbClr val="585858"/>
                </a:solidFill>
                <a:latin typeface="Calibri"/>
                <a:cs typeface="Calibri"/>
              </a:rPr>
              <a:t>.</a:t>
            </a:r>
          </a:p>
          <a:p>
            <a:pPr marL="298450" indent="-285750">
              <a:lnSpc>
                <a:spcPct val="200000"/>
              </a:lnSpc>
              <a:spcBef>
                <a:spcPts val="1440"/>
              </a:spcBef>
              <a:buFont typeface="Arial" panose="020B0604020202020204" pitchFamily="34" charset="0"/>
              <a:buChar char="•"/>
            </a:pPr>
            <a:r>
              <a:rPr sz="1600" spc="-5" dirty="0" smtClean="0">
                <a:solidFill>
                  <a:srgbClr val="585858"/>
                </a:solidFill>
                <a:latin typeface="Calibri"/>
                <a:cs typeface="Calibri"/>
              </a:rPr>
              <a:t> </a:t>
            </a:r>
            <a:r>
              <a:rPr sz="1600" dirty="0">
                <a:solidFill>
                  <a:srgbClr val="585858"/>
                </a:solidFill>
                <a:latin typeface="Calibri"/>
                <a:cs typeface="Calibri"/>
              </a:rPr>
              <a:t>Le</a:t>
            </a:r>
            <a:r>
              <a:rPr sz="1600" spc="-15" dirty="0">
                <a:solidFill>
                  <a:srgbClr val="585858"/>
                </a:solidFill>
                <a:latin typeface="Calibri"/>
                <a:cs typeface="Calibri"/>
              </a:rPr>
              <a:t> </a:t>
            </a:r>
            <a:r>
              <a:rPr sz="1600" dirty="0">
                <a:solidFill>
                  <a:srgbClr val="585858"/>
                </a:solidFill>
                <a:latin typeface="Calibri"/>
                <a:cs typeface="Calibri"/>
              </a:rPr>
              <a:t>SE</a:t>
            </a:r>
            <a:r>
              <a:rPr sz="1600" spc="-25" dirty="0">
                <a:solidFill>
                  <a:srgbClr val="585858"/>
                </a:solidFill>
                <a:latin typeface="Calibri"/>
                <a:cs typeface="Calibri"/>
              </a:rPr>
              <a:t> </a:t>
            </a:r>
            <a:r>
              <a:rPr sz="1600" dirty="0">
                <a:solidFill>
                  <a:srgbClr val="585858"/>
                </a:solidFill>
                <a:latin typeface="Calibri"/>
                <a:cs typeface="Calibri"/>
              </a:rPr>
              <a:t>a</a:t>
            </a:r>
            <a:r>
              <a:rPr sz="1600" spc="-15" dirty="0">
                <a:solidFill>
                  <a:srgbClr val="585858"/>
                </a:solidFill>
                <a:latin typeface="Calibri"/>
                <a:cs typeface="Calibri"/>
              </a:rPr>
              <a:t> </a:t>
            </a:r>
            <a:r>
              <a:rPr sz="1600" dirty="0">
                <a:solidFill>
                  <a:srgbClr val="585858"/>
                </a:solidFill>
                <a:latin typeface="Calibri"/>
                <a:cs typeface="Calibri"/>
              </a:rPr>
              <a:t>une</a:t>
            </a:r>
            <a:r>
              <a:rPr sz="1600" spc="-10" dirty="0">
                <a:solidFill>
                  <a:srgbClr val="585858"/>
                </a:solidFill>
                <a:latin typeface="Calibri"/>
                <a:cs typeface="Calibri"/>
              </a:rPr>
              <a:t> </a:t>
            </a:r>
            <a:r>
              <a:rPr sz="1600" dirty="0">
                <a:solidFill>
                  <a:srgbClr val="585858"/>
                </a:solidFill>
                <a:latin typeface="Calibri"/>
                <a:cs typeface="Calibri"/>
              </a:rPr>
              <a:t>visibilité</a:t>
            </a:r>
            <a:r>
              <a:rPr sz="1600" spc="10" dirty="0">
                <a:solidFill>
                  <a:srgbClr val="585858"/>
                </a:solidFill>
                <a:latin typeface="Calibri"/>
                <a:cs typeface="Calibri"/>
              </a:rPr>
              <a:t> </a:t>
            </a:r>
            <a:r>
              <a:rPr sz="1600" dirty="0">
                <a:solidFill>
                  <a:srgbClr val="585858"/>
                </a:solidFill>
                <a:latin typeface="Calibri"/>
                <a:cs typeface="Calibri"/>
              </a:rPr>
              <a:t>sur</a:t>
            </a:r>
            <a:r>
              <a:rPr sz="1600" spc="-25" dirty="0">
                <a:solidFill>
                  <a:srgbClr val="585858"/>
                </a:solidFill>
                <a:latin typeface="Calibri"/>
                <a:cs typeface="Calibri"/>
              </a:rPr>
              <a:t> </a:t>
            </a:r>
            <a:r>
              <a:rPr sz="1600" spc="-10" dirty="0">
                <a:solidFill>
                  <a:srgbClr val="585858"/>
                </a:solidFill>
                <a:latin typeface="Calibri"/>
                <a:cs typeface="Calibri"/>
              </a:rPr>
              <a:t>l’état </a:t>
            </a:r>
            <a:r>
              <a:rPr sz="1600" dirty="0">
                <a:solidFill>
                  <a:srgbClr val="585858"/>
                </a:solidFill>
                <a:latin typeface="Calibri"/>
                <a:cs typeface="Calibri"/>
              </a:rPr>
              <a:t>de</a:t>
            </a:r>
            <a:r>
              <a:rPr sz="1600" spc="-15" dirty="0">
                <a:solidFill>
                  <a:srgbClr val="585858"/>
                </a:solidFill>
                <a:latin typeface="Calibri"/>
                <a:cs typeface="Calibri"/>
              </a:rPr>
              <a:t> </a:t>
            </a:r>
            <a:r>
              <a:rPr sz="1600" dirty="0">
                <a:solidFill>
                  <a:srgbClr val="585858"/>
                </a:solidFill>
                <a:latin typeface="Calibri"/>
                <a:cs typeface="Calibri"/>
              </a:rPr>
              <a:t>chaque</a:t>
            </a:r>
            <a:r>
              <a:rPr sz="1600" spc="-10" dirty="0">
                <a:solidFill>
                  <a:srgbClr val="585858"/>
                </a:solidFill>
                <a:latin typeface="Calibri"/>
                <a:cs typeface="Calibri"/>
              </a:rPr>
              <a:t> </a:t>
            </a:r>
            <a:r>
              <a:rPr sz="1600" dirty="0">
                <a:solidFill>
                  <a:srgbClr val="585858"/>
                </a:solidFill>
                <a:latin typeface="Calibri"/>
                <a:cs typeface="Calibri"/>
              </a:rPr>
              <a:t>emplacement</a:t>
            </a:r>
            <a:r>
              <a:rPr sz="1600" spc="-10" dirty="0">
                <a:solidFill>
                  <a:srgbClr val="585858"/>
                </a:solidFill>
                <a:latin typeface="Calibri"/>
                <a:cs typeface="Calibri"/>
              </a:rPr>
              <a:t> </a:t>
            </a:r>
            <a:r>
              <a:rPr sz="1600" dirty="0">
                <a:solidFill>
                  <a:srgbClr val="585858"/>
                </a:solidFill>
                <a:latin typeface="Calibri"/>
                <a:cs typeface="Calibri"/>
              </a:rPr>
              <a:t>dans</a:t>
            </a:r>
            <a:r>
              <a:rPr sz="1600" spc="-5" dirty="0">
                <a:solidFill>
                  <a:srgbClr val="585858"/>
                </a:solidFill>
                <a:latin typeface="Calibri"/>
                <a:cs typeface="Calibri"/>
              </a:rPr>
              <a:t> </a:t>
            </a:r>
            <a:r>
              <a:rPr sz="1600" dirty="0">
                <a:solidFill>
                  <a:srgbClr val="585858"/>
                </a:solidFill>
                <a:latin typeface="Calibri"/>
                <a:cs typeface="Calibri"/>
              </a:rPr>
              <a:t>la</a:t>
            </a:r>
            <a:r>
              <a:rPr sz="1600" spc="10" dirty="0">
                <a:solidFill>
                  <a:srgbClr val="585858"/>
                </a:solidFill>
                <a:latin typeface="Calibri"/>
                <a:cs typeface="Calibri"/>
              </a:rPr>
              <a:t> </a:t>
            </a:r>
            <a:r>
              <a:rPr sz="1600" dirty="0">
                <a:solidFill>
                  <a:srgbClr val="585858"/>
                </a:solidFill>
                <a:latin typeface="Calibri"/>
                <a:cs typeface="Calibri"/>
              </a:rPr>
              <a:t>mémoire</a:t>
            </a:r>
            <a:r>
              <a:rPr sz="1600" spc="-20" dirty="0">
                <a:solidFill>
                  <a:srgbClr val="585858"/>
                </a:solidFill>
                <a:latin typeface="Calibri"/>
                <a:cs typeface="Calibri"/>
              </a:rPr>
              <a:t> </a:t>
            </a:r>
            <a:r>
              <a:rPr sz="1600" dirty="0">
                <a:solidFill>
                  <a:srgbClr val="585858"/>
                </a:solidFill>
                <a:latin typeface="Calibri"/>
                <a:cs typeface="Calibri"/>
              </a:rPr>
              <a:t>qu'il</a:t>
            </a:r>
            <a:r>
              <a:rPr sz="1600" spc="-25" dirty="0">
                <a:solidFill>
                  <a:srgbClr val="585858"/>
                </a:solidFill>
                <a:latin typeface="Calibri"/>
                <a:cs typeface="Calibri"/>
              </a:rPr>
              <a:t> </a:t>
            </a:r>
            <a:r>
              <a:rPr sz="1600" dirty="0">
                <a:solidFill>
                  <a:srgbClr val="585858"/>
                </a:solidFill>
                <a:latin typeface="Calibri"/>
                <a:cs typeface="Calibri"/>
              </a:rPr>
              <a:t>soit</a:t>
            </a:r>
            <a:r>
              <a:rPr sz="1600" spc="-5" dirty="0">
                <a:solidFill>
                  <a:srgbClr val="585858"/>
                </a:solidFill>
                <a:latin typeface="Calibri"/>
                <a:cs typeface="Calibri"/>
              </a:rPr>
              <a:t> </a:t>
            </a:r>
            <a:r>
              <a:rPr sz="1600" dirty="0">
                <a:solidFill>
                  <a:srgbClr val="585858"/>
                </a:solidFill>
                <a:latin typeface="Calibri"/>
                <a:cs typeface="Calibri"/>
              </a:rPr>
              <a:t>alloué</a:t>
            </a:r>
            <a:r>
              <a:rPr sz="1600" spc="10" dirty="0">
                <a:solidFill>
                  <a:srgbClr val="585858"/>
                </a:solidFill>
                <a:latin typeface="Calibri"/>
                <a:cs typeface="Calibri"/>
              </a:rPr>
              <a:t> </a:t>
            </a:r>
            <a:r>
              <a:rPr sz="1600" dirty="0">
                <a:solidFill>
                  <a:srgbClr val="585858"/>
                </a:solidFill>
                <a:latin typeface="Calibri"/>
                <a:cs typeface="Calibri"/>
              </a:rPr>
              <a:t>à</a:t>
            </a:r>
            <a:r>
              <a:rPr sz="1600" spc="-15" dirty="0">
                <a:solidFill>
                  <a:srgbClr val="585858"/>
                </a:solidFill>
                <a:latin typeface="Calibri"/>
                <a:cs typeface="Calibri"/>
              </a:rPr>
              <a:t> </a:t>
            </a:r>
            <a:r>
              <a:rPr sz="1600" dirty="0">
                <a:solidFill>
                  <a:srgbClr val="585858"/>
                </a:solidFill>
                <a:latin typeface="Calibri"/>
                <a:cs typeface="Calibri"/>
              </a:rPr>
              <a:t>un</a:t>
            </a:r>
            <a:r>
              <a:rPr sz="1600" spc="-20" dirty="0">
                <a:solidFill>
                  <a:srgbClr val="585858"/>
                </a:solidFill>
                <a:latin typeface="Calibri"/>
                <a:cs typeface="Calibri"/>
              </a:rPr>
              <a:t> </a:t>
            </a:r>
            <a:r>
              <a:rPr sz="1600" dirty="0">
                <a:solidFill>
                  <a:srgbClr val="585858"/>
                </a:solidFill>
                <a:latin typeface="Calibri"/>
                <a:cs typeface="Calibri"/>
              </a:rPr>
              <a:t>processus</a:t>
            </a:r>
            <a:r>
              <a:rPr sz="1600" spc="20" dirty="0">
                <a:solidFill>
                  <a:srgbClr val="585858"/>
                </a:solidFill>
                <a:latin typeface="Calibri"/>
                <a:cs typeface="Calibri"/>
              </a:rPr>
              <a:t> </a:t>
            </a:r>
            <a:r>
              <a:rPr sz="1600" dirty="0">
                <a:solidFill>
                  <a:srgbClr val="585858"/>
                </a:solidFill>
                <a:latin typeface="Calibri"/>
                <a:cs typeface="Calibri"/>
              </a:rPr>
              <a:t>ou</a:t>
            </a:r>
            <a:r>
              <a:rPr sz="1600" spc="-20" dirty="0">
                <a:solidFill>
                  <a:srgbClr val="585858"/>
                </a:solidFill>
                <a:latin typeface="Calibri"/>
                <a:cs typeface="Calibri"/>
              </a:rPr>
              <a:t> </a:t>
            </a:r>
            <a:r>
              <a:rPr sz="1600" dirty="0">
                <a:solidFill>
                  <a:srgbClr val="585858"/>
                </a:solidFill>
                <a:latin typeface="Calibri"/>
                <a:cs typeface="Calibri"/>
              </a:rPr>
              <a:t>qu'il</a:t>
            </a:r>
            <a:r>
              <a:rPr sz="1600" spc="-25" dirty="0">
                <a:solidFill>
                  <a:srgbClr val="585858"/>
                </a:solidFill>
                <a:latin typeface="Calibri"/>
                <a:cs typeface="Calibri"/>
              </a:rPr>
              <a:t> </a:t>
            </a:r>
            <a:r>
              <a:rPr sz="1600" dirty="0">
                <a:solidFill>
                  <a:srgbClr val="585858"/>
                </a:solidFill>
                <a:latin typeface="Calibri"/>
                <a:cs typeface="Calibri"/>
              </a:rPr>
              <a:t>soit</a:t>
            </a:r>
            <a:r>
              <a:rPr sz="1600" spc="-10" dirty="0">
                <a:solidFill>
                  <a:srgbClr val="585858"/>
                </a:solidFill>
                <a:latin typeface="Calibri"/>
                <a:cs typeface="Calibri"/>
              </a:rPr>
              <a:t> </a:t>
            </a:r>
            <a:r>
              <a:rPr sz="1600" dirty="0">
                <a:solidFill>
                  <a:srgbClr val="585858"/>
                </a:solidFill>
                <a:latin typeface="Calibri"/>
                <a:cs typeface="Calibri"/>
              </a:rPr>
              <a:t>libre.</a:t>
            </a:r>
            <a:r>
              <a:rPr sz="1600" spc="-5" dirty="0">
                <a:solidFill>
                  <a:srgbClr val="585858"/>
                </a:solidFill>
                <a:latin typeface="Calibri"/>
                <a:cs typeface="Calibri"/>
              </a:rPr>
              <a:t> </a:t>
            </a:r>
            <a:endParaRPr sz="16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a:t>
            </a:fld>
            <a:endParaRPr spc="-25" dirty="0"/>
          </a:p>
        </p:txBody>
      </p:sp>
      <p:sp>
        <p:nvSpPr>
          <p:cNvPr id="13"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5"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mémoire</a:t>
            </a:r>
          </a:p>
          <a:p>
            <a:pPr marL="12700">
              <a:lnSpc>
                <a:spcPct val="100000"/>
              </a:lnSpc>
              <a:spcBef>
                <a:spcPts val="90"/>
              </a:spcBef>
            </a:pPr>
            <a:r>
              <a:rPr lang="fr-FR" sz="1600" spc="-10" dirty="0" smtClean="0">
                <a:solidFill>
                  <a:srgbClr val="007842"/>
                </a:solidFill>
              </a:rPr>
              <a:t>Rappeler</a:t>
            </a:r>
            <a:r>
              <a:rPr sz="1600" spc="-55" dirty="0" smtClean="0">
                <a:solidFill>
                  <a:srgbClr val="007842"/>
                </a:solidFill>
              </a:rPr>
              <a:t> </a:t>
            </a:r>
            <a:r>
              <a:rPr sz="1600" dirty="0" smtClean="0">
                <a:solidFill>
                  <a:srgbClr val="007842"/>
                </a:solidFill>
              </a:rPr>
              <a:t>les</a:t>
            </a:r>
            <a:r>
              <a:rPr sz="1600" spc="-25" dirty="0" smtClean="0">
                <a:solidFill>
                  <a:srgbClr val="007842"/>
                </a:solidFill>
              </a:rPr>
              <a:t> </a:t>
            </a:r>
            <a:r>
              <a:rPr sz="1600" dirty="0" smtClean="0">
                <a:solidFill>
                  <a:srgbClr val="007842"/>
                </a:solidFill>
              </a:rPr>
              <a:t>concepts</a:t>
            </a:r>
            <a:r>
              <a:rPr sz="1600" spc="-45" dirty="0" smtClean="0">
                <a:solidFill>
                  <a:srgbClr val="007842"/>
                </a:solidFill>
              </a:rPr>
              <a:t> </a:t>
            </a:r>
            <a:r>
              <a:rPr sz="1600" spc="-10" dirty="0" err="1" smtClean="0">
                <a:solidFill>
                  <a:srgbClr val="007842"/>
                </a:solidFill>
              </a:rPr>
              <a:t>fondamentaux</a:t>
            </a:r>
            <a:r>
              <a:rPr sz="1600" spc="-30" dirty="0" smtClean="0">
                <a:solidFill>
                  <a:srgbClr val="007842"/>
                </a:solidFill>
              </a:rPr>
              <a:t> </a:t>
            </a:r>
            <a:r>
              <a:rPr sz="1600" dirty="0" smtClean="0">
                <a:solidFill>
                  <a:srgbClr val="007842"/>
                </a:solidFill>
              </a:rPr>
              <a:t>d’un </a:t>
            </a:r>
            <a:r>
              <a:rPr sz="1600" spc="-25" dirty="0" smtClean="0">
                <a:solidFill>
                  <a:srgbClr val="007842"/>
                </a:solidFill>
              </a:rPr>
              <a:t>SE</a:t>
            </a:r>
            <a:endParaRPr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a:spLocks noGrp="1"/>
          </p:cNvSpPr>
          <p:nvPr>
            <p:ph type="body" idx="1"/>
          </p:nvPr>
        </p:nvSpPr>
        <p:spPr>
          <a:xfrm>
            <a:off x="798982" y="1605152"/>
            <a:ext cx="10590530" cy="3333860"/>
          </a:xfrm>
          <a:prstGeom prst="rect">
            <a:avLst/>
          </a:prstGeom>
        </p:spPr>
        <p:txBody>
          <a:bodyPr vert="horz" wrap="square" lIns="0" tIns="347598" rIns="0" bIns="0" rtlCol="0">
            <a:spAutoFit/>
          </a:bodyPr>
          <a:lstStyle/>
          <a:p>
            <a:pPr marL="12700" marR="7620">
              <a:lnSpc>
                <a:spcPct val="150200"/>
              </a:lnSpc>
              <a:spcBef>
                <a:spcPts val="100"/>
              </a:spcBef>
            </a:pPr>
            <a:r>
              <a:rPr sz="1600" b="0" dirty="0"/>
              <a:t>La</a:t>
            </a:r>
            <a:r>
              <a:rPr sz="1600" b="0" spc="5" dirty="0"/>
              <a:t> </a:t>
            </a:r>
            <a:r>
              <a:rPr sz="1600" dirty="0">
                <a:solidFill>
                  <a:srgbClr val="FF7800"/>
                </a:solidFill>
              </a:rPr>
              <a:t>mémoire</a:t>
            </a:r>
            <a:r>
              <a:rPr sz="1600" spc="10" dirty="0">
                <a:solidFill>
                  <a:srgbClr val="FF7800"/>
                </a:solidFill>
              </a:rPr>
              <a:t> </a:t>
            </a:r>
            <a:r>
              <a:rPr sz="1600" b="0" dirty="0"/>
              <a:t>est</a:t>
            </a:r>
            <a:r>
              <a:rPr sz="1600" b="0" spc="15" dirty="0"/>
              <a:t> </a:t>
            </a:r>
            <a:r>
              <a:rPr sz="1600" b="0" dirty="0"/>
              <a:t>représentée</a:t>
            </a:r>
            <a:r>
              <a:rPr sz="1600" b="0" spc="15" dirty="0"/>
              <a:t> </a:t>
            </a:r>
            <a:r>
              <a:rPr sz="1600" b="0" dirty="0"/>
              <a:t>par un grand</a:t>
            </a:r>
            <a:r>
              <a:rPr sz="1600" b="0" spc="5" dirty="0"/>
              <a:t> </a:t>
            </a:r>
            <a:r>
              <a:rPr sz="1600" b="0" dirty="0"/>
              <a:t>tableau</a:t>
            </a:r>
            <a:r>
              <a:rPr sz="1600" b="0" spc="25" dirty="0"/>
              <a:t> </a:t>
            </a:r>
            <a:r>
              <a:rPr sz="1600" b="0" dirty="0"/>
              <a:t>de</a:t>
            </a:r>
            <a:r>
              <a:rPr sz="1600" b="0" spc="10" dirty="0"/>
              <a:t> </a:t>
            </a:r>
            <a:r>
              <a:rPr sz="1600" b="0" dirty="0"/>
              <a:t>mot</a:t>
            </a:r>
            <a:r>
              <a:rPr sz="1600" b="0" spc="15" dirty="0"/>
              <a:t> </a:t>
            </a:r>
            <a:r>
              <a:rPr sz="1600" b="0" dirty="0"/>
              <a:t>(octets),</a:t>
            </a:r>
            <a:r>
              <a:rPr sz="1600" b="0" spc="-5" dirty="0"/>
              <a:t> </a:t>
            </a:r>
            <a:r>
              <a:rPr sz="1600" b="0" dirty="0"/>
              <a:t>chacun</a:t>
            </a:r>
            <a:r>
              <a:rPr sz="1600" b="0" spc="5" dirty="0"/>
              <a:t> </a:t>
            </a:r>
            <a:r>
              <a:rPr sz="1600" b="0" dirty="0"/>
              <a:t>ayant</a:t>
            </a:r>
            <a:r>
              <a:rPr sz="1600" b="0" spc="10" dirty="0"/>
              <a:t> </a:t>
            </a:r>
            <a:r>
              <a:rPr sz="1600" b="0" dirty="0"/>
              <a:t>sa</a:t>
            </a:r>
            <a:r>
              <a:rPr sz="1600" b="0" spc="10" dirty="0"/>
              <a:t> </a:t>
            </a:r>
            <a:r>
              <a:rPr sz="1600" b="0" dirty="0"/>
              <a:t>propre</a:t>
            </a:r>
            <a:r>
              <a:rPr sz="1600" b="0" spc="30" dirty="0"/>
              <a:t> </a:t>
            </a:r>
            <a:r>
              <a:rPr sz="1600" b="0" dirty="0"/>
              <a:t>adresse.</a:t>
            </a:r>
            <a:r>
              <a:rPr sz="1600" b="0" spc="15" dirty="0"/>
              <a:t> </a:t>
            </a:r>
            <a:endParaRPr lang="fr-FR" sz="1600" b="0" spc="15" dirty="0" smtClean="0"/>
          </a:p>
          <a:p>
            <a:pPr marL="12700" marR="7620">
              <a:lnSpc>
                <a:spcPct val="150200"/>
              </a:lnSpc>
              <a:spcBef>
                <a:spcPts val="100"/>
              </a:spcBef>
            </a:pPr>
            <a:endParaRPr lang="fr-FR" sz="1600" b="0" spc="15" dirty="0" smtClean="0"/>
          </a:p>
          <a:p>
            <a:pPr marL="12700" marR="7620">
              <a:lnSpc>
                <a:spcPct val="150200"/>
              </a:lnSpc>
              <a:spcBef>
                <a:spcPts val="100"/>
              </a:spcBef>
            </a:pPr>
            <a:r>
              <a:rPr sz="1600" dirty="0" smtClean="0"/>
              <a:t>Les</a:t>
            </a:r>
            <a:r>
              <a:rPr sz="1600" spc="-30" dirty="0" smtClean="0"/>
              <a:t> </a:t>
            </a:r>
            <a:r>
              <a:rPr sz="1600" dirty="0"/>
              <a:t>principales</a:t>
            </a:r>
            <a:r>
              <a:rPr sz="1600" spc="15" dirty="0"/>
              <a:t> </a:t>
            </a:r>
            <a:r>
              <a:rPr sz="1600" spc="-10" dirty="0"/>
              <a:t>fonctions</a:t>
            </a:r>
            <a:r>
              <a:rPr sz="1600" spc="10" dirty="0"/>
              <a:t> </a:t>
            </a:r>
            <a:r>
              <a:rPr sz="1600" dirty="0"/>
              <a:t>du</a:t>
            </a:r>
            <a:r>
              <a:rPr sz="1600" spc="-25" dirty="0"/>
              <a:t> </a:t>
            </a:r>
            <a:r>
              <a:rPr sz="1600" spc="-10" dirty="0"/>
              <a:t>systèmes</a:t>
            </a:r>
            <a:r>
              <a:rPr sz="1600" spc="-55" dirty="0"/>
              <a:t> </a:t>
            </a:r>
            <a:r>
              <a:rPr sz="1600" dirty="0"/>
              <a:t>de</a:t>
            </a:r>
            <a:r>
              <a:rPr sz="1600" spc="-20" dirty="0"/>
              <a:t> </a:t>
            </a:r>
            <a:r>
              <a:rPr sz="1600" dirty="0"/>
              <a:t>gestion</a:t>
            </a:r>
            <a:r>
              <a:rPr sz="1600" spc="-45" dirty="0"/>
              <a:t> </a:t>
            </a:r>
            <a:r>
              <a:rPr sz="1600" dirty="0"/>
              <a:t>de</a:t>
            </a:r>
            <a:r>
              <a:rPr sz="1600" spc="-15" dirty="0"/>
              <a:t> </a:t>
            </a:r>
            <a:r>
              <a:rPr sz="1600" dirty="0"/>
              <a:t>la</a:t>
            </a:r>
            <a:r>
              <a:rPr sz="1600" spc="-20" dirty="0"/>
              <a:t> </a:t>
            </a:r>
            <a:r>
              <a:rPr sz="1600" dirty="0"/>
              <a:t>mémoire</a:t>
            </a:r>
            <a:r>
              <a:rPr sz="1600" spc="5" dirty="0"/>
              <a:t> </a:t>
            </a:r>
            <a:r>
              <a:rPr sz="1600" dirty="0"/>
              <a:t>sont</a:t>
            </a:r>
            <a:r>
              <a:rPr sz="1600" spc="-35" dirty="0"/>
              <a:t> </a:t>
            </a:r>
            <a:r>
              <a:rPr sz="1600" b="0" spc="-50" dirty="0"/>
              <a:t>:</a:t>
            </a:r>
          </a:p>
          <a:p>
            <a:pPr marL="184150" indent="-171450">
              <a:lnSpc>
                <a:spcPct val="100000"/>
              </a:lnSpc>
              <a:spcBef>
                <a:spcPts val="1010"/>
              </a:spcBef>
              <a:buFont typeface="Arial"/>
              <a:buChar char="•"/>
              <a:tabLst>
                <a:tab pos="184150" algn="l"/>
              </a:tabLst>
            </a:pPr>
            <a:r>
              <a:rPr sz="1600" b="0" dirty="0"/>
              <a:t>Le</a:t>
            </a:r>
            <a:r>
              <a:rPr sz="1600" b="0" spc="-50" dirty="0"/>
              <a:t> </a:t>
            </a:r>
            <a:r>
              <a:rPr sz="1600" b="0" dirty="0"/>
              <a:t>suivi</a:t>
            </a:r>
            <a:r>
              <a:rPr sz="1600" b="0" spc="-30" dirty="0"/>
              <a:t> </a:t>
            </a:r>
            <a:r>
              <a:rPr sz="1600" b="0" dirty="0"/>
              <a:t>de</a:t>
            </a:r>
            <a:r>
              <a:rPr sz="1600" b="0" spc="-40" dirty="0"/>
              <a:t> </a:t>
            </a:r>
            <a:r>
              <a:rPr sz="1600" b="0" spc="-20" dirty="0"/>
              <a:t>l’état </a:t>
            </a:r>
            <a:r>
              <a:rPr sz="1600" b="0" dirty="0"/>
              <a:t>des</a:t>
            </a:r>
            <a:r>
              <a:rPr sz="1600" b="0" spc="-15" dirty="0"/>
              <a:t> </a:t>
            </a:r>
            <a:r>
              <a:rPr sz="1600" b="0" spc="-10" dirty="0"/>
              <a:t>différentes</a:t>
            </a:r>
            <a:r>
              <a:rPr sz="1600" b="0" spc="-30" dirty="0"/>
              <a:t> </a:t>
            </a:r>
            <a:r>
              <a:rPr sz="1600" b="0" dirty="0"/>
              <a:t>parties</a:t>
            </a:r>
            <a:r>
              <a:rPr sz="1600" b="0" spc="-10" dirty="0"/>
              <a:t> </a:t>
            </a:r>
            <a:r>
              <a:rPr sz="1600" b="0" dirty="0"/>
              <a:t>de</a:t>
            </a:r>
            <a:r>
              <a:rPr sz="1600" b="0" spc="-50" dirty="0"/>
              <a:t> </a:t>
            </a:r>
            <a:r>
              <a:rPr sz="1600" b="0" dirty="0"/>
              <a:t>la</a:t>
            </a:r>
            <a:r>
              <a:rPr sz="1600" b="0" spc="-20" dirty="0"/>
              <a:t> </a:t>
            </a:r>
            <a:r>
              <a:rPr sz="1600" b="0" dirty="0"/>
              <a:t>mémoire si</a:t>
            </a:r>
            <a:r>
              <a:rPr sz="1600" b="0" spc="-35" dirty="0"/>
              <a:t> </a:t>
            </a:r>
            <a:r>
              <a:rPr sz="1600" b="0" dirty="0"/>
              <a:t>elles</a:t>
            </a:r>
            <a:r>
              <a:rPr sz="1600" b="0" spc="-15" dirty="0"/>
              <a:t> </a:t>
            </a:r>
            <a:r>
              <a:rPr sz="1600" b="0" dirty="0"/>
              <a:t>sont</a:t>
            </a:r>
            <a:r>
              <a:rPr sz="1600" b="0" spc="-35" dirty="0"/>
              <a:t> </a:t>
            </a:r>
            <a:r>
              <a:rPr sz="1600" b="0" dirty="0"/>
              <a:t>utilisées</a:t>
            </a:r>
            <a:r>
              <a:rPr sz="1600" b="0" spc="-20" dirty="0"/>
              <a:t> </a:t>
            </a:r>
            <a:r>
              <a:rPr sz="1600" b="0" dirty="0"/>
              <a:t>ou</a:t>
            </a:r>
            <a:r>
              <a:rPr sz="1600" b="0" spc="-30" dirty="0"/>
              <a:t> </a:t>
            </a:r>
            <a:r>
              <a:rPr sz="1600" b="0" dirty="0"/>
              <a:t>non</a:t>
            </a:r>
            <a:r>
              <a:rPr sz="1600" b="0" spc="-25" dirty="0"/>
              <a:t> </a:t>
            </a:r>
            <a:r>
              <a:rPr sz="1600" b="0" dirty="0"/>
              <a:t>utilisées</a:t>
            </a:r>
            <a:r>
              <a:rPr sz="1600" b="0" spc="-15" dirty="0"/>
              <a:t> </a:t>
            </a:r>
            <a:r>
              <a:rPr sz="1600" b="0" dirty="0"/>
              <a:t>=&gt;</a:t>
            </a:r>
            <a:r>
              <a:rPr sz="1600" b="0" spc="-20" dirty="0"/>
              <a:t> </a:t>
            </a:r>
            <a:r>
              <a:rPr sz="1600" b="0" dirty="0"/>
              <a:t>connaître</a:t>
            </a:r>
            <a:r>
              <a:rPr sz="1600" b="0" spc="-5" dirty="0"/>
              <a:t> </a:t>
            </a:r>
            <a:r>
              <a:rPr sz="1600" b="0" dirty="0"/>
              <a:t>les</a:t>
            </a:r>
            <a:r>
              <a:rPr sz="1600" b="0" spc="-30" dirty="0"/>
              <a:t> </a:t>
            </a:r>
            <a:r>
              <a:rPr sz="1600" b="0" dirty="0"/>
              <a:t>zones</a:t>
            </a:r>
            <a:r>
              <a:rPr sz="1600" b="0" spc="-15" dirty="0"/>
              <a:t> </a:t>
            </a:r>
            <a:r>
              <a:rPr sz="1600" b="0" dirty="0"/>
              <a:t>libres</a:t>
            </a:r>
            <a:r>
              <a:rPr sz="1600" b="0" spc="10" dirty="0"/>
              <a:t> </a:t>
            </a:r>
            <a:r>
              <a:rPr sz="1600" b="0" dirty="0"/>
              <a:t>et</a:t>
            </a:r>
            <a:r>
              <a:rPr sz="1600" b="0" spc="-60" dirty="0"/>
              <a:t> </a:t>
            </a:r>
            <a:r>
              <a:rPr sz="1600" b="0" dirty="0"/>
              <a:t>utilisées</a:t>
            </a:r>
            <a:r>
              <a:rPr sz="1600" b="0" spc="10" dirty="0"/>
              <a:t> </a:t>
            </a:r>
            <a:r>
              <a:rPr sz="1600" b="0" spc="-50" dirty="0"/>
              <a:t>;</a:t>
            </a:r>
          </a:p>
          <a:p>
            <a:pPr marL="184150" indent="-171450">
              <a:lnSpc>
                <a:spcPct val="100000"/>
              </a:lnSpc>
              <a:spcBef>
                <a:spcPts val="1325"/>
              </a:spcBef>
              <a:buFont typeface="Arial"/>
              <a:buChar char="•"/>
              <a:tabLst>
                <a:tab pos="184150" algn="l"/>
              </a:tabLst>
            </a:pPr>
            <a:r>
              <a:rPr sz="1600" b="0" spc="-20" dirty="0"/>
              <a:t>L’allocation</a:t>
            </a:r>
            <a:r>
              <a:rPr sz="1600" b="0" spc="5" dirty="0"/>
              <a:t> </a:t>
            </a:r>
            <a:r>
              <a:rPr sz="1600" b="0" dirty="0"/>
              <a:t>et</a:t>
            </a:r>
            <a:r>
              <a:rPr sz="1600" b="0" spc="-45" dirty="0"/>
              <a:t> </a:t>
            </a:r>
            <a:r>
              <a:rPr sz="1600" b="0" dirty="0"/>
              <a:t>la</a:t>
            </a:r>
            <a:r>
              <a:rPr sz="1600" b="0" spc="-30" dirty="0"/>
              <a:t> </a:t>
            </a:r>
            <a:r>
              <a:rPr sz="1600" b="0" dirty="0"/>
              <a:t>libération</a:t>
            </a:r>
            <a:r>
              <a:rPr sz="1600" b="0" spc="-15" dirty="0"/>
              <a:t> </a:t>
            </a:r>
            <a:r>
              <a:rPr sz="1600" b="0" dirty="0"/>
              <a:t>de</a:t>
            </a:r>
            <a:r>
              <a:rPr sz="1600" b="0" spc="-45" dirty="0"/>
              <a:t> </a:t>
            </a:r>
            <a:r>
              <a:rPr sz="1600" b="0" dirty="0"/>
              <a:t>la</a:t>
            </a:r>
            <a:r>
              <a:rPr sz="1600" b="0" spc="-35" dirty="0"/>
              <a:t> </a:t>
            </a:r>
            <a:r>
              <a:rPr sz="1600" b="0" dirty="0"/>
              <a:t>mémoire principale</a:t>
            </a:r>
            <a:r>
              <a:rPr sz="1600" b="0" spc="235" dirty="0"/>
              <a:t> </a:t>
            </a:r>
            <a:r>
              <a:rPr sz="1600" b="0" dirty="0"/>
              <a:t>aux</a:t>
            </a:r>
            <a:r>
              <a:rPr sz="1600" b="0" spc="-20" dirty="0"/>
              <a:t> </a:t>
            </a:r>
            <a:r>
              <a:rPr sz="1600" b="0" spc="-10" dirty="0"/>
              <a:t>différentes</a:t>
            </a:r>
            <a:r>
              <a:rPr sz="1600" b="0" spc="-35" dirty="0"/>
              <a:t> </a:t>
            </a:r>
            <a:r>
              <a:rPr sz="1600" b="0" dirty="0"/>
              <a:t>processus</a:t>
            </a:r>
            <a:r>
              <a:rPr sz="1600" b="0" spc="-15" dirty="0"/>
              <a:t> </a:t>
            </a:r>
            <a:r>
              <a:rPr sz="1600" b="0" spc="-50" dirty="0"/>
              <a:t>;</a:t>
            </a:r>
          </a:p>
          <a:p>
            <a:pPr marL="182880" marR="5080" indent="-170815">
              <a:lnSpc>
                <a:spcPct val="150200"/>
              </a:lnSpc>
              <a:spcBef>
                <a:spcPts val="595"/>
              </a:spcBef>
              <a:buFont typeface="Arial"/>
              <a:buChar char="•"/>
              <a:tabLst>
                <a:tab pos="182880" algn="l"/>
              </a:tabLst>
            </a:pPr>
            <a:r>
              <a:rPr sz="1600" b="0" spc="-20" dirty="0"/>
              <a:t>L’utilisation</a:t>
            </a:r>
            <a:r>
              <a:rPr sz="1600" b="0" spc="-15" dirty="0"/>
              <a:t> </a:t>
            </a:r>
            <a:r>
              <a:rPr sz="1600" b="0" dirty="0"/>
              <a:t>de</a:t>
            </a:r>
            <a:r>
              <a:rPr sz="1600" b="0" spc="-10" dirty="0"/>
              <a:t> </a:t>
            </a:r>
            <a:r>
              <a:rPr sz="1600" b="0" dirty="0"/>
              <a:t>la</a:t>
            </a:r>
            <a:r>
              <a:rPr sz="1600" b="0" spc="-10" dirty="0"/>
              <a:t> </a:t>
            </a:r>
            <a:r>
              <a:rPr sz="1600" b="0" dirty="0"/>
              <a:t>mémoire</a:t>
            </a:r>
            <a:r>
              <a:rPr sz="1600" b="0" spc="-10" dirty="0"/>
              <a:t> </a:t>
            </a:r>
            <a:r>
              <a:rPr sz="1600" b="0" dirty="0"/>
              <a:t>virtuelle</a:t>
            </a:r>
            <a:r>
              <a:rPr sz="1600" b="0" spc="-15" dirty="0"/>
              <a:t> </a:t>
            </a:r>
            <a:r>
              <a:rPr sz="1600" b="0" dirty="0"/>
              <a:t>et</a:t>
            </a:r>
            <a:r>
              <a:rPr sz="1600" b="0" spc="-5" dirty="0"/>
              <a:t> </a:t>
            </a:r>
            <a:r>
              <a:rPr sz="1600" b="0" dirty="0"/>
              <a:t>le</a:t>
            </a:r>
            <a:r>
              <a:rPr sz="1600" b="0" spc="-10" dirty="0"/>
              <a:t> </a:t>
            </a:r>
            <a:r>
              <a:rPr sz="1600" b="0" dirty="0"/>
              <a:t>contrôle</a:t>
            </a:r>
            <a:r>
              <a:rPr sz="1600" b="0" spc="15" dirty="0"/>
              <a:t> </a:t>
            </a:r>
            <a:r>
              <a:rPr sz="1600" b="0" dirty="0"/>
              <a:t>du</a:t>
            </a:r>
            <a:r>
              <a:rPr sz="1600" b="0" spc="-15" dirty="0"/>
              <a:t> </a:t>
            </a:r>
            <a:r>
              <a:rPr sz="1600" b="0" dirty="0"/>
              <a:t>va</a:t>
            </a:r>
            <a:r>
              <a:rPr sz="1600" b="0" spc="-10" dirty="0"/>
              <a:t> </a:t>
            </a:r>
            <a:r>
              <a:rPr sz="1600" b="0" dirty="0"/>
              <a:t>et</a:t>
            </a:r>
            <a:r>
              <a:rPr sz="1600" b="0" spc="-10" dirty="0"/>
              <a:t> </a:t>
            </a:r>
            <a:r>
              <a:rPr sz="1600" b="0" dirty="0"/>
              <a:t>vient (swapping)</a:t>
            </a:r>
            <a:r>
              <a:rPr sz="1600" b="0" spc="-15" dirty="0"/>
              <a:t> </a:t>
            </a:r>
            <a:r>
              <a:rPr sz="1600" b="0" dirty="0"/>
              <a:t>entre</a:t>
            </a:r>
            <a:r>
              <a:rPr sz="1600" b="0" spc="-10" dirty="0"/>
              <a:t> </a:t>
            </a:r>
            <a:r>
              <a:rPr sz="1600" b="0" dirty="0"/>
              <a:t>la</a:t>
            </a:r>
            <a:r>
              <a:rPr sz="1600" b="0" spc="-10" dirty="0"/>
              <a:t> mémoire </a:t>
            </a:r>
            <a:r>
              <a:rPr sz="1600" b="0" dirty="0"/>
              <a:t>principale</a:t>
            </a:r>
            <a:r>
              <a:rPr sz="1600" b="0" spc="-5" dirty="0"/>
              <a:t> </a:t>
            </a:r>
            <a:r>
              <a:rPr sz="1600" b="0" dirty="0"/>
              <a:t>et</a:t>
            </a:r>
            <a:r>
              <a:rPr sz="1600" b="0" spc="-5" dirty="0"/>
              <a:t> </a:t>
            </a:r>
            <a:r>
              <a:rPr sz="1600" b="0" dirty="0"/>
              <a:t>le</a:t>
            </a:r>
            <a:r>
              <a:rPr sz="1600" b="0" spc="-10" dirty="0"/>
              <a:t> </a:t>
            </a:r>
            <a:r>
              <a:rPr sz="1600" b="0" dirty="0"/>
              <a:t>disque</a:t>
            </a:r>
            <a:r>
              <a:rPr sz="1600" b="0" spc="-5" dirty="0"/>
              <a:t> </a:t>
            </a:r>
            <a:r>
              <a:rPr sz="1600" b="0" dirty="0" err="1"/>
              <a:t>lorsque</a:t>
            </a:r>
            <a:r>
              <a:rPr sz="1600" b="0" spc="-10" dirty="0"/>
              <a:t> </a:t>
            </a:r>
            <a:r>
              <a:rPr lang="fr-FR" sz="1600" b="0" dirty="0" smtClean="0"/>
              <a:t>la RAM</a:t>
            </a:r>
            <a:r>
              <a:rPr sz="1600" b="0" spc="-5" dirty="0" smtClean="0"/>
              <a:t> </a:t>
            </a:r>
            <a:r>
              <a:rPr sz="1600" b="0" dirty="0"/>
              <a:t>ne</a:t>
            </a:r>
            <a:r>
              <a:rPr sz="1600" b="0" spc="-10" dirty="0"/>
              <a:t> </a:t>
            </a:r>
            <a:r>
              <a:rPr sz="1600" b="0" dirty="0"/>
              <a:t>peut</a:t>
            </a:r>
            <a:r>
              <a:rPr sz="1600" b="0" spc="-5" dirty="0"/>
              <a:t> </a:t>
            </a:r>
            <a:r>
              <a:rPr sz="1600" b="0" dirty="0"/>
              <a:t>pas </a:t>
            </a:r>
            <a:r>
              <a:rPr sz="1600" b="0" spc="-10" dirty="0"/>
              <a:t>contenir</a:t>
            </a:r>
            <a:r>
              <a:rPr sz="1600" b="0" spc="-20" dirty="0"/>
              <a:t> </a:t>
            </a:r>
            <a:r>
              <a:rPr sz="1600" b="0" dirty="0"/>
              <a:t>tous </a:t>
            </a:r>
            <a:r>
              <a:rPr sz="1600" b="0" spc="-25" dirty="0"/>
              <a:t>les </a:t>
            </a:r>
            <a:r>
              <a:rPr sz="1600" b="0" spc="-10" dirty="0" err="1"/>
              <a:t>processus</a:t>
            </a:r>
            <a:r>
              <a:rPr sz="1600" b="0" spc="-10" dirty="0" smtClean="0"/>
              <a:t>.</a:t>
            </a:r>
            <a:endParaRPr sz="1600" b="0" spc="-10" dirty="0"/>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5</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mémoire</a:t>
            </a:r>
          </a:p>
          <a:p>
            <a:pPr marL="12700">
              <a:lnSpc>
                <a:spcPct val="100000"/>
              </a:lnSpc>
              <a:spcBef>
                <a:spcPts val="90"/>
              </a:spcBef>
            </a:pPr>
            <a:r>
              <a:rPr lang="fr-FR" sz="1600" spc="-10" dirty="0" smtClean="0">
                <a:solidFill>
                  <a:srgbClr val="007842"/>
                </a:solidFill>
              </a:rPr>
              <a:t>Principe de fonctionnement</a:t>
            </a:r>
            <a:endParaRPr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6</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7" name="object 12"/>
          <p:cNvSpPr txBox="1">
            <a:spLocks noGrp="1"/>
          </p:cNvSpPr>
          <p:nvPr>
            <p:ph type="title"/>
          </p:nvPr>
        </p:nvSpPr>
        <p:spPr>
          <a:xfrm>
            <a:off x="263753" y="332308"/>
            <a:ext cx="11664492" cy="961853"/>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a:t>
            </a:r>
            <a:r>
              <a:rPr lang="fr-FR" dirty="0" smtClean="0">
                <a:solidFill>
                  <a:srgbClr val="007842"/>
                </a:solidFill>
              </a:rPr>
              <a:t>mémoire</a:t>
            </a:r>
          </a:p>
          <a:p>
            <a:pPr marL="12700">
              <a:lnSpc>
                <a:spcPct val="100000"/>
              </a:lnSpc>
              <a:spcBef>
                <a:spcPts val="90"/>
              </a:spcBef>
            </a:pPr>
            <a:r>
              <a:rPr lang="fr-FR" sz="1600" spc="-10" dirty="0" smtClean="0">
                <a:solidFill>
                  <a:srgbClr val="007842"/>
                </a:solidFill>
              </a:rPr>
              <a:t>Algorithme de </a:t>
            </a:r>
            <a:r>
              <a:rPr lang="fr-FR" sz="1600" spc="-10" dirty="0" err="1" smtClean="0">
                <a:solidFill>
                  <a:srgbClr val="007842"/>
                </a:solidFill>
              </a:rPr>
              <a:t>partionnement</a:t>
            </a:r>
            <a:r>
              <a:rPr lang="fr-FR" sz="1600" spc="-10" dirty="0" smtClean="0">
                <a:solidFill>
                  <a:srgbClr val="007842"/>
                </a:solidFill>
              </a:rPr>
              <a:t/>
            </a:r>
            <a:br>
              <a:rPr lang="fr-FR" sz="1600" spc="-10" dirty="0" smtClean="0">
                <a:solidFill>
                  <a:srgbClr val="007842"/>
                </a:solidFill>
              </a:rPr>
            </a:br>
            <a:endParaRPr sz="1600" dirty="0"/>
          </a:p>
        </p:txBody>
      </p:sp>
      <p:pic>
        <p:nvPicPr>
          <p:cNvPr id="12" name="Image 11"/>
          <p:cNvPicPr/>
          <p:nvPr/>
        </p:nvPicPr>
        <p:blipFill>
          <a:blip r:embed="rId4"/>
          <a:stretch>
            <a:fillRect/>
          </a:stretch>
        </p:blipFill>
        <p:spPr>
          <a:xfrm>
            <a:off x="1981200" y="1543062"/>
            <a:ext cx="7924800" cy="4933938"/>
          </a:xfrm>
          <a:prstGeom prst="rect">
            <a:avLst/>
          </a:prstGeom>
        </p:spPr>
      </p:pic>
    </p:spTree>
    <p:extLst>
      <p:ext uri="{BB962C8B-B14F-4D97-AF65-F5344CB8AC3E}">
        <p14:creationId xmlns:p14="http://schemas.microsoft.com/office/powerpoint/2010/main" val="293896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a:spLocks noGrp="1"/>
          </p:cNvSpPr>
          <p:nvPr>
            <p:ph type="body" idx="1"/>
          </p:nvPr>
        </p:nvSpPr>
        <p:spPr>
          <a:xfrm>
            <a:off x="685800" y="1331007"/>
            <a:ext cx="10590530" cy="1102480"/>
          </a:xfrm>
          <a:prstGeom prst="rect">
            <a:avLst/>
          </a:prstGeom>
        </p:spPr>
        <p:txBody>
          <a:bodyPr vert="horz" wrap="square" lIns="0" tIns="347598" rIns="0" bIns="0" rtlCol="0">
            <a:spAutoFit/>
          </a:bodyPr>
          <a:lstStyle/>
          <a:p>
            <a:pPr marL="12700" marR="7620" algn="l" rtl="0">
              <a:lnSpc>
                <a:spcPct val="150200"/>
              </a:lnSpc>
              <a:spcBef>
                <a:spcPts val="100"/>
              </a:spcBef>
            </a:pPr>
            <a:r>
              <a:rPr lang="fr-FR" sz="1600" spc="-10" dirty="0" err="1" smtClean="0">
                <a:solidFill>
                  <a:srgbClr val="FFC000"/>
                </a:solidFill>
              </a:rPr>
              <a:t>Eemple</a:t>
            </a:r>
            <a:r>
              <a:rPr lang="fr-FR" sz="1600" spc="-10" dirty="0" smtClean="0">
                <a:solidFill>
                  <a:srgbClr val="FFC000"/>
                </a:solidFill>
              </a:rPr>
              <a:t> : </a:t>
            </a:r>
            <a:r>
              <a:rPr lang="fr-FR" sz="1600" spc="-10" dirty="0" smtClean="0">
                <a:solidFill>
                  <a:schemeClr val="tx1"/>
                </a:solidFill>
              </a:rPr>
              <a:t>Soient des processus de </a:t>
            </a:r>
            <a:r>
              <a:rPr lang="fr-FR" sz="1600" kern="1200" dirty="0">
                <a:solidFill>
                  <a:schemeClr val="tx1"/>
                </a:solidFill>
              </a:rPr>
              <a:t>25k, 50k,100k, 75k</a:t>
            </a:r>
          </a:p>
          <a:p>
            <a:pPr marL="12700" marR="7620">
              <a:lnSpc>
                <a:spcPct val="150200"/>
              </a:lnSpc>
              <a:spcBef>
                <a:spcPts val="100"/>
              </a:spcBef>
            </a:pPr>
            <a:r>
              <a:rPr lang="fr-FR" sz="1600" spc="-10" dirty="0" smtClean="0">
                <a:solidFill>
                  <a:srgbClr val="FFC000"/>
                </a:solidFill>
              </a:rPr>
              <a:t> </a:t>
            </a:r>
            <a:endParaRPr sz="1600" spc="-10" dirty="0">
              <a:solidFill>
                <a:srgbClr val="FFC000"/>
              </a:solidFill>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7</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mémoire</a:t>
            </a:r>
          </a:p>
          <a:p>
            <a:pPr marL="12700">
              <a:lnSpc>
                <a:spcPct val="100000"/>
              </a:lnSpc>
              <a:spcBef>
                <a:spcPts val="90"/>
              </a:spcBef>
            </a:pPr>
            <a:r>
              <a:rPr lang="fr-FR" sz="1600" spc="-10" dirty="0">
                <a:solidFill>
                  <a:srgbClr val="007842"/>
                </a:solidFill>
              </a:rPr>
              <a:t>Algorithme de </a:t>
            </a:r>
            <a:r>
              <a:rPr lang="fr-FR" sz="1600" spc="-10" dirty="0" err="1">
                <a:solidFill>
                  <a:srgbClr val="007842"/>
                </a:solidFill>
              </a:rPr>
              <a:t>partionnement</a:t>
            </a:r>
            <a:endParaRPr sz="1600" dirty="0"/>
          </a:p>
        </p:txBody>
      </p:sp>
      <p:pic>
        <p:nvPicPr>
          <p:cNvPr id="13" name="Image 12"/>
          <p:cNvPicPr/>
          <p:nvPr/>
        </p:nvPicPr>
        <p:blipFill>
          <a:blip r:embed="rId4">
            <a:extLst>
              <a:ext uri="{28A0092B-C50C-407E-A947-70E740481C1C}">
                <a14:useLocalDpi xmlns:a14="http://schemas.microsoft.com/office/drawing/2010/main" val="0"/>
              </a:ext>
            </a:extLst>
          </a:blip>
          <a:srcRect/>
          <a:stretch>
            <a:fillRect/>
          </a:stretch>
        </p:blipFill>
        <p:spPr bwMode="auto">
          <a:xfrm>
            <a:off x="1371600" y="2590801"/>
            <a:ext cx="9753600" cy="3429000"/>
          </a:xfrm>
          <a:prstGeom prst="rect">
            <a:avLst/>
          </a:prstGeom>
          <a:noFill/>
          <a:ln>
            <a:noFill/>
          </a:ln>
        </p:spPr>
      </p:pic>
    </p:spTree>
    <p:extLst>
      <p:ext uri="{BB962C8B-B14F-4D97-AF65-F5344CB8AC3E}">
        <p14:creationId xmlns:p14="http://schemas.microsoft.com/office/powerpoint/2010/main" val="3337257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a:spLocks noGrp="1"/>
          </p:cNvSpPr>
          <p:nvPr>
            <p:ph type="body" idx="1"/>
          </p:nvPr>
        </p:nvSpPr>
        <p:spPr>
          <a:xfrm>
            <a:off x="798982" y="1605152"/>
            <a:ext cx="10590530" cy="2315633"/>
          </a:xfrm>
          <a:prstGeom prst="rect">
            <a:avLst/>
          </a:prstGeom>
        </p:spPr>
        <p:txBody>
          <a:bodyPr vert="horz" wrap="square" lIns="0" tIns="347598" rIns="0" bIns="0" rtlCol="0">
            <a:spAutoFit/>
          </a:bodyPr>
          <a:lstStyle/>
          <a:p>
            <a:pPr marL="12700">
              <a:lnSpc>
                <a:spcPct val="100000"/>
              </a:lnSpc>
              <a:spcBef>
                <a:spcPts val="890"/>
              </a:spcBef>
            </a:pPr>
            <a:r>
              <a:rPr sz="1600" b="0" dirty="0" smtClean="0">
                <a:latin typeface="Calibri"/>
                <a:cs typeface="Calibri"/>
              </a:rPr>
              <a:t>Il</a:t>
            </a:r>
            <a:r>
              <a:rPr sz="1600" b="0" spc="-55" dirty="0" smtClean="0">
                <a:latin typeface="Calibri"/>
                <a:cs typeface="Calibri"/>
              </a:rPr>
              <a:t> </a:t>
            </a:r>
            <a:r>
              <a:rPr sz="1600" b="0" dirty="0">
                <a:latin typeface="Calibri"/>
                <a:cs typeface="Calibri"/>
              </a:rPr>
              <a:t>existe </a:t>
            </a:r>
            <a:r>
              <a:rPr sz="1600" b="0" spc="-10" dirty="0">
                <a:latin typeface="Calibri"/>
                <a:cs typeface="Calibri"/>
              </a:rPr>
              <a:t>plusieurs stratégies</a:t>
            </a:r>
            <a:r>
              <a:rPr sz="1600" b="0" spc="-30" dirty="0">
                <a:latin typeface="Calibri"/>
                <a:cs typeface="Calibri"/>
              </a:rPr>
              <a:t> </a:t>
            </a:r>
            <a:r>
              <a:rPr sz="1600" b="0" dirty="0">
                <a:latin typeface="Calibri"/>
                <a:cs typeface="Calibri"/>
              </a:rPr>
              <a:t>pour</a:t>
            </a:r>
            <a:r>
              <a:rPr sz="1600" b="0" spc="-30" dirty="0">
                <a:latin typeface="Calibri"/>
                <a:cs typeface="Calibri"/>
              </a:rPr>
              <a:t> </a:t>
            </a:r>
            <a:r>
              <a:rPr sz="1600" b="0" dirty="0">
                <a:latin typeface="Calibri"/>
                <a:cs typeface="Calibri"/>
              </a:rPr>
              <a:t>gérer</a:t>
            </a:r>
            <a:r>
              <a:rPr sz="1600" b="0" spc="-25" dirty="0">
                <a:latin typeface="Calibri"/>
                <a:cs typeface="Calibri"/>
              </a:rPr>
              <a:t> </a:t>
            </a:r>
            <a:r>
              <a:rPr sz="1600" b="0" dirty="0">
                <a:latin typeface="Calibri"/>
                <a:cs typeface="Calibri"/>
              </a:rPr>
              <a:t>la</a:t>
            </a:r>
            <a:r>
              <a:rPr sz="1600" b="0" spc="-45" dirty="0">
                <a:latin typeface="Calibri"/>
                <a:cs typeface="Calibri"/>
              </a:rPr>
              <a:t> </a:t>
            </a:r>
            <a:r>
              <a:rPr sz="1600" b="0" dirty="0">
                <a:latin typeface="Calibri"/>
                <a:cs typeface="Calibri"/>
              </a:rPr>
              <a:t>mémoire</a:t>
            </a:r>
            <a:r>
              <a:rPr sz="1600" b="0" spc="25" dirty="0">
                <a:latin typeface="Calibri"/>
                <a:cs typeface="Calibri"/>
              </a:rPr>
              <a:t> </a:t>
            </a:r>
            <a:r>
              <a:rPr sz="1600" b="0" dirty="0">
                <a:latin typeface="Calibri"/>
                <a:cs typeface="Calibri"/>
              </a:rPr>
              <a:t>telles</a:t>
            </a:r>
            <a:r>
              <a:rPr sz="1600" b="0" spc="-10" dirty="0">
                <a:latin typeface="Calibri"/>
                <a:cs typeface="Calibri"/>
              </a:rPr>
              <a:t> </a:t>
            </a:r>
            <a:r>
              <a:rPr sz="1600" b="0" dirty="0">
                <a:latin typeface="Calibri"/>
                <a:cs typeface="Calibri"/>
              </a:rPr>
              <a:t>que</a:t>
            </a:r>
            <a:r>
              <a:rPr sz="1600" b="0" spc="-40" dirty="0">
                <a:latin typeface="Calibri"/>
                <a:cs typeface="Calibri"/>
              </a:rPr>
              <a:t> </a:t>
            </a:r>
            <a:r>
              <a:rPr sz="1600" b="0" spc="-50" dirty="0">
                <a:latin typeface="Calibri"/>
                <a:cs typeface="Calibri"/>
              </a:rPr>
              <a:t>:</a:t>
            </a:r>
          </a:p>
          <a:p>
            <a:pPr marL="184150" indent="-171450">
              <a:lnSpc>
                <a:spcPct val="100000"/>
              </a:lnSpc>
              <a:spcBef>
                <a:spcPts val="765"/>
              </a:spcBef>
              <a:buFont typeface="Arial"/>
              <a:buChar char="•"/>
              <a:tabLst>
                <a:tab pos="184150" algn="l"/>
              </a:tabLst>
            </a:pPr>
            <a:r>
              <a:rPr sz="1600" b="0" dirty="0">
                <a:latin typeface="Calibri"/>
                <a:cs typeface="Calibri"/>
              </a:rPr>
              <a:t>La</a:t>
            </a:r>
            <a:r>
              <a:rPr sz="1600" b="0" spc="-5" dirty="0">
                <a:latin typeface="Calibri"/>
                <a:cs typeface="Calibri"/>
              </a:rPr>
              <a:t> </a:t>
            </a:r>
            <a:r>
              <a:rPr sz="1600" b="0" spc="-10" dirty="0">
                <a:latin typeface="Calibri"/>
                <a:cs typeface="Calibri"/>
              </a:rPr>
              <a:t>Monoprogrammation</a:t>
            </a:r>
            <a:r>
              <a:rPr sz="1600" b="0" spc="70" dirty="0">
                <a:latin typeface="Calibri"/>
                <a:cs typeface="Calibri"/>
              </a:rPr>
              <a:t> </a:t>
            </a:r>
            <a:r>
              <a:rPr sz="1600" b="0" spc="-50" dirty="0">
                <a:latin typeface="Calibri"/>
                <a:cs typeface="Calibri"/>
              </a:rPr>
              <a:t>;</a:t>
            </a:r>
          </a:p>
          <a:p>
            <a:pPr marL="184150" indent="-171450">
              <a:lnSpc>
                <a:spcPct val="100000"/>
              </a:lnSpc>
              <a:spcBef>
                <a:spcPts val="745"/>
              </a:spcBef>
              <a:buFont typeface="Arial"/>
              <a:buChar char="•"/>
              <a:tabLst>
                <a:tab pos="184150" algn="l"/>
              </a:tabLst>
            </a:pPr>
            <a:r>
              <a:rPr sz="1600" b="0" dirty="0">
                <a:latin typeface="Calibri"/>
                <a:cs typeface="Calibri"/>
              </a:rPr>
              <a:t>La</a:t>
            </a:r>
            <a:r>
              <a:rPr sz="1600" b="0" spc="-45" dirty="0">
                <a:latin typeface="Calibri"/>
                <a:cs typeface="Calibri"/>
              </a:rPr>
              <a:t> </a:t>
            </a:r>
            <a:r>
              <a:rPr sz="1600" b="0" spc="-10" dirty="0">
                <a:latin typeface="Calibri"/>
                <a:cs typeface="Calibri"/>
              </a:rPr>
              <a:t>Multiprogrammation</a:t>
            </a:r>
            <a:r>
              <a:rPr sz="1600" b="0" spc="-5" dirty="0">
                <a:latin typeface="Calibri"/>
                <a:cs typeface="Calibri"/>
              </a:rPr>
              <a:t> </a:t>
            </a:r>
            <a:r>
              <a:rPr sz="1600" b="0" dirty="0">
                <a:latin typeface="Calibri"/>
                <a:cs typeface="Calibri"/>
              </a:rPr>
              <a:t>avec</a:t>
            </a:r>
            <a:r>
              <a:rPr sz="1600" b="0" spc="-40" dirty="0">
                <a:latin typeface="Calibri"/>
                <a:cs typeface="Calibri"/>
              </a:rPr>
              <a:t> </a:t>
            </a:r>
            <a:r>
              <a:rPr sz="1600" b="0" dirty="0">
                <a:latin typeface="Calibri"/>
                <a:cs typeface="Calibri"/>
              </a:rPr>
              <a:t>partitions</a:t>
            </a:r>
            <a:r>
              <a:rPr sz="1600" b="0" spc="-15" dirty="0">
                <a:latin typeface="Calibri"/>
                <a:cs typeface="Calibri"/>
              </a:rPr>
              <a:t> </a:t>
            </a:r>
            <a:r>
              <a:rPr sz="1600" b="0" dirty="0">
                <a:latin typeface="Calibri"/>
                <a:cs typeface="Calibri"/>
              </a:rPr>
              <a:t>fixes</a:t>
            </a:r>
            <a:r>
              <a:rPr sz="1600" b="0" spc="-10" dirty="0">
                <a:latin typeface="Calibri"/>
                <a:cs typeface="Calibri"/>
              </a:rPr>
              <a:t> </a:t>
            </a:r>
            <a:r>
              <a:rPr sz="1600" b="0" spc="-50" dirty="0">
                <a:latin typeface="Calibri"/>
                <a:cs typeface="Calibri"/>
              </a:rPr>
              <a:t>;</a:t>
            </a:r>
          </a:p>
          <a:p>
            <a:pPr marL="184150" indent="-171450">
              <a:lnSpc>
                <a:spcPct val="100000"/>
              </a:lnSpc>
              <a:spcBef>
                <a:spcPts val="770"/>
              </a:spcBef>
              <a:buFont typeface="Arial"/>
              <a:buChar char="•"/>
              <a:tabLst>
                <a:tab pos="184150" algn="l"/>
              </a:tabLst>
            </a:pPr>
            <a:r>
              <a:rPr sz="1600" b="0" spc="-10" dirty="0">
                <a:latin typeface="Calibri"/>
                <a:cs typeface="Calibri"/>
              </a:rPr>
              <a:t>Va</a:t>
            </a:r>
            <a:r>
              <a:rPr sz="1600" b="0" spc="-5" dirty="0">
                <a:latin typeface="Calibri"/>
                <a:cs typeface="Calibri"/>
              </a:rPr>
              <a:t> </a:t>
            </a:r>
            <a:r>
              <a:rPr sz="1600" b="0" dirty="0">
                <a:latin typeface="Calibri"/>
                <a:cs typeface="Calibri"/>
              </a:rPr>
              <a:t>et</a:t>
            </a:r>
            <a:r>
              <a:rPr sz="1600" b="0" spc="-20" dirty="0">
                <a:latin typeface="Calibri"/>
                <a:cs typeface="Calibri"/>
              </a:rPr>
              <a:t> </a:t>
            </a:r>
            <a:r>
              <a:rPr sz="1600" b="0" dirty="0">
                <a:latin typeface="Calibri"/>
                <a:cs typeface="Calibri"/>
              </a:rPr>
              <a:t>Vient</a:t>
            </a:r>
            <a:r>
              <a:rPr sz="1600" b="0" spc="-15" dirty="0">
                <a:latin typeface="Calibri"/>
                <a:cs typeface="Calibri"/>
              </a:rPr>
              <a:t> </a:t>
            </a:r>
            <a:r>
              <a:rPr sz="1600" b="0" dirty="0">
                <a:latin typeface="Calibri"/>
                <a:cs typeface="Calibri"/>
              </a:rPr>
              <a:t>,</a:t>
            </a:r>
            <a:r>
              <a:rPr sz="1600" b="0" spc="-15" dirty="0">
                <a:latin typeface="Calibri"/>
                <a:cs typeface="Calibri"/>
              </a:rPr>
              <a:t> </a:t>
            </a:r>
            <a:r>
              <a:rPr sz="1600" b="0" dirty="0">
                <a:latin typeface="Calibri"/>
                <a:cs typeface="Calibri"/>
              </a:rPr>
              <a:t>la </a:t>
            </a:r>
            <a:r>
              <a:rPr sz="1600" b="0" spc="-10" dirty="0">
                <a:latin typeface="Calibri"/>
                <a:cs typeface="Calibri"/>
              </a:rPr>
              <a:t>partitionnement</a:t>
            </a:r>
            <a:r>
              <a:rPr sz="1600" b="0" spc="10" dirty="0">
                <a:latin typeface="Calibri"/>
                <a:cs typeface="Calibri"/>
              </a:rPr>
              <a:t> </a:t>
            </a:r>
            <a:r>
              <a:rPr sz="1600" b="0" dirty="0">
                <a:latin typeface="Calibri"/>
                <a:cs typeface="Calibri"/>
              </a:rPr>
              <a:t>dynamique</a:t>
            </a:r>
            <a:r>
              <a:rPr sz="1600" b="0" spc="-25" dirty="0">
                <a:latin typeface="Calibri"/>
                <a:cs typeface="Calibri"/>
              </a:rPr>
              <a:t> </a:t>
            </a:r>
            <a:r>
              <a:rPr sz="1600" b="0" spc="-50" dirty="0">
                <a:latin typeface="Calibri"/>
                <a:cs typeface="Calibri"/>
              </a:rPr>
              <a:t>;</a:t>
            </a:r>
          </a:p>
          <a:p>
            <a:pPr marL="216535" indent="-203835">
              <a:lnSpc>
                <a:spcPct val="100000"/>
              </a:lnSpc>
              <a:spcBef>
                <a:spcPts val="770"/>
              </a:spcBef>
              <a:buFont typeface="Arial"/>
              <a:buChar char="•"/>
              <a:tabLst>
                <a:tab pos="216535" algn="l"/>
              </a:tabLst>
            </a:pPr>
            <a:r>
              <a:rPr sz="1600" b="0" dirty="0">
                <a:latin typeface="Calibri"/>
                <a:cs typeface="Calibri"/>
              </a:rPr>
              <a:t>La</a:t>
            </a:r>
            <a:r>
              <a:rPr sz="1600" b="0" spc="-15" dirty="0">
                <a:latin typeface="Calibri"/>
                <a:cs typeface="Calibri"/>
              </a:rPr>
              <a:t> </a:t>
            </a:r>
            <a:r>
              <a:rPr sz="1600" b="0" dirty="0">
                <a:latin typeface="Calibri"/>
                <a:cs typeface="Calibri"/>
              </a:rPr>
              <a:t>pagination</a:t>
            </a:r>
            <a:r>
              <a:rPr sz="1600" b="0" spc="-35" dirty="0">
                <a:latin typeface="Calibri"/>
                <a:cs typeface="Calibri"/>
              </a:rPr>
              <a:t> </a:t>
            </a:r>
            <a:r>
              <a:rPr sz="1600" b="0" spc="-50" dirty="0">
                <a:latin typeface="Calibri"/>
                <a:cs typeface="Calibri"/>
              </a:rPr>
              <a:t>;</a:t>
            </a:r>
          </a:p>
          <a:p>
            <a:pPr marL="184150" indent="-171450">
              <a:lnSpc>
                <a:spcPct val="100000"/>
              </a:lnSpc>
              <a:spcBef>
                <a:spcPts val="745"/>
              </a:spcBef>
              <a:buFont typeface="Arial"/>
              <a:buChar char="•"/>
              <a:tabLst>
                <a:tab pos="184150" algn="l"/>
              </a:tabLst>
            </a:pPr>
            <a:r>
              <a:rPr sz="1600" b="0" dirty="0">
                <a:latin typeface="Calibri"/>
                <a:cs typeface="Calibri"/>
              </a:rPr>
              <a:t>La</a:t>
            </a:r>
            <a:r>
              <a:rPr sz="1600" b="0" spc="20" dirty="0">
                <a:latin typeface="Calibri"/>
                <a:cs typeface="Calibri"/>
              </a:rPr>
              <a:t> </a:t>
            </a:r>
            <a:r>
              <a:rPr sz="1600" b="0" spc="-10" dirty="0">
                <a:latin typeface="Calibri"/>
                <a:cs typeface="Calibri"/>
              </a:rPr>
              <a:t>segmentation,</a:t>
            </a:r>
            <a:r>
              <a:rPr sz="1600" b="0" spc="10" dirty="0">
                <a:latin typeface="Calibri"/>
                <a:cs typeface="Calibri"/>
              </a:rPr>
              <a:t> </a:t>
            </a:r>
            <a:r>
              <a:rPr sz="1600" b="0" spc="-20" dirty="0">
                <a:latin typeface="Calibri"/>
                <a:cs typeface="Calibri"/>
              </a:rPr>
              <a:t>etc.</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8</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mémoire</a:t>
            </a:r>
          </a:p>
          <a:p>
            <a:pPr marL="12700">
              <a:lnSpc>
                <a:spcPct val="100000"/>
              </a:lnSpc>
              <a:spcBef>
                <a:spcPts val="90"/>
              </a:spcBef>
            </a:pPr>
            <a:r>
              <a:rPr lang="fr-FR" sz="1600" spc="-10" dirty="0" smtClean="0">
                <a:solidFill>
                  <a:srgbClr val="007842"/>
                </a:solidFill>
              </a:rPr>
              <a:t>Stratégies de gestion de la mémoire</a:t>
            </a:r>
            <a:endParaRPr sz="1600" dirty="0"/>
          </a:p>
        </p:txBody>
      </p:sp>
    </p:spTree>
    <p:extLst>
      <p:ext uri="{BB962C8B-B14F-4D97-AF65-F5344CB8AC3E}">
        <p14:creationId xmlns:p14="http://schemas.microsoft.com/office/powerpoint/2010/main" val="2254787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a:spLocks noGrp="1"/>
          </p:cNvSpPr>
          <p:nvPr>
            <p:ph type="body" idx="1"/>
          </p:nvPr>
        </p:nvSpPr>
        <p:spPr>
          <a:xfrm>
            <a:off x="798982" y="1605152"/>
            <a:ext cx="10590530" cy="2800381"/>
          </a:xfrm>
          <a:prstGeom prst="rect">
            <a:avLst/>
          </a:prstGeom>
        </p:spPr>
        <p:txBody>
          <a:bodyPr vert="horz" wrap="square" lIns="0" tIns="347598" rIns="0" bIns="0" rtlCol="0">
            <a:spAutoFit/>
          </a:bodyPr>
          <a:lstStyle/>
          <a:p>
            <a:pPr marL="12700">
              <a:lnSpc>
                <a:spcPct val="100000"/>
              </a:lnSpc>
              <a:spcBef>
                <a:spcPts val="105"/>
              </a:spcBef>
            </a:pPr>
            <a:r>
              <a:rPr lang="fr-FR" sz="1800" dirty="0">
                <a:solidFill>
                  <a:srgbClr val="FF7800"/>
                </a:solidFill>
              </a:rPr>
              <a:t>La</a:t>
            </a:r>
            <a:r>
              <a:rPr lang="fr-FR" sz="1800" spc="-15" dirty="0">
                <a:solidFill>
                  <a:srgbClr val="FF7800"/>
                </a:solidFill>
              </a:rPr>
              <a:t> </a:t>
            </a:r>
            <a:r>
              <a:rPr lang="fr-FR" sz="1800" spc="-10" dirty="0">
                <a:solidFill>
                  <a:srgbClr val="FF7800"/>
                </a:solidFill>
              </a:rPr>
              <a:t>Monoprogrammation</a:t>
            </a:r>
            <a:endParaRPr lang="fr-FR" sz="1800" dirty="0"/>
          </a:p>
          <a:p>
            <a:pPr marL="12700">
              <a:lnSpc>
                <a:spcPct val="200000"/>
              </a:lnSpc>
              <a:spcBef>
                <a:spcPts val="1345"/>
              </a:spcBef>
            </a:pPr>
            <a:r>
              <a:rPr lang="fr-FR" sz="1600" b="0" dirty="0"/>
              <a:t>La</a:t>
            </a:r>
            <a:r>
              <a:rPr lang="fr-FR" sz="1600" b="0" spc="-40" dirty="0"/>
              <a:t> </a:t>
            </a:r>
            <a:r>
              <a:rPr lang="fr-FR" sz="1600" b="0" spc="-10" dirty="0"/>
              <a:t>monoprogrammation</a:t>
            </a:r>
            <a:r>
              <a:rPr lang="fr-FR" sz="1600" b="0" spc="35" dirty="0"/>
              <a:t> </a:t>
            </a:r>
            <a:r>
              <a:rPr lang="fr-FR" sz="1600" b="0" dirty="0"/>
              <a:t>consiste</a:t>
            </a:r>
            <a:r>
              <a:rPr lang="fr-FR" sz="1600" b="0" spc="15" dirty="0"/>
              <a:t> </a:t>
            </a:r>
            <a:r>
              <a:rPr lang="fr-FR" sz="1600" b="0" dirty="0"/>
              <a:t>à</a:t>
            </a:r>
            <a:r>
              <a:rPr lang="fr-FR" sz="1600" b="0" spc="-35" dirty="0"/>
              <a:t> </a:t>
            </a:r>
            <a:r>
              <a:rPr lang="fr-FR" sz="1600" b="0" dirty="0"/>
              <a:t>charger</a:t>
            </a:r>
            <a:r>
              <a:rPr lang="fr-FR" sz="1600" b="0" spc="-25" dirty="0"/>
              <a:t> </a:t>
            </a:r>
            <a:r>
              <a:rPr lang="fr-FR" sz="1600" b="0" dirty="0"/>
              <a:t>et</a:t>
            </a:r>
            <a:r>
              <a:rPr lang="fr-FR" sz="1600" b="0" spc="-45" dirty="0"/>
              <a:t> </a:t>
            </a:r>
            <a:r>
              <a:rPr lang="fr-FR" sz="1600" b="0" spc="-10" dirty="0"/>
              <a:t>exécuter</a:t>
            </a:r>
            <a:r>
              <a:rPr lang="fr-FR" sz="1600" b="0" spc="-20" dirty="0"/>
              <a:t> </a:t>
            </a:r>
            <a:r>
              <a:rPr lang="fr-FR" sz="1600" b="0" dirty="0"/>
              <a:t>un</a:t>
            </a:r>
            <a:r>
              <a:rPr lang="fr-FR" sz="1600" b="0" spc="-15" dirty="0"/>
              <a:t> </a:t>
            </a:r>
            <a:r>
              <a:rPr lang="fr-FR" sz="1600" b="0" dirty="0"/>
              <a:t>seul</a:t>
            </a:r>
            <a:r>
              <a:rPr lang="fr-FR" sz="1600" b="0" spc="-25" dirty="0"/>
              <a:t> </a:t>
            </a:r>
            <a:r>
              <a:rPr lang="fr-FR" sz="1600" b="0" dirty="0"/>
              <a:t>processus</a:t>
            </a:r>
            <a:r>
              <a:rPr lang="fr-FR" sz="1600" b="0" spc="5" dirty="0"/>
              <a:t> </a:t>
            </a:r>
            <a:r>
              <a:rPr lang="fr-FR" sz="1600" b="0" dirty="0"/>
              <a:t>à</a:t>
            </a:r>
            <a:r>
              <a:rPr lang="fr-FR" sz="1600" b="0" spc="-35" dirty="0"/>
              <a:t> </a:t>
            </a:r>
            <a:r>
              <a:rPr lang="fr-FR" sz="1600" b="0" dirty="0"/>
              <a:t>la</a:t>
            </a:r>
            <a:r>
              <a:rPr lang="fr-FR" sz="1600" b="0" spc="-15" dirty="0"/>
              <a:t> </a:t>
            </a:r>
            <a:r>
              <a:rPr lang="fr-FR" sz="1600" b="0" dirty="0"/>
              <a:t>fois</a:t>
            </a:r>
            <a:r>
              <a:rPr lang="fr-FR" sz="1600" b="0" spc="-5" dirty="0"/>
              <a:t> </a:t>
            </a:r>
            <a:r>
              <a:rPr lang="fr-FR" sz="1600" b="0" dirty="0"/>
              <a:t>et</a:t>
            </a:r>
            <a:r>
              <a:rPr lang="fr-FR" sz="1600" b="0" spc="-30" dirty="0"/>
              <a:t> </a:t>
            </a:r>
            <a:r>
              <a:rPr lang="fr-FR" sz="1600" b="0" spc="-10" dirty="0"/>
              <a:t>entièrement</a:t>
            </a:r>
            <a:r>
              <a:rPr lang="fr-FR" sz="1600" b="0" spc="-25" dirty="0"/>
              <a:t> </a:t>
            </a:r>
            <a:r>
              <a:rPr lang="fr-FR" sz="1600" b="0" dirty="0"/>
              <a:t>en</a:t>
            </a:r>
            <a:r>
              <a:rPr lang="fr-FR" sz="1600" b="0" spc="-20" dirty="0"/>
              <a:t> </a:t>
            </a:r>
            <a:r>
              <a:rPr lang="fr-FR" sz="1600" b="0" spc="-25" dirty="0" smtClean="0"/>
              <a:t>Mémoire centrale.</a:t>
            </a:r>
            <a:endParaRPr lang="fr-FR" sz="1600" b="0" dirty="0"/>
          </a:p>
          <a:p>
            <a:pPr marL="184150" indent="-171450">
              <a:lnSpc>
                <a:spcPct val="200000"/>
              </a:lnSpc>
              <a:spcBef>
                <a:spcPts val="745"/>
              </a:spcBef>
              <a:buFont typeface="Arial"/>
              <a:buChar char="•"/>
              <a:tabLst>
                <a:tab pos="184150" algn="l"/>
              </a:tabLst>
            </a:pPr>
            <a:r>
              <a:rPr lang="fr-FR" sz="1600" b="0" spc="-10" dirty="0"/>
              <a:t>Organisation</a:t>
            </a:r>
            <a:r>
              <a:rPr lang="fr-FR" sz="1600" b="0" spc="10" dirty="0"/>
              <a:t> </a:t>
            </a:r>
            <a:r>
              <a:rPr lang="fr-FR" sz="1600" b="0" dirty="0"/>
              <a:t>de</a:t>
            </a:r>
            <a:r>
              <a:rPr lang="fr-FR" sz="1600" b="0" spc="10" dirty="0"/>
              <a:t> </a:t>
            </a:r>
            <a:r>
              <a:rPr lang="fr-FR" sz="1600" b="0" dirty="0"/>
              <a:t>la</a:t>
            </a:r>
            <a:r>
              <a:rPr lang="fr-FR" sz="1600" b="0" spc="10" dirty="0"/>
              <a:t> </a:t>
            </a:r>
            <a:r>
              <a:rPr lang="fr-FR" sz="1600" b="0" dirty="0" smtClean="0"/>
              <a:t>Mémoire centrale</a:t>
            </a:r>
            <a:r>
              <a:rPr lang="fr-FR" sz="1600" b="0" spc="-25" dirty="0" smtClean="0"/>
              <a:t> </a:t>
            </a:r>
            <a:r>
              <a:rPr lang="fr-FR" sz="1600" b="0" dirty="0"/>
              <a:t>: cas</a:t>
            </a:r>
            <a:r>
              <a:rPr lang="fr-FR" sz="1600" b="0" spc="20" dirty="0"/>
              <a:t> </a:t>
            </a:r>
            <a:r>
              <a:rPr lang="fr-FR" sz="1600" b="0" dirty="0"/>
              <a:t>de</a:t>
            </a:r>
            <a:r>
              <a:rPr lang="fr-FR" sz="1600" b="0" spc="-10" dirty="0"/>
              <a:t> MS-</a:t>
            </a:r>
            <a:r>
              <a:rPr lang="fr-FR" sz="1600" b="0" spc="-20" dirty="0"/>
              <a:t>DOS.</a:t>
            </a:r>
            <a:endParaRPr lang="fr-FR" sz="1600" b="0" dirty="0"/>
          </a:p>
          <a:p>
            <a:pPr marL="184150" indent="-171450">
              <a:lnSpc>
                <a:spcPct val="200000"/>
              </a:lnSpc>
              <a:spcBef>
                <a:spcPts val="770"/>
              </a:spcBef>
              <a:buFont typeface="Arial"/>
              <a:buChar char="•"/>
              <a:tabLst>
                <a:tab pos="184150" algn="l"/>
              </a:tabLst>
            </a:pPr>
            <a:r>
              <a:rPr lang="fr-FR" sz="1600" b="0" dirty="0"/>
              <a:t>Problème</a:t>
            </a:r>
            <a:r>
              <a:rPr lang="fr-FR" sz="1600" b="0" spc="10" dirty="0"/>
              <a:t> </a:t>
            </a:r>
            <a:r>
              <a:rPr lang="fr-FR" sz="1600" b="0" dirty="0"/>
              <a:t>:</a:t>
            </a:r>
            <a:r>
              <a:rPr lang="fr-FR" sz="1600" b="0" spc="-20" dirty="0"/>
              <a:t> </a:t>
            </a:r>
            <a:r>
              <a:rPr lang="fr-FR" sz="1600" b="0" dirty="0"/>
              <a:t>cas</a:t>
            </a:r>
            <a:r>
              <a:rPr lang="fr-FR" sz="1600" b="0" spc="-25" dirty="0"/>
              <a:t> </a:t>
            </a:r>
            <a:r>
              <a:rPr lang="fr-FR" sz="1600" b="0" dirty="0"/>
              <a:t>de</a:t>
            </a:r>
            <a:r>
              <a:rPr lang="fr-FR" sz="1600" b="0" spc="-10" dirty="0"/>
              <a:t> programme</a:t>
            </a:r>
            <a:r>
              <a:rPr lang="fr-FR" sz="1600" b="0" spc="-5" dirty="0"/>
              <a:t> </a:t>
            </a:r>
            <a:r>
              <a:rPr lang="fr-FR" sz="1600" b="0" spc="-10" dirty="0"/>
              <a:t>volumineux</a:t>
            </a:r>
            <a:r>
              <a:rPr lang="fr-FR" sz="1600" b="0" spc="-5" dirty="0"/>
              <a:t> </a:t>
            </a:r>
            <a:r>
              <a:rPr lang="fr-FR" sz="1600" b="0" dirty="0"/>
              <a:t>ne</a:t>
            </a:r>
            <a:r>
              <a:rPr lang="fr-FR" sz="1600" b="0" spc="-35" dirty="0"/>
              <a:t> </a:t>
            </a:r>
            <a:r>
              <a:rPr lang="fr-FR" sz="1600" b="0" dirty="0"/>
              <a:t>pouvant</a:t>
            </a:r>
            <a:r>
              <a:rPr lang="fr-FR" sz="1600" b="0" spc="-25" dirty="0"/>
              <a:t> </a:t>
            </a:r>
            <a:r>
              <a:rPr lang="fr-FR" sz="1600" b="0" dirty="0"/>
              <a:t>tenir en</a:t>
            </a:r>
            <a:r>
              <a:rPr lang="fr-FR" sz="1600" b="0" spc="-40" dirty="0"/>
              <a:t> </a:t>
            </a:r>
            <a:r>
              <a:rPr lang="fr-FR" sz="1600" b="0" spc="-25" dirty="0" smtClean="0"/>
              <a:t>Mémoire centrale.</a:t>
            </a:r>
            <a:endParaRPr lang="fr-FR" sz="1600" b="0" dirty="0"/>
          </a:p>
          <a:p>
            <a:pPr marL="12700">
              <a:lnSpc>
                <a:spcPct val="100000"/>
              </a:lnSpc>
              <a:spcBef>
                <a:spcPts val="745"/>
              </a:spcBef>
              <a:tabLst>
                <a:tab pos="184150" algn="l"/>
              </a:tabLst>
            </a:pPr>
            <a:endParaRPr sz="1600" b="0" spc="-2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9</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mémoire</a:t>
            </a:r>
          </a:p>
          <a:p>
            <a:pPr marL="12700">
              <a:lnSpc>
                <a:spcPct val="100000"/>
              </a:lnSpc>
              <a:spcBef>
                <a:spcPts val="90"/>
              </a:spcBef>
            </a:pPr>
            <a:r>
              <a:rPr lang="fr-FR" sz="1600" spc="-10" dirty="0" smtClean="0">
                <a:solidFill>
                  <a:srgbClr val="007842"/>
                </a:solidFill>
              </a:rPr>
              <a:t>Stratégies de gestion de la mémoire</a:t>
            </a:r>
            <a:endParaRPr sz="1600" dirty="0"/>
          </a:p>
        </p:txBody>
      </p:sp>
    </p:spTree>
    <p:extLst>
      <p:ext uri="{BB962C8B-B14F-4D97-AF65-F5344CB8AC3E}">
        <p14:creationId xmlns:p14="http://schemas.microsoft.com/office/powerpoint/2010/main" val="2347467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a:spLocks noGrp="1"/>
          </p:cNvSpPr>
          <p:nvPr>
            <p:ph type="body" idx="1"/>
          </p:nvPr>
        </p:nvSpPr>
        <p:spPr>
          <a:xfrm>
            <a:off x="798982" y="1605152"/>
            <a:ext cx="10590530" cy="3318472"/>
          </a:xfrm>
          <a:prstGeom prst="rect">
            <a:avLst/>
          </a:prstGeom>
        </p:spPr>
        <p:txBody>
          <a:bodyPr vert="horz" wrap="square" lIns="0" tIns="347598" rIns="0" bIns="0" rtlCol="0">
            <a:spAutoFit/>
          </a:bodyPr>
          <a:lstStyle/>
          <a:p>
            <a:pPr marL="12700">
              <a:lnSpc>
                <a:spcPct val="100000"/>
              </a:lnSpc>
            </a:pPr>
            <a:r>
              <a:rPr lang="fr-FR" sz="1800" dirty="0">
                <a:solidFill>
                  <a:srgbClr val="FF7800"/>
                </a:solidFill>
              </a:rPr>
              <a:t>La</a:t>
            </a:r>
            <a:r>
              <a:rPr lang="fr-FR" sz="1800" spc="-40" dirty="0">
                <a:solidFill>
                  <a:srgbClr val="FF7800"/>
                </a:solidFill>
              </a:rPr>
              <a:t> </a:t>
            </a:r>
            <a:r>
              <a:rPr lang="fr-FR" sz="1800" spc="-10" dirty="0">
                <a:solidFill>
                  <a:srgbClr val="FF7800"/>
                </a:solidFill>
              </a:rPr>
              <a:t>Multiprogrammation</a:t>
            </a:r>
            <a:r>
              <a:rPr lang="fr-FR" sz="1800" spc="-80" dirty="0">
                <a:solidFill>
                  <a:srgbClr val="FF7800"/>
                </a:solidFill>
              </a:rPr>
              <a:t> </a:t>
            </a:r>
            <a:r>
              <a:rPr lang="fr-FR" sz="1800" dirty="0">
                <a:solidFill>
                  <a:srgbClr val="FF7800"/>
                </a:solidFill>
              </a:rPr>
              <a:t>avec</a:t>
            </a:r>
            <a:r>
              <a:rPr lang="fr-FR" sz="1800" spc="-25" dirty="0">
                <a:solidFill>
                  <a:srgbClr val="FF7800"/>
                </a:solidFill>
              </a:rPr>
              <a:t> </a:t>
            </a:r>
            <a:r>
              <a:rPr lang="fr-FR" sz="1800" dirty="0">
                <a:solidFill>
                  <a:srgbClr val="FF7800"/>
                </a:solidFill>
              </a:rPr>
              <a:t>partitions</a:t>
            </a:r>
            <a:r>
              <a:rPr lang="fr-FR" sz="1800" spc="-45" dirty="0">
                <a:solidFill>
                  <a:srgbClr val="FF7800"/>
                </a:solidFill>
              </a:rPr>
              <a:t> </a:t>
            </a:r>
            <a:r>
              <a:rPr lang="fr-FR" sz="1800" spc="-10" dirty="0">
                <a:solidFill>
                  <a:srgbClr val="FF7800"/>
                </a:solidFill>
              </a:rPr>
              <a:t>fixes</a:t>
            </a:r>
            <a:endParaRPr lang="fr-FR" sz="1800" dirty="0"/>
          </a:p>
          <a:p>
            <a:pPr marL="12700" marR="8255">
              <a:lnSpc>
                <a:spcPct val="150000"/>
              </a:lnSpc>
              <a:spcBef>
                <a:spcPts val="795"/>
              </a:spcBef>
            </a:pPr>
            <a:r>
              <a:rPr lang="fr-FR" sz="1600" b="0" dirty="0"/>
              <a:t>La majorité</a:t>
            </a:r>
            <a:r>
              <a:rPr lang="fr-FR" sz="1600" b="0" spc="10" dirty="0"/>
              <a:t> </a:t>
            </a:r>
            <a:r>
              <a:rPr lang="fr-FR" sz="1600" b="0" dirty="0"/>
              <a:t>des</a:t>
            </a:r>
            <a:r>
              <a:rPr lang="fr-FR" sz="1600" b="0" spc="15" dirty="0"/>
              <a:t> </a:t>
            </a:r>
            <a:r>
              <a:rPr lang="fr-FR" sz="1600" b="0" dirty="0"/>
              <a:t>SE</a:t>
            </a:r>
            <a:r>
              <a:rPr lang="fr-FR" sz="1600" b="0" spc="10" dirty="0"/>
              <a:t> </a:t>
            </a:r>
            <a:r>
              <a:rPr lang="fr-FR" sz="1600" b="0" dirty="0"/>
              <a:t>récents</a:t>
            </a:r>
            <a:r>
              <a:rPr lang="fr-FR" sz="1600" b="0" spc="20" dirty="0"/>
              <a:t> </a:t>
            </a:r>
            <a:r>
              <a:rPr lang="fr-FR" sz="1600" b="0" dirty="0"/>
              <a:t>autorisent</a:t>
            </a:r>
            <a:r>
              <a:rPr lang="fr-FR" sz="1600" b="0" spc="15" dirty="0"/>
              <a:t> </a:t>
            </a:r>
            <a:r>
              <a:rPr lang="fr-FR" sz="1600" b="0" spc="-20" dirty="0"/>
              <a:t>l’exécution</a:t>
            </a:r>
            <a:r>
              <a:rPr lang="fr-FR" sz="1600" b="0" spc="20" dirty="0"/>
              <a:t> </a:t>
            </a:r>
            <a:r>
              <a:rPr lang="fr-FR" sz="1600" b="0" dirty="0"/>
              <a:t>de</a:t>
            </a:r>
            <a:r>
              <a:rPr lang="fr-FR" sz="1600" b="0" spc="5" dirty="0"/>
              <a:t> </a:t>
            </a:r>
            <a:r>
              <a:rPr lang="fr-FR" sz="1600" b="0" dirty="0"/>
              <a:t>plusieurs</a:t>
            </a:r>
            <a:r>
              <a:rPr lang="fr-FR" sz="1600" b="0" spc="10" dirty="0"/>
              <a:t> </a:t>
            </a:r>
            <a:r>
              <a:rPr lang="fr-FR" sz="1600" b="0" dirty="0"/>
              <a:t>processus</a:t>
            </a:r>
            <a:r>
              <a:rPr lang="fr-FR" sz="1600" b="0" spc="20" dirty="0"/>
              <a:t> </a:t>
            </a:r>
            <a:r>
              <a:rPr lang="fr-FR" sz="1600" b="0" dirty="0"/>
              <a:t>en parallèle.</a:t>
            </a:r>
            <a:r>
              <a:rPr lang="fr-FR" sz="1600" b="0" spc="10" dirty="0"/>
              <a:t> </a:t>
            </a:r>
            <a:r>
              <a:rPr lang="fr-FR" sz="1600" b="0" dirty="0"/>
              <a:t>Pour</a:t>
            </a:r>
            <a:r>
              <a:rPr lang="fr-FR" sz="1600" b="0" spc="-5" dirty="0"/>
              <a:t> </a:t>
            </a:r>
            <a:r>
              <a:rPr lang="fr-FR" sz="1600" b="0" dirty="0"/>
              <a:t>appliquer</a:t>
            </a:r>
            <a:r>
              <a:rPr lang="fr-FR" sz="1600" b="0" spc="-5" dirty="0"/>
              <a:t> </a:t>
            </a:r>
            <a:r>
              <a:rPr lang="fr-FR" sz="1600" b="0" dirty="0"/>
              <a:t>la</a:t>
            </a:r>
            <a:r>
              <a:rPr lang="fr-FR" sz="1600" b="0" spc="5" dirty="0"/>
              <a:t> </a:t>
            </a:r>
            <a:r>
              <a:rPr lang="fr-FR" sz="1600" b="0" spc="-10" dirty="0"/>
              <a:t>multiprogrammation,</a:t>
            </a:r>
            <a:r>
              <a:rPr lang="fr-FR" sz="1600" b="0" spc="5" dirty="0"/>
              <a:t> </a:t>
            </a:r>
            <a:r>
              <a:rPr lang="fr-FR" sz="1600" b="0" dirty="0"/>
              <a:t>la mémoire</a:t>
            </a:r>
            <a:r>
              <a:rPr lang="fr-FR" sz="1600" b="0" spc="10" dirty="0"/>
              <a:t> </a:t>
            </a:r>
            <a:r>
              <a:rPr lang="fr-FR" sz="1600" b="0" dirty="0"/>
              <a:t>est</a:t>
            </a:r>
            <a:r>
              <a:rPr lang="fr-FR" sz="1600" b="0" spc="10" dirty="0"/>
              <a:t> </a:t>
            </a:r>
            <a:r>
              <a:rPr lang="fr-FR" sz="1600" b="0" dirty="0"/>
              <a:t>subdivisée</a:t>
            </a:r>
            <a:r>
              <a:rPr lang="fr-FR" sz="1600" b="0" spc="15" dirty="0"/>
              <a:t> </a:t>
            </a:r>
            <a:r>
              <a:rPr lang="fr-FR" sz="1600" b="0" dirty="0"/>
              <a:t>en N</a:t>
            </a:r>
            <a:r>
              <a:rPr lang="fr-FR" sz="1600" b="0" spc="-5" dirty="0"/>
              <a:t> </a:t>
            </a:r>
            <a:r>
              <a:rPr lang="fr-FR" sz="1600" b="0" dirty="0"/>
              <a:t>partitions</a:t>
            </a:r>
            <a:r>
              <a:rPr lang="fr-FR" sz="1600" b="0" spc="15" dirty="0"/>
              <a:t> </a:t>
            </a:r>
            <a:r>
              <a:rPr lang="fr-FR" sz="1600" b="0" spc="-25" dirty="0"/>
              <a:t>de </a:t>
            </a:r>
            <a:r>
              <a:rPr lang="fr-FR" sz="1600" b="0" dirty="0"/>
              <a:t>taille</a:t>
            </a:r>
            <a:r>
              <a:rPr lang="fr-FR" sz="1600" b="0" spc="-5" dirty="0"/>
              <a:t> </a:t>
            </a:r>
            <a:r>
              <a:rPr lang="fr-FR" sz="1600" b="0" dirty="0"/>
              <a:t>fixe.</a:t>
            </a:r>
            <a:r>
              <a:rPr lang="fr-FR" sz="1600" b="0" spc="190" dirty="0"/>
              <a:t> </a:t>
            </a:r>
            <a:r>
              <a:rPr lang="fr-FR" sz="1600" b="0" dirty="0"/>
              <a:t>Chaque</a:t>
            </a:r>
            <a:r>
              <a:rPr lang="fr-FR" sz="1600" b="0" spc="-30" dirty="0"/>
              <a:t> </a:t>
            </a:r>
            <a:r>
              <a:rPr lang="fr-FR" sz="1600" b="0" dirty="0"/>
              <a:t>partition</a:t>
            </a:r>
            <a:r>
              <a:rPr lang="fr-FR" sz="1600" b="0" spc="-30" dirty="0"/>
              <a:t> </a:t>
            </a:r>
            <a:r>
              <a:rPr lang="fr-FR" sz="1600" b="0" dirty="0"/>
              <a:t>sera</a:t>
            </a:r>
            <a:r>
              <a:rPr lang="fr-FR" sz="1600" b="0" spc="-40" dirty="0"/>
              <a:t> </a:t>
            </a:r>
            <a:r>
              <a:rPr lang="fr-FR" sz="1600" b="0" dirty="0"/>
              <a:t>allouée à</a:t>
            </a:r>
            <a:r>
              <a:rPr lang="fr-FR" sz="1600" b="0" spc="-25" dirty="0"/>
              <a:t> </a:t>
            </a:r>
            <a:r>
              <a:rPr lang="fr-FR" sz="1600" b="0" dirty="0"/>
              <a:t>un</a:t>
            </a:r>
            <a:r>
              <a:rPr lang="fr-FR" sz="1600" b="0" spc="-50" dirty="0"/>
              <a:t> </a:t>
            </a:r>
            <a:r>
              <a:rPr lang="fr-FR" sz="1600" b="0" dirty="0"/>
              <a:t>seul</a:t>
            </a:r>
            <a:r>
              <a:rPr lang="fr-FR" sz="1600" b="0" spc="-35" dirty="0"/>
              <a:t> </a:t>
            </a:r>
            <a:r>
              <a:rPr lang="fr-FR" sz="1600" b="0" dirty="0"/>
              <a:t>processus.</a:t>
            </a:r>
            <a:r>
              <a:rPr lang="fr-FR" sz="1600" b="0" spc="-15" dirty="0"/>
              <a:t> </a:t>
            </a:r>
            <a:r>
              <a:rPr lang="fr-FR" sz="1600" b="0" dirty="0"/>
              <a:t>Le</a:t>
            </a:r>
            <a:r>
              <a:rPr lang="fr-FR" sz="1600" b="0" spc="-45" dirty="0"/>
              <a:t> </a:t>
            </a:r>
            <a:r>
              <a:rPr lang="fr-FR" sz="1600" b="0" dirty="0"/>
              <a:t>nombre de</a:t>
            </a:r>
            <a:r>
              <a:rPr lang="fr-FR" sz="1600" b="0" spc="-50" dirty="0"/>
              <a:t> </a:t>
            </a:r>
            <a:r>
              <a:rPr lang="fr-FR" sz="1600" b="0" dirty="0"/>
              <a:t>partitions</a:t>
            </a:r>
            <a:r>
              <a:rPr lang="fr-FR" sz="1600" b="0" spc="10" dirty="0"/>
              <a:t> </a:t>
            </a:r>
            <a:r>
              <a:rPr lang="fr-FR" sz="1600" b="0" dirty="0"/>
              <a:t>est</a:t>
            </a:r>
            <a:r>
              <a:rPr lang="fr-FR" sz="1600" b="0" spc="-40" dirty="0"/>
              <a:t> </a:t>
            </a:r>
            <a:r>
              <a:rPr lang="fr-FR" sz="1600" b="0" dirty="0"/>
              <a:t>nommé</a:t>
            </a:r>
            <a:r>
              <a:rPr lang="fr-FR" sz="1600" b="0" spc="-20" dirty="0"/>
              <a:t> </a:t>
            </a:r>
            <a:r>
              <a:rPr lang="fr-FR" sz="1600" b="0" dirty="0"/>
              <a:t>le</a:t>
            </a:r>
            <a:r>
              <a:rPr lang="fr-FR" sz="1600" spc="-25" dirty="0"/>
              <a:t> </a:t>
            </a:r>
            <a:r>
              <a:rPr lang="fr-FR" sz="1600" dirty="0"/>
              <a:t>degré</a:t>
            </a:r>
            <a:r>
              <a:rPr lang="fr-FR" sz="1600" spc="-20" dirty="0"/>
              <a:t> </a:t>
            </a:r>
            <a:r>
              <a:rPr lang="fr-FR" sz="1600" dirty="0"/>
              <a:t>de</a:t>
            </a:r>
            <a:r>
              <a:rPr lang="fr-FR" sz="1600" spc="-45" dirty="0"/>
              <a:t> </a:t>
            </a:r>
            <a:r>
              <a:rPr lang="fr-FR" sz="1600" spc="-10" dirty="0"/>
              <a:t>multiprogrammation</a:t>
            </a:r>
            <a:r>
              <a:rPr lang="fr-FR" sz="1600" b="0" spc="-10" dirty="0"/>
              <a:t>.</a:t>
            </a:r>
            <a:endParaRPr lang="fr-FR" sz="1600" b="0" dirty="0"/>
          </a:p>
          <a:p>
            <a:pPr marL="12700">
              <a:lnSpc>
                <a:spcPct val="150000"/>
              </a:lnSpc>
              <a:spcBef>
                <a:spcPts val="1325"/>
              </a:spcBef>
            </a:pPr>
            <a:r>
              <a:rPr lang="fr-FR" sz="1600" b="0" dirty="0" smtClean="0"/>
              <a:t>On</a:t>
            </a:r>
            <a:r>
              <a:rPr lang="fr-FR" sz="1600" b="0" spc="-20" dirty="0" smtClean="0"/>
              <a:t> </a:t>
            </a:r>
            <a:r>
              <a:rPr lang="fr-FR" sz="1600" b="0" dirty="0"/>
              <a:t>distingue</a:t>
            </a:r>
            <a:r>
              <a:rPr lang="fr-FR" sz="1600" b="0" spc="-10" dirty="0"/>
              <a:t> </a:t>
            </a:r>
            <a:r>
              <a:rPr lang="fr-FR" sz="1600" b="0" dirty="0"/>
              <a:t>deux</a:t>
            </a:r>
            <a:r>
              <a:rPr lang="fr-FR" sz="1600" b="0" spc="-30" dirty="0"/>
              <a:t> </a:t>
            </a:r>
            <a:r>
              <a:rPr lang="fr-FR" sz="1600" b="0" dirty="0"/>
              <a:t>types</a:t>
            </a:r>
            <a:r>
              <a:rPr lang="fr-FR" sz="1600" b="0" spc="-45" dirty="0"/>
              <a:t> </a:t>
            </a:r>
            <a:r>
              <a:rPr lang="fr-FR" sz="1600" b="0" dirty="0"/>
              <a:t>de</a:t>
            </a:r>
            <a:r>
              <a:rPr lang="fr-FR" sz="1600" b="0" spc="-15" dirty="0"/>
              <a:t> </a:t>
            </a:r>
            <a:r>
              <a:rPr lang="fr-FR" sz="1600" b="0" spc="-10" dirty="0"/>
              <a:t>partitions:</a:t>
            </a:r>
            <a:endParaRPr lang="fr-FR" sz="1600" b="0" dirty="0"/>
          </a:p>
          <a:p>
            <a:pPr marL="184785" indent="-172085">
              <a:lnSpc>
                <a:spcPct val="150000"/>
              </a:lnSpc>
              <a:spcBef>
                <a:spcPts val="910"/>
              </a:spcBef>
              <a:buChar char="-"/>
              <a:tabLst>
                <a:tab pos="184785" algn="l"/>
              </a:tabLst>
            </a:pPr>
            <a:r>
              <a:rPr lang="fr-FR" sz="1600" b="0" spc="-10" dirty="0"/>
              <a:t>Partition</a:t>
            </a:r>
            <a:r>
              <a:rPr lang="fr-FR" sz="1600" b="0" spc="-20" dirty="0"/>
              <a:t> </a:t>
            </a:r>
            <a:r>
              <a:rPr lang="fr-FR" sz="1600" b="0" dirty="0"/>
              <a:t>fixes</a:t>
            </a:r>
            <a:r>
              <a:rPr lang="fr-FR" sz="1600" b="0" spc="-10" dirty="0"/>
              <a:t> </a:t>
            </a:r>
            <a:r>
              <a:rPr lang="fr-FR" sz="1600" b="0" dirty="0"/>
              <a:t>avec</a:t>
            </a:r>
            <a:r>
              <a:rPr lang="fr-FR" sz="1600" b="0" spc="-35" dirty="0"/>
              <a:t> </a:t>
            </a:r>
            <a:r>
              <a:rPr lang="fr-FR" sz="1600" b="0" dirty="0"/>
              <a:t>des</a:t>
            </a:r>
            <a:r>
              <a:rPr lang="fr-FR" sz="1600" b="0" spc="-30" dirty="0"/>
              <a:t> </a:t>
            </a:r>
            <a:r>
              <a:rPr lang="fr-FR" sz="1600" b="0" dirty="0"/>
              <a:t>files</a:t>
            </a:r>
            <a:r>
              <a:rPr lang="fr-FR" sz="1600" b="0" spc="-5" dirty="0"/>
              <a:t> </a:t>
            </a:r>
            <a:r>
              <a:rPr lang="fr-FR" sz="1600" b="0" spc="-20" dirty="0"/>
              <a:t>d’attente</a:t>
            </a:r>
            <a:r>
              <a:rPr lang="fr-FR" sz="1600" b="0" spc="-10" dirty="0"/>
              <a:t> </a:t>
            </a:r>
            <a:r>
              <a:rPr lang="fr-FR" sz="1600" b="0" spc="-10" dirty="0" smtClean="0"/>
              <a:t>différentes.</a:t>
            </a:r>
            <a:endParaRPr lang="fr-FR" sz="1600" b="0" dirty="0"/>
          </a:p>
          <a:p>
            <a:pPr marL="184785" indent="-172085">
              <a:lnSpc>
                <a:spcPct val="150000"/>
              </a:lnSpc>
              <a:spcBef>
                <a:spcPts val="745"/>
              </a:spcBef>
              <a:buChar char="-"/>
              <a:tabLst>
                <a:tab pos="184785" algn="l"/>
              </a:tabLst>
            </a:pPr>
            <a:r>
              <a:rPr lang="fr-FR" sz="1600" b="0" dirty="0"/>
              <a:t>Partition</a:t>
            </a:r>
            <a:r>
              <a:rPr lang="fr-FR" sz="1600" b="0" spc="-25" dirty="0"/>
              <a:t> </a:t>
            </a:r>
            <a:r>
              <a:rPr lang="fr-FR" sz="1600" b="0" dirty="0"/>
              <a:t>fixes</a:t>
            </a:r>
            <a:r>
              <a:rPr lang="fr-FR" sz="1600" b="0" spc="-15" dirty="0"/>
              <a:t> </a:t>
            </a:r>
            <a:r>
              <a:rPr lang="fr-FR" sz="1600" b="0" dirty="0"/>
              <a:t>avec</a:t>
            </a:r>
            <a:r>
              <a:rPr lang="fr-FR" sz="1600" b="0" spc="-45" dirty="0"/>
              <a:t> </a:t>
            </a:r>
            <a:r>
              <a:rPr lang="fr-FR" sz="1600" b="0" dirty="0"/>
              <a:t>une</a:t>
            </a:r>
            <a:r>
              <a:rPr lang="fr-FR" sz="1600" b="0" spc="-45" dirty="0"/>
              <a:t> </a:t>
            </a:r>
            <a:r>
              <a:rPr lang="fr-FR" sz="1600" b="0" dirty="0"/>
              <a:t>seule</a:t>
            </a:r>
            <a:r>
              <a:rPr lang="fr-FR" sz="1600" b="0" spc="-20" dirty="0"/>
              <a:t> </a:t>
            </a:r>
            <a:r>
              <a:rPr lang="fr-FR" sz="1600" b="0" dirty="0"/>
              <a:t>file</a:t>
            </a:r>
            <a:r>
              <a:rPr lang="fr-FR" sz="1600" b="0" spc="-25" dirty="0"/>
              <a:t> </a:t>
            </a:r>
            <a:r>
              <a:rPr lang="fr-FR" sz="1600" b="0" spc="-20" dirty="0" smtClean="0"/>
              <a:t>d’attente</a:t>
            </a:r>
            <a:r>
              <a:rPr lang="fr-FR" sz="1600" b="0" spc="-10" dirty="0" smtClean="0"/>
              <a:t>.</a:t>
            </a:r>
            <a:endParaRPr lang="fr-FR" sz="1600" b="0" dirty="0"/>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10</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mémoire</a:t>
            </a:r>
          </a:p>
          <a:p>
            <a:pPr marL="12700">
              <a:lnSpc>
                <a:spcPct val="100000"/>
              </a:lnSpc>
              <a:spcBef>
                <a:spcPts val="90"/>
              </a:spcBef>
            </a:pPr>
            <a:r>
              <a:rPr lang="fr-FR" sz="1600" spc="-10" dirty="0" smtClean="0">
                <a:solidFill>
                  <a:srgbClr val="007842"/>
                </a:solidFill>
              </a:rPr>
              <a:t>Stratégies de gestion de la mémoire</a:t>
            </a:r>
            <a:endParaRPr sz="1600" dirty="0"/>
          </a:p>
        </p:txBody>
      </p:sp>
    </p:spTree>
    <p:extLst>
      <p:ext uri="{BB962C8B-B14F-4D97-AF65-F5344CB8AC3E}">
        <p14:creationId xmlns:p14="http://schemas.microsoft.com/office/powerpoint/2010/main" val="4198560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grpSp>
        <p:nvGrpSpPr>
          <p:cNvPr id="8" name="object 8"/>
          <p:cNvGrpSpPr/>
          <p:nvPr/>
        </p:nvGrpSpPr>
        <p:grpSpPr>
          <a:xfrm>
            <a:off x="3326638" y="2133600"/>
            <a:ext cx="5404485" cy="3505835"/>
            <a:chOff x="3326638" y="1878838"/>
            <a:chExt cx="5404485" cy="3505835"/>
          </a:xfrm>
        </p:grpSpPr>
        <p:pic>
          <p:nvPicPr>
            <p:cNvPr id="11" name="object 11"/>
            <p:cNvPicPr/>
            <p:nvPr/>
          </p:nvPicPr>
          <p:blipFill>
            <a:blip r:embed="rId4" cstate="print"/>
            <a:stretch>
              <a:fillRect/>
            </a:stretch>
          </p:blipFill>
          <p:spPr>
            <a:xfrm>
              <a:off x="3331464" y="1883664"/>
              <a:ext cx="5394959" cy="3496055"/>
            </a:xfrm>
            <a:prstGeom prst="rect">
              <a:avLst/>
            </a:prstGeom>
          </p:spPr>
        </p:pic>
        <p:sp>
          <p:nvSpPr>
            <p:cNvPr id="12" name="object 12"/>
            <p:cNvSpPr/>
            <p:nvPr/>
          </p:nvSpPr>
          <p:spPr>
            <a:xfrm>
              <a:off x="3326638" y="1878838"/>
              <a:ext cx="5404485" cy="3505835"/>
            </a:xfrm>
            <a:custGeom>
              <a:avLst/>
              <a:gdLst/>
              <a:ahLst/>
              <a:cxnLst/>
              <a:rect l="l" t="t" r="r" b="b"/>
              <a:pathLst>
                <a:path w="5404484" h="3505835">
                  <a:moveTo>
                    <a:pt x="0" y="3505580"/>
                  </a:moveTo>
                  <a:lnTo>
                    <a:pt x="5404485" y="3505580"/>
                  </a:lnTo>
                  <a:lnTo>
                    <a:pt x="5404485" y="0"/>
                  </a:lnTo>
                  <a:lnTo>
                    <a:pt x="0" y="0"/>
                  </a:lnTo>
                  <a:lnTo>
                    <a:pt x="0" y="3505580"/>
                  </a:lnTo>
                  <a:close/>
                </a:path>
              </a:pathLst>
            </a:custGeom>
            <a:ln w="9525">
              <a:solidFill>
                <a:srgbClr val="000000"/>
              </a:solidFill>
            </a:ln>
          </p:spPr>
          <p:txBody>
            <a:bodyPr wrap="square" lIns="0" tIns="0" rIns="0" bIns="0" rtlCol="0"/>
            <a:lstStyle/>
            <a:p>
              <a:endParaRPr/>
            </a:p>
          </p:txBody>
        </p:sp>
      </p:gr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11</a:t>
            </a:fld>
            <a:endParaRPr spc="-25" dirty="0"/>
          </a:p>
        </p:txBody>
      </p:sp>
      <p:sp>
        <p:nvSpPr>
          <p:cNvPr id="14" name="object 14"/>
          <p:cNvSpPr txBox="1"/>
          <p:nvPr/>
        </p:nvSpPr>
        <p:spPr>
          <a:xfrm>
            <a:off x="2796667" y="5822310"/>
            <a:ext cx="6616065"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25" dirty="0">
                <a:solidFill>
                  <a:srgbClr val="A6A6A6"/>
                </a:solidFill>
                <a:latin typeface="Calibri"/>
                <a:cs typeface="Calibri"/>
              </a:rPr>
              <a:t> </a:t>
            </a:r>
            <a:r>
              <a:rPr sz="1200" i="1" dirty="0" smtClean="0">
                <a:solidFill>
                  <a:srgbClr val="A6A6A6"/>
                </a:solidFill>
                <a:latin typeface="Calibri"/>
                <a:cs typeface="Calibri"/>
              </a:rPr>
              <a:t>:</a:t>
            </a:r>
            <a:r>
              <a:rPr sz="1200" i="1" spc="20" dirty="0" smtClean="0">
                <a:solidFill>
                  <a:srgbClr val="A6A6A6"/>
                </a:solidFill>
                <a:latin typeface="Calibri"/>
                <a:cs typeface="Calibri"/>
              </a:rPr>
              <a:t> </a:t>
            </a:r>
            <a:r>
              <a:rPr sz="1200" i="1" dirty="0">
                <a:solidFill>
                  <a:srgbClr val="A6A6A6"/>
                </a:solidFill>
                <a:latin typeface="Calibri"/>
                <a:cs typeface="Calibri"/>
              </a:rPr>
              <a:t>(a)</a:t>
            </a:r>
            <a:r>
              <a:rPr sz="1200" i="1" spc="-20" dirty="0">
                <a:solidFill>
                  <a:srgbClr val="A6A6A6"/>
                </a:solidFill>
                <a:latin typeface="Calibri"/>
                <a:cs typeface="Calibri"/>
              </a:rPr>
              <a:t> </a:t>
            </a:r>
            <a:r>
              <a:rPr sz="1200" i="1" spc="-10" dirty="0">
                <a:solidFill>
                  <a:srgbClr val="A6A6A6"/>
                </a:solidFill>
                <a:latin typeface="Calibri"/>
                <a:cs typeface="Calibri"/>
              </a:rPr>
              <a:t>Partition</a:t>
            </a:r>
            <a:r>
              <a:rPr sz="1200" i="1" spc="-40" dirty="0">
                <a:solidFill>
                  <a:srgbClr val="A6A6A6"/>
                </a:solidFill>
                <a:latin typeface="Calibri"/>
                <a:cs typeface="Calibri"/>
              </a:rPr>
              <a:t> </a:t>
            </a:r>
            <a:r>
              <a:rPr sz="1200" i="1" dirty="0">
                <a:solidFill>
                  <a:srgbClr val="A6A6A6"/>
                </a:solidFill>
                <a:latin typeface="Calibri"/>
                <a:cs typeface="Calibri"/>
              </a:rPr>
              <a:t>fixes</a:t>
            </a:r>
            <a:r>
              <a:rPr sz="1200" i="1" spc="-5" dirty="0">
                <a:solidFill>
                  <a:srgbClr val="A6A6A6"/>
                </a:solidFill>
                <a:latin typeface="Calibri"/>
                <a:cs typeface="Calibri"/>
              </a:rPr>
              <a:t> </a:t>
            </a:r>
            <a:r>
              <a:rPr sz="1200" i="1" dirty="0">
                <a:solidFill>
                  <a:srgbClr val="A6A6A6"/>
                </a:solidFill>
                <a:latin typeface="Calibri"/>
                <a:cs typeface="Calibri"/>
              </a:rPr>
              <a:t>avec</a:t>
            </a:r>
            <a:r>
              <a:rPr sz="1200" i="1" spc="10" dirty="0">
                <a:solidFill>
                  <a:srgbClr val="A6A6A6"/>
                </a:solidFill>
                <a:latin typeface="Calibri"/>
                <a:cs typeface="Calibri"/>
              </a:rPr>
              <a:t> </a:t>
            </a:r>
            <a:r>
              <a:rPr sz="1200" i="1" dirty="0">
                <a:solidFill>
                  <a:srgbClr val="A6A6A6"/>
                </a:solidFill>
                <a:latin typeface="Calibri"/>
                <a:cs typeface="Calibri"/>
              </a:rPr>
              <a:t>des</a:t>
            </a:r>
            <a:r>
              <a:rPr sz="1200" i="1" spc="-30" dirty="0">
                <a:solidFill>
                  <a:srgbClr val="A6A6A6"/>
                </a:solidFill>
                <a:latin typeface="Calibri"/>
                <a:cs typeface="Calibri"/>
              </a:rPr>
              <a:t> </a:t>
            </a:r>
            <a:r>
              <a:rPr sz="1200" i="1" dirty="0">
                <a:solidFill>
                  <a:srgbClr val="A6A6A6"/>
                </a:solidFill>
                <a:latin typeface="Calibri"/>
                <a:cs typeface="Calibri"/>
              </a:rPr>
              <a:t>files</a:t>
            </a:r>
            <a:r>
              <a:rPr sz="1200" i="1" spc="20" dirty="0">
                <a:solidFill>
                  <a:srgbClr val="A6A6A6"/>
                </a:solidFill>
                <a:latin typeface="Calibri"/>
                <a:cs typeface="Calibri"/>
              </a:rPr>
              <a:t> </a:t>
            </a:r>
            <a:r>
              <a:rPr sz="1200" i="1" spc="-20" dirty="0">
                <a:solidFill>
                  <a:srgbClr val="A6A6A6"/>
                </a:solidFill>
                <a:latin typeface="Calibri"/>
                <a:cs typeface="Calibri"/>
              </a:rPr>
              <a:t>d’attente</a:t>
            </a:r>
            <a:r>
              <a:rPr sz="1200" i="1" spc="-55" dirty="0">
                <a:solidFill>
                  <a:srgbClr val="A6A6A6"/>
                </a:solidFill>
                <a:latin typeface="Calibri"/>
                <a:cs typeface="Calibri"/>
              </a:rPr>
              <a:t> </a:t>
            </a:r>
            <a:r>
              <a:rPr sz="1200" i="1" spc="-10" dirty="0">
                <a:solidFill>
                  <a:srgbClr val="A6A6A6"/>
                </a:solidFill>
                <a:latin typeface="Calibri"/>
                <a:cs typeface="Calibri"/>
              </a:rPr>
              <a:t>différentes</a:t>
            </a:r>
            <a:r>
              <a:rPr sz="1200" i="1" spc="-30" dirty="0">
                <a:solidFill>
                  <a:srgbClr val="A6A6A6"/>
                </a:solidFill>
                <a:latin typeface="Calibri"/>
                <a:cs typeface="Calibri"/>
              </a:rPr>
              <a:t> </a:t>
            </a:r>
            <a:r>
              <a:rPr sz="1200" i="1" dirty="0">
                <a:solidFill>
                  <a:srgbClr val="A6A6A6"/>
                </a:solidFill>
                <a:latin typeface="Calibri"/>
                <a:cs typeface="Calibri"/>
              </a:rPr>
              <a:t>(b)</a:t>
            </a:r>
            <a:r>
              <a:rPr sz="1200" i="1" spc="-20" dirty="0">
                <a:solidFill>
                  <a:srgbClr val="A6A6A6"/>
                </a:solidFill>
                <a:latin typeface="Calibri"/>
                <a:cs typeface="Calibri"/>
              </a:rPr>
              <a:t> </a:t>
            </a:r>
            <a:r>
              <a:rPr sz="1200" i="1" dirty="0">
                <a:solidFill>
                  <a:srgbClr val="A6A6A6"/>
                </a:solidFill>
                <a:latin typeface="Calibri"/>
                <a:cs typeface="Calibri"/>
              </a:rPr>
              <a:t>Partition</a:t>
            </a:r>
            <a:r>
              <a:rPr sz="1200" i="1" spc="-10" dirty="0">
                <a:solidFill>
                  <a:srgbClr val="A6A6A6"/>
                </a:solidFill>
                <a:latin typeface="Calibri"/>
                <a:cs typeface="Calibri"/>
              </a:rPr>
              <a:t> </a:t>
            </a:r>
            <a:r>
              <a:rPr sz="1200" i="1" dirty="0">
                <a:solidFill>
                  <a:srgbClr val="A6A6A6"/>
                </a:solidFill>
                <a:latin typeface="Calibri"/>
                <a:cs typeface="Calibri"/>
              </a:rPr>
              <a:t>fixes</a:t>
            </a:r>
            <a:r>
              <a:rPr sz="1200" i="1" spc="-5" dirty="0">
                <a:solidFill>
                  <a:srgbClr val="A6A6A6"/>
                </a:solidFill>
                <a:latin typeface="Calibri"/>
                <a:cs typeface="Calibri"/>
              </a:rPr>
              <a:t> </a:t>
            </a:r>
            <a:r>
              <a:rPr sz="1200" i="1" dirty="0">
                <a:solidFill>
                  <a:srgbClr val="A6A6A6"/>
                </a:solidFill>
                <a:latin typeface="Calibri"/>
                <a:cs typeface="Calibri"/>
              </a:rPr>
              <a:t>avec</a:t>
            </a:r>
            <a:r>
              <a:rPr sz="1200" i="1" spc="-15" dirty="0">
                <a:solidFill>
                  <a:srgbClr val="A6A6A6"/>
                </a:solidFill>
                <a:latin typeface="Calibri"/>
                <a:cs typeface="Calibri"/>
              </a:rPr>
              <a:t> </a:t>
            </a:r>
            <a:r>
              <a:rPr sz="1200" i="1" dirty="0">
                <a:solidFill>
                  <a:srgbClr val="A6A6A6"/>
                </a:solidFill>
                <a:latin typeface="Calibri"/>
                <a:cs typeface="Calibri"/>
              </a:rPr>
              <a:t>une</a:t>
            </a:r>
            <a:r>
              <a:rPr sz="1200" i="1" spc="-10" dirty="0">
                <a:solidFill>
                  <a:srgbClr val="A6A6A6"/>
                </a:solidFill>
                <a:latin typeface="Calibri"/>
                <a:cs typeface="Calibri"/>
              </a:rPr>
              <a:t> </a:t>
            </a:r>
            <a:r>
              <a:rPr sz="1200" i="1" dirty="0">
                <a:solidFill>
                  <a:srgbClr val="A6A6A6"/>
                </a:solidFill>
                <a:latin typeface="Calibri"/>
                <a:cs typeface="Calibri"/>
              </a:rPr>
              <a:t>seule</a:t>
            </a:r>
            <a:r>
              <a:rPr sz="1200" i="1" spc="-15" dirty="0">
                <a:solidFill>
                  <a:srgbClr val="A6A6A6"/>
                </a:solidFill>
                <a:latin typeface="Calibri"/>
                <a:cs typeface="Calibri"/>
              </a:rPr>
              <a:t> </a:t>
            </a:r>
            <a:r>
              <a:rPr sz="1200" i="1" dirty="0">
                <a:solidFill>
                  <a:srgbClr val="A6A6A6"/>
                </a:solidFill>
                <a:latin typeface="Calibri"/>
                <a:cs typeface="Calibri"/>
              </a:rPr>
              <a:t>file</a:t>
            </a:r>
            <a:r>
              <a:rPr sz="1200" i="1" spc="30" dirty="0">
                <a:solidFill>
                  <a:srgbClr val="A6A6A6"/>
                </a:solidFill>
                <a:latin typeface="Calibri"/>
                <a:cs typeface="Calibri"/>
              </a:rPr>
              <a:t> </a:t>
            </a:r>
            <a:r>
              <a:rPr sz="1200" i="1" spc="-10" dirty="0">
                <a:solidFill>
                  <a:srgbClr val="A6A6A6"/>
                </a:solidFill>
                <a:latin typeface="Calibri"/>
                <a:cs typeface="Calibri"/>
              </a:rPr>
              <a:t>d’attente</a:t>
            </a:r>
            <a:endParaRPr sz="1200" dirty="0">
              <a:latin typeface="Calibri"/>
              <a:cs typeface="Calibri"/>
            </a:endParaRPr>
          </a:p>
        </p:txBody>
      </p:sp>
      <p:sp>
        <p:nvSpPr>
          <p:cNvPr id="17"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9"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mémoire</a:t>
            </a:r>
          </a:p>
          <a:p>
            <a:pPr marL="12700">
              <a:lnSpc>
                <a:spcPct val="100000"/>
              </a:lnSpc>
              <a:spcBef>
                <a:spcPts val="90"/>
              </a:spcBef>
            </a:pPr>
            <a:r>
              <a:rPr lang="fr-FR" sz="1600" spc="-10" dirty="0">
                <a:solidFill>
                  <a:srgbClr val="007842"/>
                </a:solidFill>
              </a:rPr>
              <a:t>Stratégies de gestion de la mémoire</a:t>
            </a:r>
            <a:endParaRPr sz="1600" dirty="0"/>
          </a:p>
        </p:txBody>
      </p:sp>
      <p:sp>
        <p:nvSpPr>
          <p:cNvPr id="9" name="Rectangle 8"/>
          <p:cNvSpPr/>
          <p:nvPr/>
        </p:nvSpPr>
        <p:spPr>
          <a:xfrm>
            <a:off x="566476" y="1507093"/>
            <a:ext cx="4396396" cy="369332"/>
          </a:xfrm>
          <a:prstGeom prst="rect">
            <a:avLst/>
          </a:prstGeom>
        </p:spPr>
        <p:txBody>
          <a:bodyPr wrap="none">
            <a:spAutoFit/>
          </a:bodyPr>
          <a:lstStyle/>
          <a:p>
            <a:pPr marL="12700">
              <a:lnSpc>
                <a:spcPct val="100000"/>
              </a:lnSpc>
            </a:pPr>
            <a:r>
              <a:rPr lang="fr-FR" sz="1800" b="1" dirty="0" smtClean="0">
                <a:solidFill>
                  <a:srgbClr val="FF7800"/>
                </a:solidFill>
                <a:latin typeface="+mj-lt"/>
              </a:rPr>
              <a:t>La</a:t>
            </a:r>
            <a:r>
              <a:rPr lang="fr-FR" sz="1800" b="1" spc="-40" dirty="0" smtClean="0">
                <a:solidFill>
                  <a:srgbClr val="FF7800"/>
                </a:solidFill>
                <a:latin typeface="+mj-lt"/>
              </a:rPr>
              <a:t> </a:t>
            </a:r>
            <a:r>
              <a:rPr lang="fr-FR" sz="1800" b="1" spc="-10" dirty="0" smtClean="0">
                <a:solidFill>
                  <a:srgbClr val="FF7800"/>
                </a:solidFill>
                <a:latin typeface="+mj-lt"/>
              </a:rPr>
              <a:t>Multiprogrammation</a:t>
            </a:r>
            <a:r>
              <a:rPr lang="fr-FR" sz="1800" b="1" spc="-80" dirty="0" smtClean="0">
                <a:solidFill>
                  <a:srgbClr val="FF7800"/>
                </a:solidFill>
                <a:latin typeface="+mj-lt"/>
              </a:rPr>
              <a:t> </a:t>
            </a:r>
            <a:r>
              <a:rPr lang="fr-FR" sz="1800" b="1" dirty="0" smtClean="0">
                <a:solidFill>
                  <a:srgbClr val="FF7800"/>
                </a:solidFill>
                <a:latin typeface="+mj-lt"/>
              </a:rPr>
              <a:t>avec</a:t>
            </a:r>
            <a:r>
              <a:rPr lang="fr-FR" sz="1800" b="1" spc="-25" dirty="0" smtClean="0">
                <a:solidFill>
                  <a:srgbClr val="FF7800"/>
                </a:solidFill>
                <a:latin typeface="+mj-lt"/>
              </a:rPr>
              <a:t> </a:t>
            </a:r>
            <a:r>
              <a:rPr lang="fr-FR" sz="1800" b="1" dirty="0" smtClean="0">
                <a:solidFill>
                  <a:srgbClr val="FF7800"/>
                </a:solidFill>
                <a:latin typeface="+mj-lt"/>
              </a:rPr>
              <a:t>partitions</a:t>
            </a:r>
            <a:r>
              <a:rPr lang="fr-FR" sz="1800" b="1" spc="-45" dirty="0" smtClean="0">
                <a:solidFill>
                  <a:srgbClr val="FF7800"/>
                </a:solidFill>
                <a:latin typeface="+mj-lt"/>
              </a:rPr>
              <a:t> </a:t>
            </a:r>
            <a:r>
              <a:rPr lang="fr-FR" sz="1800" b="1" spc="-10" dirty="0" smtClean="0">
                <a:solidFill>
                  <a:srgbClr val="FF7800"/>
                </a:solidFill>
                <a:latin typeface="+mj-lt"/>
              </a:rPr>
              <a:t>fixes</a:t>
            </a:r>
            <a:endParaRPr lang="fr-FR" sz="1800" b="1" dirty="0">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1602105"/>
            <a:ext cx="10447655" cy="4327467"/>
          </a:xfrm>
          <a:prstGeom prst="rect">
            <a:avLst/>
          </a:prstGeom>
        </p:spPr>
        <p:txBody>
          <a:bodyPr vert="horz" wrap="square" lIns="0" tIns="13335" rIns="0" bIns="0" rtlCol="0">
            <a:spAutoFit/>
          </a:bodyPr>
          <a:lstStyle/>
          <a:p>
            <a:pPr marL="12700">
              <a:lnSpc>
                <a:spcPct val="100000"/>
              </a:lnSpc>
              <a:spcBef>
                <a:spcPts val="105"/>
              </a:spcBef>
            </a:pPr>
            <a:r>
              <a:rPr b="1" spc="-10" dirty="0">
                <a:solidFill>
                  <a:srgbClr val="FF7800"/>
                </a:solidFill>
                <a:latin typeface="Calibri"/>
                <a:cs typeface="Calibri"/>
              </a:rPr>
              <a:t>Va</a:t>
            </a:r>
            <a:r>
              <a:rPr b="1" spc="-5" dirty="0">
                <a:solidFill>
                  <a:srgbClr val="FF7800"/>
                </a:solidFill>
                <a:latin typeface="Calibri"/>
                <a:cs typeface="Calibri"/>
              </a:rPr>
              <a:t> </a:t>
            </a:r>
            <a:r>
              <a:rPr b="1" dirty="0">
                <a:solidFill>
                  <a:srgbClr val="FF7800"/>
                </a:solidFill>
                <a:latin typeface="Calibri"/>
                <a:cs typeface="Calibri"/>
              </a:rPr>
              <a:t>et</a:t>
            </a:r>
            <a:r>
              <a:rPr b="1" spc="-30" dirty="0">
                <a:solidFill>
                  <a:srgbClr val="FF7800"/>
                </a:solidFill>
                <a:latin typeface="Calibri"/>
                <a:cs typeface="Calibri"/>
              </a:rPr>
              <a:t> </a:t>
            </a:r>
            <a:r>
              <a:rPr b="1" dirty="0">
                <a:solidFill>
                  <a:srgbClr val="FF7800"/>
                </a:solidFill>
                <a:latin typeface="Calibri"/>
                <a:cs typeface="Calibri"/>
              </a:rPr>
              <a:t>Vient</a:t>
            </a:r>
            <a:r>
              <a:rPr b="1" spc="-35" dirty="0">
                <a:solidFill>
                  <a:srgbClr val="FF7800"/>
                </a:solidFill>
                <a:latin typeface="Calibri"/>
                <a:cs typeface="Calibri"/>
              </a:rPr>
              <a:t> </a:t>
            </a:r>
            <a:r>
              <a:rPr b="1" dirty="0">
                <a:solidFill>
                  <a:srgbClr val="FF7800"/>
                </a:solidFill>
                <a:latin typeface="Calibri"/>
                <a:cs typeface="Calibri"/>
              </a:rPr>
              <a:t>, la </a:t>
            </a:r>
            <a:r>
              <a:rPr b="1" spc="-10" dirty="0" err="1">
                <a:solidFill>
                  <a:srgbClr val="FF7800"/>
                </a:solidFill>
                <a:latin typeface="Calibri"/>
                <a:cs typeface="Calibri"/>
              </a:rPr>
              <a:t>partitionnement</a:t>
            </a:r>
            <a:r>
              <a:rPr b="1" spc="-60" dirty="0">
                <a:solidFill>
                  <a:srgbClr val="FF7800"/>
                </a:solidFill>
                <a:latin typeface="Calibri"/>
                <a:cs typeface="Calibri"/>
              </a:rPr>
              <a:t> </a:t>
            </a:r>
            <a:r>
              <a:rPr b="1" spc="-10" dirty="0" err="1" smtClean="0">
                <a:solidFill>
                  <a:srgbClr val="FF7800"/>
                </a:solidFill>
                <a:latin typeface="Calibri"/>
                <a:cs typeface="Calibri"/>
              </a:rPr>
              <a:t>dynamique</a:t>
            </a:r>
            <a:endParaRPr lang="fr-FR" b="1" spc="-10" dirty="0" smtClean="0">
              <a:solidFill>
                <a:srgbClr val="FF7800"/>
              </a:solidFill>
              <a:latin typeface="Calibri"/>
              <a:cs typeface="Calibri"/>
            </a:endParaRPr>
          </a:p>
          <a:p>
            <a:pPr marL="12700">
              <a:lnSpc>
                <a:spcPct val="100000"/>
              </a:lnSpc>
              <a:spcBef>
                <a:spcPts val="105"/>
              </a:spcBef>
            </a:pPr>
            <a:endParaRPr lang="fr-FR" dirty="0">
              <a:latin typeface="Calibri"/>
              <a:cs typeface="Calibri"/>
            </a:endParaRPr>
          </a:p>
          <a:p>
            <a:pPr marL="12700">
              <a:lnSpc>
                <a:spcPct val="150000"/>
              </a:lnSpc>
              <a:spcBef>
                <a:spcPts val="105"/>
              </a:spcBef>
            </a:pPr>
            <a:r>
              <a:rPr sz="1600" dirty="0" smtClean="0">
                <a:solidFill>
                  <a:srgbClr val="585858"/>
                </a:solidFill>
                <a:latin typeface="Calibri"/>
                <a:cs typeface="Calibri"/>
              </a:rPr>
              <a:t>La</a:t>
            </a:r>
            <a:r>
              <a:rPr sz="1600" spc="-35" dirty="0" smtClean="0">
                <a:solidFill>
                  <a:srgbClr val="585858"/>
                </a:solidFill>
                <a:latin typeface="Calibri"/>
                <a:cs typeface="Calibri"/>
              </a:rPr>
              <a:t> </a:t>
            </a:r>
            <a:r>
              <a:rPr sz="1600" dirty="0">
                <a:solidFill>
                  <a:srgbClr val="585858"/>
                </a:solidFill>
                <a:latin typeface="Calibri"/>
                <a:cs typeface="Calibri"/>
              </a:rPr>
              <a:t>mémoire</a:t>
            </a:r>
            <a:r>
              <a:rPr sz="1600" spc="10" dirty="0">
                <a:solidFill>
                  <a:srgbClr val="585858"/>
                </a:solidFill>
                <a:latin typeface="Calibri"/>
                <a:cs typeface="Calibri"/>
              </a:rPr>
              <a:t> </a:t>
            </a:r>
            <a:r>
              <a:rPr sz="1600" dirty="0">
                <a:solidFill>
                  <a:srgbClr val="585858"/>
                </a:solidFill>
                <a:latin typeface="Calibri"/>
                <a:cs typeface="Calibri"/>
              </a:rPr>
              <a:t>est</a:t>
            </a:r>
            <a:r>
              <a:rPr sz="1600" spc="-5" dirty="0">
                <a:solidFill>
                  <a:srgbClr val="585858"/>
                </a:solidFill>
                <a:latin typeface="Calibri"/>
                <a:cs typeface="Calibri"/>
              </a:rPr>
              <a:t> </a:t>
            </a:r>
            <a:r>
              <a:rPr sz="1600" spc="-10" dirty="0">
                <a:solidFill>
                  <a:srgbClr val="585858"/>
                </a:solidFill>
                <a:latin typeface="Calibri"/>
                <a:cs typeface="Calibri"/>
              </a:rPr>
              <a:t>insuffisante</a:t>
            </a:r>
            <a:r>
              <a:rPr sz="1600" spc="-25" dirty="0">
                <a:solidFill>
                  <a:srgbClr val="585858"/>
                </a:solidFill>
                <a:latin typeface="Calibri"/>
                <a:cs typeface="Calibri"/>
              </a:rPr>
              <a:t> </a:t>
            </a:r>
            <a:r>
              <a:rPr sz="1600" dirty="0">
                <a:solidFill>
                  <a:srgbClr val="585858"/>
                </a:solidFill>
                <a:latin typeface="Calibri"/>
                <a:cs typeface="Calibri"/>
              </a:rPr>
              <a:t>pour</a:t>
            </a:r>
            <a:r>
              <a:rPr sz="1600" spc="-5" dirty="0">
                <a:solidFill>
                  <a:srgbClr val="585858"/>
                </a:solidFill>
                <a:latin typeface="Calibri"/>
                <a:cs typeface="Calibri"/>
              </a:rPr>
              <a:t> </a:t>
            </a:r>
            <a:r>
              <a:rPr sz="1600" spc="-10" dirty="0">
                <a:solidFill>
                  <a:srgbClr val="585858"/>
                </a:solidFill>
                <a:latin typeface="Calibri"/>
                <a:cs typeface="Calibri"/>
              </a:rPr>
              <a:t>contenir</a:t>
            </a:r>
            <a:r>
              <a:rPr sz="1600" spc="-20" dirty="0">
                <a:solidFill>
                  <a:srgbClr val="585858"/>
                </a:solidFill>
                <a:latin typeface="Calibri"/>
                <a:cs typeface="Calibri"/>
              </a:rPr>
              <a:t> </a:t>
            </a:r>
            <a:r>
              <a:rPr sz="1600" dirty="0">
                <a:solidFill>
                  <a:srgbClr val="585858"/>
                </a:solidFill>
                <a:latin typeface="Calibri"/>
                <a:cs typeface="Calibri"/>
              </a:rPr>
              <a:t>tous</a:t>
            </a:r>
            <a:r>
              <a:rPr sz="1600" spc="-20" dirty="0">
                <a:solidFill>
                  <a:srgbClr val="585858"/>
                </a:solidFill>
                <a:latin typeface="Calibri"/>
                <a:cs typeface="Calibri"/>
              </a:rPr>
              <a:t> </a:t>
            </a:r>
            <a:r>
              <a:rPr sz="1600" dirty="0">
                <a:solidFill>
                  <a:srgbClr val="585858"/>
                </a:solidFill>
                <a:latin typeface="Calibri"/>
                <a:cs typeface="Calibri"/>
              </a:rPr>
              <a:t>les</a:t>
            </a:r>
            <a:r>
              <a:rPr sz="1600" spc="-5" dirty="0">
                <a:solidFill>
                  <a:srgbClr val="585858"/>
                </a:solidFill>
                <a:latin typeface="Calibri"/>
                <a:cs typeface="Calibri"/>
              </a:rPr>
              <a:t> </a:t>
            </a:r>
            <a:r>
              <a:rPr sz="1600" spc="-10" dirty="0">
                <a:solidFill>
                  <a:srgbClr val="585858"/>
                </a:solidFill>
                <a:latin typeface="Calibri"/>
                <a:cs typeface="Calibri"/>
              </a:rPr>
              <a:t>processus</a:t>
            </a:r>
            <a:r>
              <a:rPr sz="1600" dirty="0">
                <a:solidFill>
                  <a:srgbClr val="585858"/>
                </a:solidFill>
                <a:latin typeface="Calibri"/>
                <a:cs typeface="Calibri"/>
              </a:rPr>
              <a:t> </a:t>
            </a:r>
            <a:r>
              <a:rPr sz="1600" spc="-10" dirty="0">
                <a:solidFill>
                  <a:srgbClr val="585858"/>
                </a:solidFill>
                <a:latin typeface="Calibri"/>
                <a:cs typeface="Calibri"/>
              </a:rPr>
              <a:t>courant.</a:t>
            </a:r>
            <a:r>
              <a:rPr sz="1600" spc="-25" dirty="0">
                <a:solidFill>
                  <a:srgbClr val="585858"/>
                </a:solidFill>
                <a:latin typeface="Calibri"/>
                <a:cs typeface="Calibri"/>
              </a:rPr>
              <a:t> </a:t>
            </a:r>
            <a:r>
              <a:rPr sz="1600" dirty="0">
                <a:solidFill>
                  <a:srgbClr val="585858"/>
                </a:solidFill>
                <a:latin typeface="Calibri"/>
                <a:cs typeface="Calibri"/>
              </a:rPr>
              <a:t>Ce</a:t>
            </a:r>
            <a:r>
              <a:rPr sz="1600" spc="-25" dirty="0">
                <a:solidFill>
                  <a:srgbClr val="585858"/>
                </a:solidFill>
                <a:latin typeface="Calibri"/>
                <a:cs typeface="Calibri"/>
              </a:rPr>
              <a:t> </a:t>
            </a:r>
            <a:r>
              <a:rPr sz="1600" dirty="0">
                <a:solidFill>
                  <a:srgbClr val="585858"/>
                </a:solidFill>
                <a:latin typeface="Calibri"/>
                <a:cs typeface="Calibri"/>
              </a:rPr>
              <a:t>qui</a:t>
            </a:r>
            <a:r>
              <a:rPr sz="1600" spc="-25" dirty="0">
                <a:solidFill>
                  <a:srgbClr val="585858"/>
                </a:solidFill>
                <a:latin typeface="Calibri"/>
                <a:cs typeface="Calibri"/>
              </a:rPr>
              <a:t> </a:t>
            </a:r>
            <a:r>
              <a:rPr sz="1600" dirty="0">
                <a:solidFill>
                  <a:srgbClr val="585858"/>
                </a:solidFill>
                <a:latin typeface="Calibri"/>
                <a:cs typeface="Calibri"/>
              </a:rPr>
              <a:t>nécessite</a:t>
            </a:r>
            <a:r>
              <a:rPr sz="1600" spc="-10" dirty="0">
                <a:solidFill>
                  <a:srgbClr val="585858"/>
                </a:solidFill>
                <a:latin typeface="Calibri"/>
                <a:cs typeface="Calibri"/>
              </a:rPr>
              <a:t> </a:t>
            </a:r>
            <a:r>
              <a:rPr sz="1600" dirty="0">
                <a:solidFill>
                  <a:srgbClr val="585858"/>
                </a:solidFill>
                <a:latin typeface="Calibri"/>
                <a:cs typeface="Calibri"/>
              </a:rPr>
              <a:t>de</a:t>
            </a:r>
            <a:r>
              <a:rPr sz="1600" spc="-30" dirty="0">
                <a:solidFill>
                  <a:srgbClr val="585858"/>
                </a:solidFill>
                <a:latin typeface="Calibri"/>
                <a:cs typeface="Calibri"/>
              </a:rPr>
              <a:t> </a:t>
            </a:r>
            <a:r>
              <a:rPr sz="1600" dirty="0">
                <a:solidFill>
                  <a:srgbClr val="585858"/>
                </a:solidFill>
                <a:latin typeface="Calibri"/>
                <a:cs typeface="Calibri"/>
              </a:rPr>
              <a:t>placer certains</a:t>
            </a:r>
            <a:r>
              <a:rPr sz="1600" spc="-5" dirty="0">
                <a:solidFill>
                  <a:srgbClr val="585858"/>
                </a:solidFill>
                <a:latin typeface="Calibri"/>
                <a:cs typeface="Calibri"/>
              </a:rPr>
              <a:t> </a:t>
            </a:r>
            <a:r>
              <a:rPr sz="1600" dirty="0">
                <a:solidFill>
                  <a:srgbClr val="585858"/>
                </a:solidFill>
                <a:latin typeface="Calibri"/>
                <a:cs typeface="Calibri"/>
              </a:rPr>
              <a:t>de</a:t>
            </a:r>
            <a:r>
              <a:rPr sz="1600" spc="-10" dirty="0">
                <a:solidFill>
                  <a:srgbClr val="585858"/>
                </a:solidFill>
                <a:latin typeface="Calibri"/>
                <a:cs typeface="Calibri"/>
              </a:rPr>
              <a:t> </a:t>
            </a:r>
            <a:r>
              <a:rPr sz="1600" dirty="0">
                <a:solidFill>
                  <a:srgbClr val="585858"/>
                </a:solidFill>
                <a:latin typeface="Calibri"/>
                <a:cs typeface="Calibri"/>
              </a:rPr>
              <a:t>ces</a:t>
            </a:r>
            <a:r>
              <a:rPr sz="1600" spc="-20" dirty="0">
                <a:solidFill>
                  <a:srgbClr val="585858"/>
                </a:solidFill>
                <a:latin typeface="Calibri"/>
                <a:cs typeface="Calibri"/>
              </a:rPr>
              <a:t> </a:t>
            </a:r>
            <a:r>
              <a:rPr sz="1600" spc="-10" dirty="0">
                <a:solidFill>
                  <a:srgbClr val="585858"/>
                </a:solidFill>
                <a:latin typeface="Calibri"/>
                <a:cs typeface="Calibri"/>
              </a:rPr>
              <a:t>processus</a:t>
            </a:r>
            <a:r>
              <a:rPr sz="1600" spc="-5" dirty="0">
                <a:solidFill>
                  <a:srgbClr val="585858"/>
                </a:solidFill>
                <a:latin typeface="Calibri"/>
                <a:cs typeface="Calibri"/>
              </a:rPr>
              <a:t> </a:t>
            </a:r>
            <a:r>
              <a:rPr sz="1600" dirty="0">
                <a:solidFill>
                  <a:srgbClr val="585858"/>
                </a:solidFill>
                <a:latin typeface="Calibri"/>
                <a:cs typeface="Calibri"/>
              </a:rPr>
              <a:t>sur</a:t>
            </a:r>
            <a:r>
              <a:rPr sz="1600" spc="-20" dirty="0">
                <a:solidFill>
                  <a:srgbClr val="585858"/>
                </a:solidFill>
                <a:latin typeface="Calibri"/>
                <a:cs typeface="Calibri"/>
              </a:rPr>
              <a:t> </a:t>
            </a:r>
            <a:r>
              <a:rPr sz="1600" dirty="0">
                <a:solidFill>
                  <a:srgbClr val="585858"/>
                </a:solidFill>
                <a:latin typeface="Calibri"/>
                <a:cs typeface="Calibri"/>
              </a:rPr>
              <a:t>le</a:t>
            </a:r>
            <a:r>
              <a:rPr sz="1600" spc="-10" dirty="0">
                <a:solidFill>
                  <a:srgbClr val="585858"/>
                </a:solidFill>
                <a:latin typeface="Calibri"/>
                <a:cs typeface="Calibri"/>
              </a:rPr>
              <a:t> </a:t>
            </a:r>
            <a:r>
              <a:rPr sz="1600" dirty="0">
                <a:solidFill>
                  <a:srgbClr val="585858"/>
                </a:solidFill>
                <a:latin typeface="Calibri"/>
                <a:cs typeface="Calibri"/>
              </a:rPr>
              <a:t>disque.</a:t>
            </a:r>
            <a:r>
              <a:rPr sz="1600" spc="-15" dirty="0">
                <a:solidFill>
                  <a:srgbClr val="585858"/>
                </a:solidFill>
                <a:latin typeface="Calibri"/>
                <a:cs typeface="Calibri"/>
              </a:rPr>
              <a:t> </a:t>
            </a:r>
            <a:r>
              <a:rPr sz="1600" dirty="0">
                <a:solidFill>
                  <a:srgbClr val="585858"/>
                </a:solidFill>
                <a:latin typeface="Calibri"/>
                <a:cs typeface="Calibri"/>
              </a:rPr>
              <a:t>Ils</a:t>
            </a:r>
            <a:r>
              <a:rPr sz="1600" spc="-25" dirty="0">
                <a:solidFill>
                  <a:srgbClr val="585858"/>
                </a:solidFill>
                <a:latin typeface="Calibri"/>
                <a:cs typeface="Calibri"/>
              </a:rPr>
              <a:t> </a:t>
            </a:r>
            <a:r>
              <a:rPr sz="1600" dirty="0">
                <a:solidFill>
                  <a:srgbClr val="585858"/>
                </a:solidFill>
                <a:latin typeface="Calibri"/>
                <a:cs typeface="Calibri"/>
              </a:rPr>
              <a:t>seront</a:t>
            </a:r>
            <a:r>
              <a:rPr sz="1600" spc="235" dirty="0">
                <a:solidFill>
                  <a:srgbClr val="585858"/>
                </a:solidFill>
                <a:latin typeface="Calibri"/>
                <a:cs typeface="Calibri"/>
              </a:rPr>
              <a:t> </a:t>
            </a:r>
            <a:r>
              <a:rPr sz="1600" spc="-10" dirty="0">
                <a:solidFill>
                  <a:srgbClr val="585858"/>
                </a:solidFill>
                <a:latin typeface="Calibri"/>
                <a:cs typeface="Calibri"/>
              </a:rPr>
              <a:t>ensuite </a:t>
            </a:r>
            <a:r>
              <a:rPr sz="1600" dirty="0">
                <a:solidFill>
                  <a:srgbClr val="585858"/>
                </a:solidFill>
                <a:latin typeface="Calibri"/>
                <a:cs typeface="Calibri"/>
              </a:rPr>
              <a:t>ramenés</a:t>
            </a:r>
            <a:r>
              <a:rPr sz="1600" spc="-20" dirty="0">
                <a:solidFill>
                  <a:srgbClr val="585858"/>
                </a:solidFill>
                <a:latin typeface="Calibri"/>
                <a:cs typeface="Calibri"/>
              </a:rPr>
              <a:t> </a:t>
            </a:r>
            <a:r>
              <a:rPr sz="1600" dirty="0">
                <a:solidFill>
                  <a:srgbClr val="585858"/>
                </a:solidFill>
                <a:latin typeface="Calibri"/>
                <a:cs typeface="Calibri"/>
              </a:rPr>
              <a:t>en</a:t>
            </a:r>
            <a:r>
              <a:rPr sz="1600" spc="-55" dirty="0">
                <a:solidFill>
                  <a:srgbClr val="585858"/>
                </a:solidFill>
                <a:latin typeface="Calibri"/>
                <a:cs typeface="Calibri"/>
              </a:rPr>
              <a:t> </a:t>
            </a:r>
            <a:r>
              <a:rPr sz="1600" dirty="0">
                <a:solidFill>
                  <a:srgbClr val="585858"/>
                </a:solidFill>
                <a:latin typeface="Calibri"/>
                <a:cs typeface="Calibri"/>
              </a:rPr>
              <a:t>mémoire</a:t>
            </a:r>
            <a:r>
              <a:rPr sz="1600" spc="-5" dirty="0">
                <a:solidFill>
                  <a:srgbClr val="585858"/>
                </a:solidFill>
                <a:latin typeface="Calibri"/>
                <a:cs typeface="Calibri"/>
              </a:rPr>
              <a:t> </a:t>
            </a:r>
            <a:r>
              <a:rPr sz="1600" dirty="0">
                <a:solidFill>
                  <a:srgbClr val="585858"/>
                </a:solidFill>
                <a:latin typeface="Calibri"/>
                <a:cs typeface="Calibri"/>
              </a:rPr>
              <a:t>pour</a:t>
            </a:r>
            <a:r>
              <a:rPr sz="1600" spc="-20" dirty="0">
                <a:solidFill>
                  <a:srgbClr val="585858"/>
                </a:solidFill>
                <a:latin typeface="Calibri"/>
                <a:cs typeface="Calibri"/>
              </a:rPr>
              <a:t> </a:t>
            </a:r>
            <a:r>
              <a:rPr sz="1600" spc="-10" dirty="0">
                <a:solidFill>
                  <a:srgbClr val="585858"/>
                </a:solidFill>
                <a:latin typeface="Calibri"/>
                <a:cs typeface="Calibri"/>
              </a:rPr>
              <a:t>continuer</a:t>
            </a:r>
            <a:r>
              <a:rPr sz="1600" spc="-55" dirty="0">
                <a:solidFill>
                  <a:srgbClr val="585858"/>
                </a:solidFill>
                <a:latin typeface="Calibri"/>
                <a:cs typeface="Calibri"/>
              </a:rPr>
              <a:t> </a:t>
            </a:r>
            <a:r>
              <a:rPr sz="1600" dirty="0" err="1">
                <a:solidFill>
                  <a:srgbClr val="585858"/>
                </a:solidFill>
                <a:latin typeface="Calibri"/>
                <a:cs typeface="Calibri"/>
              </a:rPr>
              <a:t>leurs</a:t>
            </a:r>
            <a:r>
              <a:rPr sz="1600" spc="-5" dirty="0">
                <a:solidFill>
                  <a:srgbClr val="585858"/>
                </a:solidFill>
                <a:latin typeface="Calibri"/>
                <a:cs typeface="Calibri"/>
              </a:rPr>
              <a:t> </a:t>
            </a:r>
            <a:r>
              <a:rPr sz="1600" spc="-10" dirty="0" err="1" smtClean="0">
                <a:solidFill>
                  <a:srgbClr val="585858"/>
                </a:solidFill>
                <a:latin typeface="Calibri"/>
                <a:cs typeface="Calibri"/>
              </a:rPr>
              <a:t>exécutions</a:t>
            </a:r>
            <a:r>
              <a:rPr sz="1600" spc="-10" dirty="0" smtClean="0">
                <a:solidFill>
                  <a:srgbClr val="585858"/>
                </a:solidFill>
                <a:latin typeface="Calibri"/>
                <a:cs typeface="Calibri"/>
              </a:rPr>
              <a:t>.</a:t>
            </a:r>
            <a:endParaRPr lang="fr-FR" sz="1600" dirty="0">
              <a:latin typeface="Calibri"/>
              <a:cs typeface="Calibri"/>
            </a:endParaRPr>
          </a:p>
          <a:p>
            <a:pPr marL="12700">
              <a:lnSpc>
                <a:spcPct val="150000"/>
              </a:lnSpc>
              <a:spcBef>
                <a:spcPts val="105"/>
              </a:spcBef>
            </a:pPr>
            <a:r>
              <a:rPr sz="1600" dirty="0" smtClean="0">
                <a:solidFill>
                  <a:srgbClr val="585858"/>
                </a:solidFill>
                <a:latin typeface="Calibri"/>
                <a:cs typeface="Calibri"/>
              </a:rPr>
              <a:t>Il</a:t>
            </a:r>
            <a:r>
              <a:rPr sz="1600" spc="-50" dirty="0" smtClean="0">
                <a:solidFill>
                  <a:srgbClr val="585858"/>
                </a:solidFill>
                <a:latin typeface="Calibri"/>
                <a:cs typeface="Calibri"/>
              </a:rPr>
              <a:t> </a:t>
            </a:r>
            <a:r>
              <a:rPr sz="1600" spc="-10" dirty="0">
                <a:solidFill>
                  <a:srgbClr val="585858"/>
                </a:solidFill>
                <a:latin typeface="Calibri"/>
                <a:cs typeface="Calibri"/>
              </a:rPr>
              <a:t>faudra </a:t>
            </a:r>
            <a:r>
              <a:rPr sz="1600" dirty="0">
                <a:solidFill>
                  <a:srgbClr val="585858"/>
                </a:solidFill>
                <a:latin typeface="Calibri"/>
                <a:cs typeface="Calibri"/>
              </a:rPr>
              <a:t>donc ramener</a:t>
            </a:r>
            <a:r>
              <a:rPr sz="1600" spc="-20" dirty="0">
                <a:solidFill>
                  <a:srgbClr val="585858"/>
                </a:solidFill>
                <a:latin typeface="Calibri"/>
                <a:cs typeface="Calibri"/>
              </a:rPr>
              <a:t> </a:t>
            </a:r>
            <a:r>
              <a:rPr sz="1600" spc="-10" dirty="0">
                <a:solidFill>
                  <a:srgbClr val="585858"/>
                </a:solidFill>
                <a:latin typeface="Calibri"/>
                <a:cs typeface="Calibri"/>
              </a:rPr>
              <a:t>régulièrement </a:t>
            </a:r>
            <a:r>
              <a:rPr sz="1600" dirty="0">
                <a:solidFill>
                  <a:srgbClr val="585858"/>
                </a:solidFill>
                <a:latin typeface="Calibri"/>
                <a:cs typeface="Calibri"/>
              </a:rPr>
              <a:t>des</a:t>
            </a:r>
            <a:r>
              <a:rPr sz="1600" spc="-30" dirty="0">
                <a:solidFill>
                  <a:srgbClr val="585858"/>
                </a:solidFill>
                <a:latin typeface="Calibri"/>
                <a:cs typeface="Calibri"/>
              </a:rPr>
              <a:t> </a:t>
            </a:r>
            <a:r>
              <a:rPr sz="1600" spc="-10" dirty="0">
                <a:solidFill>
                  <a:srgbClr val="585858"/>
                </a:solidFill>
                <a:latin typeface="Calibri"/>
                <a:cs typeface="Calibri"/>
              </a:rPr>
              <a:t>processus</a:t>
            </a:r>
            <a:r>
              <a:rPr sz="1600" spc="-5" dirty="0">
                <a:solidFill>
                  <a:srgbClr val="585858"/>
                </a:solidFill>
                <a:latin typeface="Calibri"/>
                <a:cs typeface="Calibri"/>
              </a:rPr>
              <a:t> </a:t>
            </a:r>
            <a:r>
              <a:rPr sz="1600" dirty="0">
                <a:solidFill>
                  <a:srgbClr val="585858"/>
                </a:solidFill>
                <a:latin typeface="Calibri"/>
                <a:cs typeface="Calibri"/>
              </a:rPr>
              <a:t>sur</a:t>
            </a:r>
            <a:r>
              <a:rPr sz="1600" spc="-20" dirty="0">
                <a:solidFill>
                  <a:srgbClr val="585858"/>
                </a:solidFill>
                <a:latin typeface="Calibri"/>
                <a:cs typeface="Calibri"/>
              </a:rPr>
              <a:t> </a:t>
            </a:r>
            <a:r>
              <a:rPr sz="1600" dirty="0">
                <a:solidFill>
                  <a:srgbClr val="585858"/>
                </a:solidFill>
                <a:latin typeface="Calibri"/>
                <a:cs typeface="Calibri"/>
              </a:rPr>
              <a:t>le</a:t>
            </a:r>
            <a:r>
              <a:rPr sz="1600" spc="-15" dirty="0">
                <a:solidFill>
                  <a:srgbClr val="585858"/>
                </a:solidFill>
                <a:latin typeface="Calibri"/>
                <a:cs typeface="Calibri"/>
              </a:rPr>
              <a:t> </a:t>
            </a:r>
            <a:r>
              <a:rPr sz="1600" dirty="0">
                <a:solidFill>
                  <a:srgbClr val="585858"/>
                </a:solidFill>
                <a:latin typeface="Calibri"/>
                <a:cs typeface="Calibri"/>
              </a:rPr>
              <a:t>disque</a:t>
            </a:r>
            <a:r>
              <a:rPr sz="1600" spc="-15" dirty="0">
                <a:solidFill>
                  <a:srgbClr val="585858"/>
                </a:solidFill>
                <a:latin typeface="Calibri"/>
                <a:cs typeface="Calibri"/>
              </a:rPr>
              <a:t> </a:t>
            </a:r>
            <a:r>
              <a:rPr sz="1600" dirty="0">
                <a:solidFill>
                  <a:srgbClr val="585858"/>
                </a:solidFill>
                <a:latin typeface="Calibri"/>
                <a:cs typeface="Calibri"/>
              </a:rPr>
              <a:t>en</a:t>
            </a:r>
            <a:r>
              <a:rPr sz="1600" spc="-40" dirty="0">
                <a:solidFill>
                  <a:srgbClr val="585858"/>
                </a:solidFill>
                <a:latin typeface="Calibri"/>
                <a:cs typeface="Calibri"/>
              </a:rPr>
              <a:t> </a:t>
            </a:r>
            <a:r>
              <a:rPr sz="1600" dirty="0">
                <a:solidFill>
                  <a:srgbClr val="585858"/>
                </a:solidFill>
                <a:latin typeface="Calibri"/>
                <a:cs typeface="Calibri"/>
              </a:rPr>
              <a:t>mémoire</a:t>
            </a:r>
            <a:r>
              <a:rPr sz="1600" spc="5" dirty="0">
                <a:solidFill>
                  <a:srgbClr val="585858"/>
                </a:solidFill>
                <a:latin typeface="Calibri"/>
                <a:cs typeface="Calibri"/>
              </a:rPr>
              <a:t> </a:t>
            </a:r>
            <a:r>
              <a:rPr sz="1600" dirty="0">
                <a:solidFill>
                  <a:srgbClr val="585858"/>
                </a:solidFill>
                <a:latin typeface="Calibri"/>
                <a:cs typeface="Calibri"/>
              </a:rPr>
              <a:t>centrale</a:t>
            </a:r>
            <a:r>
              <a:rPr sz="1600" spc="-10" dirty="0">
                <a:solidFill>
                  <a:srgbClr val="585858"/>
                </a:solidFill>
                <a:latin typeface="Calibri"/>
                <a:cs typeface="Calibri"/>
              </a:rPr>
              <a:t> </a:t>
            </a:r>
            <a:r>
              <a:rPr sz="1600" dirty="0">
                <a:solidFill>
                  <a:srgbClr val="585858"/>
                </a:solidFill>
                <a:latin typeface="Calibri"/>
                <a:cs typeface="Calibri"/>
              </a:rPr>
              <a:t>et</a:t>
            </a:r>
            <a:r>
              <a:rPr sz="1600" spc="-30" dirty="0">
                <a:solidFill>
                  <a:srgbClr val="585858"/>
                </a:solidFill>
                <a:latin typeface="Calibri"/>
                <a:cs typeface="Calibri"/>
              </a:rPr>
              <a:t> </a:t>
            </a:r>
            <a:r>
              <a:rPr sz="1600" spc="-10" dirty="0">
                <a:solidFill>
                  <a:srgbClr val="585858"/>
                </a:solidFill>
                <a:latin typeface="Calibri"/>
                <a:cs typeface="Calibri"/>
              </a:rPr>
              <a:t>inversement.</a:t>
            </a:r>
            <a:r>
              <a:rPr sz="1600" spc="-50" dirty="0">
                <a:solidFill>
                  <a:srgbClr val="585858"/>
                </a:solidFill>
                <a:latin typeface="Calibri"/>
                <a:cs typeface="Calibri"/>
              </a:rPr>
              <a:t> </a:t>
            </a:r>
            <a:r>
              <a:rPr sz="1600" dirty="0">
                <a:solidFill>
                  <a:srgbClr val="585858"/>
                </a:solidFill>
                <a:latin typeface="Calibri"/>
                <a:cs typeface="Calibri"/>
              </a:rPr>
              <a:t>C’est</a:t>
            </a:r>
            <a:r>
              <a:rPr sz="1600" spc="-10" dirty="0">
                <a:solidFill>
                  <a:srgbClr val="585858"/>
                </a:solidFill>
                <a:latin typeface="Calibri"/>
                <a:cs typeface="Calibri"/>
              </a:rPr>
              <a:t> </a:t>
            </a:r>
            <a:r>
              <a:rPr sz="1600" dirty="0">
                <a:solidFill>
                  <a:srgbClr val="585858"/>
                </a:solidFill>
                <a:latin typeface="Calibri"/>
                <a:cs typeface="Calibri"/>
              </a:rPr>
              <a:t>ce</a:t>
            </a:r>
            <a:r>
              <a:rPr sz="1600" spc="-15" dirty="0">
                <a:solidFill>
                  <a:srgbClr val="585858"/>
                </a:solidFill>
                <a:latin typeface="Calibri"/>
                <a:cs typeface="Calibri"/>
              </a:rPr>
              <a:t> </a:t>
            </a:r>
            <a:r>
              <a:rPr sz="1600" spc="-20" dirty="0">
                <a:solidFill>
                  <a:srgbClr val="585858"/>
                </a:solidFill>
                <a:latin typeface="Calibri"/>
                <a:cs typeface="Calibri"/>
              </a:rPr>
              <a:t>qu’on</a:t>
            </a:r>
            <a:r>
              <a:rPr sz="1600" dirty="0">
                <a:solidFill>
                  <a:srgbClr val="585858"/>
                </a:solidFill>
                <a:latin typeface="Calibri"/>
                <a:cs typeface="Calibri"/>
              </a:rPr>
              <a:t> appelle</a:t>
            </a:r>
            <a:r>
              <a:rPr sz="1600" spc="-15" dirty="0">
                <a:solidFill>
                  <a:srgbClr val="585858"/>
                </a:solidFill>
                <a:latin typeface="Calibri"/>
                <a:cs typeface="Calibri"/>
              </a:rPr>
              <a:t> </a:t>
            </a:r>
            <a:r>
              <a:rPr sz="1600" dirty="0">
                <a:solidFill>
                  <a:srgbClr val="585858"/>
                </a:solidFill>
                <a:latin typeface="Calibri"/>
                <a:cs typeface="Calibri"/>
              </a:rPr>
              <a:t>le</a:t>
            </a:r>
            <a:r>
              <a:rPr sz="1600" spc="-10" dirty="0">
                <a:solidFill>
                  <a:srgbClr val="585858"/>
                </a:solidFill>
                <a:latin typeface="Calibri"/>
                <a:cs typeface="Calibri"/>
              </a:rPr>
              <a:t> </a:t>
            </a:r>
            <a:r>
              <a:rPr sz="1600" b="1" spc="-10" dirty="0">
                <a:solidFill>
                  <a:srgbClr val="585858"/>
                </a:solidFill>
                <a:latin typeface="Calibri"/>
                <a:cs typeface="Calibri"/>
              </a:rPr>
              <a:t>va-et-</a:t>
            </a:r>
            <a:r>
              <a:rPr sz="1600" b="1" dirty="0">
                <a:solidFill>
                  <a:srgbClr val="585858"/>
                </a:solidFill>
                <a:latin typeface="Calibri"/>
                <a:cs typeface="Calibri"/>
              </a:rPr>
              <a:t>vient</a:t>
            </a:r>
            <a:r>
              <a:rPr sz="1600" b="1" spc="-65" dirty="0">
                <a:solidFill>
                  <a:srgbClr val="585858"/>
                </a:solidFill>
                <a:latin typeface="Calibri"/>
                <a:cs typeface="Calibri"/>
              </a:rPr>
              <a:t> </a:t>
            </a:r>
            <a:r>
              <a:rPr sz="1600" dirty="0" err="1">
                <a:solidFill>
                  <a:srgbClr val="585858"/>
                </a:solidFill>
                <a:latin typeface="Calibri"/>
                <a:cs typeface="Calibri"/>
              </a:rPr>
              <a:t>ou</a:t>
            </a:r>
            <a:r>
              <a:rPr sz="1600" dirty="0">
                <a:solidFill>
                  <a:srgbClr val="585858"/>
                </a:solidFill>
                <a:latin typeface="Calibri"/>
                <a:cs typeface="Calibri"/>
              </a:rPr>
              <a:t> </a:t>
            </a:r>
            <a:r>
              <a:rPr sz="1600" spc="-10" dirty="0" smtClean="0">
                <a:solidFill>
                  <a:srgbClr val="585858"/>
                </a:solidFill>
                <a:latin typeface="Calibri"/>
                <a:cs typeface="Calibri"/>
              </a:rPr>
              <a:t>swapping.</a:t>
            </a:r>
            <a:endParaRPr lang="fr-FR" sz="1600" dirty="0">
              <a:latin typeface="Calibri"/>
              <a:cs typeface="Calibri"/>
            </a:endParaRPr>
          </a:p>
          <a:p>
            <a:pPr marL="12700">
              <a:lnSpc>
                <a:spcPct val="150000"/>
              </a:lnSpc>
              <a:spcBef>
                <a:spcPts val="890"/>
              </a:spcBef>
            </a:pPr>
            <a:r>
              <a:rPr sz="1600" dirty="0" smtClean="0">
                <a:solidFill>
                  <a:srgbClr val="585858"/>
                </a:solidFill>
                <a:latin typeface="Calibri"/>
                <a:cs typeface="Calibri"/>
              </a:rPr>
              <a:t>La</a:t>
            </a:r>
            <a:r>
              <a:rPr sz="1600" spc="-40" dirty="0" smtClean="0">
                <a:solidFill>
                  <a:srgbClr val="585858"/>
                </a:solidFill>
                <a:latin typeface="Calibri"/>
                <a:cs typeface="Calibri"/>
              </a:rPr>
              <a:t> </a:t>
            </a:r>
            <a:r>
              <a:rPr sz="1600" dirty="0">
                <a:solidFill>
                  <a:srgbClr val="585858"/>
                </a:solidFill>
                <a:latin typeface="Calibri"/>
                <a:cs typeface="Calibri"/>
              </a:rPr>
              <a:t>plupart</a:t>
            </a:r>
            <a:r>
              <a:rPr sz="1600" spc="-5" dirty="0">
                <a:solidFill>
                  <a:srgbClr val="585858"/>
                </a:solidFill>
                <a:latin typeface="Calibri"/>
                <a:cs typeface="Calibri"/>
              </a:rPr>
              <a:t> </a:t>
            </a:r>
            <a:r>
              <a:rPr sz="1600" dirty="0">
                <a:solidFill>
                  <a:srgbClr val="585858"/>
                </a:solidFill>
                <a:latin typeface="Calibri"/>
                <a:cs typeface="Calibri"/>
              </a:rPr>
              <a:t>du</a:t>
            </a:r>
            <a:r>
              <a:rPr sz="1600" spc="-15" dirty="0">
                <a:solidFill>
                  <a:srgbClr val="585858"/>
                </a:solidFill>
                <a:latin typeface="Calibri"/>
                <a:cs typeface="Calibri"/>
              </a:rPr>
              <a:t> </a:t>
            </a:r>
            <a:r>
              <a:rPr sz="1600" dirty="0">
                <a:solidFill>
                  <a:srgbClr val="585858"/>
                </a:solidFill>
                <a:latin typeface="Calibri"/>
                <a:cs typeface="Calibri"/>
              </a:rPr>
              <a:t>temps</a:t>
            </a:r>
            <a:r>
              <a:rPr sz="1600" spc="-15" dirty="0">
                <a:solidFill>
                  <a:srgbClr val="585858"/>
                </a:solidFill>
                <a:latin typeface="Calibri"/>
                <a:cs typeface="Calibri"/>
              </a:rPr>
              <a:t> </a:t>
            </a:r>
            <a:r>
              <a:rPr sz="1600" dirty="0">
                <a:solidFill>
                  <a:srgbClr val="585858"/>
                </a:solidFill>
                <a:latin typeface="Calibri"/>
                <a:cs typeface="Calibri"/>
              </a:rPr>
              <a:t>le</a:t>
            </a:r>
            <a:r>
              <a:rPr sz="1600" spc="-10" dirty="0">
                <a:solidFill>
                  <a:srgbClr val="585858"/>
                </a:solidFill>
                <a:latin typeface="Calibri"/>
                <a:cs typeface="Calibri"/>
              </a:rPr>
              <a:t> </a:t>
            </a:r>
            <a:r>
              <a:rPr sz="1600" dirty="0">
                <a:solidFill>
                  <a:srgbClr val="585858"/>
                </a:solidFill>
                <a:latin typeface="Calibri"/>
                <a:cs typeface="Calibri"/>
              </a:rPr>
              <a:t>swapping</a:t>
            </a:r>
            <a:r>
              <a:rPr sz="1600" spc="-15" dirty="0">
                <a:solidFill>
                  <a:srgbClr val="585858"/>
                </a:solidFill>
                <a:latin typeface="Calibri"/>
                <a:cs typeface="Calibri"/>
              </a:rPr>
              <a:t> </a:t>
            </a:r>
            <a:r>
              <a:rPr sz="1600" dirty="0">
                <a:solidFill>
                  <a:srgbClr val="585858"/>
                </a:solidFill>
                <a:latin typeface="Calibri"/>
                <a:cs typeface="Calibri"/>
              </a:rPr>
              <a:t>est</a:t>
            </a:r>
            <a:r>
              <a:rPr sz="1600" spc="-5" dirty="0">
                <a:solidFill>
                  <a:srgbClr val="585858"/>
                </a:solidFill>
                <a:latin typeface="Calibri"/>
                <a:cs typeface="Calibri"/>
              </a:rPr>
              <a:t> </a:t>
            </a:r>
            <a:r>
              <a:rPr sz="1600" dirty="0">
                <a:solidFill>
                  <a:srgbClr val="585858"/>
                </a:solidFill>
                <a:latin typeface="Calibri"/>
                <a:cs typeface="Calibri"/>
              </a:rPr>
              <a:t>constitué de</a:t>
            </a:r>
            <a:r>
              <a:rPr sz="1600" spc="-30" dirty="0">
                <a:solidFill>
                  <a:srgbClr val="585858"/>
                </a:solidFill>
                <a:latin typeface="Calibri"/>
                <a:cs typeface="Calibri"/>
              </a:rPr>
              <a:t> </a:t>
            </a:r>
            <a:r>
              <a:rPr sz="1600" b="1" dirty="0">
                <a:solidFill>
                  <a:srgbClr val="585858"/>
                </a:solidFill>
                <a:latin typeface="Calibri"/>
                <a:cs typeface="Calibri"/>
              </a:rPr>
              <a:t>temps</a:t>
            </a:r>
            <a:r>
              <a:rPr sz="1600" b="1" spc="-35" dirty="0">
                <a:solidFill>
                  <a:srgbClr val="585858"/>
                </a:solidFill>
                <a:latin typeface="Calibri"/>
                <a:cs typeface="Calibri"/>
              </a:rPr>
              <a:t> </a:t>
            </a:r>
            <a:r>
              <a:rPr sz="1600" b="1" dirty="0">
                <a:solidFill>
                  <a:srgbClr val="585858"/>
                </a:solidFill>
                <a:latin typeface="Calibri"/>
                <a:cs typeface="Calibri"/>
              </a:rPr>
              <a:t>de</a:t>
            </a:r>
            <a:r>
              <a:rPr sz="1600" b="1" spc="-15" dirty="0">
                <a:solidFill>
                  <a:srgbClr val="585858"/>
                </a:solidFill>
                <a:latin typeface="Calibri"/>
                <a:cs typeface="Calibri"/>
              </a:rPr>
              <a:t> </a:t>
            </a:r>
            <a:r>
              <a:rPr sz="1600" b="1" spc="-10" dirty="0">
                <a:solidFill>
                  <a:srgbClr val="585858"/>
                </a:solidFill>
                <a:latin typeface="Calibri"/>
                <a:cs typeface="Calibri"/>
              </a:rPr>
              <a:t>transfert</a:t>
            </a:r>
            <a:r>
              <a:rPr sz="1600" spc="-10" dirty="0">
                <a:solidFill>
                  <a:srgbClr val="585858"/>
                </a:solidFill>
                <a:latin typeface="Calibri"/>
                <a:cs typeface="Calibri"/>
              </a:rPr>
              <a:t>.</a:t>
            </a:r>
            <a:r>
              <a:rPr sz="1600" spc="-60" dirty="0">
                <a:solidFill>
                  <a:srgbClr val="585858"/>
                </a:solidFill>
                <a:latin typeface="Calibri"/>
                <a:cs typeface="Calibri"/>
              </a:rPr>
              <a:t> </a:t>
            </a:r>
            <a:r>
              <a:rPr sz="1600" dirty="0">
                <a:solidFill>
                  <a:srgbClr val="585858"/>
                </a:solidFill>
                <a:latin typeface="Calibri"/>
                <a:cs typeface="Calibri"/>
              </a:rPr>
              <a:t>Le</a:t>
            </a:r>
            <a:r>
              <a:rPr sz="1600" spc="-5" dirty="0">
                <a:solidFill>
                  <a:srgbClr val="585858"/>
                </a:solidFill>
                <a:latin typeface="Calibri"/>
                <a:cs typeface="Calibri"/>
              </a:rPr>
              <a:t> </a:t>
            </a:r>
            <a:r>
              <a:rPr sz="1600" dirty="0">
                <a:solidFill>
                  <a:srgbClr val="585858"/>
                </a:solidFill>
                <a:latin typeface="Calibri"/>
                <a:cs typeface="Calibri"/>
              </a:rPr>
              <a:t>temps</a:t>
            </a:r>
            <a:r>
              <a:rPr sz="1600" spc="-15" dirty="0">
                <a:solidFill>
                  <a:srgbClr val="585858"/>
                </a:solidFill>
                <a:latin typeface="Calibri"/>
                <a:cs typeface="Calibri"/>
              </a:rPr>
              <a:t> </a:t>
            </a:r>
            <a:r>
              <a:rPr sz="1600" dirty="0">
                <a:solidFill>
                  <a:srgbClr val="585858"/>
                </a:solidFill>
                <a:latin typeface="Calibri"/>
                <a:cs typeface="Calibri"/>
              </a:rPr>
              <a:t>total</a:t>
            </a:r>
            <a:r>
              <a:rPr sz="1600" spc="-20" dirty="0">
                <a:solidFill>
                  <a:srgbClr val="585858"/>
                </a:solidFill>
                <a:latin typeface="Calibri"/>
                <a:cs typeface="Calibri"/>
              </a:rPr>
              <a:t> </a:t>
            </a:r>
            <a:r>
              <a:rPr sz="1600" dirty="0">
                <a:solidFill>
                  <a:srgbClr val="585858"/>
                </a:solidFill>
                <a:latin typeface="Calibri"/>
                <a:cs typeface="Calibri"/>
              </a:rPr>
              <a:t>de</a:t>
            </a:r>
            <a:r>
              <a:rPr sz="1600" spc="-30" dirty="0">
                <a:solidFill>
                  <a:srgbClr val="585858"/>
                </a:solidFill>
                <a:latin typeface="Calibri"/>
                <a:cs typeface="Calibri"/>
              </a:rPr>
              <a:t> </a:t>
            </a:r>
            <a:r>
              <a:rPr sz="1600" spc="-10" dirty="0">
                <a:solidFill>
                  <a:srgbClr val="585858"/>
                </a:solidFill>
                <a:latin typeface="Calibri"/>
                <a:cs typeface="Calibri"/>
              </a:rPr>
              <a:t>transfert</a:t>
            </a:r>
            <a:r>
              <a:rPr sz="1600" spc="-40" dirty="0">
                <a:solidFill>
                  <a:srgbClr val="585858"/>
                </a:solidFill>
                <a:latin typeface="Calibri"/>
                <a:cs typeface="Calibri"/>
              </a:rPr>
              <a:t> </a:t>
            </a:r>
            <a:r>
              <a:rPr sz="1600" dirty="0">
                <a:solidFill>
                  <a:srgbClr val="585858"/>
                </a:solidFill>
                <a:latin typeface="Calibri"/>
                <a:cs typeface="Calibri"/>
              </a:rPr>
              <a:t>est </a:t>
            </a:r>
            <a:r>
              <a:rPr sz="1600" spc="-10" dirty="0">
                <a:solidFill>
                  <a:srgbClr val="585858"/>
                </a:solidFill>
                <a:latin typeface="Calibri"/>
                <a:cs typeface="Calibri"/>
              </a:rPr>
              <a:t>directement</a:t>
            </a:r>
            <a:r>
              <a:rPr sz="1600" dirty="0">
                <a:solidFill>
                  <a:srgbClr val="585858"/>
                </a:solidFill>
                <a:latin typeface="Calibri"/>
                <a:cs typeface="Calibri"/>
              </a:rPr>
              <a:t> </a:t>
            </a:r>
            <a:r>
              <a:rPr sz="1600" spc="-10" dirty="0">
                <a:solidFill>
                  <a:srgbClr val="585858"/>
                </a:solidFill>
                <a:latin typeface="Calibri"/>
                <a:cs typeface="Calibri"/>
              </a:rPr>
              <a:t>proportionnel</a:t>
            </a:r>
            <a:r>
              <a:rPr sz="1600" spc="30" dirty="0">
                <a:solidFill>
                  <a:srgbClr val="585858"/>
                </a:solidFill>
                <a:latin typeface="Calibri"/>
                <a:cs typeface="Calibri"/>
              </a:rPr>
              <a:t> </a:t>
            </a:r>
            <a:r>
              <a:rPr sz="1600" dirty="0">
                <a:solidFill>
                  <a:srgbClr val="585858"/>
                </a:solidFill>
                <a:latin typeface="Calibri"/>
                <a:cs typeface="Calibri"/>
              </a:rPr>
              <a:t>à</a:t>
            </a:r>
            <a:r>
              <a:rPr sz="1600" spc="-10" dirty="0">
                <a:solidFill>
                  <a:srgbClr val="585858"/>
                </a:solidFill>
                <a:latin typeface="Calibri"/>
                <a:cs typeface="Calibri"/>
              </a:rPr>
              <a:t> </a:t>
            </a:r>
            <a:r>
              <a:rPr sz="1600" dirty="0">
                <a:solidFill>
                  <a:srgbClr val="585858"/>
                </a:solidFill>
                <a:latin typeface="Calibri"/>
                <a:cs typeface="Calibri"/>
              </a:rPr>
              <a:t>la</a:t>
            </a:r>
            <a:r>
              <a:rPr sz="1600" spc="-5" dirty="0">
                <a:solidFill>
                  <a:srgbClr val="585858"/>
                </a:solidFill>
                <a:latin typeface="Calibri"/>
                <a:cs typeface="Calibri"/>
              </a:rPr>
              <a:t> </a:t>
            </a:r>
            <a:r>
              <a:rPr sz="1600" dirty="0">
                <a:solidFill>
                  <a:srgbClr val="585858"/>
                </a:solidFill>
                <a:latin typeface="Calibri"/>
                <a:cs typeface="Calibri"/>
              </a:rPr>
              <a:t>quantité</a:t>
            </a:r>
            <a:r>
              <a:rPr sz="1600" spc="-25" dirty="0">
                <a:solidFill>
                  <a:srgbClr val="585858"/>
                </a:solidFill>
                <a:latin typeface="Calibri"/>
                <a:cs typeface="Calibri"/>
              </a:rPr>
              <a:t> </a:t>
            </a:r>
            <a:r>
              <a:rPr sz="1600" dirty="0">
                <a:solidFill>
                  <a:srgbClr val="585858"/>
                </a:solidFill>
                <a:latin typeface="Calibri"/>
                <a:cs typeface="Calibri"/>
              </a:rPr>
              <a:t>de</a:t>
            </a:r>
            <a:r>
              <a:rPr sz="1600" spc="-10" dirty="0">
                <a:solidFill>
                  <a:srgbClr val="585858"/>
                </a:solidFill>
                <a:latin typeface="Calibri"/>
                <a:cs typeface="Calibri"/>
              </a:rPr>
              <a:t> </a:t>
            </a:r>
            <a:r>
              <a:rPr sz="1600" spc="-10" dirty="0" err="1" smtClean="0">
                <a:solidFill>
                  <a:srgbClr val="585858"/>
                </a:solidFill>
                <a:latin typeface="Calibri"/>
                <a:cs typeface="Calibri"/>
              </a:rPr>
              <a:t>mémoire</a:t>
            </a:r>
            <a:r>
              <a:rPr lang="fr-FR" sz="1600" dirty="0">
                <a:latin typeface="Calibri"/>
                <a:cs typeface="Calibri"/>
              </a:rPr>
              <a:t> </a:t>
            </a:r>
            <a:r>
              <a:rPr sz="1600" spc="-10" dirty="0" err="1" smtClean="0">
                <a:solidFill>
                  <a:srgbClr val="585858"/>
                </a:solidFill>
                <a:latin typeface="Calibri"/>
                <a:cs typeface="Calibri"/>
              </a:rPr>
              <a:t>transférée</a:t>
            </a:r>
            <a:r>
              <a:rPr sz="1600" spc="-10" dirty="0">
                <a:solidFill>
                  <a:srgbClr val="585858"/>
                </a:solidFill>
                <a:latin typeface="Calibri"/>
                <a:cs typeface="Calibri"/>
              </a:rPr>
              <a:t>.</a:t>
            </a:r>
            <a:endParaRPr sz="1600" dirty="0">
              <a:latin typeface="Calibri"/>
              <a:cs typeface="Calibri"/>
            </a:endParaRPr>
          </a:p>
          <a:p>
            <a:pPr marL="12700">
              <a:lnSpc>
                <a:spcPct val="150000"/>
              </a:lnSpc>
              <a:spcBef>
                <a:spcPts val="745"/>
              </a:spcBef>
            </a:pPr>
            <a:endParaRPr lang="fr-FR" sz="1600" b="1" spc="-10" dirty="0" smtClean="0">
              <a:solidFill>
                <a:srgbClr val="0058A0"/>
              </a:solidFill>
              <a:latin typeface="Calibri"/>
              <a:cs typeface="Calibri"/>
            </a:endParaRPr>
          </a:p>
          <a:p>
            <a:pPr marL="12700">
              <a:lnSpc>
                <a:spcPct val="150000"/>
              </a:lnSpc>
              <a:spcBef>
                <a:spcPts val="745"/>
              </a:spcBef>
            </a:pPr>
            <a:r>
              <a:rPr sz="1600" b="1" spc="-10" dirty="0" err="1" smtClean="0">
                <a:solidFill>
                  <a:srgbClr val="0058A0"/>
                </a:solidFill>
                <a:latin typeface="Calibri"/>
                <a:cs typeface="Calibri"/>
              </a:rPr>
              <a:t>Contraintes</a:t>
            </a:r>
            <a:r>
              <a:rPr sz="1600" b="1" dirty="0" smtClean="0">
                <a:solidFill>
                  <a:srgbClr val="0058A0"/>
                </a:solidFill>
                <a:latin typeface="Calibri"/>
                <a:cs typeface="Calibri"/>
              </a:rPr>
              <a:t> </a:t>
            </a:r>
            <a:r>
              <a:rPr sz="1600" b="1" spc="-50" dirty="0">
                <a:solidFill>
                  <a:srgbClr val="0058A0"/>
                </a:solidFill>
                <a:latin typeface="Calibri"/>
                <a:cs typeface="Calibri"/>
              </a:rPr>
              <a:t>:</a:t>
            </a:r>
            <a:endParaRPr sz="1600" dirty="0">
              <a:latin typeface="Calibri"/>
              <a:cs typeface="Calibri"/>
            </a:endParaRPr>
          </a:p>
          <a:p>
            <a:pPr marL="12700">
              <a:lnSpc>
                <a:spcPct val="150000"/>
              </a:lnSpc>
              <a:spcBef>
                <a:spcPts val="770"/>
              </a:spcBef>
            </a:pPr>
            <a:r>
              <a:rPr sz="1600" dirty="0">
                <a:solidFill>
                  <a:srgbClr val="585858"/>
                </a:solidFill>
                <a:latin typeface="Calibri"/>
                <a:cs typeface="Calibri"/>
              </a:rPr>
              <a:t>Processus</a:t>
            </a:r>
            <a:r>
              <a:rPr sz="1600" spc="-15" dirty="0">
                <a:solidFill>
                  <a:srgbClr val="585858"/>
                </a:solidFill>
                <a:latin typeface="Calibri"/>
                <a:cs typeface="Calibri"/>
              </a:rPr>
              <a:t> </a:t>
            </a:r>
            <a:r>
              <a:rPr sz="1600" dirty="0">
                <a:solidFill>
                  <a:srgbClr val="585858"/>
                </a:solidFill>
                <a:latin typeface="Calibri"/>
                <a:cs typeface="Calibri"/>
              </a:rPr>
              <a:t>à</a:t>
            </a:r>
            <a:r>
              <a:rPr sz="1600" spc="-20" dirty="0">
                <a:solidFill>
                  <a:srgbClr val="585858"/>
                </a:solidFill>
                <a:latin typeface="Calibri"/>
                <a:cs typeface="Calibri"/>
              </a:rPr>
              <a:t> </a:t>
            </a:r>
            <a:r>
              <a:rPr sz="1600" spc="-10" dirty="0">
                <a:solidFill>
                  <a:srgbClr val="585858"/>
                </a:solidFill>
                <a:latin typeface="Calibri"/>
                <a:cs typeface="Calibri"/>
              </a:rPr>
              <a:t>transférer</a:t>
            </a:r>
            <a:r>
              <a:rPr sz="1600" spc="-50" dirty="0">
                <a:solidFill>
                  <a:srgbClr val="585858"/>
                </a:solidFill>
                <a:latin typeface="Calibri"/>
                <a:cs typeface="Calibri"/>
              </a:rPr>
              <a:t> </a:t>
            </a:r>
            <a:r>
              <a:rPr sz="1600" dirty="0">
                <a:solidFill>
                  <a:srgbClr val="585858"/>
                </a:solidFill>
                <a:latin typeface="Calibri"/>
                <a:cs typeface="Calibri"/>
              </a:rPr>
              <a:t>doit</a:t>
            </a:r>
            <a:r>
              <a:rPr sz="1600" spc="-20" dirty="0">
                <a:solidFill>
                  <a:srgbClr val="585858"/>
                </a:solidFill>
                <a:latin typeface="Calibri"/>
                <a:cs typeface="Calibri"/>
              </a:rPr>
              <a:t> </a:t>
            </a:r>
            <a:r>
              <a:rPr sz="1600" dirty="0">
                <a:solidFill>
                  <a:srgbClr val="585858"/>
                </a:solidFill>
                <a:latin typeface="Calibri"/>
                <a:cs typeface="Calibri"/>
              </a:rPr>
              <a:t>être</a:t>
            </a:r>
            <a:r>
              <a:rPr sz="1600" spc="-45" dirty="0">
                <a:solidFill>
                  <a:srgbClr val="585858"/>
                </a:solidFill>
                <a:latin typeface="Calibri"/>
                <a:cs typeface="Calibri"/>
              </a:rPr>
              <a:t> </a:t>
            </a:r>
            <a:r>
              <a:rPr sz="1600" spc="-10" dirty="0" err="1">
                <a:solidFill>
                  <a:srgbClr val="585858"/>
                </a:solidFill>
                <a:latin typeface="Calibri"/>
                <a:cs typeface="Calibri"/>
              </a:rPr>
              <a:t>inactif</a:t>
            </a:r>
            <a:r>
              <a:rPr sz="1200" spc="-10" dirty="0" smtClean="0">
                <a:solidFill>
                  <a:srgbClr val="585858"/>
                </a:solidFill>
                <a:latin typeface="Calibri"/>
                <a:cs typeface="Calibri"/>
              </a:rPr>
              <a:t>.</a:t>
            </a:r>
            <a:endParaRPr sz="12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12</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mémoire</a:t>
            </a:r>
          </a:p>
          <a:p>
            <a:pPr marL="12700">
              <a:lnSpc>
                <a:spcPct val="100000"/>
              </a:lnSpc>
              <a:spcBef>
                <a:spcPts val="90"/>
              </a:spcBef>
            </a:pPr>
            <a:r>
              <a:rPr lang="fr-FR" sz="1600" spc="-10" dirty="0">
                <a:solidFill>
                  <a:srgbClr val="007842"/>
                </a:solidFill>
              </a:rPr>
              <a:t>Stratégies de gestion de la mémoire</a:t>
            </a:r>
            <a:endParaRPr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715"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950561" y="1898925"/>
            <a:ext cx="10411460" cy="3426579"/>
          </a:xfrm>
          <a:prstGeom prst="rect">
            <a:avLst/>
          </a:prstGeom>
        </p:spPr>
        <p:txBody>
          <a:bodyPr vert="horz" wrap="square" lIns="0" tIns="12700" rIns="0" bIns="0" rtlCol="0">
            <a:spAutoFit/>
          </a:bodyPr>
          <a:lstStyle/>
          <a:p>
            <a:pPr marL="12700">
              <a:lnSpc>
                <a:spcPct val="200000"/>
              </a:lnSpc>
              <a:spcBef>
                <a:spcPts val="1440"/>
              </a:spcBef>
            </a:pPr>
            <a:r>
              <a:rPr sz="1600" b="1" dirty="0" err="1" smtClean="0">
                <a:solidFill>
                  <a:srgbClr val="FF7800"/>
                </a:solidFill>
                <a:latin typeface="Calibri"/>
                <a:cs typeface="Calibri"/>
              </a:rPr>
              <a:t>Mémoire</a:t>
            </a:r>
            <a:r>
              <a:rPr sz="1600" b="1" spc="-30" dirty="0" smtClean="0">
                <a:solidFill>
                  <a:srgbClr val="FF7800"/>
                </a:solidFill>
                <a:latin typeface="Calibri"/>
                <a:cs typeface="Calibri"/>
              </a:rPr>
              <a:t> </a:t>
            </a:r>
            <a:r>
              <a:rPr sz="1600" b="1" dirty="0">
                <a:solidFill>
                  <a:srgbClr val="FF7800"/>
                </a:solidFill>
                <a:latin typeface="Calibri"/>
                <a:cs typeface="Calibri"/>
              </a:rPr>
              <a:t>virtuelle</a:t>
            </a:r>
            <a:r>
              <a:rPr sz="1600" b="1" spc="-15" dirty="0">
                <a:solidFill>
                  <a:srgbClr val="FF7800"/>
                </a:solidFill>
                <a:latin typeface="Calibri"/>
                <a:cs typeface="Calibri"/>
              </a:rPr>
              <a:t> </a:t>
            </a:r>
            <a:r>
              <a:rPr sz="1600" b="1" dirty="0">
                <a:solidFill>
                  <a:srgbClr val="FF7800"/>
                </a:solidFill>
                <a:latin typeface="Calibri"/>
                <a:cs typeface="Calibri"/>
              </a:rPr>
              <a:t>:</a:t>
            </a:r>
            <a:r>
              <a:rPr sz="1600" b="1" spc="-25" dirty="0">
                <a:solidFill>
                  <a:srgbClr val="FF7800"/>
                </a:solidFill>
                <a:latin typeface="Calibri"/>
                <a:cs typeface="Calibri"/>
              </a:rPr>
              <a:t> </a:t>
            </a:r>
            <a:r>
              <a:rPr lang="fr-FR" sz="1600" dirty="0">
                <a:solidFill>
                  <a:srgbClr val="585858"/>
                </a:solidFill>
                <a:latin typeface="Calibri"/>
                <a:cs typeface="Calibri"/>
              </a:rPr>
              <a:t>F</a:t>
            </a:r>
            <a:r>
              <a:rPr sz="1600" dirty="0" err="1" smtClean="0">
                <a:solidFill>
                  <a:srgbClr val="585858"/>
                </a:solidFill>
                <a:latin typeface="Calibri"/>
                <a:cs typeface="Calibri"/>
              </a:rPr>
              <a:t>ournit</a:t>
            </a:r>
            <a:r>
              <a:rPr sz="1600" spc="5" dirty="0" smtClean="0">
                <a:solidFill>
                  <a:srgbClr val="585858"/>
                </a:solidFill>
                <a:latin typeface="Calibri"/>
                <a:cs typeface="Calibri"/>
              </a:rPr>
              <a:t> </a:t>
            </a:r>
            <a:r>
              <a:rPr sz="1600" dirty="0">
                <a:solidFill>
                  <a:srgbClr val="585858"/>
                </a:solidFill>
                <a:latin typeface="Calibri"/>
                <a:cs typeface="Calibri"/>
              </a:rPr>
              <a:t>un</a:t>
            </a:r>
            <a:r>
              <a:rPr sz="1600" spc="-15" dirty="0">
                <a:solidFill>
                  <a:srgbClr val="585858"/>
                </a:solidFill>
                <a:latin typeface="Calibri"/>
                <a:cs typeface="Calibri"/>
              </a:rPr>
              <a:t> </a:t>
            </a:r>
            <a:r>
              <a:rPr sz="1600" dirty="0">
                <a:solidFill>
                  <a:srgbClr val="585858"/>
                </a:solidFill>
                <a:latin typeface="Calibri"/>
                <a:cs typeface="Calibri"/>
              </a:rPr>
              <a:t>espace</a:t>
            </a:r>
            <a:r>
              <a:rPr sz="1600" spc="-5" dirty="0">
                <a:solidFill>
                  <a:srgbClr val="585858"/>
                </a:solidFill>
                <a:latin typeface="Calibri"/>
                <a:cs typeface="Calibri"/>
              </a:rPr>
              <a:t> </a:t>
            </a:r>
            <a:r>
              <a:rPr sz="1600" spc="-10" dirty="0">
                <a:solidFill>
                  <a:srgbClr val="585858"/>
                </a:solidFill>
                <a:latin typeface="Calibri"/>
                <a:cs typeface="Calibri"/>
              </a:rPr>
              <a:t>d’adressage</a:t>
            </a:r>
            <a:r>
              <a:rPr sz="1600" spc="-20" dirty="0">
                <a:solidFill>
                  <a:srgbClr val="585858"/>
                </a:solidFill>
                <a:latin typeface="Calibri"/>
                <a:cs typeface="Calibri"/>
              </a:rPr>
              <a:t> </a:t>
            </a:r>
            <a:r>
              <a:rPr sz="1600" spc="-10" dirty="0">
                <a:solidFill>
                  <a:srgbClr val="585858"/>
                </a:solidFill>
                <a:latin typeface="Calibri"/>
                <a:cs typeface="Calibri"/>
              </a:rPr>
              <a:t>différent</a:t>
            </a:r>
            <a:r>
              <a:rPr sz="1600" spc="-25" dirty="0">
                <a:solidFill>
                  <a:srgbClr val="585858"/>
                </a:solidFill>
                <a:latin typeface="Calibri"/>
                <a:cs typeface="Calibri"/>
              </a:rPr>
              <a:t> </a:t>
            </a:r>
            <a:r>
              <a:rPr sz="1600" dirty="0">
                <a:solidFill>
                  <a:srgbClr val="585858"/>
                </a:solidFill>
                <a:latin typeface="Calibri"/>
                <a:cs typeface="Calibri"/>
              </a:rPr>
              <a:t>de la</a:t>
            </a:r>
            <a:r>
              <a:rPr sz="1600" spc="-30" dirty="0">
                <a:solidFill>
                  <a:srgbClr val="585858"/>
                </a:solidFill>
                <a:latin typeface="Calibri"/>
                <a:cs typeface="Calibri"/>
              </a:rPr>
              <a:t> </a:t>
            </a:r>
            <a:r>
              <a:rPr sz="1600" dirty="0">
                <a:solidFill>
                  <a:srgbClr val="585858"/>
                </a:solidFill>
                <a:latin typeface="Calibri"/>
                <a:cs typeface="Calibri"/>
              </a:rPr>
              <a:t>mémoire RAM.</a:t>
            </a:r>
            <a:r>
              <a:rPr sz="1600" spc="-20" dirty="0">
                <a:solidFill>
                  <a:srgbClr val="585858"/>
                </a:solidFill>
                <a:latin typeface="Calibri"/>
                <a:cs typeface="Calibri"/>
              </a:rPr>
              <a:t> </a:t>
            </a:r>
            <a:r>
              <a:rPr sz="1600" dirty="0">
                <a:solidFill>
                  <a:srgbClr val="585858"/>
                </a:solidFill>
                <a:latin typeface="Calibri"/>
                <a:cs typeface="Calibri"/>
              </a:rPr>
              <a:t>Ainsi,</a:t>
            </a:r>
            <a:r>
              <a:rPr sz="1600" spc="-20" dirty="0">
                <a:solidFill>
                  <a:srgbClr val="585858"/>
                </a:solidFill>
                <a:latin typeface="Calibri"/>
                <a:cs typeface="Calibri"/>
              </a:rPr>
              <a:t> </a:t>
            </a:r>
            <a:r>
              <a:rPr sz="1600" dirty="0">
                <a:solidFill>
                  <a:srgbClr val="585858"/>
                </a:solidFill>
                <a:latin typeface="Calibri"/>
                <a:cs typeface="Calibri"/>
              </a:rPr>
              <a:t>il</a:t>
            </a:r>
            <a:r>
              <a:rPr sz="1600" spc="-20" dirty="0">
                <a:solidFill>
                  <a:srgbClr val="585858"/>
                </a:solidFill>
                <a:latin typeface="Calibri"/>
                <a:cs typeface="Calibri"/>
              </a:rPr>
              <a:t> </a:t>
            </a:r>
            <a:r>
              <a:rPr sz="1600" dirty="0">
                <a:solidFill>
                  <a:srgbClr val="585858"/>
                </a:solidFill>
                <a:latin typeface="Calibri"/>
                <a:cs typeface="Calibri"/>
              </a:rPr>
              <a:t>est</a:t>
            </a:r>
            <a:r>
              <a:rPr sz="1600" spc="-5" dirty="0">
                <a:solidFill>
                  <a:srgbClr val="585858"/>
                </a:solidFill>
                <a:latin typeface="Calibri"/>
                <a:cs typeface="Calibri"/>
              </a:rPr>
              <a:t> </a:t>
            </a:r>
            <a:r>
              <a:rPr sz="1600" dirty="0">
                <a:solidFill>
                  <a:srgbClr val="585858"/>
                </a:solidFill>
                <a:latin typeface="Calibri"/>
                <a:cs typeface="Calibri"/>
              </a:rPr>
              <a:t>possible </a:t>
            </a:r>
            <a:r>
              <a:rPr sz="1600" spc="-20" dirty="0">
                <a:solidFill>
                  <a:srgbClr val="585858"/>
                </a:solidFill>
                <a:latin typeface="Calibri"/>
                <a:cs typeface="Calibri"/>
              </a:rPr>
              <a:t>d’exécuter</a:t>
            </a:r>
            <a:r>
              <a:rPr sz="1600" spc="-15" dirty="0">
                <a:solidFill>
                  <a:srgbClr val="585858"/>
                </a:solidFill>
                <a:latin typeface="Calibri"/>
                <a:cs typeface="Calibri"/>
              </a:rPr>
              <a:t> </a:t>
            </a:r>
            <a:r>
              <a:rPr sz="1600" dirty="0">
                <a:solidFill>
                  <a:srgbClr val="585858"/>
                </a:solidFill>
                <a:latin typeface="Calibri"/>
                <a:cs typeface="Calibri"/>
              </a:rPr>
              <a:t>des</a:t>
            </a:r>
            <a:r>
              <a:rPr sz="1600" spc="5" dirty="0">
                <a:solidFill>
                  <a:srgbClr val="585858"/>
                </a:solidFill>
                <a:latin typeface="Calibri"/>
                <a:cs typeface="Calibri"/>
              </a:rPr>
              <a:t> </a:t>
            </a:r>
            <a:r>
              <a:rPr sz="1600" spc="-10" dirty="0">
                <a:solidFill>
                  <a:srgbClr val="585858"/>
                </a:solidFill>
                <a:latin typeface="Calibri"/>
                <a:cs typeface="Calibri"/>
              </a:rPr>
              <a:t>programmes</a:t>
            </a:r>
            <a:r>
              <a:rPr sz="1600" spc="-15" dirty="0">
                <a:solidFill>
                  <a:srgbClr val="585858"/>
                </a:solidFill>
                <a:latin typeface="Calibri"/>
                <a:cs typeface="Calibri"/>
              </a:rPr>
              <a:t> </a:t>
            </a:r>
            <a:r>
              <a:rPr sz="1600" dirty="0">
                <a:solidFill>
                  <a:srgbClr val="585858"/>
                </a:solidFill>
                <a:latin typeface="Calibri"/>
                <a:cs typeface="Calibri"/>
              </a:rPr>
              <a:t>qui</a:t>
            </a:r>
            <a:r>
              <a:rPr sz="1600" spc="-40" dirty="0">
                <a:solidFill>
                  <a:srgbClr val="585858"/>
                </a:solidFill>
                <a:latin typeface="Calibri"/>
                <a:cs typeface="Calibri"/>
              </a:rPr>
              <a:t> </a:t>
            </a:r>
            <a:r>
              <a:rPr sz="1600" dirty="0">
                <a:solidFill>
                  <a:srgbClr val="585858"/>
                </a:solidFill>
                <a:latin typeface="Calibri"/>
                <a:cs typeface="Calibri"/>
              </a:rPr>
              <a:t>nécessitent plus</a:t>
            </a:r>
            <a:r>
              <a:rPr sz="1600" spc="-20" dirty="0">
                <a:solidFill>
                  <a:srgbClr val="585858"/>
                </a:solidFill>
                <a:latin typeface="Calibri"/>
                <a:cs typeface="Calibri"/>
              </a:rPr>
              <a:t> </a:t>
            </a:r>
            <a:r>
              <a:rPr sz="1600" dirty="0">
                <a:solidFill>
                  <a:srgbClr val="585858"/>
                </a:solidFill>
                <a:latin typeface="Calibri"/>
                <a:cs typeface="Calibri"/>
              </a:rPr>
              <a:t>de</a:t>
            </a:r>
            <a:r>
              <a:rPr sz="1600" spc="20" dirty="0">
                <a:solidFill>
                  <a:srgbClr val="585858"/>
                </a:solidFill>
                <a:latin typeface="Calibri"/>
                <a:cs typeface="Calibri"/>
              </a:rPr>
              <a:t> </a:t>
            </a:r>
            <a:r>
              <a:rPr sz="1600" spc="-10" dirty="0" err="1" smtClean="0">
                <a:solidFill>
                  <a:srgbClr val="585858"/>
                </a:solidFill>
                <a:latin typeface="Calibri"/>
                <a:cs typeface="Calibri"/>
              </a:rPr>
              <a:t>ressources</a:t>
            </a:r>
            <a:r>
              <a:rPr sz="1600" dirty="0" err="1" smtClean="0">
                <a:solidFill>
                  <a:srgbClr val="585858"/>
                </a:solidFill>
                <a:latin typeface="Calibri"/>
                <a:cs typeface="Calibri"/>
              </a:rPr>
              <a:t>que</a:t>
            </a:r>
            <a:r>
              <a:rPr sz="1600" spc="-15" dirty="0" smtClean="0">
                <a:solidFill>
                  <a:srgbClr val="585858"/>
                </a:solidFill>
                <a:latin typeface="Calibri"/>
                <a:cs typeface="Calibri"/>
              </a:rPr>
              <a:t> </a:t>
            </a:r>
            <a:r>
              <a:rPr sz="1600" dirty="0">
                <a:solidFill>
                  <a:srgbClr val="585858"/>
                </a:solidFill>
                <a:latin typeface="Calibri"/>
                <a:cs typeface="Calibri"/>
              </a:rPr>
              <a:t>la</a:t>
            </a:r>
            <a:r>
              <a:rPr sz="1600" spc="-30" dirty="0">
                <a:solidFill>
                  <a:srgbClr val="585858"/>
                </a:solidFill>
                <a:latin typeface="Calibri"/>
                <a:cs typeface="Calibri"/>
              </a:rPr>
              <a:t> </a:t>
            </a:r>
            <a:r>
              <a:rPr sz="1600" dirty="0">
                <a:solidFill>
                  <a:srgbClr val="585858"/>
                </a:solidFill>
                <a:latin typeface="Calibri"/>
                <a:cs typeface="Calibri"/>
              </a:rPr>
              <a:t>taille</a:t>
            </a:r>
            <a:r>
              <a:rPr sz="1600" spc="15" dirty="0">
                <a:solidFill>
                  <a:srgbClr val="585858"/>
                </a:solidFill>
                <a:latin typeface="Calibri"/>
                <a:cs typeface="Calibri"/>
              </a:rPr>
              <a:t> </a:t>
            </a:r>
            <a:r>
              <a:rPr sz="1600" dirty="0">
                <a:solidFill>
                  <a:srgbClr val="585858"/>
                </a:solidFill>
                <a:latin typeface="Calibri"/>
                <a:cs typeface="Calibri"/>
              </a:rPr>
              <a:t>de</a:t>
            </a:r>
            <a:r>
              <a:rPr sz="1600" spc="-10" dirty="0">
                <a:solidFill>
                  <a:srgbClr val="585858"/>
                </a:solidFill>
                <a:latin typeface="Calibri"/>
                <a:cs typeface="Calibri"/>
              </a:rPr>
              <a:t> </a:t>
            </a:r>
            <a:r>
              <a:rPr sz="1600" dirty="0">
                <a:solidFill>
                  <a:srgbClr val="585858"/>
                </a:solidFill>
                <a:latin typeface="Calibri"/>
                <a:cs typeface="Calibri"/>
              </a:rPr>
              <a:t>la</a:t>
            </a:r>
            <a:r>
              <a:rPr sz="1600" spc="-15" dirty="0">
                <a:solidFill>
                  <a:srgbClr val="585858"/>
                </a:solidFill>
                <a:latin typeface="Calibri"/>
                <a:cs typeface="Calibri"/>
              </a:rPr>
              <a:t> </a:t>
            </a:r>
            <a:r>
              <a:rPr sz="1600" dirty="0">
                <a:solidFill>
                  <a:srgbClr val="585858"/>
                </a:solidFill>
                <a:latin typeface="Calibri"/>
                <a:cs typeface="Calibri"/>
              </a:rPr>
              <a:t>RAM</a:t>
            </a:r>
            <a:r>
              <a:rPr sz="1600" spc="-25" dirty="0">
                <a:solidFill>
                  <a:srgbClr val="585858"/>
                </a:solidFill>
                <a:latin typeface="Calibri"/>
                <a:cs typeface="Calibri"/>
              </a:rPr>
              <a:t> </a:t>
            </a:r>
            <a:r>
              <a:rPr sz="1600" spc="-10" dirty="0">
                <a:solidFill>
                  <a:srgbClr val="585858"/>
                </a:solidFill>
                <a:latin typeface="Calibri"/>
                <a:cs typeface="Calibri"/>
              </a:rPr>
              <a:t>disponible.</a:t>
            </a:r>
            <a:endParaRPr sz="1600" dirty="0">
              <a:latin typeface="Calibri"/>
              <a:cs typeface="Calibri"/>
            </a:endParaRPr>
          </a:p>
          <a:p>
            <a:pPr>
              <a:lnSpc>
                <a:spcPct val="100000"/>
              </a:lnSpc>
            </a:pPr>
            <a:endParaRPr sz="1200" dirty="0">
              <a:latin typeface="Calibri"/>
              <a:cs typeface="Calibri"/>
            </a:endParaRPr>
          </a:p>
          <a:p>
            <a:pPr>
              <a:lnSpc>
                <a:spcPct val="100000"/>
              </a:lnSpc>
              <a:spcBef>
                <a:spcPts val="335"/>
              </a:spcBef>
            </a:pPr>
            <a:endParaRPr sz="1200" dirty="0">
              <a:latin typeface="Calibri"/>
              <a:cs typeface="Calibri"/>
            </a:endParaRPr>
          </a:p>
          <a:p>
            <a:pPr marL="17780">
              <a:lnSpc>
                <a:spcPct val="100000"/>
              </a:lnSpc>
              <a:spcBef>
                <a:spcPts val="5"/>
              </a:spcBef>
            </a:pPr>
            <a:r>
              <a:rPr sz="1600" b="1" dirty="0">
                <a:solidFill>
                  <a:srgbClr val="FF7800"/>
                </a:solidFill>
                <a:latin typeface="Calibri"/>
                <a:cs typeface="Calibri"/>
              </a:rPr>
              <a:t>Mémoire</a:t>
            </a:r>
            <a:r>
              <a:rPr sz="1600" b="1" spc="-65" dirty="0">
                <a:solidFill>
                  <a:srgbClr val="FF7800"/>
                </a:solidFill>
                <a:latin typeface="Calibri"/>
                <a:cs typeface="Calibri"/>
              </a:rPr>
              <a:t> </a:t>
            </a:r>
            <a:r>
              <a:rPr sz="1600" b="1" dirty="0">
                <a:solidFill>
                  <a:srgbClr val="FF7800"/>
                </a:solidFill>
                <a:latin typeface="Calibri"/>
                <a:cs typeface="Calibri"/>
              </a:rPr>
              <a:t>virtuelle</a:t>
            </a:r>
            <a:r>
              <a:rPr sz="1600" b="1" spc="-65" dirty="0">
                <a:solidFill>
                  <a:srgbClr val="FF7800"/>
                </a:solidFill>
                <a:latin typeface="Calibri"/>
                <a:cs typeface="Calibri"/>
              </a:rPr>
              <a:t> </a:t>
            </a:r>
            <a:r>
              <a:rPr sz="1600" b="1" dirty="0">
                <a:solidFill>
                  <a:srgbClr val="FF7800"/>
                </a:solidFill>
                <a:latin typeface="Calibri"/>
                <a:cs typeface="Calibri"/>
              </a:rPr>
              <a:t>=</a:t>
            </a:r>
            <a:r>
              <a:rPr sz="1600" b="1" spc="-5" dirty="0">
                <a:solidFill>
                  <a:srgbClr val="FF7800"/>
                </a:solidFill>
                <a:latin typeface="Calibri"/>
                <a:cs typeface="Calibri"/>
              </a:rPr>
              <a:t> </a:t>
            </a:r>
            <a:r>
              <a:rPr sz="1600" b="1" dirty="0">
                <a:solidFill>
                  <a:srgbClr val="FF7800"/>
                </a:solidFill>
                <a:latin typeface="Calibri"/>
                <a:cs typeface="Calibri"/>
              </a:rPr>
              <a:t>RAM</a:t>
            </a:r>
            <a:r>
              <a:rPr sz="1600" b="1" spc="-55" dirty="0">
                <a:solidFill>
                  <a:srgbClr val="FF7800"/>
                </a:solidFill>
                <a:latin typeface="Calibri"/>
                <a:cs typeface="Calibri"/>
              </a:rPr>
              <a:t> </a:t>
            </a:r>
            <a:r>
              <a:rPr sz="1600" b="1" dirty="0">
                <a:solidFill>
                  <a:srgbClr val="FF7800"/>
                </a:solidFill>
                <a:latin typeface="Calibri"/>
                <a:cs typeface="Calibri"/>
              </a:rPr>
              <a:t>+</a:t>
            </a:r>
            <a:r>
              <a:rPr sz="1600" b="1" spc="-5" dirty="0">
                <a:solidFill>
                  <a:srgbClr val="FF7800"/>
                </a:solidFill>
                <a:latin typeface="Calibri"/>
                <a:cs typeface="Calibri"/>
              </a:rPr>
              <a:t> </a:t>
            </a:r>
            <a:r>
              <a:rPr sz="1600" b="1" dirty="0">
                <a:solidFill>
                  <a:srgbClr val="FF7800"/>
                </a:solidFill>
                <a:latin typeface="Calibri"/>
                <a:cs typeface="Calibri"/>
              </a:rPr>
              <a:t>partition</a:t>
            </a:r>
            <a:r>
              <a:rPr sz="1600" b="1" spc="-15" dirty="0">
                <a:solidFill>
                  <a:srgbClr val="FF7800"/>
                </a:solidFill>
                <a:latin typeface="Calibri"/>
                <a:cs typeface="Calibri"/>
              </a:rPr>
              <a:t> </a:t>
            </a:r>
            <a:r>
              <a:rPr sz="1600" b="1" spc="-20" dirty="0">
                <a:solidFill>
                  <a:srgbClr val="FF7800"/>
                </a:solidFill>
                <a:latin typeface="Calibri"/>
                <a:cs typeface="Calibri"/>
              </a:rPr>
              <a:t>SWAP</a:t>
            </a:r>
            <a:endParaRPr sz="1600" dirty="0">
              <a:latin typeface="Calibri"/>
              <a:cs typeface="Calibri"/>
            </a:endParaRPr>
          </a:p>
          <a:p>
            <a:pPr>
              <a:lnSpc>
                <a:spcPct val="100000"/>
              </a:lnSpc>
              <a:spcBef>
                <a:spcPts val="60"/>
              </a:spcBef>
            </a:pPr>
            <a:endParaRPr sz="1600" dirty="0">
              <a:latin typeface="Calibri"/>
              <a:cs typeface="Calibri"/>
            </a:endParaRPr>
          </a:p>
          <a:p>
            <a:pPr marL="298450" indent="-285750">
              <a:lnSpc>
                <a:spcPct val="200000"/>
              </a:lnSpc>
              <a:spcBef>
                <a:spcPts val="5"/>
              </a:spcBef>
              <a:buFont typeface="Arial" panose="020B0604020202020204" pitchFamily="34" charset="0"/>
              <a:buChar char="•"/>
            </a:pPr>
            <a:r>
              <a:rPr sz="1600" dirty="0">
                <a:solidFill>
                  <a:srgbClr val="585858"/>
                </a:solidFill>
                <a:latin typeface="Calibri"/>
                <a:cs typeface="Calibri"/>
              </a:rPr>
              <a:t>La</a:t>
            </a:r>
            <a:r>
              <a:rPr sz="1600" spc="-45" dirty="0">
                <a:solidFill>
                  <a:srgbClr val="585858"/>
                </a:solidFill>
                <a:latin typeface="Calibri"/>
                <a:cs typeface="Calibri"/>
              </a:rPr>
              <a:t> </a:t>
            </a:r>
            <a:r>
              <a:rPr sz="1600" dirty="0">
                <a:solidFill>
                  <a:srgbClr val="585858"/>
                </a:solidFill>
                <a:latin typeface="Calibri"/>
                <a:cs typeface="Calibri"/>
              </a:rPr>
              <a:t>mémoire</a:t>
            </a:r>
            <a:r>
              <a:rPr sz="1600" spc="10" dirty="0">
                <a:solidFill>
                  <a:srgbClr val="585858"/>
                </a:solidFill>
                <a:latin typeface="Calibri"/>
                <a:cs typeface="Calibri"/>
              </a:rPr>
              <a:t> </a:t>
            </a:r>
            <a:r>
              <a:rPr sz="1600" dirty="0">
                <a:solidFill>
                  <a:srgbClr val="585858"/>
                </a:solidFill>
                <a:latin typeface="Calibri"/>
                <a:cs typeface="Calibri"/>
              </a:rPr>
              <a:t>virtuelle</a:t>
            </a:r>
            <a:r>
              <a:rPr sz="1600" spc="5" dirty="0">
                <a:solidFill>
                  <a:srgbClr val="585858"/>
                </a:solidFill>
                <a:latin typeface="Calibri"/>
                <a:cs typeface="Calibri"/>
              </a:rPr>
              <a:t> </a:t>
            </a:r>
            <a:r>
              <a:rPr sz="1600" dirty="0">
                <a:solidFill>
                  <a:srgbClr val="585858"/>
                </a:solidFill>
                <a:latin typeface="Calibri"/>
                <a:cs typeface="Calibri"/>
              </a:rPr>
              <a:t>utilise</a:t>
            </a:r>
            <a:r>
              <a:rPr sz="1600" spc="-10" dirty="0">
                <a:solidFill>
                  <a:srgbClr val="585858"/>
                </a:solidFill>
                <a:latin typeface="Calibri"/>
                <a:cs typeface="Calibri"/>
              </a:rPr>
              <a:t> </a:t>
            </a:r>
            <a:r>
              <a:rPr sz="1600" dirty="0">
                <a:solidFill>
                  <a:srgbClr val="585858"/>
                </a:solidFill>
                <a:latin typeface="Calibri"/>
                <a:cs typeface="Calibri"/>
              </a:rPr>
              <a:t>les</a:t>
            </a:r>
            <a:r>
              <a:rPr sz="1600" spc="-10" dirty="0">
                <a:solidFill>
                  <a:srgbClr val="585858"/>
                </a:solidFill>
                <a:latin typeface="Calibri"/>
                <a:cs typeface="Calibri"/>
              </a:rPr>
              <a:t> techniques</a:t>
            </a:r>
            <a:r>
              <a:rPr sz="1600" spc="-5" dirty="0">
                <a:solidFill>
                  <a:srgbClr val="585858"/>
                </a:solidFill>
                <a:latin typeface="Calibri"/>
                <a:cs typeface="Calibri"/>
              </a:rPr>
              <a:t> </a:t>
            </a:r>
            <a:r>
              <a:rPr sz="1600" dirty="0">
                <a:solidFill>
                  <a:srgbClr val="585858"/>
                </a:solidFill>
                <a:latin typeface="Calibri"/>
                <a:cs typeface="Calibri"/>
              </a:rPr>
              <a:t>de</a:t>
            </a:r>
            <a:r>
              <a:rPr sz="1600" spc="-40" dirty="0">
                <a:solidFill>
                  <a:srgbClr val="585858"/>
                </a:solidFill>
                <a:latin typeface="Calibri"/>
                <a:cs typeface="Calibri"/>
              </a:rPr>
              <a:t> </a:t>
            </a:r>
            <a:r>
              <a:rPr sz="1600" dirty="0">
                <a:solidFill>
                  <a:srgbClr val="585858"/>
                </a:solidFill>
                <a:latin typeface="Calibri"/>
                <a:cs typeface="Calibri"/>
              </a:rPr>
              <a:t>pagination,</a:t>
            </a:r>
            <a:r>
              <a:rPr sz="1600" spc="-5" dirty="0">
                <a:solidFill>
                  <a:srgbClr val="585858"/>
                </a:solidFill>
                <a:latin typeface="Calibri"/>
                <a:cs typeface="Calibri"/>
              </a:rPr>
              <a:t> </a:t>
            </a:r>
            <a:r>
              <a:rPr sz="1600" spc="-10" dirty="0">
                <a:solidFill>
                  <a:srgbClr val="585858"/>
                </a:solidFill>
                <a:latin typeface="Calibri"/>
                <a:cs typeface="Calibri"/>
              </a:rPr>
              <a:t>segmentation</a:t>
            </a:r>
            <a:r>
              <a:rPr sz="1600" spc="-60" dirty="0">
                <a:solidFill>
                  <a:srgbClr val="585858"/>
                </a:solidFill>
                <a:latin typeface="Calibri"/>
                <a:cs typeface="Calibri"/>
              </a:rPr>
              <a:t> </a:t>
            </a:r>
            <a:r>
              <a:rPr sz="1600" dirty="0">
                <a:solidFill>
                  <a:srgbClr val="585858"/>
                </a:solidFill>
                <a:latin typeface="Calibri"/>
                <a:cs typeface="Calibri"/>
              </a:rPr>
              <a:t>ou</a:t>
            </a:r>
            <a:r>
              <a:rPr sz="1600" spc="-20" dirty="0">
                <a:solidFill>
                  <a:srgbClr val="585858"/>
                </a:solidFill>
                <a:latin typeface="Calibri"/>
                <a:cs typeface="Calibri"/>
              </a:rPr>
              <a:t> </a:t>
            </a:r>
            <a:r>
              <a:rPr sz="1600" dirty="0">
                <a:solidFill>
                  <a:srgbClr val="585858"/>
                </a:solidFill>
                <a:latin typeface="Calibri"/>
                <a:cs typeface="Calibri"/>
              </a:rPr>
              <a:t>segmentation</a:t>
            </a:r>
            <a:r>
              <a:rPr sz="1600" spc="-40" dirty="0">
                <a:solidFill>
                  <a:srgbClr val="585858"/>
                </a:solidFill>
                <a:latin typeface="Calibri"/>
                <a:cs typeface="Calibri"/>
              </a:rPr>
              <a:t> </a:t>
            </a:r>
            <a:r>
              <a:rPr sz="1600" spc="-10" dirty="0">
                <a:solidFill>
                  <a:srgbClr val="585858"/>
                </a:solidFill>
                <a:latin typeface="Calibri"/>
                <a:cs typeface="Calibri"/>
              </a:rPr>
              <a:t>paginée.</a:t>
            </a:r>
            <a:endParaRPr sz="1600" dirty="0">
              <a:latin typeface="Calibri"/>
              <a:cs typeface="Calibri"/>
            </a:endParaRPr>
          </a:p>
          <a:p>
            <a:pPr marL="298450" marR="6350" indent="-285750">
              <a:lnSpc>
                <a:spcPct val="200000"/>
              </a:lnSpc>
              <a:spcBef>
                <a:spcPts val="335"/>
              </a:spcBef>
              <a:buFont typeface="Arial" panose="020B0604020202020204" pitchFamily="34" charset="0"/>
              <a:buChar char="•"/>
            </a:pPr>
            <a:r>
              <a:rPr sz="1600" dirty="0">
                <a:solidFill>
                  <a:srgbClr val="585858"/>
                </a:solidFill>
                <a:latin typeface="Calibri"/>
                <a:cs typeface="Calibri"/>
              </a:rPr>
              <a:t>La</a:t>
            </a:r>
            <a:r>
              <a:rPr sz="1600" spc="-20" dirty="0">
                <a:solidFill>
                  <a:srgbClr val="585858"/>
                </a:solidFill>
                <a:latin typeface="Calibri"/>
                <a:cs typeface="Calibri"/>
              </a:rPr>
              <a:t> </a:t>
            </a:r>
            <a:r>
              <a:rPr sz="1600" dirty="0">
                <a:solidFill>
                  <a:srgbClr val="585858"/>
                </a:solidFill>
                <a:latin typeface="Calibri"/>
                <a:cs typeface="Calibri"/>
              </a:rPr>
              <a:t>mémoire</a:t>
            </a:r>
            <a:r>
              <a:rPr sz="1600" spc="-5" dirty="0">
                <a:solidFill>
                  <a:srgbClr val="585858"/>
                </a:solidFill>
                <a:latin typeface="Calibri"/>
                <a:cs typeface="Calibri"/>
              </a:rPr>
              <a:t> </a:t>
            </a:r>
            <a:r>
              <a:rPr sz="1600" dirty="0">
                <a:solidFill>
                  <a:srgbClr val="585858"/>
                </a:solidFill>
                <a:latin typeface="Calibri"/>
                <a:cs typeface="Calibri"/>
              </a:rPr>
              <a:t>d'échange</a:t>
            </a:r>
            <a:r>
              <a:rPr sz="1600" spc="-10" dirty="0">
                <a:solidFill>
                  <a:srgbClr val="585858"/>
                </a:solidFill>
                <a:latin typeface="Calibri"/>
                <a:cs typeface="Calibri"/>
              </a:rPr>
              <a:t> </a:t>
            </a:r>
            <a:r>
              <a:rPr sz="1600" dirty="0">
                <a:solidFill>
                  <a:srgbClr val="585858"/>
                </a:solidFill>
                <a:latin typeface="Calibri"/>
                <a:cs typeface="Calibri"/>
              </a:rPr>
              <a:t>(Swap)</a:t>
            </a:r>
            <a:r>
              <a:rPr sz="1600" spc="-20" dirty="0">
                <a:solidFill>
                  <a:srgbClr val="585858"/>
                </a:solidFill>
                <a:latin typeface="Calibri"/>
                <a:cs typeface="Calibri"/>
              </a:rPr>
              <a:t> </a:t>
            </a:r>
            <a:r>
              <a:rPr sz="1600" dirty="0">
                <a:solidFill>
                  <a:srgbClr val="585858"/>
                </a:solidFill>
                <a:latin typeface="Calibri"/>
                <a:cs typeface="Calibri"/>
              </a:rPr>
              <a:t>est</a:t>
            </a:r>
            <a:r>
              <a:rPr sz="1600" spc="-10" dirty="0">
                <a:solidFill>
                  <a:srgbClr val="585858"/>
                </a:solidFill>
                <a:latin typeface="Calibri"/>
                <a:cs typeface="Calibri"/>
              </a:rPr>
              <a:t> </a:t>
            </a:r>
            <a:r>
              <a:rPr sz="1600" dirty="0">
                <a:solidFill>
                  <a:srgbClr val="585858"/>
                </a:solidFill>
                <a:latin typeface="Calibri"/>
                <a:cs typeface="Calibri"/>
              </a:rPr>
              <a:t>un</a:t>
            </a:r>
            <a:r>
              <a:rPr sz="1600" spc="-20" dirty="0">
                <a:solidFill>
                  <a:srgbClr val="585858"/>
                </a:solidFill>
                <a:latin typeface="Calibri"/>
                <a:cs typeface="Calibri"/>
              </a:rPr>
              <a:t> </a:t>
            </a:r>
            <a:r>
              <a:rPr sz="1600" dirty="0">
                <a:solidFill>
                  <a:srgbClr val="585858"/>
                </a:solidFill>
                <a:latin typeface="Calibri"/>
                <a:cs typeface="Calibri"/>
              </a:rPr>
              <a:t>espace</a:t>
            </a:r>
            <a:r>
              <a:rPr sz="1600" spc="-15" dirty="0">
                <a:solidFill>
                  <a:srgbClr val="585858"/>
                </a:solidFill>
                <a:latin typeface="Calibri"/>
                <a:cs typeface="Calibri"/>
              </a:rPr>
              <a:t> </a:t>
            </a:r>
            <a:r>
              <a:rPr sz="1600" dirty="0">
                <a:solidFill>
                  <a:srgbClr val="585858"/>
                </a:solidFill>
                <a:latin typeface="Calibri"/>
                <a:cs typeface="Calibri"/>
              </a:rPr>
              <a:t>de</a:t>
            </a:r>
            <a:r>
              <a:rPr sz="1600" spc="5" dirty="0">
                <a:solidFill>
                  <a:srgbClr val="585858"/>
                </a:solidFill>
                <a:latin typeface="Calibri"/>
                <a:cs typeface="Calibri"/>
              </a:rPr>
              <a:t> </a:t>
            </a:r>
            <a:r>
              <a:rPr sz="1600" dirty="0">
                <a:solidFill>
                  <a:srgbClr val="585858"/>
                </a:solidFill>
                <a:latin typeface="Calibri"/>
                <a:cs typeface="Calibri"/>
              </a:rPr>
              <a:t>stockage</a:t>
            </a:r>
            <a:r>
              <a:rPr sz="1600" spc="-10"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dirty="0">
                <a:solidFill>
                  <a:srgbClr val="585858"/>
                </a:solidFill>
                <a:latin typeface="Calibri"/>
                <a:cs typeface="Calibri"/>
              </a:rPr>
              <a:t>disque</a:t>
            </a:r>
            <a:r>
              <a:rPr sz="1600" spc="-10" dirty="0">
                <a:solidFill>
                  <a:srgbClr val="585858"/>
                </a:solidFill>
                <a:latin typeface="Calibri"/>
                <a:cs typeface="Calibri"/>
              </a:rPr>
              <a:t> </a:t>
            </a:r>
            <a:r>
              <a:rPr sz="1600" dirty="0">
                <a:solidFill>
                  <a:srgbClr val="585858"/>
                </a:solidFill>
                <a:latin typeface="Calibri"/>
                <a:cs typeface="Calibri"/>
              </a:rPr>
              <a:t>dur</a:t>
            </a:r>
            <a:r>
              <a:rPr sz="1600" spc="-25" dirty="0">
                <a:solidFill>
                  <a:srgbClr val="585858"/>
                </a:solidFill>
                <a:latin typeface="Calibri"/>
                <a:cs typeface="Calibri"/>
              </a:rPr>
              <a:t> </a:t>
            </a:r>
            <a:r>
              <a:rPr sz="1600" dirty="0">
                <a:solidFill>
                  <a:srgbClr val="585858"/>
                </a:solidFill>
                <a:latin typeface="Calibri"/>
                <a:cs typeface="Calibri"/>
              </a:rPr>
              <a:t>qui</a:t>
            </a:r>
            <a:r>
              <a:rPr sz="1600" spc="-5" dirty="0">
                <a:solidFill>
                  <a:srgbClr val="585858"/>
                </a:solidFill>
                <a:latin typeface="Calibri"/>
                <a:cs typeface="Calibri"/>
              </a:rPr>
              <a:t> </a:t>
            </a:r>
            <a:r>
              <a:rPr sz="1600" dirty="0">
                <a:solidFill>
                  <a:srgbClr val="585858"/>
                </a:solidFill>
                <a:latin typeface="Calibri"/>
                <a:cs typeface="Calibri"/>
              </a:rPr>
              <a:t>est</a:t>
            </a:r>
            <a:r>
              <a:rPr sz="1600" spc="-10" dirty="0">
                <a:solidFill>
                  <a:srgbClr val="585858"/>
                </a:solidFill>
                <a:latin typeface="Calibri"/>
                <a:cs typeface="Calibri"/>
              </a:rPr>
              <a:t> </a:t>
            </a:r>
            <a:r>
              <a:rPr sz="1600" dirty="0">
                <a:solidFill>
                  <a:srgbClr val="585858"/>
                </a:solidFill>
                <a:latin typeface="Calibri"/>
                <a:cs typeface="Calibri"/>
              </a:rPr>
              <a:t>utilisée</a:t>
            </a:r>
            <a:r>
              <a:rPr sz="1600" spc="15" dirty="0">
                <a:solidFill>
                  <a:srgbClr val="585858"/>
                </a:solidFill>
                <a:latin typeface="Calibri"/>
                <a:cs typeface="Calibri"/>
              </a:rPr>
              <a:t> </a:t>
            </a:r>
            <a:r>
              <a:rPr sz="1600" dirty="0">
                <a:solidFill>
                  <a:srgbClr val="585858"/>
                </a:solidFill>
                <a:latin typeface="Calibri"/>
                <a:cs typeface="Calibri"/>
              </a:rPr>
              <a:t>chaque</a:t>
            </a:r>
            <a:r>
              <a:rPr sz="1600" spc="-10" dirty="0">
                <a:solidFill>
                  <a:srgbClr val="585858"/>
                </a:solidFill>
                <a:latin typeface="Calibri"/>
                <a:cs typeface="Calibri"/>
              </a:rPr>
              <a:t> </a:t>
            </a:r>
            <a:r>
              <a:rPr sz="1600" dirty="0">
                <a:solidFill>
                  <a:srgbClr val="585858"/>
                </a:solidFill>
                <a:latin typeface="Calibri"/>
                <a:cs typeface="Calibri"/>
              </a:rPr>
              <a:t>fois</a:t>
            </a:r>
            <a:r>
              <a:rPr sz="1600" spc="15" dirty="0">
                <a:solidFill>
                  <a:srgbClr val="585858"/>
                </a:solidFill>
                <a:latin typeface="Calibri"/>
                <a:cs typeface="Calibri"/>
              </a:rPr>
              <a:t> </a:t>
            </a:r>
            <a:r>
              <a:rPr sz="1600" dirty="0">
                <a:solidFill>
                  <a:srgbClr val="585858"/>
                </a:solidFill>
                <a:latin typeface="Calibri"/>
                <a:cs typeface="Calibri"/>
              </a:rPr>
              <a:t>que</a:t>
            </a:r>
            <a:r>
              <a:rPr sz="1600" spc="-15" dirty="0">
                <a:solidFill>
                  <a:srgbClr val="585858"/>
                </a:solidFill>
                <a:latin typeface="Calibri"/>
                <a:cs typeface="Calibri"/>
              </a:rPr>
              <a:t> </a:t>
            </a:r>
            <a:r>
              <a:rPr sz="1600" dirty="0">
                <a:solidFill>
                  <a:srgbClr val="585858"/>
                </a:solidFill>
                <a:latin typeface="Calibri"/>
                <a:cs typeface="Calibri"/>
              </a:rPr>
              <a:t>la</a:t>
            </a:r>
            <a:r>
              <a:rPr sz="1600" spc="-10" dirty="0">
                <a:solidFill>
                  <a:srgbClr val="585858"/>
                </a:solidFill>
                <a:latin typeface="Calibri"/>
                <a:cs typeface="Calibri"/>
              </a:rPr>
              <a:t> </a:t>
            </a:r>
            <a:r>
              <a:rPr sz="1600" dirty="0">
                <a:solidFill>
                  <a:srgbClr val="585858"/>
                </a:solidFill>
                <a:latin typeface="Calibri"/>
                <a:cs typeface="Calibri"/>
              </a:rPr>
              <a:t>RAM</a:t>
            </a:r>
            <a:r>
              <a:rPr sz="1600" spc="5" dirty="0">
                <a:solidFill>
                  <a:srgbClr val="585858"/>
                </a:solidFill>
                <a:latin typeface="Calibri"/>
                <a:cs typeface="Calibri"/>
              </a:rPr>
              <a:t> </a:t>
            </a:r>
            <a:r>
              <a:rPr sz="1600" dirty="0">
                <a:solidFill>
                  <a:srgbClr val="585858"/>
                </a:solidFill>
                <a:latin typeface="Calibri"/>
                <a:cs typeface="Calibri"/>
              </a:rPr>
              <a:t>manque</a:t>
            </a:r>
            <a:r>
              <a:rPr sz="1600" spc="-10"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dirty="0">
                <a:solidFill>
                  <a:srgbClr val="585858"/>
                </a:solidFill>
                <a:latin typeface="Calibri"/>
                <a:cs typeface="Calibri"/>
              </a:rPr>
              <a:t>mémoire.</a:t>
            </a:r>
            <a:r>
              <a:rPr sz="1600" spc="-10" dirty="0">
                <a:solidFill>
                  <a:srgbClr val="585858"/>
                </a:solidFill>
                <a:latin typeface="Calibri"/>
                <a:cs typeface="Calibri"/>
              </a:rPr>
              <a:t> </a:t>
            </a:r>
            <a:endParaRPr sz="12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13</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7" name="object 12"/>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a:t>
            </a:r>
            <a:r>
              <a:rPr lang="fr-FR" dirty="0">
                <a:solidFill>
                  <a:srgbClr val="007842"/>
                </a:solidFill>
              </a:rPr>
              <a:t>mémoire</a:t>
            </a:r>
            <a:br>
              <a:rPr lang="fr-FR" dirty="0">
                <a:solidFill>
                  <a:srgbClr val="007842"/>
                </a:solidFill>
              </a:rPr>
            </a:br>
            <a:r>
              <a:rPr lang="fr-FR" sz="1600" dirty="0">
                <a:solidFill>
                  <a:srgbClr val="007842"/>
                </a:solidFill>
              </a:rPr>
              <a:t>Stratégies de gestion de la mémoire</a:t>
            </a:r>
            <a:endParaRPr lang="fr-FR" sz="1600" dirty="0" smtClean="0">
              <a:solidFill>
                <a:srgbClr val="00784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a:spLocks noGrp="1"/>
          </p:cNvSpPr>
          <p:nvPr>
            <p:ph type="body" idx="1"/>
          </p:nvPr>
        </p:nvSpPr>
        <p:spPr>
          <a:xfrm>
            <a:off x="798982" y="1605152"/>
            <a:ext cx="10590530" cy="3937616"/>
          </a:xfrm>
          <a:prstGeom prst="rect">
            <a:avLst/>
          </a:prstGeom>
        </p:spPr>
        <p:txBody>
          <a:bodyPr vert="horz" wrap="square" lIns="0" tIns="13335" rIns="0" bIns="0" rtlCol="0">
            <a:spAutoFit/>
          </a:bodyPr>
          <a:lstStyle/>
          <a:p>
            <a:pPr marL="12700">
              <a:lnSpc>
                <a:spcPct val="100000"/>
              </a:lnSpc>
              <a:spcBef>
                <a:spcPts val="105"/>
              </a:spcBef>
            </a:pPr>
            <a:r>
              <a:rPr sz="1800" dirty="0">
                <a:solidFill>
                  <a:srgbClr val="FF7800"/>
                </a:solidFill>
              </a:rPr>
              <a:t>Gestion</a:t>
            </a:r>
            <a:r>
              <a:rPr sz="1800" spc="-40" dirty="0">
                <a:solidFill>
                  <a:srgbClr val="FF7800"/>
                </a:solidFill>
              </a:rPr>
              <a:t> </a:t>
            </a:r>
            <a:r>
              <a:rPr sz="1800" dirty="0">
                <a:solidFill>
                  <a:srgbClr val="FF7800"/>
                </a:solidFill>
              </a:rPr>
              <a:t>de</a:t>
            </a:r>
            <a:r>
              <a:rPr sz="1800" spc="-25" dirty="0">
                <a:solidFill>
                  <a:srgbClr val="FF7800"/>
                </a:solidFill>
              </a:rPr>
              <a:t> </a:t>
            </a:r>
            <a:r>
              <a:rPr sz="1800" dirty="0">
                <a:solidFill>
                  <a:srgbClr val="FF7800"/>
                </a:solidFill>
              </a:rPr>
              <a:t>la</a:t>
            </a:r>
            <a:r>
              <a:rPr sz="1800" spc="-10" dirty="0">
                <a:solidFill>
                  <a:srgbClr val="FF7800"/>
                </a:solidFill>
              </a:rPr>
              <a:t> </a:t>
            </a:r>
            <a:r>
              <a:rPr sz="1800" dirty="0">
                <a:solidFill>
                  <a:srgbClr val="FF7800"/>
                </a:solidFill>
              </a:rPr>
              <a:t>mémoire</a:t>
            </a:r>
            <a:r>
              <a:rPr sz="1800" spc="-55" dirty="0">
                <a:solidFill>
                  <a:srgbClr val="FF7800"/>
                </a:solidFill>
              </a:rPr>
              <a:t> </a:t>
            </a:r>
            <a:r>
              <a:rPr sz="1800" dirty="0">
                <a:solidFill>
                  <a:srgbClr val="FF7800"/>
                </a:solidFill>
              </a:rPr>
              <a:t>:</a:t>
            </a:r>
            <a:r>
              <a:rPr sz="1800" spc="-15" dirty="0">
                <a:solidFill>
                  <a:srgbClr val="FF7800"/>
                </a:solidFill>
              </a:rPr>
              <a:t> </a:t>
            </a:r>
            <a:r>
              <a:rPr sz="1800" spc="-10" dirty="0">
                <a:solidFill>
                  <a:srgbClr val="FF7800"/>
                </a:solidFill>
              </a:rPr>
              <a:t>Pagination</a:t>
            </a:r>
            <a:r>
              <a:rPr sz="1800" spc="-25" dirty="0">
                <a:solidFill>
                  <a:srgbClr val="FF7800"/>
                </a:solidFill>
              </a:rPr>
              <a:t> </a:t>
            </a:r>
            <a:r>
              <a:rPr sz="1800" spc="-10" dirty="0">
                <a:solidFill>
                  <a:srgbClr val="FF7800"/>
                </a:solidFill>
              </a:rPr>
              <a:t>(Paging)</a:t>
            </a:r>
            <a:endParaRPr sz="1800" dirty="0"/>
          </a:p>
          <a:p>
            <a:pPr marL="12700">
              <a:lnSpc>
                <a:spcPct val="200000"/>
              </a:lnSpc>
              <a:spcBef>
                <a:spcPts val="1455"/>
              </a:spcBef>
            </a:pPr>
            <a:r>
              <a:rPr sz="1600" b="0" dirty="0">
                <a:solidFill>
                  <a:srgbClr val="555555"/>
                </a:solidFill>
              </a:rPr>
              <a:t>Avant</a:t>
            </a:r>
            <a:r>
              <a:rPr sz="1600" b="0" spc="-40" dirty="0">
                <a:solidFill>
                  <a:srgbClr val="555555"/>
                </a:solidFill>
              </a:rPr>
              <a:t> </a:t>
            </a:r>
            <a:r>
              <a:rPr sz="1600" b="0" spc="-20" dirty="0">
                <a:solidFill>
                  <a:srgbClr val="555555"/>
                </a:solidFill>
              </a:rPr>
              <a:t>d’expliquer</a:t>
            </a:r>
            <a:r>
              <a:rPr sz="1600" b="0" dirty="0">
                <a:solidFill>
                  <a:srgbClr val="555555"/>
                </a:solidFill>
              </a:rPr>
              <a:t> la</a:t>
            </a:r>
            <a:r>
              <a:rPr sz="1600" b="0" spc="-20" dirty="0">
                <a:solidFill>
                  <a:srgbClr val="555555"/>
                </a:solidFill>
              </a:rPr>
              <a:t> </a:t>
            </a:r>
            <a:r>
              <a:rPr sz="1600" b="0" dirty="0">
                <a:solidFill>
                  <a:srgbClr val="555555"/>
                </a:solidFill>
              </a:rPr>
              <a:t>notion</a:t>
            </a:r>
            <a:r>
              <a:rPr sz="1600" b="0" spc="-5" dirty="0">
                <a:solidFill>
                  <a:srgbClr val="555555"/>
                </a:solidFill>
              </a:rPr>
              <a:t> </a:t>
            </a:r>
            <a:r>
              <a:rPr sz="1600" b="0" dirty="0">
                <a:solidFill>
                  <a:srgbClr val="555555"/>
                </a:solidFill>
              </a:rPr>
              <a:t>de</a:t>
            </a:r>
            <a:r>
              <a:rPr sz="1600" b="0" spc="-15" dirty="0">
                <a:solidFill>
                  <a:srgbClr val="555555"/>
                </a:solidFill>
              </a:rPr>
              <a:t> </a:t>
            </a:r>
            <a:r>
              <a:rPr sz="1600" b="0" dirty="0">
                <a:solidFill>
                  <a:srgbClr val="555555"/>
                </a:solidFill>
              </a:rPr>
              <a:t>pagination,</a:t>
            </a:r>
            <a:r>
              <a:rPr sz="1600" b="0" spc="-50" dirty="0">
                <a:solidFill>
                  <a:srgbClr val="555555"/>
                </a:solidFill>
              </a:rPr>
              <a:t> </a:t>
            </a:r>
            <a:r>
              <a:rPr sz="1600" b="0" dirty="0">
                <a:solidFill>
                  <a:srgbClr val="555555"/>
                </a:solidFill>
              </a:rPr>
              <a:t>quelques</a:t>
            </a:r>
            <a:r>
              <a:rPr sz="1600" b="0" spc="-10" dirty="0">
                <a:solidFill>
                  <a:srgbClr val="555555"/>
                </a:solidFill>
              </a:rPr>
              <a:t> </a:t>
            </a:r>
            <a:r>
              <a:rPr sz="1600" b="0" spc="-20" dirty="0">
                <a:solidFill>
                  <a:srgbClr val="555555"/>
                </a:solidFill>
              </a:rPr>
              <a:t>prés-</a:t>
            </a:r>
            <a:r>
              <a:rPr sz="1600" b="0" dirty="0">
                <a:solidFill>
                  <a:srgbClr val="555555"/>
                </a:solidFill>
              </a:rPr>
              <a:t>requis</a:t>
            </a:r>
            <a:r>
              <a:rPr sz="1600" b="0" spc="-10" dirty="0">
                <a:solidFill>
                  <a:srgbClr val="555555"/>
                </a:solidFill>
              </a:rPr>
              <a:t> </a:t>
            </a:r>
            <a:r>
              <a:rPr sz="1600" b="0" dirty="0">
                <a:solidFill>
                  <a:srgbClr val="555555"/>
                </a:solidFill>
              </a:rPr>
              <a:t>sont</a:t>
            </a:r>
            <a:r>
              <a:rPr sz="1600" b="0" spc="-30" dirty="0">
                <a:solidFill>
                  <a:srgbClr val="555555"/>
                </a:solidFill>
              </a:rPr>
              <a:t> </a:t>
            </a:r>
            <a:r>
              <a:rPr sz="1600" b="0" spc="-10" dirty="0">
                <a:solidFill>
                  <a:srgbClr val="555555"/>
                </a:solidFill>
              </a:rPr>
              <a:t>nécessaires.</a:t>
            </a:r>
          </a:p>
          <a:p>
            <a:pPr marL="298450" marR="941069" indent="-285750">
              <a:lnSpc>
                <a:spcPct val="200000"/>
              </a:lnSpc>
              <a:spcBef>
                <a:spcPts val="5"/>
              </a:spcBef>
              <a:buFont typeface="Arial" panose="020B0604020202020204" pitchFamily="34" charset="0"/>
              <a:buChar char="•"/>
              <a:tabLst>
                <a:tab pos="94615" algn="l"/>
              </a:tabLst>
            </a:pPr>
            <a:r>
              <a:rPr lang="fr-FR" sz="1600" b="0" dirty="0">
                <a:solidFill>
                  <a:srgbClr val="555555"/>
                </a:solidFill>
              </a:rPr>
              <a:t>L</a:t>
            </a:r>
            <a:r>
              <a:rPr sz="1600" b="0" dirty="0" smtClean="0">
                <a:solidFill>
                  <a:srgbClr val="555555"/>
                </a:solidFill>
              </a:rPr>
              <a:t>a</a:t>
            </a:r>
            <a:r>
              <a:rPr sz="1600" b="0" spc="-30" dirty="0" smtClean="0">
                <a:solidFill>
                  <a:srgbClr val="555555"/>
                </a:solidFill>
              </a:rPr>
              <a:t> </a:t>
            </a:r>
            <a:r>
              <a:rPr sz="1600" b="0" dirty="0">
                <a:solidFill>
                  <a:srgbClr val="555555"/>
                </a:solidFill>
              </a:rPr>
              <a:t>mémoire</a:t>
            </a:r>
            <a:r>
              <a:rPr sz="1600" b="0" spc="-10" dirty="0">
                <a:solidFill>
                  <a:srgbClr val="555555"/>
                </a:solidFill>
              </a:rPr>
              <a:t> physique</a:t>
            </a:r>
            <a:r>
              <a:rPr sz="1600" b="0" spc="-50" dirty="0">
                <a:solidFill>
                  <a:srgbClr val="555555"/>
                </a:solidFill>
              </a:rPr>
              <a:t> </a:t>
            </a:r>
            <a:r>
              <a:rPr sz="1600" b="0" dirty="0">
                <a:solidFill>
                  <a:srgbClr val="555555"/>
                </a:solidFill>
              </a:rPr>
              <a:t>est</a:t>
            </a:r>
            <a:r>
              <a:rPr sz="1600" b="0" spc="-45" dirty="0">
                <a:solidFill>
                  <a:srgbClr val="555555"/>
                </a:solidFill>
              </a:rPr>
              <a:t> </a:t>
            </a:r>
            <a:r>
              <a:rPr sz="1600" b="0" dirty="0">
                <a:solidFill>
                  <a:srgbClr val="555555"/>
                </a:solidFill>
              </a:rPr>
              <a:t>découpée</a:t>
            </a:r>
            <a:r>
              <a:rPr sz="1600" b="0" spc="-25" dirty="0">
                <a:solidFill>
                  <a:srgbClr val="555555"/>
                </a:solidFill>
              </a:rPr>
              <a:t> </a:t>
            </a:r>
            <a:r>
              <a:rPr sz="1600" b="0" dirty="0">
                <a:solidFill>
                  <a:srgbClr val="555555"/>
                </a:solidFill>
              </a:rPr>
              <a:t>en</a:t>
            </a:r>
            <a:r>
              <a:rPr sz="1600" b="0" spc="-40" dirty="0">
                <a:solidFill>
                  <a:srgbClr val="555555"/>
                </a:solidFill>
              </a:rPr>
              <a:t> </a:t>
            </a:r>
            <a:r>
              <a:rPr sz="1600" b="0" dirty="0">
                <a:solidFill>
                  <a:srgbClr val="555555"/>
                </a:solidFill>
              </a:rPr>
              <a:t>blocs de</a:t>
            </a:r>
            <a:r>
              <a:rPr sz="1600" b="0" spc="-50" dirty="0">
                <a:solidFill>
                  <a:srgbClr val="555555"/>
                </a:solidFill>
              </a:rPr>
              <a:t> </a:t>
            </a:r>
            <a:r>
              <a:rPr sz="1600" b="0" dirty="0">
                <a:solidFill>
                  <a:srgbClr val="555555"/>
                </a:solidFill>
              </a:rPr>
              <a:t>taille</a:t>
            </a:r>
            <a:r>
              <a:rPr sz="1600" b="0" spc="-15" dirty="0">
                <a:solidFill>
                  <a:srgbClr val="555555"/>
                </a:solidFill>
              </a:rPr>
              <a:t> </a:t>
            </a:r>
            <a:r>
              <a:rPr sz="1600" b="0" dirty="0">
                <a:solidFill>
                  <a:srgbClr val="555555"/>
                </a:solidFill>
              </a:rPr>
              <a:t>fixe</a:t>
            </a:r>
            <a:r>
              <a:rPr sz="1600" b="0" spc="-50" dirty="0">
                <a:solidFill>
                  <a:srgbClr val="555555"/>
                </a:solidFill>
              </a:rPr>
              <a:t> </a:t>
            </a:r>
            <a:r>
              <a:rPr sz="1600" b="0" dirty="0">
                <a:solidFill>
                  <a:srgbClr val="555555"/>
                </a:solidFill>
              </a:rPr>
              <a:t>appelés</a:t>
            </a:r>
            <a:r>
              <a:rPr sz="1600" b="0" spc="-20" dirty="0">
                <a:solidFill>
                  <a:srgbClr val="555555"/>
                </a:solidFill>
              </a:rPr>
              <a:t> </a:t>
            </a:r>
            <a:r>
              <a:rPr sz="1600" dirty="0">
                <a:solidFill>
                  <a:srgbClr val="555555"/>
                </a:solidFill>
              </a:rPr>
              <a:t>cadres</a:t>
            </a:r>
            <a:r>
              <a:rPr sz="1600" spc="-50" dirty="0">
                <a:solidFill>
                  <a:srgbClr val="555555"/>
                </a:solidFill>
              </a:rPr>
              <a:t> </a:t>
            </a:r>
            <a:r>
              <a:rPr sz="1600" spc="-25" dirty="0">
                <a:solidFill>
                  <a:srgbClr val="555555"/>
                </a:solidFill>
              </a:rPr>
              <a:t>de </a:t>
            </a:r>
            <a:r>
              <a:rPr sz="1600" dirty="0">
                <a:solidFill>
                  <a:srgbClr val="555555"/>
                </a:solidFill>
              </a:rPr>
              <a:t>pages</a:t>
            </a:r>
            <a:r>
              <a:rPr sz="1600" spc="-30" dirty="0">
                <a:solidFill>
                  <a:srgbClr val="555555"/>
                </a:solidFill>
              </a:rPr>
              <a:t> </a:t>
            </a:r>
            <a:r>
              <a:rPr sz="1600" dirty="0">
                <a:solidFill>
                  <a:srgbClr val="555555"/>
                </a:solidFill>
              </a:rPr>
              <a:t>ou</a:t>
            </a:r>
            <a:r>
              <a:rPr sz="1600" spc="-10" dirty="0">
                <a:solidFill>
                  <a:srgbClr val="555555"/>
                </a:solidFill>
              </a:rPr>
              <a:t> </a:t>
            </a:r>
            <a:r>
              <a:rPr sz="1600" dirty="0">
                <a:solidFill>
                  <a:srgbClr val="555555"/>
                </a:solidFill>
              </a:rPr>
              <a:t>en</a:t>
            </a:r>
            <a:r>
              <a:rPr sz="1600" spc="-30" dirty="0">
                <a:solidFill>
                  <a:srgbClr val="555555"/>
                </a:solidFill>
              </a:rPr>
              <a:t> </a:t>
            </a:r>
            <a:r>
              <a:rPr sz="1600" dirty="0">
                <a:solidFill>
                  <a:srgbClr val="555555"/>
                </a:solidFill>
              </a:rPr>
              <a:t>anglais</a:t>
            </a:r>
            <a:r>
              <a:rPr sz="1600" spc="-5" dirty="0">
                <a:solidFill>
                  <a:srgbClr val="555555"/>
                </a:solidFill>
              </a:rPr>
              <a:t> </a:t>
            </a:r>
            <a:r>
              <a:rPr sz="1600" i="1" spc="-10" dirty="0">
                <a:solidFill>
                  <a:srgbClr val="555555"/>
                </a:solidFill>
              </a:rPr>
              <a:t>frames</a:t>
            </a:r>
            <a:r>
              <a:rPr sz="1600" b="0" spc="-10" dirty="0">
                <a:solidFill>
                  <a:srgbClr val="555555"/>
                </a:solidFill>
              </a:rPr>
              <a:t>.</a:t>
            </a:r>
          </a:p>
          <a:p>
            <a:pPr marL="298450" indent="-285750">
              <a:lnSpc>
                <a:spcPct val="200000"/>
              </a:lnSpc>
              <a:spcBef>
                <a:spcPts val="1320"/>
              </a:spcBef>
              <a:buFont typeface="Arial" panose="020B0604020202020204" pitchFamily="34" charset="0"/>
              <a:buChar char="•"/>
            </a:pPr>
            <a:r>
              <a:rPr sz="1600" b="0" dirty="0" smtClean="0">
                <a:solidFill>
                  <a:srgbClr val="555555"/>
                </a:solidFill>
              </a:rPr>
              <a:t>La</a:t>
            </a:r>
            <a:r>
              <a:rPr sz="1600" b="0" spc="-50" dirty="0" smtClean="0">
                <a:solidFill>
                  <a:srgbClr val="555555"/>
                </a:solidFill>
              </a:rPr>
              <a:t> </a:t>
            </a:r>
            <a:r>
              <a:rPr sz="1600" b="0" dirty="0">
                <a:solidFill>
                  <a:srgbClr val="555555"/>
                </a:solidFill>
              </a:rPr>
              <a:t>mémoire</a:t>
            </a:r>
            <a:r>
              <a:rPr sz="1600" b="0" spc="15" dirty="0">
                <a:solidFill>
                  <a:srgbClr val="555555"/>
                </a:solidFill>
              </a:rPr>
              <a:t> </a:t>
            </a:r>
            <a:r>
              <a:rPr sz="1600" b="0" dirty="0">
                <a:solidFill>
                  <a:srgbClr val="555555"/>
                </a:solidFill>
              </a:rPr>
              <a:t>logique</a:t>
            </a:r>
            <a:r>
              <a:rPr sz="1600" b="0" spc="-25" dirty="0">
                <a:solidFill>
                  <a:srgbClr val="555555"/>
                </a:solidFill>
              </a:rPr>
              <a:t> </a:t>
            </a:r>
            <a:r>
              <a:rPr sz="1600" b="0" dirty="0">
                <a:solidFill>
                  <a:srgbClr val="555555"/>
                </a:solidFill>
              </a:rPr>
              <a:t>est</a:t>
            </a:r>
            <a:r>
              <a:rPr sz="1600" b="0" spc="-45" dirty="0">
                <a:solidFill>
                  <a:srgbClr val="555555"/>
                </a:solidFill>
              </a:rPr>
              <a:t> </a:t>
            </a:r>
            <a:r>
              <a:rPr sz="1600" b="0" dirty="0">
                <a:solidFill>
                  <a:srgbClr val="555555"/>
                </a:solidFill>
              </a:rPr>
              <a:t>également</a:t>
            </a:r>
            <a:r>
              <a:rPr sz="1600" b="0" spc="-40" dirty="0">
                <a:solidFill>
                  <a:srgbClr val="555555"/>
                </a:solidFill>
              </a:rPr>
              <a:t> </a:t>
            </a:r>
            <a:r>
              <a:rPr sz="1600" b="0" dirty="0">
                <a:solidFill>
                  <a:srgbClr val="555555"/>
                </a:solidFill>
              </a:rPr>
              <a:t>subdivisée</a:t>
            </a:r>
            <a:r>
              <a:rPr sz="1600" b="0" spc="-20" dirty="0">
                <a:solidFill>
                  <a:srgbClr val="555555"/>
                </a:solidFill>
              </a:rPr>
              <a:t> </a:t>
            </a:r>
            <a:r>
              <a:rPr sz="1600" b="0" dirty="0">
                <a:solidFill>
                  <a:srgbClr val="555555"/>
                </a:solidFill>
              </a:rPr>
              <a:t>en</a:t>
            </a:r>
            <a:r>
              <a:rPr sz="1600" b="0" spc="-55" dirty="0">
                <a:solidFill>
                  <a:srgbClr val="555555"/>
                </a:solidFill>
              </a:rPr>
              <a:t> </a:t>
            </a:r>
            <a:r>
              <a:rPr sz="1600" b="0" dirty="0">
                <a:solidFill>
                  <a:srgbClr val="555555"/>
                </a:solidFill>
              </a:rPr>
              <a:t>blocs</a:t>
            </a:r>
            <a:r>
              <a:rPr sz="1600" b="0" spc="-10" dirty="0">
                <a:solidFill>
                  <a:srgbClr val="555555"/>
                </a:solidFill>
              </a:rPr>
              <a:t> </a:t>
            </a:r>
            <a:r>
              <a:rPr sz="1600" b="0" dirty="0">
                <a:solidFill>
                  <a:srgbClr val="555555"/>
                </a:solidFill>
              </a:rPr>
              <a:t>de</a:t>
            </a:r>
            <a:r>
              <a:rPr sz="1600" b="0" spc="-50" dirty="0">
                <a:solidFill>
                  <a:srgbClr val="555555"/>
                </a:solidFill>
              </a:rPr>
              <a:t> </a:t>
            </a:r>
            <a:r>
              <a:rPr sz="1600" b="0" dirty="0">
                <a:solidFill>
                  <a:srgbClr val="555555"/>
                </a:solidFill>
              </a:rPr>
              <a:t>la</a:t>
            </a:r>
            <a:r>
              <a:rPr sz="1600" b="0" spc="-25" dirty="0">
                <a:solidFill>
                  <a:srgbClr val="555555"/>
                </a:solidFill>
              </a:rPr>
              <a:t> </a:t>
            </a:r>
            <a:r>
              <a:rPr sz="1600" b="0" dirty="0">
                <a:solidFill>
                  <a:srgbClr val="555555"/>
                </a:solidFill>
              </a:rPr>
              <a:t>même</a:t>
            </a:r>
            <a:r>
              <a:rPr sz="1600" b="0" spc="-25" dirty="0">
                <a:solidFill>
                  <a:srgbClr val="555555"/>
                </a:solidFill>
              </a:rPr>
              <a:t> </a:t>
            </a:r>
            <a:r>
              <a:rPr sz="1600" b="0" dirty="0">
                <a:solidFill>
                  <a:srgbClr val="555555"/>
                </a:solidFill>
              </a:rPr>
              <a:t>taille</a:t>
            </a:r>
            <a:r>
              <a:rPr sz="1600" b="0" spc="-5" dirty="0">
                <a:solidFill>
                  <a:srgbClr val="555555"/>
                </a:solidFill>
              </a:rPr>
              <a:t> </a:t>
            </a:r>
            <a:r>
              <a:rPr sz="1600" b="0" dirty="0">
                <a:solidFill>
                  <a:srgbClr val="555555"/>
                </a:solidFill>
              </a:rPr>
              <a:t>appelés</a:t>
            </a:r>
            <a:r>
              <a:rPr sz="1600" b="0" spc="-40" dirty="0">
                <a:solidFill>
                  <a:srgbClr val="555555"/>
                </a:solidFill>
              </a:rPr>
              <a:t> </a:t>
            </a:r>
            <a:r>
              <a:rPr sz="1600" spc="-10" dirty="0">
                <a:solidFill>
                  <a:srgbClr val="555555"/>
                </a:solidFill>
              </a:rPr>
              <a:t>pages</a:t>
            </a:r>
            <a:r>
              <a:rPr sz="1600" b="0" spc="-10" dirty="0">
                <a:solidFill>
                  <a:srgbClr val="555555"/>
                </a:solidFill>
              </a:rPr>
              <a:t>.</a:t>
            </a:r>
          </a:p>
          <a:p>
            <a:pPr marL="298450" indent="-285750">
              <a:lnSpc>
                <a:spcPct val="200000"/>
              </a:lnSpc>
              <a:spcBef>
                <a:spcPts val="1320"/>
              </a:spcBef>
              <a:buFont typeface="Arial" panose="020B0604020202020204" pitchFamily="34" charset="0"/>
              <a:buChar char="•"/>
              <a:tabLst>
                <a:tab pos="94615" algn="l"/>
              </a:tabLst>
            </a:pPr>
            <a:r>
              <a:rPr sz="1600" b="0" dirty="0">
                <a:solidFill>
                  <a:srgbClr val="555555"/>
                </a:solidFill>
              </a:rPr>
              <a:t>Pour</a:t>
            </a:r>
            <a:r>
              <a:rPr sz="1600" b="0" spc="-30" dirty="0">
                <a:solidFill>
                  <a:srgbClr val="555555"/>
                </a:solidFill>
              </a:rPr>
              <a:t> </a:t>
            </a:r>
            <a:r>
              <a:rPr sz="1600" b="0" spc="-10" dirty="0">
                <a:solidFill>
                  <a:srgbClr val="555555"/>
                </a:solidFill>
              </a:rPr>
              <a:t>exécuter</a:t>
            </a:r>
            <a:r>
              <a:rPr sz="1600" b="0" spc="-20" dirty="0">
                <a:solidFill>
                  <a:srgbClr val="555555"/>
                </a:solidFill>
              </a:rPr>
              <a:t> </a:t>
            </a:r>
            <a:r>
              <a:rPr sz="1600" b="0" dirty="0">
                <a:solidFill>
                  <a:srgbClr val="555555"/>
                </a:solidFill>
              </a:rPr>
              <a:t>un</a:t>
            </a:r>
            <a:r>
              <a:rPr sz="1600" b="0" spc="-45" dirty="0">
                <a:solidFill>
                  <a:srgbClr val="555555"/>
                </a:solidFill>
              </a:rPr>
              <a:t> </a:t>
            </a:r>
            <a:r>
              <a:rPr sz="1600" b="0" spc="-10" dirty="0">
                <a:solidFill>
                  <a:srgbClr val="555555"/>
                </a:solidFill>
              </a:rPr>
              <a:t>programme</a:t>
            </a:r>
            <a:r>
              <a:rPr sz="1600" b="0" spc="5" dirty="0">
                <a:solidFill>
                  <a:srgbClr val="555555"/>
                </a:solidFill>
              </a:rPr>
              <a:t> </a:t>
            </a:r>
            <a:r>
              <a:rPr sz="1600" b="0" dirty="0">
                <a:solidFill>
                  <a:srgbClr val="555555"/>
                </a:solidFill>
              </a:rPr>
              <a:t>de</a:t>
            </a:r>
            <a:r>
              <a:rPr sz="1600" b="0" spc="-35" dirty="0">
                <a:solidFill>
                  <a:srgbClr val="555555"/>
                </a:solidFill>
              </a:rPr>
              <a:t> </a:t>
            </a:r>
            <a:r>
              <a:rPr sz="1600" b="0" dirty="0">
                <a:solidFill>
                  <a:srgbClr val="555555"/>
                </a:solidFill>
              </a:rPr>
              <a:t>n</a:t>
            </a:r>
            <a:r>
              <a:rPr sz="1600" b="0" spc="-25" dirty="0">
                <a:solidFill>
                  <a:srgbClr val="555555"/>
                </a:solidFill>
              </a:rPr>
              <a:t> </a:t>
            </a:r>
            <a:r>
              <a:rPr sz="1600" b="0" dirty="0">
                <a:solidFill>
                  <a:srgbClr val="555555"/>
                </a:solidFill>
              </a:rPr>
              <a:t>pages,</a:t>
            </a:r>
            <a:r>
              <a:rPr sz="1600" b="0" spc="-70" dirty="0">
                <a:solidFill>
                  <a:srgbClr val="555555"/>
                </a:solidFill>
              </a:rPr>
              <a:t> </a:t>
            </a:r>
            <a:r>
              <a:rPr sz="1600" b="0" dirty="0">
                <a:solidFill>
                  <a:srgbClr val="555555"/>
                </a:solidFill>
              </a:rPr>
              <a:t>il</a:t>
            </a:r>
            <a:r>
              <a:rPr sz="1600" b="0" spc="-10" dirty="0">
                <a:solidFill>
                  <a:srgbClr val="555555"/>
                </a:solidFill>
              </a:rPr>
              <a:t> </a:t>
            </a:r>
            <a:r>
              <a:rPr sz="1600" b="0" dirty="0">
                <a:solidFill>
                  <a:srgbClr val="555555"/>
                </a:solidFill>
              </a:rPr>
              <a:t>faut</a:t>
            </a:r>
            <a:r>
              <a:rPr sz="1600" b="0" spc="-30" dirty="0">
                <a:solidFill>
                  <a:srgbClr val="555555"/>
                </a:solidFill>
              </a:rPr>
              <a:t> </a:t>
            </a:r>
            <a:r>
              <a:rPr sz="1600" b="0" dirty="0">
                <a:solidFill>
                  <a:srgbClr val="555555"/>
                </a:solidFill>
              </a:rPr>
              <a:t>trouver</a:t>
            </a:r>
            <a:r>
              <a:rPr sz="1600" b="0" spc="-55" dirty="0">
                <a:solidFill>
                  <a:srgbClr val="555555"/>
                </a:solidFill>
              </a:rPr>
              <a:t> </a:t>
            </a:r>
            <a:r>
              <a:rPr sz="1600" b="0" dirty="0">
                <a:solidFill>
                  <a:srgbClr val="555555"/>
                </a:solidFill>
              </a:rPr>
              <a:t>n</a:t>
            </a:r>
            <a:r>
              <a:rPr sz="1600" b="0" spc="-25" dirty="0">
                <a:solidFill>
                  <a:srgbClr val="555555"/>
                </a:solidFill>
              </a:rPr>
              <a:t> </a:t>
            </a:r>
            <a:r>
              <a:rPr sz="1600" b="0" spc="-10" dirty="0">
                <a:solidFill>
                  <a:srgbClr val="555555"/>
                </a:solidFill>
              </a:rPr>
              <a:t>cadres</a:t>
            </a:r>
            <a:r>
              <a:rPr sz="1600" b="0" spc="-25" dirty="0">
                <a:solidFill>
                  <a:srgbClr val="555555"/>
                </a:solidFill>
              </a:rPr>
              <a:t> </a:t>
            </a:r>
            <a:r>
              <a:rPr sz="1600" b="0" dirty="0">
                <a:solidFill>
                  <a:srgbClr val="555555"/>
                </a:solidFill>
              </a:rPr>
              <a:t>libres</a:t>
            </a:r>
            <a:r>
              <a:rPr sz="1600" b="0" spc="15" dirty="0">
                <a:solidFill>
                  <a:srgbClr val="555555"/>
                </a:solidFill>
              </a:rPr>
              <a:t> </a:t>
            </a:r>
            <a:r>
              <a:rPr sz="1600" b="0" dirty="0">
                <a:solidFill>
                  <a:srgbClr val="555555"/>
                </a:solidFill>
              </a:rPr>
              <a:t>et</a:t>
            </a:r>
            <a:r>
              <a:rPr sz="1600" b="0" spc="-35" dirty="0">
                <a:solidFill>
                  <a:srgbClr val="555555"/>
                </a:solidFill>
              </a:rPr>
              <a:t> </a:t>
            </a:r>
            <a:r>
              <a:rPr sz="1600" b="0" dirty="0">
                <a:solidFill>
                  <a:srgbClr val="555555"/>
                </a:solidFill>
              </a:rPr>
              <a:t>charger</a:t>
            </a:r>
            <a:r>
              <a:rPr sz="1600" b="0" spc="-25" dirty="0">
                <a:solidFill>
                  <a:srgbClr val="555555"/>
                </a:solidFill>
              </a:rPr>
              <a:t> </a:t>
            </a:r>
            <a:r>
              <a:rPr sz="1600" b="0" dirty="0">
                <a:solidFill>
                  <a:srgbClr val="555555"/>
                </a:solidFill>
              </a:rPr>
              <a:t>le</a:t>
            </a:r>
            <a:r>
              <a:rPr sz="1600" b="0" spc="-40" dirty="0">
                <a:solidFill>
                  <a:srgbClr val="555555"/>
                </a:solidFill>
              </a:rPr>
              <a:t> </a:t>
            </a:r>
            <a:r>
              <a:rPr sz="1600" b="0" spc="-10" dirty="0">
                <a:solidFill>
                  <a:srgbClr val="555555"/>
                </a:solidFill>
              </a:rPr>
              <a:t>programme.</a:t>
            </a:r>
            <a:r>
              <a:rPr sz="1600" b="0" spc="-5" dirty="0">
                <a:solidFill>
                  <a:srgbClr val="555555"/>
                </a:solidFill>
              </a:rPr>
              <a:t> </a:t>
            </a:r>
            <a:r>
              <a:rPr sz="1600" b="0" dirty="0">
                <a:solidFill>
                  <a:srgbClr val="555555"/>
                </a:solidFill>
              </a:rPr>
              <a:t>Il</a:t>
            </a:r>
            <a:r>
              <a:rPr sz="1600" b="0" spc="-30" dirty="0">
                <a:solidFill>
                  <a:srgbClr val="555555"/>
                </a:solidFill>
              </a:rPr>
              <a:t> </a:t>
            </a:r>
            <a:r>
              <a:rPr sz="1600" b="0" dirty="0">
                <a:solidFill>
                  <a:srgbClr val="555555"/>
                </a:solidFill>
              </a:rPr>
              <a:t>faut</a:t>
            </a:r>
            <a:r>
              <a:rPr sz="1600" b="0" spc="-35" dirty="0">
                <a:solidFill>
                  <a:srgbClr val="555555"/>
                </a:solidFill>
              </a:rPr>
              <a:t> </a:t>
            </a:r>
            <a:r>
              <a:rPr sz="1600" b="0" dirty="0">
                <a:solidFill>
                  <a:srgbClr val="555555"/>
                </a:solidFill>
              </a:rPr>
              <a:t>savoir</a:t>
            </a:r>
            <a:r>
              <a:rPr sz="1600" b="0" spc="-45" dirty="0">
                <a:solidFill>
                  <a:srgbClr val="555555"/>
                </a:solidFill>
              </a:rPr>
              <a:t> </a:t>
            </a:r>
            <a:r>
              <a:rPr sz="1600" b="0" dirty="0">
                <a:solidFill>
                  <a:srgbClr val="555555"/>
                </a:solidFill>
              </a:rPr>
              <a:t>quels</a:t>
            </a:r>
            <a:r>
              <a:rPr sz="1600" b="0" spc="-5" dirty="0">
                <a:solidFill>
                  <a:srgbClr val="555555"/>
                </a:solidFill>
              </a:rPr>
              <a:t> </a:t>
            </a:r>
            <a:r>
              <a:rPr sz="1600" b="0" dirty="0">
                <a:solidFill>
                  <a:srgbClr val="555555"/>
                </a:solidFill>
              </a:rPr>
              <a:t>cadres</a:t>
            </a:r>
            <a:r>
              <a:rPr sz="1600" b="0" spc="-10" dirty="0">
                <a:solidFill>
                  <a:srgbClr val="555555"/>
                </a:solidFill>
              </a:rPr>
              <a:t> </a:t>
            </a:r>
            <a:r>
              <a:rPr sz="1600" b="0" dirty="0">
                <a:solidFill>
                  <a:srgbClr val="555555"/>
                </a:solidFill>
              </a:rPr>
              <a:t>sont</a:t>
            </a:r>
            <a:r>
              <a:rPr sz="1600" b="0" spc="-30" dirty="0">
                <a:solidFill>
                  <a:srgbClr val="555555"/>
                </a:solidFill>
              </a:rPr>
              <a:t> </a:t>
            </a:r>
            <a:r>
              <a:rPr sz="1600" b="0" dirty="0">
                <a:solidFill>
                  <a:srgbClr val="555555"/>
                </a:solidFill>
              </a:rPr>
              <a:t>alloués,</a:t>
            </a:r>
            <a:r>
              <a:rPr sz="1600" b="0" spc="-5" dirty="0">
                <a:solidFill>
                  <a:srgbClr val="555555"/>
                </a:solidFill>
              </a:rPr>
              <a:t> </a:t>
            </a:r>
            <a:r>
              <a:rPr sz="1600" b="0" dirty="0">
                <a:solidFill>
                  <a:srgbClr val="555555"/>
                </a:solidFill>
              </a:rPr>
              <a:t>lesquels</a:t>
            </a:r>
            <a:r>
              <a:rPr sz="1600" b="0" spc="-10" dirty="0">
                <a:solidFill>
                  <a:srgbClr val="555555"/>
                </a:solidFill>
              </a:rPr>
              <a:t> </a:t>
            </a:r>
            <a:r>
              <a:rPr sz="1600" b="0" dirty="0">
                <a:solidFill>
                  <a:srgbClr val="555555"/>
                </a:solidFill>
              </a:rPr>
              <a:t>sont</a:t>
            </a:r>
            <a:r>
              <a:rPr sz="1600" b="0" spc="-30" dirty="0">
                <a:solidFill>
                  <a:srgbClr val="555555"/>
                </a:solidFill>
              </a:rPr>
              <a:t> </a:t>
            </a:r>
            <a:r>
              <a:rPr sz="1600" b="0" dirty="0">
                <a:solidFill>
                  <a:srgbClr val="555555"/>
                </a:solidFill>
              </a:rPr>
              <a:t>disponibles,</a:t>
            </a:r>
            <a:r>
              <a:rPr sz="1600" b="0" spc="15" dirty="0">
                <a:solidFill>
                  <a:srgbClr val="555555"/>
                </a:solidFill>
              </a:rPr>
              <a:t> </a:t>
            </a:r>
            <a:r>
              <a:rPr sz="1600" b="0" spc="-20" dirty="0">
                <a:solidFill>
                  <a:srgbClr val="555555"/>
                </a:solidFill>
              </a:rPr>
              <a:t>etc.</a:t>
            </a:r>
          </a:p>
          <a:p>
            <a:pPr marL="12700">
              <a:lnSpc>
                <a:spcPct val="200000"/>
              </a:lnSpc>
              <a:spcBef>
                <a:spcPts val="1325"/>
              </a:spcBef>
            </a:pPr>
            <a:r>
              <a:rPr sz="1600" b="0" dirty="0">
                <a:solidFill>
                  <a:srgbClr val="555555"/>
                </a:solidFill>
              </a:rPr>
              <a:t>Cette</a:t>
            </a:r>
            <a:r>
              <a:rPr sz="1600" b="0" spc="-30" dirty="0">
                <a:solidFill>
                  <a:srgbClr val="555555"/>
                </a:solidFill>
              </a:rPr>
              <a:t> </a:t>
            </a:r>
            <a:r>
              <a:rPr sz="1600" b="0" spc="-10" dirty="0">
                <a:solidFill>
                  <a:srgbClr val="555555"/>
                </a:solidFill>
              </a:rPr>
              <a:t>information</a:t>
            </a:r>
            <a:r>
              <a:rPr sz="1600" b="0" spc="10" dirty="0">
                <a:solidFill>
                  <a:srgbClr val="555555"/>
                </a:solidFill>
              </a:rPr>
              <a:t> </a:t>
            </a:r>
            <a:r>
              <a:rPr sz="1600" b="0" dirty="0">
                <a:solidFill>
                  <a:srgbClr val="555555"/>
                </a:solidFill>
              </a:rPr>
              <a:t>est</a:t>
            </a:r>
            <a:r>
              <a:rPr sz="1600" b="0" spc="-25" dirty="0">
                <a:solidFill>
                  <a:srgbClr val="555555"/>
                </a:solidFill>
              </a:rPr>
              <a:t> </a:t>
            </a:r>
            <a:r>
              <a:rPr sz="1600" b="0" spc="-10" dirty="0">
                <a:solidFill>
                  <a:srgbClr val="555555"/>
                </a:solidFill>
              </a:rPr>
              <a:t>sauvegardée</a:t>
            </a:r>
            <a:r>
              <a:rPr sz="1600" b="0" spc="-50" dirty="0">
                <a:solidFill>
                  <a:srgbClr val="555555"/>
                </a:solidFill>
              </a:rPr>
              <a:t> </a:t>
            </a:r>
            <a:r>
              <a:rPr sz="1600" b="0" dirty="0">
                <a:solidFill>
                  <a:srgbClr val="555555"/>
                </a:solidFill>
              </a:rPr>
              <a:t>dans</a:t>
            </a:r>
            <a:r>
              <a:rPr sz="1600" b="0" spc="-20" dirty="0">
                <a:solidFill>
                  <a:srgbClr val="555555"/>
                </a:solidFill>
              </a:rPr>
              <a:t> </a:t>
            </a:r>
            <a:r>
              <a:rPr sz="1600" b="0" dirty="0">
                <a:solidFill>
                  <a:srgbClr val="555555"/>
                </a:solidFill>
              </a:rPr>
              <a:t>la</a:t>
            </a:r>
            <a:r>
              <a:rPr sz="1600" b="0" spc="-10" dirty="0">
                <a:solidFill>
                  <a:srgbClr val="555555"/>
                </a:solidFill>
              </a:rPr>
              <a:t> </a:t>
            </a:r>
            <a:r>
              <a:rPr sz="1600" dirty="0">
                <a:solidFill>
                  <a:srgbClr val="555555"/>
                </a:solidFill>
              </a:rPr>
              <a:t>table</a:t>
            </a:r>
            <a:r>
              <a:rPr sz="1600" spc="-10" dirty="0">
                <a:solidFill>
                  <a:srgbClr val="555555"/>
                </a:solidFill>
              </a:rPr>
              <a:t> </a:t>
            </a:r>
            <a:r>
              <a:rPr sz="1600" dirty="0">
                <a:solidFill>
                  <a:srgbClr val="555555"/>
                </a:solidFill>
              </a:rPr>
              <a:t>de</a:t>
            </a:r>
            <a:r>
              <a:rPr sz="1600" spc="-30" dirty="0">
                <a:solidFill>
                  <a:srgbClr val="555555"/>
                </a:solidFill>
              </a:rPr>
              <a:t> </a:t>
            </a:r>
            <a:r>
              <a:rPr sz="1600" dirty="0">
                <a:solidFill>
                  <a:srgbClr val="555555"/>
                </a:solidFill>
              </a:rPr>
              <a:t>cadre</a:t>
            </a:r>
            <a:r>
              <a:rPr sz="1600" spc="-30" dirty="0">
                <a:solidFill>
                  <a:srgbClr val="555555"/>
                </a:solidFill>
              </a:rPr>
              <a:t> </a:t>
            </a:r>
            <a:r>
              <a:rPr sz="1600" dirty="0">
                <a:solidFill>
                  <a:srgbClr val="555555"/>
                </a:solidFill>
              </a:rPr>
              <a:t>(</a:t>
            </a:r>
            <a:r>
              <a:rPr sz="1600" i="1" dirty="0">
                <a:solidFill>
                  <a:srgbClr val="555555"/>
                </a:solidFill>
              </a:rPr>
              <a:t>Frame</a:t>
            </a:r>
            <a:r>
              <a:rPr sz="1600" i="1" spc="-45" dirty="0">
                <a:solidFill>
                  <a:srgbClr val="555555"/>
                </a:solidFill>
              </a:rPr>
              <a:t> </a:t>
            </a:r>
            <a:r>
              <a:rPr sz="1600" i="1" spc="-10" dirty="0">
                <a:solidFill>
                  <a:srgbClr val="555555"/>
                </a:solidFill>
              </a:rPr>
              <a:t>table</a:t>
            </a:r>
            <a:r>
              <a:rPr sz="1600" spc="-10" dirty="0" smtClean="0">
                <a:solidFill>
                  <a:srgbClr val="555555"/>
                </a:solidFill>
              </a:rPr>
              <a:t>).</a:t>
            </a:r>
            <a:endParaRPr sz="1600" spc="-10" dirty="0">
              <a:solidFill>
                <a:srgbClr val="555555"/>
              </a:solidFill>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14</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3" name="object 12"/>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a:t>
            </a:r>
            <a:r>
              <a:rPr lang="fr-FR" dirty="0">
                <a:solidFill>
                  <a:srgbClr val="007842"/>
                </a:solidFill>
              </a:rPr>
              <a:t>mémoire</a:t>
            </a:r>
            <a:br>
              <a:rPr lang="fr-FR" dirty="0">
                <a:solidFill>
                  <a:srgbClr val="007842"/>
                </a:solidFill>
              </a:rPr>
            </a:br>
            <a:r>
              <a:rPr lang="fr-FR" sz="1600" dirty="0">
                <a:solidFill>
                  <a:srgbClr val="007842"/>
                </a:solidFill>
              </a:rPr>
              <a:t>Stratégies de gestion de la mémoire</a:t>
            </a:r>
            <a:endParaRPr lang="fr-FR" sz="1600" dirty="0" smtClean="0">
              <a:solidFill>
                <a:srgbClr val="00784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2541"/>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a:spLocks noGrp="1"/>
          </p:cNvSpPr>
          <p:nvPr>
            <p:ph type="body" idx="1"/>
          </p:nvPr>
        </p:nvSpPr>
        <p:spPr>
          <a:xfrm>
            <a:off x="798982" y="1605152"/>
            <a:ext cx="10590530" cy="2344873"/>
          </a:xfrm>
          <a:prstGeom prst="rect">
            <a:avLst/>
          </a:prstGeom>
        </p:spPr>
        <p:txBody>
          <a:bodyPr vert="horz" wrap="square" lIns="0" tIns="13335" rIns="0" bIns="0" rtlCol="0">
            <a:spAutoFit/>
          </a:bodyPr>
          <a:lstStyle/>
          <a:p>
            <a:pPr marL="12700">
              <a:lnSpc>
                <a:spcPct val="100000"/>
              </a:lnSpc>
              <a:spcBef>
                <a:spcPts val="105"/>
              </a:spcBef>
            </a:pPr>
            <a:r>
              <a:rPr sz="1600" dirty="0">
                <a:solidFill>
                  <a:srgbClr val="FF7800"/>
                </a:solidFill>
              </a:rPr>
              <a:t>Gestion</a:t>
            </a:r>
            <a:r>
              <a:rPr sz="1600" spc="-40" dirty="0">
                <a:solidFill>
                  <a:srgbClr val="FF7800"/>
                </a:solidFill>
              </a:rPr>
              <a:t> </a:t>
            </a:r>
            <a:r>
              <a:rPr sz="1600" dirty="0">
                <a:solidFill>
                  <a:srgbClr val="FF7800"/>
                </a:solidFill>
              </a:rPr>
              <a:t>de</a:t>
            </a:r>
            <a:r>
              <a:rPr sz="1600" spc="-25" dirty="0">
                <a:solidFill>
                  <a:srgbClr val="FF7800"/>
                </a:solidFill>
              </a:rPr>
              <a:t> </a:t>
            </a:r>
            <a:r>
              <a:rPr sz="1600" dirty="0">
                <a:solidFill>
                  <a:srgbClr val="FF7800"/>
                </a:solidFill>
              </a:rPr>
              <a:t>la</a:t>
            </a:r>
            <a:r>
              <a:rPr sz="1600" spc="-10" dirty="0">
                <a:solidFill>
                  <a:srgbClr val="FF7800"/>
                </a:solidFill>
              </a:rPr>
              <a:t> </a:t>
            </a:r>
            <a:r>
              <a:rPr sz="1600" dirty="0">
                <a:solidFill>
                  <a:srgbClr val="FF7800"/>
                </a:solidFill>
              </a:rPr>
              <a:t>mémoire</a:t>
            </a:r>
            <a:r>
              <a:rPr sz="1600" spc="-55" dirty="0">
                <a:solidFill>
                  <a:srgbClr val="FF7800"/>
                </a:solidFill>
              </a:rPr>
              <a:t> </a:t>
            </a:r>
            <a:r>
              <a:rPr sz="1600" dirty="0">
                <a:solidFill>
                  <a:srgbClr val="FF7800"/>
                </a:solidFill>
              </a:rPr>
              <a:t>:</a:t>
            </a:r>
            <a:r>
              <a:rPr sz="1600" spc="-15" dirty="0">
                <a:solidFill>
                  <a:srgbClr val="FF7800"/>
                </a:solidFill>
              </a:rPr>
              <a:t> </a:t>
            </a:r>
            <a:r>
              <a:rPr sz="1600" spc="-10" dirty="0">
                <a:solidFill>
                  <a:srgbClr val="FF7800"/>
                </a:solidFill>
              </a:rPr>
              <a:t>Pagination</a:t>
            </a:r>
            <a:r>
              <a:rPr sz="1600" spc="-25" dirty="0">
                <a:solidFill>
                  <a:srgbClr val="FF7800"/>
                </a:solidFill>
              </a:rPr>
              <a:t> </a:t>
            </a:r>
            <a:r>
              <a:rPr sz="1600" spc="-10" dirty="0">
                <a:solidFill>
                  <a:srgbClr val="FF7800"/>
                </a:solidFill>
              </a:rPr>
              <a:t>(Paging</a:t>
            </a:r>
            <a:r>
              <a:rPr sz="1600" spc="-10" dirty="0" smtClean="0">
                <a:solidFill>
                  <a:srgbClr val="FF7800"/>
                </a:solidFill>
              </a:rPr>
              <a:t>)</a:t>
            </a:r>
            <a:endParaRPr sz="1600" dirty="0"/>
          </a:p>
          <a:p>
            <a:pPr marL="298450" marR="5080" indent="-285750">
              <a:lnSpc>
                <a:spcPct val="200000"/>
              </a:lnSpc>
              <a:spcBef>
                <a:spcPts val="190"/>
              </a:spcBef>
              <a:buFont typeface="Arial" panose="020B0604020202020204" pitchFamily="34" charset="0"/>
              <a:buChar char="•"/>
            </a:pPr>
            <a:r>
              <a:rPr sz="1600" b="0" dirty="0" smtClean="0">
                <a:solidFill>
                  <a:srgbClr val="000000"/>
                </a:solidFill>
              </a:rPr>
              <a:t>La</a:t>
            </a:r>
            <a:r>
              <a:rPr sz="1600" b="0" spc="-20" dirty="0" smtClean="0">
                <a:solidFill>
                  <a:srgbClr val="000000"/>
                </a:solidFill>
              </a:rPr>
              <a:t> </a:t>
            </a:r>
            <a:r>
              <a:rPr sz="1600" b="0" dirty="0">
                <a:solidFill>
                  <a:srgbClr val="000000"/>
                </a:solidFill>
              </a:rPr>
              <a:t>pagination</a:t>
            </a:r>
            <a:r>
              <a:rPr sz="1600" b="0" spc="-15" dirty="0">
                <a:solidFill>
                  <a:srgbClr val="000000"/>
                </a:solidFill>
              </a:rPr>
              <a:t> </a:t>
            </a:r>
            <a:r>
              <a:rPr sz="1600" b="0" dirty="0">
                <a:solidFill>
                  <a:srgbClr val="000000"/>
                </a:solidFill>
              </a:rPr>
              <a:t>consiste</a:t>
            </a:r>
            <a:r>
              <a:rPr sz="1600" b="0" spc="-10" dirty="0">
                <a:solidFill>
                  <a:srgbClr val="000000"/>
                </a:solidFill>
              </a:rPr>
              <a:t> </a:t>
            </a:r>
            <a:r>
              <a:rPr sz="1600" b="0" dirty="0">
                <a:solidFill>
                  <a:srgbClr val="000000"/>
                </a:solidFill>
              </a:rPr>
              <a:t>donc à</a:t>
            </a:r>
            <a:r>
              <a:rPr sz="1600" b="0" spc="5" dirty="0">
                <a:solidFill>
                  <a:srgbClr val="000000"/>
                </a:solidFill>
              </a:rPr>
              <a:t> </a:t>
            </a:r>
            <a:r>
              <a:rPr sz="1600" b="0" dirty="0">
                <a:solidFill>
                  <a:srgbClr val="000000"/>
                </a:solidFill>
              </a:rPr>
              <a:t>diviser</a:t>
            </a:r>
            <a:r>
              <a:rPr sz="1600" b="0" spc="-5" dirty="0">
                <a:solidFill>
                  <a:srgbClr val="000000"/>
                </a:solidFill>
              </a:rPr>
              <a:t> </a:t>
            </a:r>
            <a:r>
              <a:rPr sz="1600" b="0" spc="-10" dirty="0">
                <a:solidFill>
                  <a:srgbClr val="000000"/>
                </a:solidFill>
              </a:rPr>
              <a:t>l’espace</a:t>
            </a:r>
            <a:r>
              <a:rPr sz="1600" b="0" spc="5" dirty="0">
                <a:solidFill>
                  <a:srgbClr val="000000"/>
                </a:solidFill>
              </a:rPr>
              <a:t> </a:t>
            </a:r>
            <a:r>
              <a:rPr sz="1600" b="0" spc="-10" dirty="0">
                <a:solidFill>
                  <a:srgbClr val="000000"/>
                </a:solidFill>
              </a:rPr>
              <a:t>d’adressage</a:t>
            </a:r>
            <a:r>
              <a:rPr sz="1600" b="0" spc="-5" dirty="0">
                <a:solidFill>
                  <a:srgbClr val="000000"/>
                </a:solidFill>
              </a:rPr>
              <a:t> </a:t>
            </a:r>
            <a:r>
              <a:rPr sz="1600" b="0" dirty="0">
                <a:solidFill>
                  <a:srgbClr val="000000"/>
                </a:solidFill>
              </a:rPr>
              <a:t>virtuel</a:t>
            </a:r>
            <a:r>
              <a:rPr sz="1600" b="0" spc="-20" dirty="0">
                <a:solidFill>
                  <a:srgbClr val="000000"/>
                </a:solidFill>
              </a:rPr>
              <a:t> </a:t>
            </a:r>
            <a:r>
              <a:rPr sz="1600" b="0" dirty="0">
                <a:solidFill>
                  <a:srgbClr val="000000"/>
                </a:solidFill>
              </a:rPr>
              <a:t>en pages</a:t>
            </a:r>
            <a:r>
              <a:rPr sz="1600" b="0" spc="-10" dirty="0">
                <a:solidFill>
                  <a:srgbClr val="000000"/>
                </a:solidFill>
              </a:rPr>
              <a:t> </a:t>
            </a:r>
            <a:r>
              <a:rPr sz="1600" b="0" dirty="0">
                <a:solidFill>
                  <a:srgbClr val="000000"/>
                </a:solidFill>
              </a:rPr>
              <a:t>qui</a:t>
            </a:r>
            <a:r>
              <a:rPr sz="1600" b="0" spc="-10" dirty="0">
                <a:solidFill>
                  <a:srgbClr val="000000"/>
                </a:solidFill>
              </a:rPr>
              <a:t> </a:t>
            </a:r>
            <a:r>
              <a:rPr sz="1600" b="0" dirty="0">
                <a:solidFill>
                  <a:srgbClr val="000000"/>
                </a:solidFill>
              </a:rPr>
              <a:t>ont</a:t>
            </a:r>
            <a:r>
              <a:rPr sz="1600" b="0" spc="-10" dirty="0">
                <a:solidFill>
                  <a:srgbClr val="000000"/>
                </a:solidFill>
              </a:rPr>
              <a:t> </a:t>
            </a:r>
            <a:r>
              <a:rPr sz="1600" b="0" dirty="0">
                <a:solidFill>
                  <a:srgbClr val="000000"/>
                </a:solidFill>
              </a:rPr>
              <a:t>la</a:t>
            </a:r>
            <a:r>
              <a:rPr sz="1600" b="0" spc="5" dirty="0">
                <a:solidFill>
                  <a:srgbClr val="000000"/>
                </a:solidFill>
              </a:rPr>
              <a:t> </a:t>
            </a:r>
            <a:r>
              <a:rPr sz="1600" b="0" dirty="0">
                <a:solidFill>
                  <a:srgbClr val="000000"/>
                </a:solidFill>
              </a:rPr>
              <a:t>même</a:t>
            </a:r>
            <a:r>
              <a:rPr sz="1600" b="0" spc="10" dirty="0">
                <a:solidFill>
                  <a:srgbClr val="000000"/>
                </a:solidFill>
              </a:rPr>
              <a:t> </a:t>
            </a:r>
            <a:r>
              <a:rPr sz="1600" b="0" dirty="0">
                <a:solidFill>
                  <a:srgbClr val="000000"/>
                </a:solidFill>
              </a:rPr>
              <a:t>taille.</a:t>
            </a:r>
            <a:r>
              <a:rPr sz="1600" b="0" spc="-5" dirty="0">
                <a:solidFill>
                  <a:srgbClr val="000000"/>
                </a:solidFill>
              </a:rPr>
              <a:t> </a:t>
            </a:r>
            <a:r>
              <a:rPr sz="1600" b="0" dirty="0">
                <a:solidFill>
                  <a:srgbClr val="000000"/>
                </a:solidFill>
              </a:rPr>
              <a:t>La</a:t>
            </a:r>
            <a:r>
              <a:rPr sz="1600" b="0" spc="5" dirty="0">
                <a:solidFill>
                  <a:srgbClr val="000000"/>
                </a:solidFill>
              </a:rPr>
              <a:t> </a:t>
            </a:r>
            <a:r>
              <a:rPr sz="1600" b="0" dirty="0">
                <a:solidFill>
                  <a:srgbClr val="000000"/>
                </a:solidFill>
              </a:rPr>
              <a:t>mémoire</a:t>
            </a:r>
            <a:r>
              <a:rPr sz="1600" b="0" spc="10" dirty="0">
                <a:solidFill>
                  <a:srgbClr val="000000"/>
                </a:solidFill>
              </a:rPr>
              <a:t> </a:t>
            </a:r>
            <a:r>
              <a:rPr sz="1600" b="0" dirty="0">
                <a:solidFill>
                  <a:srgbClr val="000000"/>
                </a:solidFill>
              </a:rPr>
              <a:t>physique</a:t>
            </a:r>
            <a:r>
              <a:rPr sz="1600" b="0" spc="-10" dirty="0">
                <a:solidFill>
                  <a:srgbClr val="000000"/>
                </a:solidFill>
              </a:rPr>
              <a:t> </a:t>
            </a:r>
            <a:r>
              <a:rPr sz="1600" b="0" dirty="0">
                <a:solidFill>
                  <a:srgbClr val="000000"/>
                </a:solidFill>
              </a:rPr>
              <a:t>est</a:t>
            </a:r>
            <a:r>
              <a:rPr sz="1600" b="0" spc="-10" dirty="0">
                <a:solidFill>
                  <a:srgbClr val="000000"/>
                </a:solidFill>
              </a:rPr>
              <a:t> </a:t>
            </a:r>
            <a:r>
              <a:rPr sz="1600" b="0" dirty="0">
                <a:solidFill>
                  <a:srgbClr val="000000"/>
                </a:solidFill>
              </a:rPr>
              <a:t>également</a:t>
            </a:r>
            <a:r>
              <a:rPr sz="1600" b="0" spc="-10" dirty="0">
                <a:solidFill>
                  <a:srgbClr val="000000"/>
                </a:solidFill>
              </a:rPr>
              <a:t> </a:t>
            </a:r>
            <a:r>
              <a:rPr sz="1600" b="0" dirty="0">
                <a:solidFill>
                  <a:srgbClr val="000000"/>
                </a:solidFill>
              </a:rPr>
              <a:t>divisée</a:t>
            </a:r>
            <a:r>
              <a:rPr sz="1600" b="0" spc="10" dirty="0">
                <a:solidFill>
                  <a:srgbClr val="000000"/>
                </a:solidFill>
              </a:rPr>
              <a:t> </a:t>
            </a:r>
            <a:r>
              <a:rPr sz="1600" b="0" dirty="0">
                <a:solidFill>
                  <a:srgbClr val="000000"/>
                </a:solidFill>
              </a:rPr>
              <a:t>en</a:t>
            </a:r>
            <a:r>
              <a:rPr sz="1600" b="0" spc="5" dirty="0">
                <a:solidFill>
                  <a:srgbClr val="000000"/>
                </a:solidFill>
              </a:rPr>
              <a:t> </a:t>
            </a:r>
            <a:r>
              <a:rPr sz="1600" b="0" dirty="0">
                <a:solidFill>
                  <a:srgbClr val="000000"/>
                </a:solidFill>
              </a:rPr>
              <a:t>pages</a:t>
            </a:r>
            <a:r>
              <a:rPr sz="1600" b="0" spc="-15" dirty="0">
                <a:solidFill>
                  <a:srgbClr val="000000"/>
                </a:solidFill>
              </a:rPr>
              <a:t> </a:t>
            </a:r>
            <a:r>
              <a:rPr sz="1600" b="0" dirty="0">
                <a:solidFill>
                  <a:srgbClr val="000000"/>
                </a:solidFill>
              </a:rPr>
              <a:t>physiques ayant</a:t>
            </a:r>
            <a:r>
              <a:rPr sz="1600" b="0" spc="-10" dirty="0">
                <a:solidFill>
                  <a:srgbClr val="000000"/>
                </a:solidFill>
              </a:rPr>
              <a:t> </a:t>
            </a:r>
            <a:r>
              <a:rPr sz="1600" b="0" spc="-25" dirty="0">
                <a:solidFill>
                  <a:srgbClr val="000000"/>
                </a:solidFill>
              </a:rPr>
              <a:t>la </a:t>
            </a:r>
            <a:r>
              <a:rPr sz="1600" b="0" dirty="0">
                <a:solidFill>
                  <a:srgbClr val="000000"/>
                </a:solidFill>
              </a:rPr>
              <a:t>même</a:t>
            </a:r>
            <a:r>
              <a:rPr sz="1600" b="0" spc="-15" dirty="0">
                <a:solidFill>
                  <a:srgbClr val="000000"/>
                </a:solidFill>
              </a:rPr>
              <a:t> </a:t>
            </a:r>
            <a:r>
              <a:rPr sz="1600" b="0" spc="-10" dirty="0">
                <a:solidFill>
                  <a:srgbClr val="000000"/>
                </a:solidFill>
              </a:rPr>
              <a:t>taille.</a:t>
            </a:r>
          </a:p>
          <a:p>
            <a:pPr marL="298450" indent="-285750">
              <a:lnSpc>
                <a:spcPct val="200000"/>
              </a:lnSpc>
              <a:spcBef>
                <a:spcPts val="720"/>
              </a:spcBef>
              <a:buFont typeface="Arial" panose="020B0604020202020204" pitchFamily="34" charset="0"/>
              <a:buChar char="•"/>
            </a:pPr>
            <a:r>
              <a:rPr sz="1600" b="0" dirty="0" err="1" smtClean="0">
                <a:solidFill>
                  <a:srgbClr val="000000"/>
                </a:solidFill>
              </a:rPr>
              <a:t>Une</a:t>
            </a:r>
            <a:r>
              <a:rPr sz="1600" b="0" spc="-20" dirty="0" smtClean="0">
                <a:solidFill>
                  <a:srgbClr val="000000"/>
                </a:solidFill>
              </a:rPr>
              <a:t> </a:t>
            </a:r>
            <a:r>
              <a:rPr sz="1600" b="0" dirty="0">
                <a:solidFill>
                  <a:srgbClr val="000000"/>
                </a:solidFill>
              </a:rPr>
              <a:t>table</a:t>
            </a:r>
            <a:r>
              <a:rPr sz="1600" b="0" spc="-15" dirty="0">
                <a:solidFill>
                  <a:srgbClr val="000000"/>
                </a:solidFill>
              </a:rPr>
              <a:t> </a:t>
            </a:r>
            <a:r>
              <a:rPr sz="1600" b="0" dirty="0">
                <a:solidFill>
                  <a:srgbClr val="000000"/>
                </a:solidFill>
              </a:rPr>
              <a:t>de</a:t>
            </a:r>
            <a:r>
              <a:rPr sz="1600" b="0" spc="-40" dirty="0">
                <a:solidFill>
                  <a:srgbClr val="000000"/>
                </a:solidFill>
              </a:rPr>
              <a:t> </a:t>
            </a:r>
            <a:r>
              <a:rPr sz="1600" b="0" dirty="0">
                <a:solidFill>
                  <a:srgbClr val="000000"/>
                </a:solidFill>
              </a:rPr>
              <a:t>pages</a:t>
            </a:r>
            <a:r>
              <a:rPr sz="1600" b="0" spc="-25" dirty="0">
                <a:solidFill>
                  <a:srgbClr val="000000"/>
                </a:solidFill>
              </a:rPr>
              <a:t> </a:t>
            </a:r>
            <a:r>
              <a:rPr sz="1600" b="0" spc="-10" dirty="0">
                <a:solidFill>
                  <a:srgbClr val="000000"/>
                </a:solidFill>
              </a:rPr>
              <a:t>existe</a:t>
            </a:r>
            <a:r>
              <a:rPr sz="1600" b="0" spc="-15" dirty="0">
                <a:solidFill>
                  <a:srgbClr val="000000"/>
                </a:solidFill>
              </a:rPr>
              <a:t> </a:t>
            </a:r>
            <a:r>
              <a:rPr sz="1600" b="0" dirty="0">
                <a:solidFill>
                  <a:srgbClr val="000000"/>
                </a:solidFill>
              </a:rPr>
              <a:t>pour</a:t>
            </a:r>
            <a:r>
              <a:rPr sz="1600" b="0" spc="-25" dirty="0">
                <a:solidFill>
                  <a:srgbClr val="000000"/>
                </a:solidFill>
              </a:rPr>
              <a:t> </a:t>
            </a:r>
            <a:r>
              <a:rPr sz="1600" b="0" dirty="0">
                <a:solidFill>
                  <a:srgbClr val="000000"/>
                </a:solidFill>
              </a:rPr>
              <a:t>gérer</a:t>
            </a:r>
            <a:r>
              <a:rPr sz="1600" b="0" spc="-45" dirty="0">
                <a:solidFill>
                  <a:srgbClr val="000000"/>
                </a:solidFill>
              </a:rPr>
              <a:t> </a:t>
            </a:r>
            <a:r>
              <a:rPr sz="1600" b="0" dirty="0">
                <a:solidFill>
                  <a:srgbClr val="000000"/>
                </a:solidFill>
              </a:rPr>
              <a:t>les</a:t>
            </a:r>
            <a:r>
              <a:rPr sz="1600" b="0" spc="-10" dirty="0">
                <a:solidFill>
                  <a:srgbClr val="000000"/>
                </a:solidFill>
              </a:rPr>
              <a:t> correspondances</a:t>
            </a:r>
            <a:r>
              <a:rPr sz="1600" b="0" spc="20" dirty="0">
                <a:solidFill>
                  <a:srgbClr val="000000"/>
                </a:solidFill>
              </a:rPr>
              <a:t> </a:t>
            </a:r>
            <a:r>
              <a:rPr sz="1600" b="0" dirty="0">
                <a:solidFill>
                  <a:srgbClr val="000000"/>
                </a:solidFill>
              </a:rPr>
              <a:t>entre</a:t>
            </a:r>
            <a:r>
              <a:rPr sz="1600" b="0" spc="-15" dirty="0">
                <a:solidFill>
                  <a:srgbClr val="000000"/>
                </a:solidFill>
              </a:rPr>
              <a:t> </a:t>
            </a:r>
            <a:r>
              <a:rPr sz="1600" b="0" dirty="0">
                <a:solidFill>
                  <a:srgbClr val="000000"/>
                </a:solidFill>
              </a:rPr>
              <a:t>les</a:t>
            </a:r>
            <a:r>
              <a:rPr sz="1600" b="0" spc="-30" dirty="0">
                <a:solidFill>
                  <a:srgbClr val="000000"/>
                </a:solidFill>
              </a:rPr>
              <a:t> </a:t>
            </a:r>
            <a:r>
              <a:rPr sz="1600" b="0" dirty="0">
                <a:solidFill>
                  <a:srgbClr val="000000"/>
                </a:solidFill>
              </a:rPr>
              <a:t>pages</a:t>
            </a:r>
            <a:r>
              <a:rPr sz="1600" b="0" spc="-25" dirty="0">
                <a:solidFill>
                  <a:srgbClr val="000000"/>
                </a:solidFill>
              </a:rPr>
              <a:t> </a:t>
            </a:r>
            <a:r>
              <a:rPr sz="1600" b="0" dirty="0">
                <a:solidFill>
                  <a:srgbClr val="000000"/>
                </a:solidFill>
              </a:rPr>
              <a:t>virtuelles</a:t>
            </a:r>
            <a:r>
              <a:rPr sz="1600" b="0" spc="-5" dirty="0">
                <a:solidFill>
                  <a:srgbClr val="000000"/>
                </a:solidFill>
              </a:rPr>
              <a:t> </a:t>
            </a:r>
            <a:r>
              <a:rPr sz="1600" b="0" dirty="0">
                <a:solidFill>
                  <a:srgbClr val="000000"/>
                </a:solidFill>
              </a:rPr>
              <a:t>et</a:t>
            </a:r>
            <a:r>
              <a:rPr sz="1600" b="0" spc="-60" dirty="0">
                <a:solidFill>
                  <a:srgbClr val="000000"/>
                </a:solidFill>
              </a:rPr>
              <a:t> </a:t>
            </a:r>
            <a:r>
              <a:rPr sz="1600" b="0" dirty="0">
                <a:solidFill>
                  <a:srgbClr val="000000"/>
                </a:solidFill>
              </a:rPr>
              <a:t>les</a:t>
            </a:r>
            <a:r>
              <a:rPr sz="1600" b="0" spc="-5" dirty="0">
                <a:solidFill>
                  <a:srgbClr val="000000"/>
                </a:solidFill>
              </a:rPr>
              <a:t> </a:t>
            </a:r>
            <a:r>
              <a:rPr sz="1600" b="0" dirty="0">
                <a:solidFill>
                  <a:srgbClr val="000000"/>
                </a:solidFill>
              </a:rPr>
              <a:t>pages</a:t>
            </a:r>
            <a:r>
              <a:rPr sz="1600" b="0" spc="-50" dirty="0">
                <a:solidFill>
                  <a:srgbClr val="000000"/>
                </a:solidFill>
              </a:rPr>
              <a:t> </a:t>
            </a:r>
            <a:r>
              <a:rPr sz="1600" b="0" dirty="0">
                <a:solidFill>
                  <a:srgbClr val="000000"/>
                </a:solidFill>
              </a:rPr>
              <a:t>physiques,</a:t>
            </a:r>
            <a:r>
              <a:rPr sz="1600" b="0" spc="-25" dirty="0">
                <a:solidFill>
                  <a:srgbClr val="000000"/>
                </a:solidFill>
              </a:rPr>
              <a:t> </a:t>
            </a:r>
            <a:r>
              <a:rPr sz="1600" b="0" spc="-20" dirty="0">
                <a:solidFill>
                  <a:srgbClr val="000000"/>
                </a:solidFill>
              </a:rPr>
              <a:t>c’est</a:t>
            </a:r>
            <a:r>
              <a:rPr sz="1600" b="0" spc="-10" dirty="0">
                <a:solidFill>
                  <a:srgbClr val="000000"/>
                </a:solidFill>
              </a:rPr>
              <a:t> </a:t>
            </a:r>
            <a:r>
              <a:rPr sz="1600" b="0" dirty="0">
                <a:solidFill>
                  <a:srgbClr val="000000"/>
                </a:solidFill>
              </a:rPr>
              <a:t>à</a:t>
            </a:r>
            <a:r>
              <a:rPr sz="1600" b="0" spc="-15" dirty="0">
                <a:solidFill>
                  <a:srgbClr val="000000"/>
                </a:solidFill>
              </a:rPr>
              <a:t> </a:t>
            </a:r>
            <a:r>
              <a:rPr sz="1600" b="0" dirty="0">
                <a:solidFill>
                  <a:srgbClr val="000000"/>
                </a:solidFill>
              </a:rPr>
              <a:t>dire</a:t>
            </a:r>
            <a:r>
              <a:rPr sz="1600" b="0" spc="-15" dirty="0">
                <a:solidFill>
                  <a:srgbClr val="000000"/>
                </a:solidFill>
              </a:rPr>
              <a:t> </a:t>
            </a:r>
            <a:r>
              <a:rPr sz="1600" b="0" dirty="0">
                <a:solidFill>
                  <a:srgbClr val="555555"/>
                </a:solidFill>
              </a:rPr>
              <a:t>:</a:t>
            </a:r>
            <a:r>
              <a:rPr sz="1600" b="0" spc="-30" dirty="0">
                <a:solidFill>
                  <a:srgbClr val="555555"/>
                </a:solidFill>
              </a:rPr>
              <a:t> </a:t>
            </a:r>
            <a:r>
              <a:rPr lang="fr-FR" sz="1600" dirty="0">
                <a:solidFill>
                  <a:srgbClr val="555555"/>
                </a:solidFill>
              </a:rPr>
              <a:t>I</a:t>
            </a:r>
            <a:r>
              <a:rPr sz="1600" dirty="0" smtClean="0">
                <a:solidFill>
                  <a:srgbClr val="555555"/>
                </a:solidFill>
              </a:rPr>
              <a:t>l</a:t>
            </a:r>
            <a:r>
              <a:rPr sz="1600" spc="-30" dirty="0" smtClean="0">
                <a:solidFill>
                  <a:srgbClr val="555555"/>
                </a:solidFill>
              </a:rPr>
              <a:t> </a:t>
            </a:r>
            <a:r>
              <a:rPr sz="1600" dirty="0">
                <a:solidFill>
                  <a:srgbClr val="555555"/>
                </a:solidFill>
              </a:rPr>
              <a:t>traduit</a:t>
            </a:r>
            <a:r>
              <a:rPr sz="1600" spc="-5" dirty="0">
                <a:solidFill>
                  <a:srgbClr val="555555"/>
                </a:solidFill>
              </a:rPr>
              <a:t> </a:t>
            </a:r>
            <a:r>
              <a:rPr sz="1600" spc="-10" dirty="0">
                <a:solidFill>
                  <a:srgbClr val="555555"/>
                </a:solidFill>
              </a:rPr>
              <a:t>l’adresse</a:t>
            </a:r>
            <a:r>
              <a:rPr sz="1600" spc="10" dirty="0">
                <a:solidFill>
                  <a:srgbClr val="555555"/>
                </a:solidFill>
              </a:rPr>
              <a:t> </a:t>
            </a:r>
            <a:r>
              <a:rPr sz="1600" dirty="0">
                <a:solidFill>
                  <a:srgbClr val="555555"/>
                </a:solidFill>
              </a:rPr>
              <a:t>logique</a:t>
            </a:r>
            <a:r>
              <a:rPr sz="1600" spc="-20" dirty="0">
                <a:solidFill>
                  <a:srgbClr val="555555"/>
                </a:solidFill>
              </a:rPr>
              <a:t> </a:t>
            </a:r>
            <a:r>
              <a:rPr sz="1600" dirty="0">
                <a:solidFill>
                  <a:srgbClr val="555555"/>
                </a:solidFill>
              </a:rPr>
              <a:t>en</a:t>
            </a:r>
            <a:r>
              <a:rPr sz="1600" spc="-20" dirty="0">
                <a:solidFill>
                  <a:srgbClr val="555555"/>
                </a:solidFill>
              </a:rPr>
              <a:t> </a:t>
            </a:r>
            <a:r>
              <a:rPr sz="1600" spc="-10" dirty="0">
                <a:solidFill>
                  <a:srgbClr val="555555"/>
                </a:solidFill>
              </a:rPr>
              <a:t>adresse</a:t>
            </a:r>
            <a:r>
              <a:rPr sz="1600" spc="-35" dirty="0">
                <a:solidFill>
                  <a:srgbClr val="555555"/>
                </a:solidFill>
              </a:rPr>
              <a:t> </a:t>
            </a:r>
            <a:r>
              <a:rPr sz="1600" spc="-10" dirty="0">
                <a:solidFill>
                  <a:srgbClr val="555555"/>
                </a:solidFill>
              </a:rPr>
              <a:t>physique</a:t>
            </a:r>
            <a:r>
              <a:rPr sz="1600" b="0" spc="-10" dirty="0" smtClean="0">
                <a:solidFill>
                  <a:srgbClr val="555555"/>
                </a:solidFill>
              </a:rPr>
              <a:t>.</a:t>
            </a:r>
            <a:endParaRPr sz="1600" b="0" spc="-10" dirty="0">
              <a:solidFill>
                <a:srgbClr val="555555"/>
              </a:solidFill>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15</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3" name="object 12"/>
          <p:cNvSpPr txBox="1">
            <a:spLocks noGrp="1"/>
          </p:cNvSpPr>
          <p:nvPr>
            <p:ph type="title"/>
          </p:nvPr>
        </p:nvSpPr>
        <p:spPr>
          <a:xfrm>
            <a:off x="263753" y="363992"/>
            <a:ext cx="11664492" cy="702808"/>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a:t>
            </a:r>
            <a:r>
              <a:rPr lang="fr-FR" dirty="0">
                <a:solidFill>
                  <a:srgbClr val="007842"/>
                </a:solidFill>
              </a:rPr>
              <a:t>mémoire</a:t>
            </a:r>
            <a:br>
              <a:rPr lang="fr-FR" dirty="0">
                <a:solidFill>
                  <a:srgbClr val="007842"/>
                </a:solidFill>
              </a:rPr>
            </a:br>
            <a:r>
              <a:rPr lang="fr-FR" sz="1600" dirty="0">
                <a:solidFill>
                  <a:srgbClr val="007842"/>
                </a:solidFill>
              </a:rPr>
              <a:t>Stratégies de gestion de la mémoire</a:t>
            </a:r>
            <a:endParaRPr lang="fr-FR" sz="1600" dirty="0" smtClean="0">
              <a:solidFill>
                <a:srgbClr val="007842"/>
              </a:solidFill>
            </a:endParaRPr>
          </a:p>
        </p:txBody>
      </p:sp>
      <p:sp>
        <p:nvSpPr>
          <p:cNvPr id="12" name="object 16"/>
          <p:cNvSpPr txBox="1"/>
          <p:nvPr/>
        </p:nvSpPr>
        <p:spPr>
          <a:xfrm>
            <a:off x="7239000" y="6238240"/>
            <a:ext cx="2694305" cy="391160"/>
          </a:xfrm>
          <a:prstGeom prst="rect">
            <a:avLst/>
          </a:prstGeom>
        </p:spPr>
        <p:txBody>
          <a:bodyPr vert="horz" wrap="square" lIns="0" tIns="12700" rIns="0" bIns="0" rtlCol="0">
            <a:spAutoFit/>
          </a:bodyPr>
          <a:lstStyle/>
          <a:p>
            <a:pPr marL="847725" marR="5080" indent="-835660">
              <a:lnSpc>
                <a:spcPct val="100000"/>
              </a:lnSpc>
              <a:spcBef>
                <a:spcPts val="100"/>
              </a:spcBef>
            </a:pPr>
            <a:r>
              <a:rPr sz="1200" i="1" dirty="0">
                <a:solidFill>
                  <a:srgbClr val="A6A6A6"/>
                </a:solidFill>
                <a:latin typeface="Calibri"/>
                <a:cs typeface="Calibri"/>
              </a:rPr>
              <a:t>Figure</a:t>
            </a:r>
            <a:r>
              <a:rPr sz="1200" i="1" spc="5" dirty="0">
                <a:solidFill>
                  <a:srgbClr val="A6A6A6"/>
                </a:solidFill>
                <a:latin typeface="Calibri"/>
                <a:cs typeface="Calibri"/>
              </a:rPr>
              <a:t> </a:t>
            </a:r>
            <a:r>
              <a:rPr sz="1200" i="1" dirty="0" smtClean="0">
                <a:solidFill>
                  <a:srgbClr val="A6A6A6"/>
                </a:solidFill>
                <a:latin typeface="Calibri"/>
                <a:cs typeface="Calibri"/>
              </a:rPr>
              <a:t>:</a:t>
            </a:r>
            <a:r>
              <a:rPr sz="1200" i="1" spc="20" dirty="0" smtClean="0">
                <a:solidFill>
                  <a:srgbClr val="A6A6A6"/>
                </a:solidFill>
                <a:latin typeface="Calibri"/>
                <a:cs typeface="Calibri"/>
              </a:rPr>
              <a:t> </a:t>
            </a:r>
            <a:r>
              <a:rPr sz="1200" i="1" spc="-10" dirty="0">
                <a:solidFill>
                  <a:srgbClr val="A6A6A6"/>
                </a:solidFill>
                <a:latin typeface="Calibri"/>
                <a:cs typeface="Calibri"/>
              </a:rPr>
              <a:t>Correspondance</a:t>
            </a:r>
            <a:r>
              <a:rPr sz="1200" i="1" spc="-70" dirty="0">
                <a:solidFill>
                  <a:srgbClr val="A6A6A6"/>
                </a:solidFill>
                <a:latin typeface="Calibri"/>
                <a:cs typeface="Calibri"/>
              </a:rPr>
              <a:t> </a:t>
            </a:r>
            <a:r>
              <a:rPr sz="1200" i="1" dirty="0">
                <a:solidFill>
                  <a:srgbClr val="A6A6A6"/>
                </a:solidFill>
                <a:latin typeface="Calibri"/>
                <a:cs typeface="Calibri"/>
              </a:rPr>
              <a:t>Pages</a:t>
            </a:r>
            <a:r>
              <a:rPr sz="1200" i="1" spc="-5" dirty="0">
                <a:solidFill>
                  <a:srgbClr val="A6A6A6"/>
                </a:solidFill>
                <a:latin typeface="Calibri"/>
                <a:cs typeface="Calibri"/>
              </a:rPr>
              <a:t> </a:t>
            </a:r>
            <a:r>
              <a:rPr sz="1200" i="1" spc="-10" dirty="0">
                <a:solidFill>
                  <a:srgbClr val="A6A6A6"/>
                </a:solidFill>
                <a:latin typeface="Calibri"/>
                <a:cs typeface="Calibri"/>
              </a:rPr>
              <a:t>Virtuelles/ </a:t>
            </a:r>
            <a:r>
              <a:rPr sz="1200" i="1" dirty="0">
                <a:solidFill>
                  <a:srgbClr val="A6A6A6"/>
                </a:solidFill>
                <a:latin typeface="Calibri"/>
                <a:cs typeface="Calibri"/>
              </a:rPr>
              <a:t>Pages</a:t>
            </a:r>
            <a:r>
              <a:rPr sz="1200" i="1" spc="-45" dirty="0">
                <a:solidFill>
                  <a:srgbClr val="A6A6A6"/>
                </a:solidFill>
                <a:latin typeface="Calibri"/>
                <a:cs typeface="Calibri"/>
              </a:rPr>
              <a:t> </a:t>
            </a:r>
            <a:r>
              <a:rPr sz="1200" i="1" spc="-10" dirty="0">
                <a:solidFill>
                  <a:srgbClr val="A6A6A6"/>
                </a:solidFill>
                <a:latin typeface="Calibri"/>
                <a:cs typeface="Calibri"/>
              </a:rPr>
              <a:t>Physiques</a:t>
            </a:r>
            <a:endParaRPr sz="1200" dirty="0">
              <a:latin typeface="Calibri"/>
              <a:cs typeface="Calibri"/>
            </a:endParaRPr>
          </a:p>
        </p:txBody>
      </p:sp>
      <p:pic>
        <p:nvPicPr>
          <p:cNvPr id="9" name="Image 8"/>
          <p:cNvPicPr>
            <a:picLocks noChangeAspect="1"/>
          </p:cNvPicPr>
          <p:nvPr/>
        </p:nvPicPr>
        <p:blipFill>
          <a:blip r:embed="rId4"/>
          <a:stretch>
            <a:fillRect/>
          </a:stretch>
        </p:blipFill>
        <p:spPr>
          <a:xfrm>
            <a:off x="4876800" y="3355015"/>
            <a:ext cx="6405562" cy="2852404"/>
          </a:xfrm>
          <a:prstGeom prst="rect">
            <a:avLst/>
          </a:prstGeom>
        </p:spPr>
      </p:pic>
    </p:spTree>
    <p:extLst>
      <p:ext uri="{BB962C8B-B14F-4D97-AF65-F5344CB8AC3E}">
        <p14:creationId xmlns:p14="http://schemas.microsoft.com/office/powerpoint/2010/main" val="3828136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715" y="8179"/>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a:spLocks noGrp="1"/>
          </p:cNvSpPr>
          <p:nvPr>
            <p:ph type="body" idx="1"/>
          </p:nvPr>
        </p:nvSpPr>
        <p:spPr>
          <a:xfrm>
            <a:off x="798982" y="1605152"/>
            <a:ext cx="10590530" cy="2552622"/>
          </a:xfrm>
          <a:prstGeom prst="rect">
            <a:avLst/>
          </a:prstGeom>
        </p:spPr>
        <p:txBody>
          <a:bodyPr vert="horz" wrap="square" lIns="0" tIns="13335" rIns="0" bIns="0" rtlCol="0">
            <a:spAutoFit/>
          </a:bodyPr>
          <a:lstStyle/>
          <a:p>
            <a:pPr marL="12700">
              <a:lnSpc>
                <a:spcPct val="100000"/>
              </a:lnSpc>
              <a:spcBef>
                <a:spcPts val="105"/>
              </a:spcBef>
            </a:pPr>
            <a:r>
              <a:rPr sz="1800" spc="-10" dirty="0">
                <a:solidFill>
                  <a:srgbClr val="FF7800"/>
                </a:solidFill>
              </a:rPr>
              <a:t>Pagination:</a:t>
            </a:r>
            <a:r>
              <a:rPr sz="1800" spc="-45" dirty="0">
                <a:solidFill>
                  <a:srgbClr val="FF7800"/>
                </a:solidFill>
              </a:rPr>
              <a:t> </a:t>
            </a:r>
            <a:r>
              <a:rPr sz="1800" dirty="0">
                <a:solidFill>
                  <a:srgbClr val="FF7800"/>
                </a:solidFill>
              </a:rPr>
              <a:t>défaut</a:t>
            </a:r>
            <a:r>
              <a:rPr sz="1800" spc="-35" dirty="0">
                <a:solidFill>
                  <a:srgbClr val="FF7800"/>
                </a:solidFill>
              </a:rPr>
              <a:t> </a:t>
            </a:r>
            <a:r>
              <a:rPr sz="1800" dirty="0">
                <a:solidFill>
                  <a:srgbClr val="FF7800"/>
                </a:solidFill>
              </a:rPr>
              <a:t>de</a:t>
            </a:r>
            <a:r>
              <a:rPr sz="1800" spc="-25" dirty="0">
                <a:solidFill>
                  <a:srgbClr val="FF7800"/>
                </a:solidFill>
              </a:rPr>
              <a:t> </a:t>
            </a:r>
            <a:r>
              <a:rPr sz="1800" spc="-20" dirty="0">
                <a:solidFill>
                  <a:srgbClr val="FF7800"/>
                </a:solidFill>
              </a:rPr>
              <a:t>page</a:t>
            </a:r>
            <a:endParaRPr sz="1800" dirty="0"/>
          </a:p>
          <a:p>
            <a:pPr>
              <a:lnSpc>
                <a:spcPct val="100000"/>
              </a:lnSpc>
              <a:spcBef>
                <a:spcPts val="30"/>
              </a:spcBef>
            </a:pPr>
            <a:endParaRPr sz="1600" dirty="0"/>
          </a:p>
          <a:p>
            <a:pPr marL="12700">
              <a:lnSpc>
                <a:spcPct val="200000"/>
              </a:lnSpc>
              <a:spcBef>
                <a:spcPts val="1445"/>
              </a:spcBef>
            </a:pPr>
            <a:r>
              <a:rPr lang="fr-FR" sz="1600" dirty="0" smtClean="0"/>
              <a:t>Défaut de page </a:t>
            </a:r>
            <a:r>
              <a:rPr lang="fr-FR" sz="1600" b="0" dirty="0" smtClean="0"/>
              <a:t>représente </a:t>
            </a:r>
            <a:r>
              <a:rPr lang="fr-FR" sz="1600" b="0" dirty="0"/>
              <a:t>le</a:t>
            </a:r>
            <a:r>
              <a:rPr lang="fr-FR" sz="1600" b="0" spc="-10" dirty="0"/>
              <a:t> </a:t>
            </a:r>
            <a:r>
              <a:rPr lang="fr-FR" sz="1600" b="0" dirty="0"/>
              <a:t>cas</a:t>
            </a:r>
            <a:r>
              <a:rPr lang="fr-FR" sz="1600" b="0" spc="-25" dirty="0"/>
              <a:t> </a:t>
            </a:r>
            <a:r>
              <a:rPr lang="fr-FR" sz="1600" b="0" dirty="0"/>
              <a:t>où</a:t>
            </a:r>
            <a:r>
              <a:rPr lang="fr-FR" sz="1600" b="0" spc="-20" dirty="0"/>
              <a:t> </a:t>
            </a:r>
            <a:r>
              <a:rPr lang="fr-FR" sz="1600" b="0" spc="-10" dirty="0"/>
              <a:t>l’adresse</a:t>
            </a:r>
            <a:r>
              <a:rPr lang="fr-FR" sz="1600" b="0" spc="15" dirty="0"/>
              <a:t> </a:t>
            </a:r>
            <a:r>
              <a:rPr lang="fr-FR" sz="1600" b="0" dirty="0"/>
              <a:t>virtuelle</a:t>
            </a:r>
            <a:r>
              <a:rPr lang="fr-FR" sz="1600" b="0" spc="-5" dirty="0"/>
              <a:t> </a:t>
            </a:r>
            <a:r>
              <a:rPr lang="fr-FR" sz="1600" b="0" spc="-10" dirty="0"/>
              <a:t>référence</a:t>
            </a:r>
            <a:r>
              <a:rPr lang="fr-FR" sz="1600" b="0" spc="-5" dirty="0"/>
              <a:t> </a:t>
            </a:r>
            <a:r>
              <a:rPr lang="fr-FR" sz="1600" b="0" dirty="0"/>
              <a:t>une</a:t>
            </a:r>
            <a:r>
              <a:rPr lang="fr-FR" sz="1600" b="0" spc="-10" dirty="0"/>
              <a:t> </a:t>
            </a:r>
            <a:r>
              <a:rPr lang="fr-FR" sz="1600" b="0" dirty="0"/>
              <a:t>page</a:t>
            </a:r>
            <a:r>
              <a:rPr lang="fr-FR" sz="1600" b="0" spc="-60" dirty="0"/>
              <a:t> </a:t>
            </a:r>
            <a:r>
              <a:rPr lang="fr-FR" sz="1600" b="0" dirty="0"/>
              <a:t>qui</a:t>
            </a:r>
            <a:r>
              <a:rPr lang="fr-FR" sz="1600" b="0" spc="-25" dirty="0"/>
              <a:t> </a:t>
            </a:r>
            <a:r>
              <a:rPr lang="fr-FR" sz="1600" b="0" spc="-10" dirty="0"/>
              <a:t>n’est</a:t>
            </a:r>
            <a:r>
              <a:rPr lang="fr-FR" sz="1600" b="0" spc="20" dirty="0"/>
              <a:t> </a:t>
            </a:r>
            <a:r>
              <a:rPr lang="fr-FR" sz="1600" b="0" dirty="0"/>
              <a:t>pas</a:t>
            </a:r>
            <a:r>
              <a:rPr lang="fr-FR" sz="1600" b="0" spc="-25" dirty="0"/>
              <a:t> </a:t>
            </a:r>
            <a:r>
              <a:rPr lang="fr-FR" sz="1600" b="0" spc="-10" dirty="0"/>
              <a:t>présente</a:t>
            </a:r>
            <a:r>
              <a:rPr lang="fr-FR" sz="1600" b="0" spc="-25" dirty="0"/>
              <a:t> </a:t>
            </a:r>
            <a:r>
              <a:rPr lang="fr-FR" sz="1600" b="0" dirty="0"/>
              <a:t>en</a:t>
            </a:r>
            <a:r>
              <a:rPr lang="fr-FR" sz="1600" b="0" spc="-15" dirty="0"/>
              <a:t> </a:t>
            </a:r>
            <a:r>
              <a:rPr lang="fr-FR" sz="1600" b="0" spc="-10" dirty="0"/>
              <a:t>mémoire</a:t>
            </a:r>
            <a:r>
              <a:rPr lang="fr-FR" sz="1600" b="0" spc="15" dirty="0"/>
              <a:t> </a:t>
            </a:r>
            <a:r>
              <a:rPr lang="fr-FR" sz="1600" b="0" spc="-10" dirty="0"/>
              <a:t>physique</a:t>
            </a:r>
            <a:endParaRPr lang="fr-FR" sz="1600" b="0" dirty="0" smtClean="0"/>
          </a:p>
          <a:p>
            <a:pPr marL="12700">
              <a:lnSpc>
                <a:spcPct val="200000"/>
              </a:lnSpc>
              <a:spcBef>
                <a:spcPts val="1445"/>
              </a:spcBef>
            </a:pPr>
            <a:r>
              <a:rPr sz="1600" b="0" dirty="0" smtClean="0"/>
              <a:t>Si</a:t>
            </a:r>
            <a:r>
              <a:rPr sz="1600" b="0" spc="-25" dirty="0" smtClean="0"/>
              <a:t> </a:t>
            </a:r>
            <a:r>
              <a:rPr sz="1600" b="0" dirty="0"/>
              <a:t>la mémoire</a:t>
            </a:r>
            <a:r>
              <a:rPr sz="1600" b="0" spc="-5" dirty="0"/>
              <a:t> </a:t>
            </a:r>
            <a:r>
              <a:rPr sz="1600" b="0" dirty="0"/>
              <a:t>physique</a:t>
            </a:r>
            <a:r>
              <a:rPr sz="1600" b="0" spc="-20" dirty="0"/>
              <a:t> </a:t>
            </a:r>
            <a:r>
              <a:rPr sz="1600" b="0" dirty="0"/>
              <a:t>est</a:t>
            </a:r>
            <a:r>
              <a:rPr sz="1600" b="0" spc="-25" dirty="0"/>
              <a:t> </a:t>
            </a:r>
            <a:r>
              <a:rPr sz="1600" b="0" dirty="0"/>
              <a:t>pleine,</a:t>
            </a:r>
            <a:r>
              <a:rPr sz="1600" b="0" spc="-15" dirty="0"/>
              <a:t> </a:t>
            </a:r>
            <a:r>
              <a:rPr sz="1600" b="0" dirty="0"/>
              <a:t>il</a:t>
            </a:r>
            <a:r>
              <a:rPr sz="1600" b="0" spc="-15" dirty="0"/>
              <a:t> </a:t>
            </a:r>
            <a:r>
              <a:rPr sz="1600" b="0" dirty="0"/>
              <a:t>faut</a:t>
            </a:r>
            <a:r>
              <a:rPr sz="1600" b="0" spc="-30" dirty="0"/>
              <a:t> </a:t>
            </a:r>
            <a:r>
              <a:rPr sz="1600" b="0" dirty="0"/>
              <a:t>virer</a:t>
            </a:r>
            <a:r>
              <a:rPr sz="1600" b="0" spc="-40" dirty="0"/>
              <a:t> </a:t>
            </a:r>
            <a:r>
              <a:rPr sz="1600" b="0" dirty="0"/>
              <a:t>de</a:t>
            </a:r>
            <a:r>
              <a:rPr sz="1600" b="0" spc="20" dirty="0"/>
              <a:t> </a:t>
            </a:r>
            <a:r>
              <a:rPr sz="1600" b="0" dirty="0"/>
              <a:t>la</a:t>
            </a:r>
            <a:r>
              <a:rPr sz="1600" b="0" spc="-30" dirty="0"/>
              <a:t> </a:t>
            </a:r>
            <a:r>
              <a:rPr sz="1600" b="0" dirty="0"/>
              <a:t>mémoire</a:t>
            </a:r>
            <a:r>
              <a:rPr sz="1600" b="0" spc="-5" dirty="0"/>
              <a:t> </a:t>
            </a:r>
            <a:r>
              <a:rPr sz="1600" b="0" spc="-10" dirty="0"/>
              <a:t>physique</a:t>
            </a:r>
            <a:r>
              <a:rPr sz="1600" b="0" spc="-35" dirty="0"/>
              <a:t> </a:t>
            </a:r>
            <a:r>
              <a:rPr lang="fr-FR" sz="1600" b="0" spc="-35" dirty="0" smtClean="0"/>
              <a:t>d’</a:t>
            </a:r>
            <a:r>
              <a:rPr sz="1600" b="0" dirty="0" err="1" smtClean="0"/>
              <a:t>une</a:t>
            </a:r>
            <a:r>
              <a:rPr sz="1600" b="0" spc="-5" dirty="0" smtClean="0"/>
              <a:t> </a:t>
            </a:r>
            <a:r>
              <a:rPr sz="1600" b="0" dirty="0"/>
              <a:t>page</a:t>
            </a:r>
            <a:r>
              <a:rPr sz="1600" b="0" spc="-25" dirty="0"/>
              <a:t> </a:t>
            </a:r>
            <a:r>
              <a:rPr sz="1600" b="0" spc="-10" dirty="0" err="1" smtClean="0"/>
              <a:t>c’est</a:t>
            </a:r>
            <a:r>
              <a:rPr sz="1600" b="0" spc="-10" dirty="0" smtClean="0"/>
              <a:t>-à-</a:t>
            </a:r>
            <a:r>
              <a:rPr sz="1600" b="0" dirty="0" smtClean="0"/>
              <a:t>dire</a:t>
            </a:r>
            <a:r>
              <a:rPr sz="1600" b="0" spc="20" dirty="0" smtClean="0"/>
              <a:t> </a:t>
            </a:r>
            <a:r>
              <a:rPr sz="1600" b="0" dirty="0"/>
              <a:t>un</a:t>
            </a:r>
            <a:r>
              <a:rPr sz="1600" b="0" spc="-35" dirty="0"/>
              <a:t> </a:t>
            </a:r>
            <a:r>
              <a:rPr sz="1600" spc="-10" dirty="0"/>
              <a:t>remplacement.</a:t>
            </a:r>
            <a:r>
              <a:rPr sz="1600" spc="-35" dirty="0"/>
              <a:t> </a:t>
            </a:r>
            <a:endParaRPr lang="fr-FR" sz="1600" spc="-35" dirty="0" smtClean="0"/>
          </a:p>
          <a:p>
            <a:pPr marL="12700">
              <a:lnSpc>
                <a:spcPct val="200000"/>
              </a:lnSpc>
              <a:spcBef>
                <a:spcPts val="1440"/>
              </a:spcBef>
            </a:pPr>
            <a:r>
              <a:rPr sz="1600" b="0" dirty="0" smtClean="0"/>
              <a:t>Le</a:t>
            </a:r>
            <a:r>
              <a:rPr sz="1600" b="0" spc="-25" dirty="0" smtClean="0"/>
              <a:t> </a:t>
            </a:r>
            <a:r>
              <a:rPr sz="1600" b="0" dirty="0"/>
              <a:t>choix</a:t>
            </a:r>
            <a:r>
              <a:rPr sz="1600" b="0" spc="25" dirty="0"/>
              <a:t> </a:t>
            </a:r>
            <a:r>
              <a:rPr sz="1600" b="0" dirty="0"/>
              <a:t>d’une page</a:t>
            </a:r>
            <a:r>
              <a:rPr sz="1600" b="0" spc="-20" dirty="0"/>
              <a:t> </a:t>
            </a:r>
            <a:r>
              <a:rPr sz="1600" b="0" dirty="0"/>
              <a:t>«</a:t>
            </a:r>
            <a:r>
              <a:rPr sz="1600" b="0" spc="-20" dirty="0"/>
              <a:t> </a:t>
            </a:r>
            <a:r>
              <a:rPr sz="1600" b="0" dirty="0"/>
              <a:t>victime</a:t>
            </a:r>
            <a:r>
              <a:rPr sz="1600" b="0" spc="5" dirty="0"/>
              <a:t> </a:t>
            </a:r>
            <a:r>
              <a:rPr sz="1600" b="0" dirty="0"/>
              <a:t>»</a:t>
            </a:r>
            <a:r>
              <a:rPr sz="1600" b="0" spc="-15" dirty="0"/>
              <a:t> </a:t>
            </a:r>
            <a:r>
              <a:rPr sz="1600" b="0" dirty="0"/>
              <a:t>se</a:t>
            </a:r>
            <a:r>
              <a:rPr sz="1600" b="0" spc="-25" dirty="0"/>
              <a:t> </a:t>
            </a:r>
            <a:r>
              <a:rPr sz="1600" b="0" dirty="0"/>
              <a:t>fait</a:t>
            </a:r>
            <a:r>
              <a:rPr sz="1600" b="0" spc="-20" dirty="0"/>
              <a:t> </a:t>
            </a:r>
            <a:r>
              <a:rPr sz="1600" b="0" dirty="0"/>
              <a:t>selon</a:t>
            </a:r>
            <a:r>
              <a:rPr sz="1600" b="0" spc="15" dirty="0"/>
              <a:t> </a:t>
            </a:r>
            <a:r>
              <a:rPr sz="1600" b="0" dirty="0"/>
              <a:t>une</a:t>
            </a:r>
            <a:r>
              <a:rPr sz="1600" b="0" spc="-25" dirty="0"/>
              <a:t> </a:t>
            </a:r>
            <a:r>
              <a:rPr sz="1600" b="0" spc="-10" dirty="0"/>
              <a:t>stratégie</a:t>
            </a:r>
            <a:r>
              <a:rPr sz="1600" b="0" spc="-20" dirty="0"/>
              <a:t> </a:t>
            </a:r>
            <a:r>
              <a:rPr sz="1600" b="0" dirty="0"/>
              <a:t>de</a:t>
            </a:r>
            <a:r>
              <a:rPr sz="1600" b="0" spc="-5" dirty="0"/>
              <a:t> </a:t>
            </a:r>
            <a:r>
              <a:rPr sz="1600" b="0" spc="-10" dirty="0" err="1"/>
              <a:t>remplacement</a:t>
            </a:r>
            <a:r>
              <a:rPr sz="1600" b="0" spc="-10" dirty="0" smtClean="0"/>
              <a:t>.</a:t>
            </a:r>
            <a:endParaRPr sz="1600" b="0" spc="-10" dirty="0"/>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16</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3" name="object 12"/>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a:t>
            </a:r>
            <a:r>
              <a:rPr lang="fr-FR" dirty="0">
                <a:solidFill>
                  <a:srgbClr val="007842"/>
                </a:solidFill>
              </a:rPr>
              <a:t>mémoire</a:t>
            </a:r>
            <a:br>
              <a:rPr lang="fr-FR" dirty="0">
                <a:solidFill>
                  <a:srgbClr val="007842"/>
                </a:solidFill>
              </a:rPr>
            </a:br>
            <a:r>
              <a:rPr lang="fr-FR" sz="1600" dirty="0">
                <a:solidFill>
                  <a:srgbClr val="007842"/>
                </a:solidFill>
              </a:rPr>
              <a:t>Stratégies de gestion de la mémoire</a:t>
            </a:r>
            <a:endParaRPr lang="fr-FR" sz="1600" dirty="0" smtClean="0">
              <a:solidFill>
                <a:srgbClr val="00784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a:spLocks noGrp="1"/>
          </p:cNvSpPr>
          <p:nvPr>
            <p:ph type="body" idx="1"/>
          </p:nvPr>
        </p:nvSpPr>
        <p:spPr>
          <a:xfrm>
            <a:off x="798982" y="1605152"/>
            <a:ext cx="10590530" cy="4389022"/>
          </a:xfrm>
          <a:prstGeom prst="rect">
            <a:avLst/>
          </a:prstGeom>
        </p:spPr>
        <p:txBody>
          <a:bodyPr vert="horz" wrap="square" lIns="0" tIns="13335" rIns="0" bIns="0" rtlCol="0">
            <a:spAutoFit/>
          </a:bodyPr>
          <a:lstStyle/>
          <a:p>
            <a:pPr marL="12700">
              <a:lnSpc>
                <a:spcPct val="100000"/>
              </a:lnSpc>
              <a:spcBef>
                <a:spcPts val="105"/>
              </a:spcBef>
            </a:pPr>
            <a:r>
              <a:rPr sz="1800" spc="-10" dirty="0">
                <a:solidFill>
                  <a:srgbClr val="FF7800"/>
                </a:solidFill>
              </a:rPr>
              <a:t>Pagination:</a:t>
            </a:r>
            <a:r>
              <a:rPr sz="1800" spc="-45" dirty="0">
                <a:solidFill>
                  <a:srgbClr val="FF7800"/>
                </a:solidFill>
              </a:rPr>
              <a:t> </a:t>
            </a:r>
            <a:r>
              <a:rPr sz="1800" dirty="0">
                <a:solidFill>
                  <a:srgbClr val="FF7800"/>
                </a:solidFill>
              </a:rPr>
              <a:t>défaut</a:t>
            </a:r>
            <a:r>
              <a:rPr sz="1800" spc="-35" dirty="0">
                <a:solidFill>
                  <a:srgbClr val="FF7800"/>
                </a:solidFill>
              </a:rPr>
              <a:t> </a:t>
            </a:r>
            <a:r>
              <a:rPr sz="1800" dirty="0">
                <a:solidFill>
                  <a:srgbClr val="FF7800"/>
                </a:solidFill>
              </a:rPr>
              <a:t>de</a:t>
            </a:r>
            <a:r>
              <a:rPr sz="1800" spc="-25" dirty="0">
                <a:solidFill>
                  <a:srgbClr val="FF7800"/>
                </a:solidFill>
              </a:rPr>
              <a:t> </a:t>
            </a:r>
            <a:r>
              <a:rPr sz="1800" spc="-20" dirty="0">
                <a:solidFill>
                  <a:srgbClr val="FF7800"/>
                </a:solidFill>
              </a:rPr>
              <a:t>page</a:t>
            </a:r>
            <a:endParaRPr sz="1800" dirty="0"/>
          </a:p>
          <a:p>
            <a:pPr marL="12700">
              <a:lnSpc>
                <a:spcPct val="100000"/>
              </a:lnSpc>
              <a:spcBef>
                <a:spcPts val="1440"/>
              </a:spcBef>
            </a:pPr>
            <a:r>
              <a:rPr lang="fr-FR" sz="1600" dirty="0"/>
              <a:t>I</a:t>
            </a:r>
            <a:r>
              <a:rPr sz="1600" b="0" dirty="0" smtClean="0"/>
              <a:t>l</a:t>
            </a:r>
            <a:r>
              <a:rPr sz="1600" b="0" spc="-40" dirty="0" smtClean="0"/>
              <a:t> </a:t>
            </a:r>
            <a:r>
              <a:rPr sz="1600" b="0" dirty="0"/>
              <a:t>existe</a:t>
            </a:r>
            <a:r>
              <a:rPr sz="1600" b="0" spc="20" dirty="0"/>
              <a:t> </a:t>
            </a:r>
            <a:r>
              <a:rPr sz="1600" b="0" spc="-10" dirty="0"/>
              <a:t>plusieurs</a:t>
            </a:r>
            <a:r>
              <a:rPr sz="1600" b="0" spc="10" dirty="0"/>
              <a:t> </a:t>
            </a:r>
            <a:r>
              <a:rPr sz="1600" b="0" spc="-10" dirty="0"/>
              <a:t>stratégies</a:t>
            </a:r>
            <a:r>
              <a:rPr sz="1600" b="0" spc="-15" dirty="0"/>
              <a:t> </a:t>
            </a:r>
            <a:r>
              <a:rPr sz="1600" b="0" dirty="0"/>
              <a:t>de </a:t>
            </a:r>
            <a:r>
              <a:rPr sz="1600" b="0" spc="-10" dirty="0"/>
              <a:t>remplacement</a:t>
            </a:r>
            <a:r>
              <a:rPr sz="1600" b="0" dirty="0"/>
              <a:t> </a:t>
            </a:r>
            <a:r>
              <a:rPr sz="1600" b="0" spc="-50" dirty="0"/>
              <a:t>:</a:t>
            </a:r>
          </a:p>
          <a:p>
            <a:pPr marL="298450" indent="-285750">
              <a:lnSpc>
                <a:spcPct val="150000"/>
              </a:lnSpc>
              <a:spcBef>
                <a:spcPts val="1440"/>
              </a:spcBef>
              <a:buClr>
                <a:srgbClr val="555555"/>
              </a:buClr>
              <a:buFont typeface="Arial" panose="020B0604020202020204" pitchFamily="34" charset="0"/>
              <a:buChar char="•"/>
              <a:tabLst>
                <a:tab pos="94615" algn="l"/>
              </a:tabLst>
            </a:pPr>
            <a:r>
              <a:rPr sz="1600" dirty="0">
                <a:solidFill>
                  <a:srgbClr val="001F5F"/>
                </a:solidFill>
              </a:rPr>
              <a:t>FIFO,</a:t>
            </a:r>
            <a:r>
              <a:rPr sz="1600" spc="-20" dirty="0">
                <a:solidFill>
                  <a:srgbClr val="001F5F"/>
                </a:solidFill>
              </a:rPr>
              <a:t> </a:t>
            </a:r>
            <a:r>
              <a:rPr sz="1600" b="0" spc="-10" dirty="0"/>
              <a:t>l’abréviation</a:t>
            </a:r>
            <a:r>
              <a:rPr sz="1600" b="0" spc="-20" dirty="0"/>
              <a:t> </a:t>
            </a:r>
            <a:r>
              <a:rPr sz="1600" b="0" dirty="0"/>
              <a:t>de</a:t>
            </a:r>
            <a:r>
              <a:rPr sz="1600" b="0" spc="-15" dirty="0"/>
              <a:t> </a:t>
            </a:r>
            <a:r>
              <a:rPr sz="1600" dirty="0">
                <a:solidFill>
                  <a:srgbClr val="001F5F"/>
                </a:solidFill>
              </a:rPr>
              <a:t>First</a:t>
            </a:r>
            <a:r>
              <a:rPr sz="1600" spc="-25" dirty="0">
                <a:solidFill>
                  <a:srgbClr val="001F5F"/>
                </a:solidFill>
              </a:rPr>
              <a:t> </a:t>
            </a:r>
            <a:r>
              <a:rPr sz="1600" dirty="0">
                <a:solidFill>
                  <a:srgbClr val="001F5F"/>
                </a:solidFill>
              </a:rPr>
              <a:t>In</a:t>
            </a:r>
            <a:r>
              <a:rPr sz="1600" spc="-15" dirty="0">
                <a:solidFill>
                  <a:srgbClr val="001F5F"/>
                </a:solidFill>
              </a:rPr>
              <a:t> </a:t>
            </a:r>
            <a:r>
              <a:rPr sz="1600" dirty="0">
                <a:solidFill>
                  <a:srgbClr val="001F5F"/>
                </a:solidFill>
              </a:rPr>
              <a:t>First</a:t>
            </a:r>
            <a:r>
              <a:rPr sz="1600" spc="-30" dirty="0">
                <a:solidFill>
                  <a:srgbClr val="001F5F"/>
                </a:solidFill>
              </a:rPr>
              <a:t> </a:t>
            </a:r>
            <a:r>
              <a:rPr sz="1600" dirty="0">
                <a:solidFill>
                  <a:srgbClr val="001F5F"/>
                </a:solidFill>
              </a:rPr>
              <a:t>Out</a:t>
            </a:r>
            <a:r>
              <a:rPr sz="1600" spc="-25" dirty="0">
                <a:solidFill>
                  <a:srgbClr val="001F5F"/>
                </a:solidFill>
              </a:rPr>
              <a:t> </a:t>
            </a:r>
            <a:r>
              <a:rPr sz="1600" b="0" dirty="0"/>
              <a:t>nommée</a:t>
            </a:r>
            <a:r>
              <a:rPr sz="1600" b="0" spc="10" dirty="0"/>
              <a:t> </a:t>
            </a:r>
            <a:r>
              <a:rPr sz="1600" b="0" dirty="0"/>
              <a:t>aussi</a:t>
            </a:r>
            <a:r>
              <a:rPr sz="1600" b="0" spc="-35" dirty="0"/>
              <a:t> </a:t>
            </a:r>
            <a:r>
              <a:rPr sz="1600" b="0" dirty="0"/>
              <a:t>PEPS</a:t>
            </a:r>
            <a:r>
              <a:rPr sz="1600" b="0" spc="-10" dirty="0"/>
              <a:t> (l’abréviation</a:t>
            </a:r>
            <a:r>
              <a:rPr sz="1600" b="0" spc="-15" dirty="0"/>
              <a:t> </a:t>
            </a:r>
            <a:r>
              <a:rPr sz="1600" b="0" dirty="0"/>
              <a:t>de</a:t>
            </a:r>
            <a:r>
              <a:rPr sz="1600" b="0" spc="-20" dirty="0"/>
              <a:t> </a:t>
            </a:r>
            <a:r>
              <a:rPr sz="1600" b="0" dirty="0"/>
              <a:t>Premier</a:t>
            </a:r>
            <a:r>
              <a:rPr sz="1600" b="0" spc="-20" dirty="0"/>
              <a:t> </a:t>
            </a:r>
            <a:r>
              <a:rPr sz="1600" b="0" dirty="0"/>
              <a:t>Entré</a:t>
            </a:r>
            <a:r>
              <a:rPr sz="1600" b="0" spc="-15" dirty="0"/>
              <a:t> </a:t>
            </a:r>
            <a:r>
              <a:rPr sz="1600" b="0" dirty="0"/>
              <a:t>Premier Sortie) :</a:t>
            </a:r>
            <a:r>
              <a:rPr sz="1600" b="0" spc="-20" dirty="0"/>
              <a:t> </a:t>
            </a:r>
            <a:r>
              <a:rPr sz="1600" b="0" dirty="0"/>
              <a:t>le</a:t>
            </a:r>
            <a:r>
              <a:rPr sz="1600" b="0" spc="-15" dirty="0"/>
              <a:t> </a:t>
            </a:r>
            <a:r>
              <a:rPr sz="1600" b="0" dirty="0"/>
              <a:t>premier qui</a:t>
            </a:r>
            <a:r>
              <a:rPr sz="1600" b="0" spc="-30" dirty="0"/>
              <a:t> </a:t>
            </a:r>
            <a:r>
              <a:rPr sz="1600" b="0" dirty="0"/>
              <a:t>arrive</a:t>
            </a:r>
            <a:r>
              <a:rPr sz="1600" b="0" spc="-10" dirty="0"/>
              <a:t> </a:t>
            </a:r>
            <a:r>
              <a:rPr sz="1600" b="0" dirty="0"/>
              <a:t>sera</a:t>
            </a:r>
            <a:r>
              <a:rPr sz="1600" b="0" spc="-20" dirty="0"/>
              <a:t> </a:t>
            </a:r>
            <a:r>
              <a:rPr sz="1600" b="0" dirty="0"/>
              <a:t>celui</a:t>
            </a:r>
            <a:r>
              <a:rPr sz="1600" b="0" spc="-25" dirty="0"/>
              <a:t> </a:t>
            </a:r>
            <a:r>
              <a:rPr sz="1600" b="0" dirty="0"/>
              <a:t>qui</a:t>
            </a:r>
            <a:r>
              <a:rPr sz="1600" b="0" spc="-25" dirty="0"/>
              <a:t> </a:t>
            </a:r>
            <a:r>
              <a:rPr sz="1600" b="0" dirty="0"/>
              <a:t>sera</a:t>
            </a:r>
            <a:r>
              <a:rPr sz="1600" b="0" spc="-15" dirty="0"/>
              <a:t> </a:t>
            </a:r>
            <a:r>
              <a:rPr sz="1600" b="0" dirty="0"/>
              <a:t>servi</a:t>
            </a:r>
            <a:r>
              <a:rPr sz="1600" b="0" spc="-25" dirty="0"/>
              <a:t> </a:t>
            </a:r>
            <a:r>
              <a:rPr sz="1600" b="0" dirty="0"/>
              <a:t>le</a:t>
            </a:r>
            <a:r>
              <a:rPr sz="1600" b="0" spc="-15" dirty="0"/>
              <a:t> </a:t>
            </a:r>
            <a:r>
              <a:rPr sz="1600" b="0" dirty="0" smtClean="0"/>
              <a:t>premier</a:t>
            </a:r>
            <a:r>
              <a:rPr sz="1600" spc="-10" dirty="0" smtClean="0"/>
              <a:t>.</a:t>
            </a:r>
            <a:r>
              <a:rPr sz="1600" spc="-45" dirty="0" smtClean="0"/>
              <a:t> </a:t>
            </a:r>
            <a:r>
              <a:rPr sz="1600" dirty="0"/>
              <a:t>On</a:t>
            </a:r>
            <a:r>
              <a:rPr sz="1600" spc="-10" dirty="0"/>
              <a:t> </a:t>
            </a:r>
            <a:r>
              <a:rPr sz="1600" dirty="0"/>
              <a:t>remplace</a:t>
            </a:r>
            <a:r>
              <a:rPr sz="1600" spc="15" dirty="0"/>
              <a:t> </a:t>
            </a:r>
            <a:r>
              <a:rPr sz="1600" dirty="0"/>
              <a:t>la</a:t>
            </a:r>
            <a:r>
              <a:rPr sz="1600" spc="-30" dirty="0"/>
              <a:t> </a:t>
            </a:r>
            <a:r>
              <a:rPr sz="1600" dirty="0"/>
              <a:t>page</a:t>
            </a:r>
            <a:r>
              <a:rPr sz="1600" spc="-25" dirty="0"/>
              <a:t> </a:t>
            </a:r>
            <a:r>
              <a:rPr sz="1600" dirty="0"/>
              <a:t>la</a:t>
            </a:r>
            <a:r>
              <a:rPr sz="1600" spc="-5" dirty="0"/>
              <a:t> </a:t>
            </a:r>
            <a:r>
              <a:rPr sz="1600" dirty="0"/>
              <a:t>plus </a:t>
            </a:r>
            <a:r>
              <a:rPr sz="1600" spc="-10" dirty="0"/>
              <a:t>anciennement</a:t>
            </a:r>
            <a:r>
              <a:rPr sz="1600" spc="-45" dirty="0"/>
              <a:t> </a:t>
            </a:r>
            <a:r>
              <a:rPr sz="1600" dirty="0"/>
              <a:t>utilisée</a:t>
            </a:r>
            <a:r>
              <a:rPr sz="1600" b="0" dirty="0"/>
              <a:t>,</a:t>
            </a:r>
            <a:r>
              <a:rPr sz="1600" b="0" spc="5" dirty="0"/>
              <a:t> </a:t>
            </a:r>
            <a:r>
              <a:rPr sz="1600" b="0" dirty="0"/>
              <a:t>ce</a:t>
            </a:r>
            <a:r>
              <a:rPr sz="1600" b="0" spc="-5" dirty="0"/>
              <a:t> </a:t>
            </a:r>
            <a:r>
              <a:rPr sz="1600" b="0" dirty="0"/>
              <a:t>qui</a:t>
            </a:r>
            <a:r>
              <a:rPr sz="1600" b="0" spc="-20" dirty="0"/>
              <a:t> </a:t>
            </a:r>
            <a:r>
              <a:rPr sz="1600" b="0" dirty="0"/>
              <a:t>implique</a:t>
            </a:r>
            <a:r>
              <a:rPr sz="1600" b="0" spc="20" dirty="0"/>
              <a:t> </a:t>
            </a:r>
            <a:r>
              <a:rPr sz="1600" b="0" dirty="0"/>
              <a:t>une</a:t>
            </a:r>
            <a:r>
              <a:rPr sz="1600" b="0" spc="-5" dirty="0"/>
              <a:t> </a:t>
            </a:r>
            <a:r>
              <a:rPr sz="1600" b="0" spc="-10" dirty="0"/>
              <a:t>datation</a:t>
            </a:r>
            <a:r>
              <a:rPr sz="1600" b="0" spc="-35" dirty="0"/>
              <a:t> </a:t>
            </a:r>
            <a:r>
              <a:rPr sz="1600" b="0" dirty="0"/>
              <a:t>lors du</a:t>
            </a:r>
            <a:r>
              <a:rPr sz="1600" b="0" spc="-10" dirty="0"/>
              <a:t> chargement</a:t>
            </a:r>
            <a:r>
              <a:rPr sz="1600" b="0" spc="-20" dirty="0"/>
              <a:t> </a:t>
            </a:r>
            <a:r>
              <a:rPr sz="1600" b="0" dirty="0"/>
              <a:t>de</a:t>
            </a:r>
            <a:r>
              <a:rPr sz="1600" b="0" spc="-30" dirty="0"/>
              <a:t> </a:t>
            </a:r>
            <a:r>
              <a:rPr sz="1600" b="0" dirty="0"/>
              <a:t>chaque</a:t>
            </a:r>
            <a:r>
              <a:rPr sz="1600" b="0" spc="-5" dirty="0"/>
              <a:t> </a:t>
            </a:r>
            <a:r>
              <a:rPr sz="1600" b="0" dirty="0"/>
              <a:t>page</a:t>
            </a:r>
            <a:r>
              <a:rPr sz="1600" b="0" spc="-25" dirty="0"/>
              <a:t> </a:t>
            </a:r>
            <a:r>
              <a:rPr sz="1600" b="0" spc="-10" dirty="0" err="1" smtClean="0"/>
              <a:t>virtuelle</a:t>
            </a:r>
            <a:r>
              <a:rPr sz="1600" b="0" spc="-10" dirty="0" smtClean="0">
                <a:solidFill>
                  <a:srgbClr val="555555"/>
                </a:solidFill>
              </a:rPr>
              <a:t>.</a:t>
            </a:r>
            <a:endParaRPr lang="fr-FR" sz="1600" b="0" spc="-10" dirty="0" smtClean="0">
              <a:solidFill>
                <a:srgbClr val="555555"/>
              </a:solidFill>
            </a:endParaRPr>
          </a:p>
          <a:p>
            <a:pPr marL="298450" indent="-285750">
              <a:lnSpc>
                <a:spcPct val="150000"/>
              </a:lnSpc>
              <a:spcBef>
                <a:spcPts val="1440"/>
              </a:spcBef>
              <a:buClr>
                <a:srgbClr val="555555"/>
              </a:buClr>
              <a:buFont typeface="Arial" panose="020B0604020202020204" pitchFamily="34" charset="0"/>
              <a:buChar char="•"/>
              <a:tabLst>
                <a:tab pos="94615" algn="l"/>
              </a:tabLst>
            </a:pPr>
            <a:r>
              <a:rPr lang="fr-FR" sz="1600" dirty="0" smtClean="0">
                <a:solidFill>
                  <a:srgbClr val="001F5F"/>
                </a:solidFill>
              </a:rPr>
              <a:t>LRU</a:t>
            </a:r>
            <a:r>
              <a:rPr lang="fr-FR" sz="1600" dirty="0">
                <a:solidFill>
                  <a:srgbClr val="001F5F"/>
                </a:solidFill>
              </a:rPr>
              <a:t>, </a:t>
            </a:r>
            <a:r>
              <a:rPr lang="fr-FR" sz="1600" b="0" spc="-10" dirty="0"/>
              <a:t>l’abréviation de Least </a:t>
            </a:r>
            <a:r>
              <a:rPr lang="fr-FR" sz="1600" dirty="0" err="1">
                <a:solidFill>
                  <a:srgbClr val="001F5F"/>
                </a:solidFill>
              </a:rPr>
              <a:t>Recently</a:t>
            </a:r>
            <a:r>
              <a:rPr lang="fr-FR" sz="1600" dirty="0">
                <a:solidFill>
                  <a:srgbClr val="001F5F"/>
                </a:solidFill>
              </a:rPr>
              <a:t> </a:t>
            </a:r>
            <a:r>
              <a:rPr lang="fr-FR" sz="1600" dirty="0" err="1">
                <a:solidFill>
                  <a:srgbClr val="001F5F"/>
                </a:solidFill>
              </a:rPr>
              <a:t>Used</a:t>
            </a:r>
            <a:r>
              <a:rPr lang="fr-FR" sz="1600" dirty="0">
                <a:solidFill>
                  <a:srgbClr val="001F5F"/>
                </a:solidFill>
              </a:rPr>
              <a:t> </a:t>
            </a:r>
            <a:r>
              <a:rPr lang="fr-FR" sz="1600" b="0" spc="-10" dirty="0"/>
              <a:t>: on remplace la page le  plus récemment utilisée. Ce qui impose, encore, de dater les </a:t>
            </a:r>
            <a:r>
              <a:rPr lang="fr-FR" sz="1600" b="0" spc="-10" dirty="0" smtClean="0"/>
              <a:t>pages.</a:t>
            </a:r>
          </a:p>
          <a:p>
            <a:pPr marL="298450" indent="-285750">
              <a:lnSpc>
                <a:spcPct val="150000"/>
              </a:lnSpc>
              <a:spcBef>
                <a:spcPts val="1440"/>
              </a:spcBef>
              <a:buClr>
                <a:srgbClr val="555555"/>
              </a:buClr>
              <a:buFont typeface="Arial" panose="020B0604020202020204" pitchFamily="34" charset="0"/>
              <a:buChar char="•"/>
              <a:tabLst>
                <a:tab pos="94615" algn="l"/>
              </a:tabLst>
            </a:pPr>
            <a:r>
              <a:rPr lang="fr-FR" sz="1600" dirty="0">
                <a:solidFill>
                  <a:srgbClr val="001F5F"/>
                </a:solidFill>
              </a:rPr>
              <a:t>L</a:t>
            </a:r>
            <a:r>
              <a:rPr lang="fr-FR" sz="1600" dirty="0" smtClean="0">
                <a:solidFill>
                  <a:srgbClr val="001F5F"/>
                </a:solidFill>
              </a:rPr>
              <a:t>FU</a:t>
            </a:r>
            <a:r>
              <a:rPr lang="fr-FR" sz="1600" b="0" spc="-10" dirty="0"/>
              <a:t>, l’abréviation de Last </a:t>
            </a:r>
            <a:r>
              <a:rPr lang="fr-FR" sz="1600" dirty="0" err="1">
                <a:solidFill>
                  <a:srgbClr val="001F5F"/>
                </a:solidFill>
              </a:rPr>
              <a:t>Frequently</a:t>
            </a:r>
            <a:r>
              <a:rPr lang="fr-FR" sz="1600" dirty="0">
                <a:solidFill>
                  <a:srgbClr val="001F5F"/>
                </a:solidFill>
              </a:rPr>
              <a:t> </a:t>
            </a:r>
            <a:r>
              <a:rPr lang="fr-FR" sz="1600" dirty="0" err="1">
                <a:solidFill>
                  <a:srgbClr val="001F5F"/>
                </a:solidFill>
              </a:rPr>
              <a:t>Used</a:t>
            </a:r>
            <a:r>
              <a:rPr lang="fr-FR" sz="1600" dirty="0">
                <a:solidFill>
                  <a:srgbClr val="001F5F"/>
                </a:solidFill>
              </a:rPr>
              <a:t> </a:t>
            </a:r>
            <a:r>
              <a:rPr lang="fr-FR" sz="1600" b="0" spc="-10" dirty="0"/>
              <a:t>: on remplace la page la moins fréquemment utilisée. Pour cela, on a besoin d’un compteur de fréquence d’utilisation de chaque </a:t>
            </a:r>
            <a:r>
              <a:rPr lang="fr-FR" sz="1600" b="0" spc="-10" smtClean="0"/>
              <a:t>page.</a:t>
            </a:r>
          </a:p>
          <a:p>
            <a:pPr marL="298450" indent="-285750">
              <a:lnSpc>
                <a:spcPct val="150000"/>
              </a:lnSpc>
              <a:spcBef>
                <a:spcPts val="1440"/>
              </a:spcBef>
              <a:buClr>
                <a:srgbClr val="555555"/>
              </a:buClr>
              <a:buFont typeface="Arial" panose="020B0604020202020204" pitchFamily="34" charset="0"/>
              <a:buChar char="•"/>
              <a:tabLst>
                <a:tab pos="94615" algn="l"/>
              </a:tabLst>
            </a:pPr>
            <a:r>
              <a:rPr lang="fr-FR" sz="1600" smtClean="0">
                <a:solidFill>
                  <a:srgbClr val="001F5F"/>
                </a:solidFill>
              </a:rPr>
              <a:t>RNDOM</a:t>
            </a:r>
            <a:r>
              <a:rPr lang="fr-FR" sz="1600" b="0" spc="-10" smtClean="0"/>
              <a:t> </a:t>
            </a:r>
            <a:r>
              <a:rPr lang="fr-FR" sz="1600" b="0" spc="-10" dirty="0"/>
              <a:t>: il s’agit de choisir au hasard la page à remplacer. Cela ne nécessite pas d’informations supplémentaires</a:t>
            </a:r>
            <a:r>
              <a:rPr lang="fr-FR" sz="1600" dirty="0">
                <a:solidFill>
                  <a:srgbClr val="001F5F"/>
                </a:solidFill>
              </a:rPr>
              <a:t>.</a:t>
            </a:r>
            <a:endParaRPr sz="1600" b="0" spc="-10" dirty="0"/>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17</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3" name="object 12"/>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a:t>
            </a:r>
            <a:r>
              <a:rPr lang="fr-FR" dirty="0">
                <a:solidFill>
                  <a:srgbClr val="007842"/>
                </a:solidFill>
              </a:rPr>
              <a:t>mémoire</a:t>
            </a:r>
            <a:br>
              <a:rPr lang="fr-FR" dirty="0">
                <a:solidFill>
                  <a:srgbClr val="007842"/>
                </a:solidFill>
              </a:rPr>
            </a:br>
            <a:r>
              <a:rPr lang="fr-FR" sz="1600" dirty="0">
                <a:solidFill>
                  <a:srgbClr val="007842"/>
                </a:solidFill>
              </a:rPr>
              <a:t>Stratégies de gestion de la mémoire</a:t>
            </a:r>
            <a:endParaRPr lang="fr-FR" sz="1600" dirty="0" smtClean="0">
              <a:solidFill>
                <a:srgbClr val="007842"/>
              </a:solidFill>
            </a:endParaRPr>
          </a:p>
        </p:txBody>
      </p:sp>
    </p:spTree>
    <p:extLst>
      <p:ext uri="{BB962C8B-B14F-4D97-AF65-F5344CB8AC3E}">
        <p14:creationId xmlns:p14="http://schemas.microsoft.com/office/powerpoint/2010/main" val="2303937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815288" y="1507881"/>
            <a:ext cx="10554818" cy="1880643"/>
          </a:xfrm>
          <a:prstGeom prst="rect">
            <a:avLst/>
          </a:prstGeom>
        </p:spPr>
        <p:txBody>
          <a:bodyPr vert="horz" wrap="square" lIns="0" tIns="13335" rIns="0" bIns="0" rtlCol="0">
            <a:spAutoFit/>
          </a:bodyPr>
          <a:lstStyle/>
          <a:p>
            <a:pPr marL="12700">
              <a:lnSpc>
                <a:spcPct val="100000"/>
              </a:lnSpc>
              <a:spcBef>
                <a:spcPts val="105"/>
              </a:spcBef>
            </a:pPr>
            <a:r>
              <a:rPr b="1" dirty="0">
                <a:solidFill>
                  <a:srgbClr val="FF7800"/>
                </a:solidFill>
                <a:latin typeface="Calibri"/>
                <a:cs typeface="Calibri"/>
              </a:rPr>
              <a:t>La</a:t>
            </a:r>
            <a:r>
              <a:rPr b="1" spc="-15" dirty="0">
                <a:solidFill>
                  <a:srgbClr val="FF7800"/>
                </a:solidFill>
                <a:latin typeface="Calibri"/>
                <a:cs typeface="Calibri"/>
              </a:rPr>
              <a:t> </a:t>
            </a:r>
            <a:r>
              <a:rPr b="1" spc="-10" dirty="0">
                <a:solidFill>
                  <a:srgbClr val="FF7800"/>
                </a:solidFill>
                <a:latin typeface="Calibri"/>
                <a:cs typeface="Calibri"/>
              </a:rPr>
              <a:t>Segmentation</a:t>
            </a:r>
            <a:endParaRPr dirty="0">
              <a:latin typeface="Calibri"/>
              <a:cs typeface="Calibri"/>
            </a:endParaRPr>
          </a:p>
          <a:p>
            <a:pPr>
              <a:lnSpc>
                <a:spcPct val="100000"/>
              </a:lnSpc>
              <a:spcBef>
                <a:spcPts val="30"/>
              </a:spcBef>
            </a:pPr>
            <a:endParaRPr sz="1600" dirty="0">
              <a:latin typeface="Calibri"/>
              <a:cs typeface="Calibri"/>
            </a:endParaRPr>
          </a:p>
          <a:p>
            <a:pPr marL="298450" indent="-285750">
              <a:lnSpc>
                <a:spcPct val="100000"/>
              </a:lnSpc>
              <a:buFont typeface="Arial" panose="020B0604020202020204" pitchFamily="34" charset="0"/>
              <a:buChar char="•"/>
            </a:pPr>
            <a:r>
              <a:rPr sz="1600" dirty="0">
                <a:solidFill>
                  <a:srgbClr val="585858"/>
                </a:solidFill>
                <a:latin typeface="Calibri"/>
                <a:cs typeface="Calibri"/>
              </a:rPr>
              <a:t>Les</a:t>
            </a:r>
            <a:r>
              <a:rPr sz="1600" spc="-40" dirty="0">
                <a:solidFill>
                  <a:srgbClr val="585858"/>
                </a:solidFill>
                <a:latin typeface="Calibri"/>
                <a:cs typeface="Calibri"/>
              </a:rPr>
              <a:t> </a:t>
            </a:r>
            <a:r>
              <a:rPr sz="1600" spc="-10" dirty="0">
                <a:solidFill>
                  <a:srgbClr val="585858"/>
                </a:solidFill>
                <a:latin typeface="Calibri"/>
                <a:cs typeface="Calibri"/>
              </a:rPr>
              <a:t>programmes</a:t>
            </a:r>
            <a:r>
              <a:rPr sz="1600" spc="-5" dirty="0">
                <a:solidFill>
                  <a:srgbClr val="585858"/>
                </a:solidFill>
                <a:latin typeface="Calibri"/>
                <a:cs typeface="Calibri"/>
              </a:rPr>
              <a:t> </a:t>
            </a:r>
            <a:r>
              <a:rPr sz="1600" dirty="0">
                <a:solidFill>
                  <a:srgbClr val="585858"/>
                </a:solidFill>
                <a:latin typeface="Calibri"/>
                <a:cs typeface="Calibri"/>
              </a:rPr>
              <a:t>se</a:t>
            </a:r>
            <a:r>
              <a:rPr sz="1600" spc="-40" dirty="0">
                <a:solidFill>
                  <a:srgbClr val="585858"/>
                </a:solidFill>
                <a:latin typeface="Calibri"/>
                <a:cs typeface="Calibri"/>
              </a:rPr>
              <a:t> </a:t>
            </a:r>
            <a:r>
              <a:rPr sz="1600" dirty="0">
                <a:solidFill>
                  <a:srgbClr val="585858"/>
                </a:solidFill>
                <a:latin typeface="Calibri"/>
                <a:cs typeface="Calibri"/>
              </a:rPr>
              <a:t>divisent</a:t>
            </a:r>
            <a:r>
              <a:rPr sz="1600" spc="-35" dirty="0">
                <a:solidFill>
                  <a:srgbClr val="585858"/>
                </a:solidFill>
                <a:latin typeface="Calibri"/>
                <a:cs typeface="Calibri"/>
              </a:rPr>
              <a:t> </a:t>
            </a:r>
            <a:r>
              <a:rPr sz="1600" dirty="0">
                <a:solidFill>
                  <a:srgbClr val="585858"/>
                </a:solidFill>
                <a:latin typeface="Calibri"/>
                <a:cs typeface="Calibri"/>
              </a:rPr>
              <a:t>en</a:t>
            </a:r>
            <a:r>
              <a:rPr sz="1600" spc="-20" dirty="0">
                <a:solidFill>
                  <a:srgbClr val="585858"/>
                </a:solidFill>
                <a:latin typeface="Calibri"/>
                <a:cs typeface="Calibri"/>
              </a:rPr>
              <a:t> </a:t>
            </a:r>
            <a:r>
              <a:rPr sz="1600" dirty="0">
                <a:solidFill>
                  <a:srgbClr val="585858"/>
                </a:solidFill>
                <a:latin typeface="Calibri"/>
                <a:cs typeface="Calibri"/>
              </a:rPr>
              <a:t>parties</a:t>
            </a:r>
            <a:r>
              <a:rPr sz="1600" spc="-30" dirty="0">
                <a:solidFill>
                  <a:srgbClr val="585858"/>
                </a:solidFill>
                <a:latin typeface="Calibri"/>
                <a:cs typeface="Calibri"/>
              </a:rPr>
              <a:t> </a:t>
            </a:r>
            <a:r>
              <a:rPr sz="1600" dirty="0">
                <a:solidFill>
                  <a:srgbClr val="585858"/>
                </a:solidFill>
                <a:latin typeface="Calibri"/>
                <a:cs typeface="Calibri"/>
              </a:rPr>
              <a:t>appelées</a:t>
            </a:r>
            <a:r>
              <a:rPr sz="1600" spc="-5" dirty="0">
                <a:solidFill>
                  <a:srgbClr val="585858"/>
                </a:solidFill>
                <a:latin typeface="Calibri"/>
                <a:cs typeface="Calibri"/>
              </a:rPr>
              <a:t> </a:t>
            </a:r>
            <a:r>
              <a:rPr sz="1600" dirty="0">
                <a:solidFill>
                  <a:srgbClr val="585858"/>
                </a:solidFill>
                <a:latin typeface="Calibri"/>
                <a:cs typeface="Calibri"/>
              </a:rPr>
              <a:t>segments.</a:t>
            </a:r>
            <a:r>
              <a:rPr sz="1600" spc="-65" dirty="0">
                <a:solidFill>
                  <a:srgbClr val="585858"/>
                </a:solidFill>
                <a:latin typeface="Calibri"/>
                <a:cs typeface="Calibri"/>
              </a:rPr>
              <a:t> </a:t>
            </a:r>
            <a:r>
              <a:rPr sz="1600" dirty="0">
                <a:solidFill>
                  <a:srgbClr val="585858"/>
                </a:solidFill>
                <a:latin typeface="Calibri"/>
                <a:cs typeface="Calibri"/>
              </a:rPr>
              <a:t>Chaque</a:t>
            </a:r>
            <a:r>
              <a:rPr sz="1600" spc="-40" dirty="0">
                <a:solidFill>
                  <a:srgbClr val="585858"/>
                </a:solidFill>
                <a:latin typeface="Calibri"/>
                <a:cs typeface="Calibri"/>
              </a:rPr>
              <a:t> </a:t>
            </a:r>
            <a:r>
              <a:rPr sz="1600" dirty="0">
                <a:solidFill>
                  <a:srgbClr val="585858"/>
                </a:solidFill>
                <a:latin typeface="Calibri"/>
                <a:cs typeface="Calibri"/>
              </a:rPr>
              <a:t>segment</a:t>
            </a:r>
            <a:r>
              <a:rPr sz="1600" spc="-50" dirty="0">
                <a:solidFill>
                  <a:srgbClr val="585858"/>
                </a:solidFill>
                <a:latin typeface="Calibri"/>
                <a:cs typeface="Calibri"/>
              </a:rPr>
              <a:t> </a:t>
            </a:r>
            <a:r>
              <a:rPr sz="1600" spc="-10" dirty="0">
                <a:solidFill>
                  <a:srgbClr val="585858"/>
                </a:solidFill>
                <a:latin typeface="Calibri"/>
                <a:cs typeface="Calibri"/>
              </a:rPr>
              <a:t>représente</a:t>
            </a:r>
            <a:r>
              <a:rPr sz="1600" spc="5" dirty="0">
                <a:solidFill>
                  <a:srgbClr val="585858"/>
                </a:solidFill>
                <a:latin typeface="Calibri"/>
                <a:cs typeface="Calibri"/>
              </a:rPr>
              <a:t> </a:t>
            </a:r>
            <a:r>
              <a:rPr sz="1600" dirty="0" err="1">
                <a:solidFill>
                  <a:srgbClr val="585858"/>
                </a:solidFill>
                <a:latin typeface="Calibri"/>
                <a:cs typeface="Calibri"/>
              </a:rPr>
              <a:t>une</a:t>
            </a:r>
            <a:r>
              <a:rPr sz="1600" spc="-45" dirty="0">
                <a:solidFill>
                  <a:srgbClr val="585858"/>
                </a:solidFill>
                <a:latin typeface="Calibri"/>
                <a:cs typeface="Calibri"/>
              </a:rPr>
              <a:t> </a:t>
            </a:r>
            <a:r>
              <a:rPr sz="1600" dirty="0" err="1" smtClean="0">
                <a:solidFill>
                  <a:srgbClr val="585858"/>
                </a:solidFill>
                <a:latin typeface="Calibri"/>
                <a:cs typeface="Calibri"/>
              </a:rPr>
              <a:t>entité</a:t>
            </a:r>
            <a:r>
              <a:rPr lang="fr-FR" sz="1600" spc="-35" dirty="0">
                <a:solidFill>
                  <a:srgbClr val="585858"/>
                </a:solidFill>
                <a:latin typeface="Calibri"/>
                <a:cs typeface="Calibri"/>
              </a:rPr>
              <a:t> </a:t>
            </a:r>
            <a:r>
              <a:rPr sz="1600" spc="-10" dirty="0" smtClean="0">
                <a:solidFill>
                  <a:srgbClr val="585858"/>
                </a:solidFill>
                <a:latin typeface="Calibri"/>
                <a:cs typeface="Calibri"/>
              </a:rPr>
              <a:t>(</a:t>
            </a:r>
            <a:r>
              <a:rPr sz="1600" spc="-10" dirty="0" err="1" smtClean="0">
                <a:solidFill>
                  <a:srgbClr val="585858"/>
                </a:solidFill>
                <a:latin typeface="Calibri"/>
                <a:cs typeface="Calibri"/>
              </a:rPr>
              <a:t>procédure</a:t>
            </a:r>
            <a:r>
              <a:rPr sz="1600" spc="-10" dirty="0">
                <a:solidFill>
                  <a:srgbClr val="585858"/>
                </a:solidFill>
                <a:latin typeface="Calibri"/>
                <a:cs typeface="Calibri"/>
              </a:rPr>
              <a:t>,</a:t>
            </a:r>
            <a:r>
              <a:rPr sz="1600" spc="20" dirty="0">
                <a:solidFill>
                  <a:srgbClr val="585858"/>
                </a:solidFill>
                <a:latin typeface="Calibri"/>
                <a:cs typeface="Calibri"/>
              </a:rPr>
              <a:t> </a:t>
            </a:r>
            <a:r>
              <a:rPr sz="1600" dirty="0">
                <a:solidFill>
                  <a:srgbClr val="585858"/>
                </a:solidFill>
                <a:latin typeface="Calibri"/>
                <a:cs typeface="Calibri"/>
              </a:rPr>
              <a:t>bloc de</a:t>
            </a:r>
            <a:r>
              <a:rPr sz="1600" spc="-20" dirty="0">
                <a:solidFill>
                  <a:srgbClr val="585858"/>
                </a:solidFill>
                <a:latin typeface="Calibri"/>
                <a:cs typeface="Calibri"/>
              </a:rPr>
              <a:t> </a:t>
            </a:r>
            <a:r>
              <a:rPr sz="1600" dirty="0">
                <a:solidFill>
                  <a:srgbClr val="585858"/>
                </a:solidFill>
                <a:latin typeface="Calibri"/>
                <a:cs typeface="Calibri"/>
              </a:rPr>
              <a:t>données)</a:t>
            </a:r>
            <a:r>
              <a:rPr sz="1600" spc="-20" dirty="0">
                <a:solidFill>
                  <a:srgbClr val="585858"/>
                </a:solidFill>
                <a:latin typeface="Calibri"/>
                <a:cs typeface="Calibri"/>
              </a:rPr>
              <a:t> </a:t>
            </a:r>
            <a:endParaRPr sz="1600" dirty="0">
              <a:latin typeface="Calibri"/>
              <a:cs typeface="Calibri"/>
            </a:endParaRPr>
          </a:p>
          <a:p>
            <a:pPr marL="298450" indent="-285750">
              <a:lnSpc>
                <a:spcPct val="100000"/>
              </a:lnSpc>
              <a:spcBef>
                <a:spcPts val="1445"/>
              </a:spcBef>
              <a:buFont typeface="Arial" panose="020B0604020202020204" pitchFamily="34" charset="0"/>
              <a:buChar char="•"/>
            </a:pPr>
            <a:r>
              <a:rPr sz="1600" dirty="0">
                <a:solidFill>
                  <a:srgbClr val="585858"/>
                </a:solidFill>
                <a:latin typeface="Calibri"/>
                <a:cs typeface="Calibri"/>
              </a:rPr>
              <a:t>Les</a:t>
            </a:r>
            <a:r>
              <a:rPr sz="1600" spc="-20" dirty="0">
                <a:solidFill>
                  <a:srgbClr val="585858"/>
                </a:solidFill>
                <a:latin typeface="Calibri"/>
                <a:cs typeface="Calibri"/>
              </a:rPr>
              <a:t> </a:t>
            </a:r>
            <a:r>
              <a:rPr sz="1600" spc="-10" dirty="0">
                <a:solidFill>
                  <a:srgbClr val="585858"/>
                </a:solidFill>
                <a:latin typeface="Calibri"/>
                <a:cs typeface="Calibri"/>
              </a:rPr>
              <a:t>segments</a:t>
            </a:r>
            <a:r>
              <a:rPr sz="1600" spc="-30" dirty="0">
                <a:solidFill>
                  <a:srgbClr val="585858"/>
                </a:solidFill>
                <a:latin typeface="Calibri"/>
                <a:cs typeface="Calibri"/>
              </a:rPr>
              <a:t> </a:t>
            </a:r>
            <a:r>
              <a:rPr sz="1600" spc="-20" dirty="0">
                <a:solidFill>
                  <a:srgbClr val="585858"/>
                </a:solidFill>
                <a:latin typeface="Calibri"/>
                <a:cs typeface="Calibri"/>
              </a:rPr>
              <a:t>n’ont</a:t>
            </a:r>
            <a:r>
              <a:rPr sz="1600" spc="-5" dirty="0">
                <a:solidFill>
                  <a:srgbClr val="585858"/>
                </a:solidFill>
                <a:latin typeface="Calibri"/>
                <a:cs typeface="Calibri"/>
              </a:rPr>
              <a:t> </a:t>
            </a:r>
            <a:r>
              <a:rPr sz="1600" dirty="0">
                <a:solidFill>
                  <a:srgbClr val="585858"/>
                </a:solidFill>
                <a:latin typeface="Calibri"/>
                <a:cs typeface="Calibri"/>
              </a:rPr>
              <a:t>pas</a:t>
            </a:r>
            <a:r>
              <a:rPr sz="1600" spc="-20" dirty="0">
                <a:solidFill>
                  <a:srgbClr val="585858"/>
                </a:solidFill>
                <a:latin typeface="Calibri"/>
                <a:cs typeface="Calibri"/>
              </a:rPr>
              <a:t> </a:t>
            </a:r>
            <a:r>
              <a:rPr sz="1600" spc="-10" dirty="0">
                <a:solidFill>
                  <a:srgbClr val="585858"/>
                </a:solidFill>
                <a:latin typeface="Calibri"/>
                <a:cs typeface="Calibri"/>
              </a:rPr>
              <a:t>toujours</a:t>
            </a:r>
            <a:r>
              <a:rPr sz="1600" spc="10" dirty="0">
                <a:solidFill>
                  <a:srgbClr val="585858"/>
                </a:solidFill>
                <a:latin typeface="Calibri"/>
                <a:cs typeface="Calibri"/>
              </a:rPr>
              <a:t> </a:t>
            </a:r>
            <a:r>
              <a:rPr sz="1600" dirty="0">
                <a:solidFill>
                  <a:srgbClr val="585858"/>
                </a:solidFill>
                <a:latin typeface="Calibri"/>
                <a:cs typeface="Calibri"/>
              </a:rPr>
              <a:t>la</a:t>
            </a:r>
            <a:r>
              <a:rPr sz="1600" spc="-5" dirty="0">
                <a:solidFill>
                  <a:srgbClr val="585858"/>
                </a:solidFill>
                <a:latin typeface="Calibri"/>
                <a:cs typeface="Calibri"/>
              </a:rPr>
              <a:t> </a:t>
            </a:r>
            <a:r>
              <a:rPr sz="1600" dirty="0">
                <a:solidFill>
                  <a:srgbClr val="585858"/>
                </a:solidFill>
                <a:latin typeface="Calibri"/>
                <a:cs typeface="Calibri"/>
              </a:rPr>
              <a:t>même </a:t>
            </a:r>
            <a:r>
              <a:rPr sz="1600" spc="-10" dirty="0">
                <a:solidFill>
                  <a:srgbClr val="585858"/>
                </a:solidFill>
                <a:latin typeface="Calibri"/>
                <a:cs typeface="Calibri"/>
              </a:rPr>
              <a:t>taille.</a:t>
            </a:r>
            <a:endParaRPr sz="1600" dirty="0">
              <a:latin typeface="Calibri"/>
              <a:cs typeface="Calibri"/>
            </a:endParaRPr>
          </a:p>
          <a:p>
            <a:pPr marL="298450" indent="-285750">
              <a:lnSpc>
                <a:spcPct val="100000"/>
              </a:lnSpc>
              <a:spcBef>
                <a:spcPts val="1440"/>
              </a:spcBef>
              <a:buFont typeface="Arial" panose="020B0604020202020204" pitchFamily="34" charset="0"/>
              <a:buChar char="•"/>
            </a:pPr>
            <a:r>
              <a:rPr sz="1600" dirty="0">
                <a:solidFill>
                  <a:srgbClr val="585858"/>
                </a:solidFill>
                <a:latin typeface="Calibri"/>
                <a:cs typeface="Calibri"/>
              </a:rPr>
              <a:t>Un</a:t>
            </a:r>
            <a:r>
              <a:rPr sz="1600" spc="-30" dirty="0">
                <a:solidFill>
                  <a:srgbClr val="585858"/>
                </a:solidFill>
                <a:latin typeface="Calibri"/>
                <a:cs typeface="Calibri"/>
              </a:rPr>
              <a:t> </a:t>
            </a:r>
            <a:r>
              <a:rPr sz="1600" dirty="0">
                <a:solidFill>
                  <a:srgbClr val="585858"/>
                </a:solidFill>
                <a:latin typeface="Calibri"/>
                <a:cs typeface="Calibri"/>
              </a:rPr>
              <a:t>segment</a:t>
            </a:r>
            <a:r>
              <a:rPr sz="1600" spc="-50" dirty="0">
                <a:solidFill>
                  <a:srgbClr val="585858"/>
                </a:solidFill>
                <a:latin typeface="Calibri"/>
                <a:cs typeface="Calibri"/>
              </a:rPr>
              <a:t> </a:t>
            </a:r>
            <a:r>
              <a:rPr sz="1600" dirty="0">
                <a:solidFill>
                  <a:srgbClr val="585858"/>
                </a:solidFill>
                <a:latin typeface="Calibri"/>
                <a:cs typeface="Calibri"/>
              </a:rPr>
              <a:t>virtuel</a:t>
            </a:r>
            <a:r>
              <a:rPr sz="1600" spc="-25" dirty="0">
                <a:solidFill>
                  <a:srgbClr val="585858"/>
                </a:solidFill>
                <a:latin typeface="Calibri"/>
                <a:cs typeface="Calibri"/>
              </a:rPr>
              <a:t> </a:t>
            </a:r>
            <a:r>
              <a:rPr sz="1600" dirty="0">
                <a:solidFill>
                  <a:srgbClr val="585858"/>
                </a:solidFill>
                <a:latin typeface="Calibri"/>
                <a:cs typeface="Calibri"/>
              </a:rPr>
              <a:t>est</a:t>
            </a:r>
            <a:r>
              <a:rPr sz="1600" spc="-35" dirty="0">
                <a:solidFill>
                  <a:srgbClr val="585858"/>
                </a:solidFill>
                <a:latin typeface="Calibri"/>
                <a:cs typeface="Calibri"/>
              </a:rPr>
              <a:t> </a:t>
            </a:r>
            <a:r>
              <a:rPr sz="1600" dirty="0">
                <a:solidFill>
                  <a:srgbClr val="585858"/>
                </a:solidFill>
                <a:latin typeface="Calibri"/>
                <a:cs typeface="Calibri"/>
              </a:rPr>
              <a:t>de</a:t>
            </a:r>
            <a:r>
              <a:rPr sz="1600" spc="-40" dirty="0">
                <a:solidFill>
                  <a:srgbClr val="585858"/>
                </a:solidFill>
                <a:latin typeface="Calibri"/>
                <a:cs typeface="Calibri"/>
              </a:rPr>
              <a:t> </a:t>
            </a:r>
            <a:r>
              <a:rPr sz="1600" dirty="0">
                <a:solidFill>
                  <a:srgbClr val="585858"/>
                </a:solidFill>
                <a:latin typeface="Calibri"/>
                <a:cs typeface="Calibri"/>
              </a:rPr>
              <a:t>même</a:t>
            </a:r>
            <a:r>
              <a:rPr sz="1600" spc="-20" dirty="0">
                <a:solidFill>
                  <a:srgbClr val="585858"/>
                </a:solidFill>
                <a:latin typeface="Calibri"/>
                <a:cs typeface="Calibri"/>
              </a:rPr>
              <a:t> </a:t>
            </a:r>
            <a:r>
              <a:rPr sz="1600" dirty="0">
                <a:solidFill>
                  <a:srgbClr val="585858"/>
                </a:solidFill>
                <a:latin typeface="Calibri"/>
                <a:cs typeface="Calibri"/>
              </a:rPr>
              <a:t>taille</a:t>
            </a:r>
            <a:r>
              <a:rPr sz="1600" spc="5" dirty="0">
                <a:solidFill>
                  <a:srgbClr val="585858"/>
                </a:solidFill>
                <a:latin typeface="Calibri"/>
                <a:cs typeface="Calibri"/>
              </a:rPr>
              <a:t> </a:t>
            </a:r>
            <a:r>
              <a:rPr sz="1600" dirty="0">
                <a:solidFill>
                  <a:srgbClr val="585858"/>
                </a:solidFill>
                <a:latin typeface="Calibri"/>
                <a:cs typeface="Calibri"/>
              </a:rPr>
              <a:t>qu’un</a:t>
            </a:r>
            <a:r>
              <a:rPr sz="1600" spc="-30" dirty="0">
                <a:solidFill>
                  <a:srgbClr val="585858"/>
                </a:solidFill>
                <a:latin typeface="Calibri"/>
                <a:cs typeface="Calibri"/>
              </a:rPr>
              <a:t> </a:t>
            </a:r>
            <a:r>
              <a:rPr sz="1600" dirty="0">
                <a:solidFill>
                  <a:srgbClr val="585858"/>
                </a:solidFill>
                <a:latin typeface="Calibri"/>
                <a:cs typeface="Calibri"/>
              </a:rPr>
              <a:t>segment</a:t>
            </a:r>
            <a:r>
              <a:rPr sz="1600" spc="-50" dirty="0">
                <a:solidFill>
                  <a:srgbClr val="585858"/>
                </a:solidFill>
                <a:latin typeface="Calibri"/>
                <a:cs typeface="Calibri"/>
              </a:rPr>
              <a:t> </a:t>
            </a:r>
            <a:r>
              <a:rPr sz="1600" dirty="0">
                <a:solidFill>
                  <a:srgbClr val="585858"/>
                </a:solidFill>
                <a:latin typeface="Calibri"/>
                <a:cs typeface="Calibri"/>
              </a:rPr>
              <a:t>en</a:t>
            </a:r>
            <a:r>
              <a:rPr sz="1600" spc="-40" dirty="0">
                <a:solidFill>
                  <a:srgbClr val="585858"/>
                </a:solidFill>
                <a:latin typeface="Calibri"/>
                <a:cs typeface="Calibri"/>
              </a:rPr>
              <a:t> </a:t>
            </a:r>
            <a:r>
              <a:rPr sz="1600" dirty="0">
                <a:solidFill>
                  <a:srgbClr val="585858"/>
                </a:solidFill>
                <a:latin typeface="Calibri"/>
                <a:cs typeface="Calibri"/>
              </a:rPr>
              <a:t>mémoire</a:t>
            </a:r>
            <a:r>
              <a:rPr sz="1600" spc="25" dirty="0">
                <a:solidFill>
                  <a:srgbClr val="585858"/>
                </a:solidFill>
                <a:latin typeface="Calibri"/>
                <a:cs typeface="Calibri"/>
              </a:rPr>
              <a:t> </a:t>
            </a:r>
            <a:r>
              <a:rPr sz="1600" spc="-10" dirty="0">
                <a:solidFill>
                  <a:srgbClr val="585858"/>
                </a:solidFill>
                <a:latin typeface="Calibri"/>
                <a:cs typeface="Calibri"/>
              </a:rPr>
              <a:t>physique.</a:t>
            </a:r>
            <a:endParaRPr sz="1600" dirty="0">
              <a:latin typeface="Calibri"/>
              <a:cs typeface="Calibri"/>
            </a:endParaRPr>
          </a:p>
        </p:txBody>
      </p:sp>
      <p:sp>
        <p:nvSpPr>
          <p:cNvPr id="20" name="object 20"/>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18</a:t>
            </a:fld>
            <a:endParaRPr spc="-25" dirty="0"/>
          </a:p>
        </p:txBody>
      </p:sp>
      <p:sp>
        <p:nvSpPr>
          <p:cNvPr id="13" name="object 13"/>
          <p:cNvSpPr txBox="1"/>
          <p:nvPr/>
        </p:nvSpPr>
        <p:spPr>
          <a:xfrm>
            <a:off x="3734180" y="5634938"/>
            <a:ext cx="398145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10" dirty="0">
                <a:solidFill>
                  <a:srgbClr val="A6A6A6"/>
                </a:solidFill>
                <a:latin typeface="Calibri"/>
                <a:cs typeface="Calibri"/>
              </a:rPr>
              <a:t> </a:t>
            </a:r>
            <a:r>
              <a:rPr sz="1200" i="1" dirty="0" smtClean="0">
                <a:solidFill>
                  <a:srgbClr val="A6A6A6"/>
                </a:solidFill>
                <a:latin typeface="Calibri"/>
                <a:cs typeface="Calibri"/>
              </a:rPr>
              <a:t>: </a:t>
            </a:r>
            <a:r>
              <a:rPr sz="1200" i="1" spc="-10" dirty="0">
                <a:solidFill>
                  <a:srgbClr val="A6A6A6"/>
                </a:solidFill>
                <a:latin typeface="Calibri"/>
                <a:cs typeface="Calibri"/>
              </a:rPr>
              <a:t>Composition</a:t>
            </a:r>
            <a:r>
              <a:rPr sz="1200" i="1" spc="-30" dirty="0">
                <a:solidFill>
                  <a:srgbClr val="A6A6A6"/>
                </a:solidFill>
                <a:latin typeface="Calibri"/>
                <a:cs typeface="Calibri"/>
              </a:rPr>
              <a:t> </a:t>
            </a:r>
            <a:r>
              <a:rPr sz="1200" i="1" dirty="0">
                <a:solidFill>
                  <a:srgbClr val="A6A6A6"/>
                </a:solidFill>
                <a:latin typeface="Calibri"/>
                <a:cs typeface="Calibri"/>
              </a:rPr>
              <a:t>de</a:t>
            </a:r>
            <a:r>
              <a:rPr sz="1200" i="1" spc="-35" dirty="0">
                <a:solidFill>
                  <a:srgbClr val="A6A6A6"/>
                </a:solidFill>
                <a:latin typeface="Calibri"/>
                <a:cs typeface="Calibri"/>
              </a:rPr>
              <a:t> </a:t>
            </a:r>
            <a:r>
              <a:rPr sz="1200" i="1" spc="-10" dirty="0">
                <a:solidFill>
                  <a:srgbClr val="A6A6A6"/>
                </a:solidFill>
                <a:latin typeface="Calibri"/>
                <a:cs typeface="Calibri"/>
              </a:rPr>
              <a:t>l’espace </a:t>
            </a:r>
            <a:r>
              <a:rPr sz="1200" i="1" dirty="0">
                <a:solidFill>
                  <a:srgbClr val="A6A6A6"/>
                </a:solidFill>
                <a:latin typeface="Calibri"/>
                <a:cs typeface="Calibri"/>
              </a:rPr>
              <a:t>virtuel et</a:t>
            </a:r>
            <a:r>
              <a:rPr sz="1200" i="1" spc="-5" dirty="0">
                <a:solidFill>
                  <a:srgbClr val="A6A6A6"/>
                </a:solidFill>
                <a:latin typeface="Calibri"/>
                <a:cs typeface="Calibri"/>
              </a:rPr>
              <a:t> </a:t>
            </a:r>
            <a:r>
              <a:rPr sz="1200" i="1" dirty="0">
                <a:solidFill>
                  <a:srgbClr val="A6A6A6"/>
                </a:solidFill>
                <a:latin typeface="Calibri"/>
                <a:cs typeface="Calibri"/>
              </a:rPr>
              <a:t>de</a:t>
            </a:r>
            <a:r>
              <a:rPr sz="1200" i="1" spc="-10" dirty="0">
                <a:solidFill>
                  <a:srgbClr val="A6A6A6"/>
                </a:solidFill>
                <a:latin typeface="Calibri"/>
                <a:cs typeface="Calibri"/>
              </a:rPr>
              <a:t> l’espace physique</a:t>
            </a:r>
            <a:endParaRPr sz="1200" dirty="0">
              <a:latin typeface="Calibri"/>
              <a:cs typeface="Calibri"/>
            </a:endParaRPr>
          </a:p>
        </p:txBody>
      </p:sp>
      <p:sp>
        <p:nvSpPr>
          <p:cNvPr id="14" name="object 14"/>
          <p:cNvSpPr txBox="1"/>
          <p:nvPr/>
        </p:nvSpPr>
        <p:spPr>
          <a:xfrm>
            <a:off x="3584447" y="3660647"/>
            <a:ext cx="1813560" cy="521334"/>
          </a:xfrm>
          <a:prstGeom prst="rect">
            <a:avLst/>
          </a:prstGeom>
          <a:ln w="12700">
            <a:solidFill>
              <a:srgbClr val="000000"/>
            </a:solidFill>
          </a:ln>
        </p:spPr>
        <p:txBody>
          <a:bodyPr vert="horz" wrap="square" lIns="0" tIns="144780" rIns="0" bIns="0" rtlCol="0">
            <a:spAutoFit/>
          </a:bodyPr>
          <a:lstStyle/>
          <a:p>
            <a:pPr marL="281305">
              <a:lnSpc>
                <a:spcPct val="100000"/>
              </a:lnSpc>
              <a:spcBef>
                <a:spcPts val="1140"/>
              </a:spcBef>
            </a:pPr>
            <a:r>
              <a:rPr sz="1400" dirty="0">
                <a:latin typeface="Calibri"/>
                <a:cs typeface="Calibri"/>
              </a:rPr>
              <a:t>Segment</a:t>
            </a:r>
            <a:r>
              <a:rPr sz="1400" spc="-25" dirty="0">
                <a:latin typeface="Calibri"/>
                <a:cs typeface="Calibri"/>
              </a:rPr>
              <a:t> </a:t>
            </a:r>
            <a:r>
              <a:rPr sz="1400" dirty="0">
                <a:latin typeface="Calibri"/>
                <a:cs typeface="Calibri"/>
              </a:rPr>
              <a:t>de</a:t>
            </a:r>
            <a:r>
              <a:rPr sz="1400" spc="-50" dirty="0">
                <a:latin typeface="Calibri"/>
                <a:cs typeface="Calibri"/>
              </a:rPr>
              <a:t> </a:t>
            </a:r>
            <a:r>
              <a:rPr sz="1400" spc="-20" dirty="0">
                <a:latin typeface="Calibri"/>
                <a:cs typeface="Calibri"/>
              </a:rPr>
              <a:t>code</a:t>
            </a:r>
            <a:endParaRPr sz="1400" dirty="0">
              <a:latin typeface="Calibri"/>
              <a:cs typeface="Calibri"/>
            </a:endParaRPr>
          </a:p>
        </p:txBody>
      </p:sp>
      <p:sp>
        <p:nvSpPr>
          <p:cNvPr id="15" name="object 15"/>
          <p:cNvSpPr txBox="1"/>
          <p:nvPr/>
        </p:nvSpPr>
        <p:spPr>
          <a:xfrm>
            <a:off x="3584447" y="4181855"/>
            <a:ext cx="1813560" cy="521334"/>
          </a:xfrm>
          <a:prstGeom prst="rect">
            <a:avLst/>
          </a:prstGeom>
          <a:ln w="12700">
            <a:solidFill>
              <a:srgbClr val="000000"/>
            </a:solidFill>
          </a:ln>
        </p:spPr>
        <p:txBody>
          <a:bodyPr vert="horz" wrap="square" lIns="0" tIns="145415" rIns="0" bIns="0" rtlCol="0">
            <a:spAutoFit/>
          </a:bodyPr>
          <a:lstStyle/>
          <a:p>
            <a:pPr marL="150495">
              <a:lnSpc>
                <a:spcPct val="100000"/>
              </a:lnSpc>
              <a:spcBef>
                <a:spcPts val="1145"/>
              </a:spcBef>
            </a:pPr>
            <a:r>
              <a:rPr sz="1400" dirty="0">
                <a:latin typeface="Calibri"/>
                <a:cs typeface="Calibri"/>
              </a:rPr>
              <a:t>Segment</a:t>
            </a:r>
            <a:r>
              <a:rPr sz="1400" spc="-25" dirty="0">
                <a:latin typeface="Calibri"/>
                <a:cs typeface="Calibri"/>
              </a:rPr>
              <a:t> </a:t>
            </a:r>
            <a:r>
              <a:rPr sz="1400" dirty="0">
                <a:latin typeface="Calibri"/>
                <a:cs typeface="Calibri"/>
              </a:rPr>
              <a:t>de</a:t>
            </a:r>
            <a:r>
              <a:rPr sz="1400" spc="-50" dirty="0">
                <a:latin typeface="Calibri"/>
                <a:cs typeface="Calibri"/>
              </a:rPr>
              <a:t> </a:t>
            </a:r>
            <a:r>
              <a:rPr sz="1400" spc="-10" dirty="0">
                <a:latin typeface="Calibri"/>
                <a:cs typeface="Calibri"/>
              </a:rPr>
              <a:t>données</a:t>
            </a:r>
            <a:endParaRPr sz="1400">
              <a:latin typeface="Calibri"/>
              <a:cs typeface="Calibri"/>
            </a:endParaRPr>
          </a:p>
        </p:txBody>
      </p:sp>
      <p:graphicFrame>
        <p:nvGraphicFramePr>
          <p:cNvPr id="16" name="object 16"/>
          <p:cNvGraphicFramePr>
            <a:graphicFrameLocks noGrp="1"/>
          </p:cNvGraphicFramePr>
          <p:nvPr/>
        </p:nvGraphicFramePr>
        <p:xfrm>
          <a:off x="6092697" y="3654297"/>
          <a:ext cx="1813560" cy="1562100"/>
        </p:xfrm>
        <a:graphic>
          <a:graphicData uri="http://schemas.openxmlformats.org/drawingml/2006/table">
            <a:tbl>
              <a:tblPr firstRow="1" bandRow="1">
                <a:tableStyleId>{2D5ABB26-0587-4C30-8999-92F81FD0307C}</a:tableStyleId>
              </a:tblPr>
              <a:tblGrid>
                <a:gridCol w="1813560">
                  <a:extLst>
                    <a:ext uri="{9D8B030D-6E8A-4147-A177-3AD203B41FA5}">
                      <a16:colId xmlns:a16="http://schemas.microsoft.com/office/drawing/2014/main" val="20000"/>
                    </a:ext>
                  </a:extLst>
                </a:gridCol>
              </a:tblGrid>
              <a:tr h="520700">
                <a:tc>
                  <a:txBody>
                    <a:bodyPr/>
                    <a:lstStyle/>
                    <a:p>
                      <a:pPr algn="ctr">
                        <a:lnSpc>
                          <a:spcPct val="100000"/>
                        </a:lnSpc>
                        <a:spcBef>
                          <a:spcPts val="1150"/>
                        </a:spcBef>
                      </a:pPr>
                      <a:r>
                        <a:rPr sz="1400" dirty="0">
                          <a:latin typeface="Calibri"/>
                          <a:cs typeface="Calibri"/>
                        </a:rPr>
                        <a:t>Segment</a:t>
                      </a:r>
                      <a:r>
                        <a:rPr sz="1400" spc="-25" dirty="0">
                          <a:latin typeface="Calibri"/>
                          <a:cs typeface="Calibri"/>
                        </a:rPr>
                        <a:t> </a:t>
                      </a:r>
                      <a:r>
                        <a:rPr sz="1400" dirty="0">
                          <a:latin typeface="Calibri"/>
                          <a:cs typeface="Calibri"/>
                        </a:rPr>
                        <a:t>de</a:t>
                      </a:r>
                      <a:r>
                        <a:rPr sz="1400" spc="-50" dirty="0">
                          <a:latin typeface="Calibri"/>
                          <a:cs typeface="Calibri"/>
                        </a:rPr>
                        <a:t> </a:t>
                      </a:r>
                      <a:r>
                        <a:rPr sz="1400" spc="-20" dirty="0">
                          <a:latin typeface="Calibri"/>
                          <a:cs typeface="Calibri"/>
                        </a:rPr>
                        <a:t>code</a:t>
                      </a:r>
                      <a:endParaRPr sz="1400">
                        <a:latin typeface="Calibri"/>
                        <a:cs typeface="Calibri"/>
                      </a:endParaRPr>
                    </a:p>
                  </a:txBody>
                  <a:tcPr marL="0" marR="0" marT="146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20700">
                <a:tc>
                  <a:txBody>
                    <a:bodyPr/>
                    <a:lstStyle/>
                    <a:p>
                      <a:pPr marL="1270" algn="ctr">
                        <a:lnSpc>
                          <a:spcPct val="100000"/>
                        </a:lnSpc>
                        <a:spcBef>
                          <a:spcPts val="1155"/>
                        </a:spcBef>
                      </a:pPr>
                      <a:r>
                        <a:rPr sz="1400" dirty="0">
                          <a:latin typeface="Calibri"/>
                          <a:cs typeface="Calibri"/>
                        </a:rPr>
                        <a:t>Segment</a:t>
                      </a:r>
                      <a:r>
                        <a:rPr sz="1400" spc="-20" dirty="0">
                          <a:latin typeface="Calibri"/>
                          <a:cs typeface="Calibri"/>
                        </a:rPr>
                        <a:t> </a:t>
                      </a:r>
                      <a:r>
                        <a:rPr sz="1400" dirty="0">
                          <a:latin typeface="Calibri"/>
                          <a:cs typeface="Calibri"/>
                        </a:rPr>
                        <a:t>de</a:t>
                      </a:r>
                      <a:r>
                        <a:rPr sz="1400" spc="-40" dirty="0">
                          <a:latin typeface="Calibri"/>
                          <a:cs typeface="Calibri"/>
                        </a:rPr>
                        <a:t> </a:t>
                      </a:r>
                      <a:r>
                        <a:rPr sz="1400" spc="-10" dirty="0">
                          <a:latin typeface="Calibri"/>
                          <a:cs typeface="Calibri"/>
                        </a:rPr>
                        <a:t>données</a:t>
                      </a:r>
                      <a:endParaRPr sz="1400">
                        <a:latin typeface="Calibri"/>
                        <a:cs typeface="Calibri"/>
                      </a:endParaRPr>
                    </a:p>
                  </a:txBody>
                  <a:tcPr marL="0" marR="0" marT="1466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20700">
                <a:tc>
                  <a:txBody>
                    <a:bodyPr/>
                    <a:lstStyle/>
                    <a:p>
                      <a:pPr algn="ctr">
                        <a:lnSpc>
                          <a:spcPct val="100000"/>
                        </a:lnSpc>
                        <a:spcBef>
                          <a:spcPts val="1155"/>
                        </a:spcBef>
                      </a:pPr>
                      <a:r>
                        <a:rPr sz="1400" dirty="0">
                          <a:latin typeface="Calibri"/>
                          <a:cs typeface="Calibri"/>
                        </a:rPr>
                        <a:t>Segment</a:t>
                      </a:r>
                      <a:r>
                        <a:rPr sz="1400" spc="-25" dirty="0">
                          <a:latin typeface="Calibri"/>
                          <a:cs typeface="Calibri"/>
                        </a:rPr>
                        <a:t> </a:t>
                      </a:r>
                      <a:r>
                        <a:rPr sz="1400" dirty="0">
                          <a:latin typeface="Calibri"/>
                          <a:cs typeface="Calibri"/>
                        </a:rPr>
                        <a:t>de</a:t>
                      </a:r>
                      <a:r>
                        <a:rPr sz="1400" spc="-50" dirty="0">
                          <a:latin typeface="Calibri"/>
                          <a:cs typeface="Calibri"/>
                        </a:rPr>
                        <a:t> </a:t>
                      </a:r>
                      <a:r>
                        <a:rPr sz="1400" spc="-20" dirty="0">
                          <a:latin typeface="Calibri"/>
                          <a:cs typeface="Calibri"/>
                        </a:rPr>
                        <a:t>pile</a:t>
                      </a:r>
                      <a:endParaRPr sz="1400">
                        <a:latin typeface="Calibri"/>
                        <a:cs typeface="Calibri"/>
                      </a:endParaRPr>
                    </a:p>
                  </a:txBody>
                  <a:tcPr marL="0" marR="0" marT="1466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17" name="object 17"/>
          <p:cNvSpPr txBox="1"/>
          <p:nvPr/>
        </p:nvSpPr>
        <p:spPr>
          <a:xfrm>
            <a:off x="3872865" y="4724400"/>
            <a:ext cx="1170305" cy="270510"/>
          </a:xfrm>
          <a:prstGeom prst="rect">
            <a:avLst/>
          </a:prstGeom>
        </p:spPr>
        <p:txBody>
          <a:bodyPr vert="horz" wrap="square" lIns="0" tIns="13335" rIns="0" bIns="0" rtlCol="0">
            <a:spAutoFit/>
          </a:bodyPr>
          <a:lstStyle/>
          <a:p>
            <a:pPr marL="12700">
              <a:lnSpc>
                <a:spcPct val="100000"/>
              </a:lnSpc>
              <a:spcBef>
                <a:spcPts val="105"/>
              </a:spcBef>
            </a:pPr>
            <a:r>
              <a:rPr sz="1600" dirty="0">
                <a:latin typeface="Calibri"/>
                <a:cs typeface="Calibri"/>
              </a:rPr>
              <a:t>Espace</a:t>
            </a:r>
            <a:r>
              <a:rPr sz="1600" spc="-45" dirty="0">
                <a:latin typeface="Calibri"/>
                <a:cs typeface="Calibri"/>
              </a:rPr>
              <a:t> </a:t>
            </a:r>
            <a:r>
              <a:rPr sz="1600" spc="-10" dirty="0">
                <a:latin typeface="Calibri"/>
                <a:cs typeface="Calibri"/>
              </a:rPr>
              <a:t>virtuel</a:t>
            </a:r>
            <a:endParaRPr sz="1600" dirty="0">
              <a:latin typeface="Calibri"/>
              <a:cs typeface="Calibri"/>
            </a:endParaRPr>
          </a:p>
        </p:txBody>
      </p:sp>
      <p:sp>
        <p:nvSpPr>
          <p:cNvPr id="18" name="object 18"/>
          <p:cNvSpPr txBox="1"/>
          <p:nvPr/>
        </p:nvSpPr>
        <p:spPr>
          <a:xfrm>
            <a:off x="6308852" y="5215890"/>
            <a:ext cx="1383665" cy="270510"/>
          </a:xfrm>
          <a:prstGeom prst="rect">
            <a:avLst/>
          </a:prstGeom>
        </p:spPr>
        <p:txBody>
          <a:bodyPr vert="horz" wrap="square" lIns="0" tIns="13335" rIns="0" bIns="0" rtlCol="0">
            <a:spAutoFit/>
          </a:bodyPr>
          <a:lstStyle/>
          <a:p>
            <a:pPr marL="12700">
              <a:lnSpc>
                <a:spcPct val="100000"/>
              </a:lnSpc>
              <a:spcBef>
                <a:spcPts val="105"/>
              </a:spcBef>
            </a:pPr>
            <a:r>
              <a:rPr sz="1600" dirty="0">
                <a:latin typeface="Calibri"/>
                <a:cs typeface="Calibri"/>
              </a:rPr>
              <a:t>Espace</a:t>
            </a:r>
            <a:r>
              <a:rPr sz="1600" spc="-20" dirty="0">
                <a:latin typeface="Calibri"/>
                <a:cs typeface="Calibri"/>
              </a:rPr>
              <a:t> </a:t>
            </a:r>
            <a:r>
              <a:rPr sz="1600" spc="-10" dirty="0">
                <a:latin typeface="Calibri"/>
                <a:cs typeface="Calibri"/>
              </a:rPr>
              <a:t>physique</a:t>
            </a:r>
            <a:endParaRPr sz="1600" dirty="0">
              <a:latin typeface="Calibri"/>
              <a:cs typeface="Calibri"/>
            </a:endParaRPr>
          </a:p>
        </p:txBody>
      </p:sp>
      <p:sp>
        <p:nvSpPr>
          <p:cNvPr id="21"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9" name="object 12"/>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a:t>
            </a:r>
            <a:r>
              <a:rPr lang="fr-FR" dirty="0">
                <a:solidFill>
                  <a:srgbClr val="007842"/>
                </a:solidFill>
              </a:rPr>
              <a:t>mémoire</a:t>
            </a:r>
            <a:br>
              <a:rPr lang="fr-FR" dirty="0">
                <a:solidFill>
                  <a:srgbClr val="007842"/>
                </a:solidFill>
              </a:rPr>
            </a:br>
            <a:r>
              <a:rPr lang="fr-FR" sz="1600" dirty="0">
                <a:solidFill>
                  <a:srgbClr val="007842"/>
                </a:solidFill>
              </a:rPr>
              <a:t>Stratégies de gestion de la mémoire</a:t>
            </a:r>
            <a:endParaRPr lang="fr-FR" sz="1600" dirty="0" smtClean="0">
              <a:solidFill>
                <a:srgbClr val="00784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p:nvPr/>
        </p:nvSpPr>
        <p:spPr>
          <a:xfrm>
            <a:off x="7784592" y="3313175"/>
            <a:ext cx="2540" cy="2177415"/>
          </a:xfrm>
          <a:custGeom>
            <a:avLst/>
            <a:gdLst/>
            <a:ahLst/>
            <a:cxnLst/>
            <a:rect l="l" t="t" r="r" b="b"/>
            <a:pathLst>
              <a:path w="2540" h="2177415">
                <a:moveTo>
                  <a:pt x="0" y="2177288"/>
                </a:moveTo>
                <a:lnTo>
                  <a:pt x="2158" y="0"/>
                </a:lnTo>
              </a:path>
            </a:pathLst>
          </a:custGeom>
          <a:ln w="12700">
            <a:solidFill>
              <a:srgbClr val="000000"/>
            </a:solidFill>
          </a:ln>
        </p:spPr>
        <p:txBody>
          <a:bodyPr wrap="square" lIns="0" tIns="0" rIns="0" bIns="0" rtlCol="0"/>
          <a:lstStyle/>
          <a:p>
            <a:endParaRPr/>
          </a:p>
        </p:txBody>
      </p:sp>
      <p:sp>
        <p:nvSpPr>
          <p:cNvPr id="12" name="object 12"/>
          <p:cNvSpPr txBox="1"/>
          <p:nvPr/>
        </p:nvSpPr>
        <p:spPr>
          <a:xfrm>
            <a:off x="798982" y="1602105"/>
            <a:ext cx="10589895" cy="1118896"/>
          </a:xfrm>
          <a:prstGeom prst="rect">
            <a:avLst/>
          </a:prstGeom>
        </p:spPr>
        <p:txBody>
          <a:bodyPr vert="horz" wrap="square" lIns="0" tIns="13335" rIns="0" bIns="0" rtlCol="0">
            <a:spAutoFit/>
          </a:bodyPr>
          <a:lstStyle/>
          <a:p>
            <a:pPr marL="12700">
              <a:lnSpc>
                <a:spcPct val="100000"/>
              </a:lnSpc>
              <a:spcBef>
                <a:spcPts val="105"/>
              </a:spcBef>
            </a:pPr>
            <a:r>
              <a:rPr b="1" dirty="0">
                <a:solidFill>
                  <a:srgbClr val="FF7800"/>
                </a:solidFill>
                <a:latin typeface="Calibri"/>
                <a:cs typeface="Calibri"/>
              </a:rPr>
              <a:t>La</a:t>
            </a:r>
            <a:r>
              <a:rPr b="1" spc="10" dirty="0">
                <a:solidFill>
                  <a:srgbClr val="FF7800"/>
                </a:solidFill>
                <a:latin typeface="Calibri"/>
                <a:cs typeface="Calibri"/>
              </a:rPr>
              <a:t> </a:t>
            </a:r>
            <a:r>
              <a:rPr b="1" spc="-10" dirty="0">
                <a:solidFill>
                  <a:srgbClr val="FF7800"/>
                </a:solidFill>
                <a:latin typeface="Calibri"/>
                <a:cs typeface="Calibri"/>
              </a:rPr>
              <a:t>segmentation</a:t>
            </a:r>
            <a:r>
              <a:rPr b="1" spc="-35" dirty="0">
                <a:solidFill>
                  <a:srgbClr val="FF7800"/>
                </a:solidFill>
                <a:latin typeface="Calibri"/>
                <a:cs typeface="Calibri"/>
              </a:rPr>
              <a:t> </a:t>
            </a:r>
            <a:r>
              <a:rPr b="1" spc="-50" dirty="0">
                <a:solidFill>
                  <a:srgbClr val="FF7800"/>
                </a:solidFill>
                <a:latin typeface="Calibri"/>
                <a:cs typeface="Calibri"/>
              </a:rPr>
              <a:t>:</a:t>
            </a:r>
            <a:endParaRPr dirty="0">
              <a:latin typeface="Calibri"/>
              <a:cs typeface="Calibri"/>
            </a:endParaRPr>
          </a:p>
          <a:p>
            <a:pPr marL="12700" marR="5080">
              <a:lnSpc>
                <a:spcPct val="150200"/>
              </a:lnSpc>
              <a:spcBef>
                <a:spcPts val="735"/>
              </a:spcBef>
            </a:pPr>
            <a:r>
              <a:rPr sz="1600" dirty="0">
                <a:solidFill>
                  <a:srgbClr val="585858"/>
                </a:solidFill>
                <a:latin typeface="Calibri"/>
                <a:cs typeface="Calibri"/>
              </a:rPr>
              <a:t>Le</a:t>
            </a:r>
            <a:r>
              <a:rPr sz="1600" spc="40" dirty="0">
                <a:solidFill>
                  <a:srgbClr val="585858"/>
                </a:solidFill>
                <a:latin typeface="Calibri"/>
                <a:cs typeface="Calibri"/>
              </a:rPr>
              <a:t> </a:t>
            </a:r>
            <a:r>
              <a:rPr sz="1600" dirty="0">
                <a:solidFill>
                  <a:srgbClr val="585858"/>
                </a:solidFill>
                <a:latin typeface="Calibri"/>
                <a:cs typeface="Calibri"/>
              </a:rPr>
              <a:t>principe</a:t>
            </a:r>
            <a:r>
              <a:rPr sz="1600" spc="50" dirty="0">
                <a:solidFill>
                  <a:srgbClr val="585858"/>
                </a:solidFill>
                <a:latin typeface="Calibri"/>
                <a:cs typeface="Calibri"/>
              </a:rPr>
              <a:t> </a:t>
            </a:r>
            <a:r>
              <a:rPr sz="1600" dirty="0">
                <a:solidFill>
                  <a:srgbClr val="585858"/>
                </a:solidFill>
                <a:latin typeface="Calibri"/>
                <a:cs typeface="Calibri"/>
              </a:rPr>
              <a:t>de</a:t>
            </a:r>
            <a:r>
              <a:rPr sz="1600" spc="45" dirty="0">
                <a:solidFill>
                  <a:srgbClr val="585858"/>
                </a:solidFill>
                <a:latin typeface="Calibri"/>
                <a:cs typeface="Calibri"/>
              </a:rPr>
              <a:t> </a:t>
            </a:r>
            <a:r>
              <a:rPr sz="1600" dirty="0">
                <a:solidFill>
                  <a:srgbClr val="585858"/>
                </a:solidFill>
                <a:latin typeface="Calibri"/>
                <a:cs typeface="Calibri"/>
              </a:rPr>
              <a:t>traduction</a:t>
            </a:r>
            <a:r>
              <a:rPr sz="1600" spc="60" dirty="0">
                <a:solidFill>
                  <a:srgbClr val="585858"/>
                </a:solidFill>
                <a:latin typeface="Calibri"/>
                <a:cs typeface="Calibri"/>
              </a:rPr>
              <a:t> </a:t>
            </a:r>
            <a:r>
              <a:rPr sz="1600" spc="-10" dirty="0">
                <a:solidFill>
                  <a:srgbClr val="585858"/>
                </a:solidFill>
                <a:latin typeface="Calibri"/>
                <a:cs typeface="Calibri"/>
              </a:rPr>
              <a:t>d’adresses</a:t>
            </a:r>
            <a:r>
              <a:rPr sz="1600" spc="55" dirty="0">
                <a:solidFill>
                  <a:srgbClr val="585858"/>
                </a:solidFill>
                <a:latin typeface="Calibri"/>
                <a:cs typeface="Calibri"/>
              </a:rPr>
              <a:t> </a:t>
            </a:r>
            <a:r>
              <a:rPr sz="1600" dirty="0">
                <a:solidFill>
                  <a:srgbClr val="585858"/>
                </a:solidFill>
                <a:latin typeface="Calibri"/>
                <a:cs typeface="Calibri"/>
              </a:rPr>
              <a:t>consiste</a:t>
            </a:r>
            <a:r>
              <a:rPr sz="1600" spc="45" dirty="0">
                <a:solidFill>
                  <a:srgbClr val="585858"/>
                </a:solidFill>
                <a:latin typeface="Calibri"/>
                <a:cs typeface="Calibri"/>
              </a:rPr>
              <a:t> </a:t>
            </a:r>
            <a:r>
              <a:rPr sz="1600" dirty="0">
                <a:solidFill>
                  <a:srgbClr val="585858"/>
                </a:solidFill>
                <a:latin typeface="Calibri"/>
                <a:cs typeface="Calibri"/>
              </a:rPr>
              <a:t>à</a:t>
            </a:r>
            <a:r>
              <a:rPr sz="1600" spc="65" dirty="0">
                <a:solidFill>
                  <a:srgbClr val="585858"/>
                </a:solidFill>
                <a:latin typeface="Calibri"/>
                <a:cs typeface="Calibri"/>
              </a:rPr>
              <a:t> </a:t>
            </a:r>
            <a:r>
              <a:rPr sz="1600" dirty="0">
                <a:solidFill>
                  <a:srgbClr val="585858"/>
                </a:solidFill>
                <a:latin typeface="Calibri"/>
                <a:cs typeface="Calibri"/>
              </a:rPr>
              <a:t>traduire</a:t>
            </a:r>
            <a:r>
              <a:rPr sz="1600" spc="65" dirty="0">
                <a:solidFill>
                  <a:srgbClr val="585858"/>
                </a:solidFill>
                <a:latin typeface="Calibri"/>
                <a:cs typeface="Calibri"/>
              </a:rPr>
              <a:t> </a:t>
            </a:r>
            <a:r>
              <a:rPr sz="1600" dirty="0">
                <a:solidFill>
                  <a:srgbClr val="585858"/>
                </a:solidFill>
                <a:latin typeface="Calibri"/>
                <a:cs typeface="Calibri"/>
              </a:rPr>
              <a:t>les</a:t>
            </a:r>
            <a:r>
              <a:rPr sz="1600" spc="50" dirty="0">
                <a:solidFill>
                  <a:srgbClr val="585858"/>
                </a:solidFill>
                <a:latin typeface="Calibri"/>
                <a:cs typeface="Calibri"/>
              </a:rPr>
              <a:t> </a:t>
            </a:r>
            <a:r>
              <a:rPr sz="1600" dirty="0">
                <a:solidFill>
                  <a:srgbClr val="585858"/>
                </a:solidFill>
                <a:latin typeface="Calibri"/>
                <a:cs typeface="Calibri"/>
              </a:rPr>
              <a:t>adresse</a:t>
            </a:r>
            <a:r>
              <a:rPr sz="1600" spc="50" dirty="0">
                <a:solidFill>
                  <a:srgbClr val="585858"/>
                </a:solidFill>
                <a:latin typeface="Calibri"/>
                <a:cs typeface="Calibri"/>
              </a:rPr>
              <a:t> </a:t>
            </a:r>
            <a:r>
              <a:rPr sz="1600" dirty="0">
                <a:solidFill>
                  <a:srgbClr val="585858"/>
                </a:solidFill>
                <a:latin typeface="Calibri"/>
                <a:cs typeface="Calibri"/>
              </a:rPr>
              <a:t>virtuelles</a:t>
            </a:r>
            <a:r>
              <a:rPr sz="1600" spc="45" dirty="0">
                <a:solidFill>
                  <a:srgbClr val="585858"/>
                </a:solidFill>
                <a:latin typeface="Calibri"/>
                <a:cs typeface="Calibri"/>
              </a:rPr>
              <a:t> </a:t>
            </a:r>
            <a:r>
              <a:rPr sz="1600" dirty="0">
                <a:solidFill>
                  <a:srgbClr val="585858"/>
                </a:solidFill>
                <a:latin typeface="Calibri"/>
                <a:cs typeface="Calibri"/>
              </a:rPr>
              <a:t>(logiques)</a:t>
            </a:r>
            <a:r>
              <a:rPr sz="1600" spc="65" dirty="0">
                <a:solidFill>
                  <a:srgbClr val="585858"/>
                </a:solidFill>
                <a:latin typeface="Calibri"/>
                <a:cs typeface="Calibri"/>
              </a:rPr>
              <a:t> </a:t>
            </a:r>
            <a:r>
              <a:rPr sz="1600" dirty="0">
                <a:solidFill>
                  <a:srgbClr val="585858"/>
                </a:solidFill>
                <a:latin typeface="Calibri"/>
                <a:cs typeface="Calibri"/>
              </a:rPr>
              <a:t>vers</a:t>
            </a:r>
            <a:r>
              <a:rPr sz="1600" spc="50" dirty="0">
                <a:solidFill>
                  <a:srgbClr val="585858"/>
                </a:solidFill>
                <a:latin typeface="Calibri"/>
                <a:cs typeface="Calibri"/>
              </a:rPr>
              <a:t> </a:t>
            </a:r>
            <a:r>
              <a:rPr sz="1600" dirty="0">
                <a:solidFill>
                  <a:srgbClr val="585858"/>
                </a:solidFill>
                <a:latin typeface="Calibri"/>
                <a:cs typeface="Calibri"/>
              </a:rPr>
              <a:t>celles</a:t>
            </a:r>
            <a:r>
              <a:rPr sz="1600" spc="75" dirty="0">
                <a:solidFill>
                  <a:srgbClr val="585858"/>
                </a:solidFill>
                <a:latin typeface="Calibri"/>
                <a:cs typeface="Calibri"/>
              </a:rPr>
              <a:t> </a:t>
            </a:r>
            <a:r>
              <a:rPr sz="1600" dirty="0">
                <a:solidFill>
                  <a:srgbClr val="585858"/>
                </a:solidFill>
                <a:latin typeface="Calibri"/>
                <a:cs typeface="Calibri"/>
              </a:rPr>
              <a:t>physiques.</a:t>
            </a:r>
            <a:r>
              <a:rPr sz="1600" spc="50" dirty="0">
                <a:solidFill>
                  <a:srgbClr val="585858"/>
                </a:solidFill>
                <a:latin typeface="Calibri"/>
                <a:cs typeface="Calibri"/>
              </a:rPr>
              <a:t> </a:t>
            </a:r>
            <a:r>
              <a:rPr sz="1600" dirty="0">
                <a:solidFill>
                  <a:srgbClr val="585858"/>
                </a:solidFill>
                <a:latin typeface="Calibri"/>
                <a:cs typeface="Calibri"/>
              </a:rPr>
              <a:t>La</a:t>
            </a:r>
            <a:r>
              <a:rPr sz="1600" spc="40" dirty="0">
                <a:solidFill>
                  <a:srgbClr val="585858"/>
                </a:solidFill>
                <a:latin typeface="Calibri"/>
                <a:cs typeface="Calibri"/>
              </a:rPr>
              <a:t> </a:t>
            </a:r>
            <a:r>
              <a:rPr sz="1600" b="1" dirty="0" smtClean="0">
                <a:solidFill>
                  <a:srgbClr val="585858"/>
                </a:solidFill>
                <a:latin typeface="Calibri"/>
                <a:cs typeface="Calibri"/>
              </a:rPr>
              <a:t>Figure</a:t>
            </a:r>
            <a:r>
              <a:rPr lang="fr-FR" sz="1600" b="1" spc="40" dirty="0">
                <a:solidFill>
                  <a:srgbClr val="585858"/>
                </a:solidFill>
                <a:latin typeface="Calibri"/>
                <a:cs typeface="Calibri"/>
              </a:rPr>
              <a:t> </a:t>
            </a:r>
            <a:r>
              <a:rPr sz="1600" b="1" spc="50" dirty="0" smtClean="0">
                <a:solidFill>
                  <a:srgbClr val="585858"/>
                </a:solidFill>
                <a:latin typeface="Calibri"/>
                <a:cs typeface="Calibri"/>
              </a:rPr>
              <a:t> </a:t>
            </a:r>
            <a:r>
              <a:rPr sz="1600" dirty="0">
                <a:solidFill>
                  <a:srgbClr val="585858"/>
                </a:solidFill>
                <a:latin typeface="Calibri"/>
                <a:cs typeface="Calibri"/>
              </a:rPr>
              <a:t>montre</a:t>
            </a:r>
            <a:r>
              <a:rPr sz="1600" spc="70" dirty="0">
                <a:solidFill>
                  <a:srgbClr val="585858"/>
                </a:solidFill>
                <a:latin typeface="Calibri"/>
                <a:cs typeface="Calibri"/>
              </a:rPr>
              <a:t> </a:t>
            </a:r>
            <a:r>
              <a:rPr sz="1600" dirty="0">
                <a:solidFill>
                  <a:srgbClr val="585858"/>
                </a:solidFill>
                <a:latin typeface="Calibri"/>
                <a:cs typeface="Calibri"/>
              </a:rPr>
              <a:t>l’utilisation</a:t>
            </a:r>
            <a:r>
              <a:rPr sz="1600" spc="35" dirty="0">
                <a:solidFill>
                  <a:srgbClr val="585858"/>
                </a:solidFill>
                <a:latin typeface="Calibri"/>
                <a:cs typeface="Calibri"/>
              </a:rPr>
              <a:t> </a:t>
            </a:r>
            <a:r>
              <a:rPr sz="1600" dirty="0">
                <a:solidFill>
                  <a:srgbClr val="585858"/>
                </a:solidFill>
                <a:latin typeface="Calibri"/>
                <a:cs typeface="Calibri"/>
              </a:rPr>
              <a:t>du</a:t>
            </a:r>
            <a:r>
              <a:rPr sz="1600" spc="40" dirty="0">
                <a:solidFill>
                  <a:srgbClr val="585858"/>
                </a:solidFill>
                <a:latin typeface="Calibri"/>
                <a:cs typeface="Calibri"/>
              </a:rPr>
              <a:t> </a:t>
            </a:r>
            <a:r>
              <a:rPr sz="1600" dirty="0">
                <a:solidFill>
                  <a:srgbClr val="585858"/>
                </a:solidFill>
                <a:latin typeface="Calibri"/>
                <a:cs typeface="Calibri"/>
              </a:rPr>
              <a:t>tableau</a:t>
            </a:r>
            <a:r>
              <a:rPr sz="1600" spc="35" dirty="0">
                <a:solidFill>
                  <a:srgbClr val="585858"/>
                </a:solidFill>
                <a:latin typeface="Calibri"/>
                <a:cs typeface="Calibri"/>
              </a:rPr>
              <a:t> </a:t>
            </a:r>
            <a:r>
              <a:rPr sz="1600" dirty="0">
                <a:solidFill>
                  <a:srgbClr val="585858"/>
                </a:solidFill>
                <a:latin typeface="Calibri"/>
                <a:cs typeface="Calibri"/>
              </a:rPr>
              <a:t>des</a:t>
            </a:r>
            <a:r>
              <a:rPr sz="1600" spc="55" dirty="0">
                <a:solidFill>
                  <a:srgbClr val="585858"/>
                </a:solidFill>
                <a:latin typeface="Calibri"/>
                <a:cs typeface="Calibri"/>
              </a:rPr>
              <a:t> </a:t>
            </a:r>
            <a:r>
              <a:rPr sz="1600" spc="-10" dirty="0">
                <a:solidFill>
                  <a:srgbClr val="585858"/>
                </a:solidFill>
                <a:latin typeface="Calibri"/>
                <a:cs typeface="Calibri"/>
              </a:rPr>
              <a:t>segments </a:t>
            </a:r>
            <a:r>
              <a:rPr sz="1600" dirty="0">
                <a:solidFill>
                  <a:srgbClr val="585858"/>
                </a:solidFill>
                <a:latin typeface="Calibri"/>
                <a:cs typeface="Calibri"/>
              </a:rPr>
              <a:t>pour</a:t>
            </a:r>
            <a:r>
              <a:rPr sz="1600" spc="-35" dirty="0">
                <a:solidFill>
                  <a:srgbClr val="585858"/>
                </a:solidFill>
                <a:latin typeface="Calibri"/>
                <a:cs typeface="Calibri"/>
              </a:rPr>
              <a:t> </a:t>
            </a:r>
            <a:r>
              <a:rPr sz="1600" spc="-10" dirty="0">
                <a:solidFill>
                  <a:srgbClr val="585858"/>
                </a:solidFill>
                <a:latin typeface="Calibri"/>
                <a:cs typeface="Calibri"/>
              </a:rPr>
              <a:t>effectuer</a:t>
            </a:r>
            <a:r>
              <a:rPr sz="1600" spc="-45" dirty="0">
                <a:solidFill>
                  <a:srgbClr val="585858"/>
                </a:solidFill>
                <a:latin typeface="Calibri"/>
                <a:cs typeface="Calibri"/>
              </a:rPr>
              <a:t> </a:t>
            </a:r>
            <a:r>
              <a:rPr sz="1600" dirty="0">
                <a:solidFill>
                  <a:srgbClr val="585858"/>
                </a:solidFill>
                <a:latin typeface="Calibri"/>
                <a:cs typeface="Calibri"/>
              </a:rPr>
              <a:t>la</a:t>
            </a:r>
            <a:r>
              <a:rPr sz="1600" spc="-20" dirty="0">
                <a:solidFill>
                  <a:srgbClr val="585858"/>
                </a:solidFill>
                <a:latin typeface="Calibri"/>
                <a:cs typeface="Calibri"/>
              </a:rPr>
              <a:t> </a:t>
            </a:r>
            <a:r>
              <a:rPr sz="1600" spc="-10" dirty="0">
                <a:solidFill>
                  <a:srgbClr val="585858"/>
                </a:solidFill>
                <a:latin typeface="Calibri"/>
                <a:cs typeface="Calibri"/>
              </a:rPr>
              <a:t>traduction</a:t>
            </a:r>
            <a:r>
              <a:rPr sz="1600" spc="-30" dirty="0">
                <a:solidFill>
                  <a:srgbClr val="585858"/>
                </a:solidFill>
                <a:latin typeface="Calibri"/>
                <a:cs typeface="Calibri"/>
              </a:rPr>
              <a:t> </a:t>
            </a:r>
            <a:r>
              <a:rPr sz="1600" dirty="0">
                <a:solidFill>
                  <a:srgbClr val="585858"/>
                </a:solidFill>
                <a:latin typeface="Calibri"/>
                <a:cs typeface="Calibri"/>
              </a:rPr>
              <a:t>de</a:t>
            </a:r>
            <a:r>
              <a:rPr sz="1600" spc="-20" dirty="0">
                <a:solidFill>
                  <a:srgbClr val="585858"/>
                </a:solidFill>
                <a:latin typeface="Calibri"/>
                <a:cs typeface="Calibri"/>
              </a:rPr>
              <a:t> </a:t>
            </a:r>
            <a:r>
              <a:rPr sz="1600" spc="-10" dirty="0">
                <a:solidFill>
                  <a:srgbClr val="585858"/>
                </a:solidFill>
                <a:latin typeface="Calibri"/>
                <a:cs typeface="Calibri"/>
              </a:rPr>
              <a:t>l’adresse</a:t>
            </a:r>
            <a:r>
              <a:rPr sz="1600" spc="5" dirty="0">
                <a:solidFill>
                  <a:srgbClr val="585858"/>
                </a:solidFill>
                <a:latin typeface="Calibri"/>
                <a:cs typeface="Calibri"/>
              </a:rPr>
              <a:t> </a:t>
            </a:r>
            <a:r>
              <a:rPr sz="1600" dirty="0">
                <a:solidFill>
                  <a:srgbClr val="585858"/>
                </a:solidFill>
                <a:latin typeface="Calibri"/>
                <a:cs typeface="Calibri"/>
              </a:rPr>
              <a:t>virtuelle</a:t>
            </a:r>
            <a:r>
              <a:rPr sz="1600" spc="-20" dirty="0">
                <a:solidFill>
                  <a:srgbClr val="585858"/>
                </a:solidFill>
                <a:latin typeface="Calibri"/>
                <a:cs typeface="Calibri"/>
              </a:rPr>
              <a:t> </a:t>
            </a:r>
            <a:r>
              <a:rPr sz="1600" dirty="0">
                <a:solidFill>
                  <a:srgbClr val="585858"/>
                </a:solidFill>
                <a:latin typeface="Calibri"/>
                <a:cs typeface="Calibri"/>
              </a:rPr>
              <a:t>vers</a:t>
            </a:r>
            <a:r>
              <a:rPr sz="1600" spc="-55" dirty="0">
                <a:solidFill>
                  <a:srgbClr val="585858"/>
                </a:solidFill>
                <a:latin typeface="Calibri"/>
                <a:cs typeface="Calibri"/>
              </a:rPr>
              <a:t> </a:t>
            </a:r>
            <a:r>
              <a:rPr sz="1600" spc="-10" dirty="0">
                <a:solidFill>
                  <a:srgbClr val="585858"/>
                </a:solidFill>
                <a:latin typeface="Calibri"/>
                <a:cs typeface="Calibri"/>
              </a:rPr>
              <a:t>l’adresse</a:t>
            </a:r>
            <a:r>
              <a:rPr sz="1600" dirty="0">
                <a:solidFill>
                  <a:srgbClr val="585858"/>
                </a:solidFill>
                <a:latin typeface="Calibri"/>
                <a:cs typeface="Calibri"/>
              </a:rPr>
              <a:t> </a:t>
            </a:r>
            <a:r>
              <a:rPr sz="1600" spc="-10" dirty="0">
                <a:solidFill>
                  <a:srgbClr val="585858"/>
                </a:solidFill>
                <a:latin typeface="Calibri"/>
                <a:cs typeface="Calibri"/>
              </a:rPr>
              <a:t>physique.</a:t>
            </a:r>
            <a:endParaRPr sz="1600" dirty="0">
              <a:latin typeface="Calibri"/>
              <a:cs typeface="Calibri"/>
            </a:endParaRPr>
          </a:p>
        </p:txBody>
      </p:sp>
      <p:sp>
        <p:nvSpPr>
          <p:cNvPr id="14" name="object 14"/>
          <p:cNvSpPr txBox="1"/>
          <p:nvPr/>
        </p:nvSpPr>
        <p:spPr>
          <a:xfrm>
            <a:off x="3034664" y="6298793"/>
            <a:ext cx="5048885"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40" dirty="0">
                <a:solidFill>
                  <a:srgbClr val="A6A6A6"/>
                </a:solidFill>
                <a:latin typeface="Calibri"/>
                <a:cs typeface="Calibri"/>
              </a:rPr>
              <a:t> </a:t>
            </a:r>
            <a:r>
              <a:rPr sz="1200" i="1" dirty="0" smtClean="0">
                <a:solidFill>
                  <a:srgbClr val="A6A6A6"/>
                </a:solidFill>
                <a:latin typeface="Calibri"/>
                <a:cs typeface="Calibri"/>
              </a:rPr>
              <a:t>:</a:t>
            </a:r>
            <a:r>
              <a:rPr sz="1200" i="1" spc="-15" dirty="0" smtClean="0">
                <a:solidFill>
                  <a:srgbClr val="A6A6A6"/>
                </a:solidFill>
                <a:latin typeface="Calibri"/>
                <a:cs typeface="Calibri"/>
              </a:rPr>
              <a:t> </a:t>
            </a:r>
            <a:r>
              <a:rPr sz="1200" i="1" spc="-10" dirty="0">
                <a:solidFill>
                  <a:srgbClr val="A6A6A6"/>
                </a:solidFill>
                <a:latin typeface="Calibri"/>
                <a:cs typeface="Calibri"/>
              </a:rPr>
              <a:t>Traduction</a:t>
            </a:r>
            <a:r>
              <a:rPr sz="1200" i="1" spc="-60" dirty="0">
                <a:solidFill>
                  <a:srgbClr val="A6A6A6"/>
                </a:solidFill>
                <a:latin typeface="Calibri"/>
                <a:cs typeface="Calibri"/>
              </a:rPr>
              <a:t> </a:t>
            </a:r>
            <a:r>
              <a:rPr sz="1200" i="1" dirty="0">
                <a:solidFill>
                  <a:srgbClr val="A6A6A6"/>
                </a:solidFill>
                <a:latin typeface="Calibri"/>
                <a:cs typeface="Calibri"/>
              </a:rPr>
              <a:t>des</a:t>
            </a:r>
            <a:r>
              <a:rPr sz="1200" i="1" spc="-35" dirty="0">
                <a:solidFill>
                  <a:srgbClr val="A6A6A6"/>
                </a:solidFill>
                <a:latin typeface="Calibri"/>
                <a:cs typeface="Calibri"/>
              </a:rPr>
              <a:t> </a:t>
            </a:r>
            <a:r>
              <a:rPr sz="1200" i="1" dirty="0">
                <a:solidFill>
                  <a:srgbClr val="A6A6A6"/>
                </a:solidFill>
                <a:latin typeface="Calibri"/>
                <a:cs typeface="Calibri"/>
              </a:rPr>
              <a:t>adresses</a:t>
            </a:r>
            <a:r>
              <a:rPr sz="1200" i="1" spc="-40" dirty="0">
                <a:solidFill>
                  <a:srgbClr val="A6A6A6"/>
                </a:solidFill>
                <a:latin typeface="Calibri"/>
                <a:cs typeface="Calibri"/>
              </a:rPr>
              <a:t> </a:t>
            </a:r>
            <a:r>
              <a:rPr sz="1200" i="1" dirty="0">
                <a:solidFill>
                  <a:srgbClr val="A6A6A6"/>
                </a:solidFill>
                <a:latin typeface="Calibri"/>
                <a:cs typeface="Calibri"/>
              </a:rPr>
              <a:t>logiques</a:t>
            </a:r>
            <a:r>
              <a:rPr sz="1200" i="1" spc="-40" dirty="0">
                <a:solidFill>
                  <a:srgbClr val="A6A6A6"/>
                </a:solidFill>
                <a:latin typeface="Calibri"/>
                <a:cs typeface="Calibri"/>
              </a:rPr>
              <a:t> </a:t>
            </a:r>
            <a:r>
              <a:rPr sz="1200" i="1" dirty="0">
                <a:solidFill>
                  <a:srgbClr val="A6A6A6"/>
                </a:solidFill>
                <a:latin typeface="Calibri"/>
                <a:cs typeface="Calibri"/>
              </a:rPr>
              <a:t>virtuelles</a:t>
            </a:r>
            <a:r>
              <a:rPr sz="1200" i="1" spc="5" dirty="0">
                <a:solidFill>
                  <a:srgbClr val="A6A6A6"/>
                </a:solidFill>
                <a:latin typeface="Calibri"/>
                <a:cs typeface="Calibri"/>
              </a:rPr>
              <a:t> </a:t>
            </a:r>
            <a:r>
              <a:rPr sz="1200" i="1" dirty="0">
                <a:solidFill>
                  <a:srgbClr val="A6A6A6"/>
                </a:solidFill>
                <a:latin typeface="Calibri"/>
                <a:cs typeface="Calibri"/>
              </a:rPr>
              <a:t>vers</a:t>
            </a:r>
            <a:r>
              <a:rPr sz="1200" i="1" spc="-20" dirty="0">
                <a:solidFill>
                  <a:srgbClr val="A6A6A6"/>
                </a:solidFill>
                <a:latin typeface="Calibri"/>
                <a:cs typeface="Calibri"/>
              </a:rPr>
              <a:t> </a:t>
            </a:r>
            <a:r>
              <a:rPr sz="1200" i="1" dirty="0">
                <a:solidFill>
                  <a:srgbClr val="A6A6A6"/>
                </a:solidFill>
                <a:latin typeface="Calibri"/>
                <a:cs typeface="Calibri"/>
              </a:rPr>
              <a:t>les</a:t>
            </a:r>
            <a:r>
              <a:rPr sz="1200" i="1" spc="-15" dirty="0">
                <a:solidFill>
                  <a:srgbClr val="A6A6A6"/>
                </a:solidFill>
                <a:latin typeface="Calibri"/>
                <a:cs typeface="Calibri"/>
              </a:rPr>
              <a:t> </a:t>
            </a:r>
            <a:r>
              <a:rPr sz="1200" i="1" dirty="0">
                <a:solidFill>
                  <a:srgbClr val="A6A6A6"/>
                </a:solidFill>
                <a:latin typeface="Calibri"/>
                <a:cs typeface="Calibri"/>
              </a:rPr>
              <a:t>adresses</a:t>
            </a:r>
            <a:r>
              <a:rPr sz="1200" i="1" spc="-15" dirty="0">
                <a:solidFill>
                  <a:srgbClr val="A6A6A6"/>
                </a:solidFill>
                <a:latin typeface="Calibri"/>
                <a:cs typeface="Calibri"/>
              </a:rPr>
              <a:t> </a:t>
            </a:r>
            <a:r>
              <a:rPr sz="1200" i="1" spc="-10" dirty="0">
                <a:solidFill>
                  <a:srgbClr val="A6A6A6"/>
                </a:solidFill>
                <a:latin typeface="Calibri"/>
                <a:cs typeface="Calibri"/>
              </a:rPr>
              <a:t>physiques.</a:t>
            </a:r>
            <a:endParaRPr sz="1200" dirty="0">
              <a:latin typeface="Calibri"/>
              <a:cs typeface="Calibri"/>
            </a:endParaRPr>
          </a:p>
        </p:txBody>
      </p:sp>
      <p:sp>
        <p:nvSpPr>
          <p:cNvPr id="15" name="object 15"/>
          <p:cNvSpPr txBox="1"/>
          <p:nvPr/>
        </p:nvSpPr>
        <p:spPr>
          <a:xfrm>
            <a:off x="3916679" y="2767583"/>
            <a:ext cx="1527175" cy="353695"/>
          </a:xfrm>
          <a:prstGeom prst="rect">
            <a:avLst/>
          </a:prstGeom>
          <a:ln w="12700">
            <a:solidFill>
              <a:srgbClr val="000000"/>
            </a:solidFill>
          </a:ln>
        </p:spPr>
        <p:txBody>
          <a:bodyPr vert="horz" wrap="square" lIns="0" tIns="77470" rIns="0" bIns="0" rtlCol="0">
            <a:spAutoFit/>
          </a:bodyPr>
          <a:lstStyle/>
          <a:p>
            <a:pPr marL="440055">
              <a:lnSpc>
                <a:spcPct val="100000"/>
              </a:lnSpc>
              <a:spcBef>
                <a:spcPts val="610"/>
              </a:spcBef>
            </a:pPr>
            <a:r>
              <a:rPr sz="1200" dirty="0">
                <a:latin typeface="Calibri"/>
                <a:cs typeface="Calibri"/>
              </a:rPr>
              <a:t>Segment</a:t>
            </a:r>
            <a:r>
              <a:rPr sz="1200" spc="-35" dirty="0">
                <a:latin typeface="Calibri"/>
                <a:cs typeface="Calibri"/>
              </a:rPr>
              <a:t> </a:t>
            </a:r>
            <a:r>
              <a:rPr sz="1200" spc="-50" dirty="0">
                <a:latin typeface="Calibri"/>
                <a:cs typeface="Calibri"/>
              </a:rPr>
              <a:t>S</a:t>
            </a:r>
            <a:endParaRPr sz="1200">
              <a:latin typeface="Calibri"/>
              <a:cs typeface="Calibri"/>
            </a:endParaRPr>
          </a:p>
        </p:txBody>
      </p:sp>
      <p:sp>
        <p:nvSpPr>
          <p:cNvPr id="16" name="object 16"/>
          <p:cNvSpPr/>
          <p:nvPr/>
        </p:nvSpPr>
        <p:spPr>
          <a:xfrm>
            <a:off x="5443728" y="2767583"/>
            <a:ext cx="2115820" cy="353695"/>
          </a:xfrm>
          <a:custGeom>
            <a:avLst/>
            <a:gdLst/>
            <a:ahLst/>
            <a:cxnLst/>
            <a:rect l="l" t="t" r="r" b="b"/>
            <a:pathLst>
              <a:path w="2115820" h="353694">
                <a:moveTo>
                  <a:pt x="0" y="353567"/>
                </a:moveTo>
                <a:lnTo>
                  <a:pt x="2115312" y="353567"/>
                </a:lnTo>
                <a:lnTo>
                  <a:pt x="2115312" y="0"/>
                </a:lnTo>
                <a:lnTo>
                  <a:pt x="0" y="0"/>
                </a:lnTo>
                <a:lnTo>
                  <a:pt x="0" y="353567"/>
                </a:lnTo>
                <a:close/>
              </a:path>
            </a:pathLst>
          </a:custGeom>
          <a:ln w="12700">
            <a:solidFill>
              <a:srgbClr val="000000"/>
            </a:solidFill>
          </a:ln>
        </p:spPr>
        <p:txBody>
          <a:bodyPr wrap="square" lIns="0" tIns="0" rIns="0" bIns="0" rtlCol="0"/>
          <a:lstStyle/>
          <a:p>
            <a:endParaRPr/>
          </a:p>
        </p:txBody>
      </p:sp>
      <p:sp>
        <p:nvSpPr>
          <p:cNvPr id="17" name="object 17"/>
          <p:cNvSpPr txBox="1"/>
          <p:nvPr/>
        </p:nvSpPr>
        <p:spPr>
          <a:xfrm>
            <a:off x="5450078" y="2832608"/>
            <a:ext cx="2103120" cy="208279"/>
          </a:xfrm>
          <a:prstGeom prst="rect">
            <a:avLst/>
          </a:prstGeom>
        </p:spPr>
        <p:txBody>
          <a:bodyPr vert="horz" wrap="square" lIns="0" tIns="12700" rIns="0" bIns="0" rtlCol="0">
            <a:spAutoFit/>
          </a:bodyPr>
          <a:lstStyle/>
          <a:p>
            <a:pPr marL="180340">
              <a:lnSpc>
                <a:spcPct val="100000"/>
              </a:lnSpc>
              <a:spcBef>
                <a:spcPts val="100"/>
              </a:spcBef>
            </a:pPr>
            <a:r>
              <a:rPr sz="1200" dirty="0">
                <a:latin typeface="Calibri"/>
                <a:cs typeface="Calibri"/>
              </a:rPr>
              <a:t>A</a:t>
            </a:r>
            <a:r>
              <a:rPr sz="1200" spc="-5" dirty="0">
                <a:latin typeface="Calibri"/>
                <a:cs typeface="Calibri"/>
              </a:rPr>
              <a:t> </a:t>
            </a:r>
            <a:r>
              <a:rPr sz="1200" dirty="0">
                <a:latin typeface="Calibri"/>
                <a:cs typeface="Calibri"/>
              </a:rPr>
              <a:t>:</a:t>
            </a:r>
            <a:r>
              <a:rPr sz="1200" spc="-5" dirty="0">
                <a:latin typeface="Calibri"/>
                <a:cs typeface="Calibri"/>
              </a:rPr>
              <a:t> </a:t>
            </a:r>
            <a:r>
              <a:rPr sz="1200" spc="-10" dirty="0">
                <a:latin typeface="Calibri"/>
                <a:cs typeface="Calibri"/>
              </a:rPr>
              <a:t>Adresse</a:t>
            </a:r>
            <a:r>
              <a:rPr sz="1200" spc="-20" dirty="0">
                <a:latin typeface="Calibri"/>
                <a:cs typeface="Calibri"/>
              </a:rPr>
              <a:t> </a:t>
            </a:r>
            <a:r>
              <a:rPr sz="1200" dirty="0">
                <a:latin typeface="Calibri"/>
                <a:cs typeface="Calibri"/>
              </a:rPr>
              <a:t>dans</a:t>
            </a:r>
            <a:r>
              <a:rPr sz="1200" spc="10" dirty="0">
                <a:latin typeface="Calibri"/>
                <a:cs typeface="Calibri"/>
              </a:rPr>
              <a:t> </a:t>
            </a:r>
            <a:r>
              <a:rPr sz="1200" dirty="0">
                <a:latin typeface="Calibri"/>
                <a:cs typeface="Calibri"/>
              </a:rPr>
              <a:t>le </a:t>
            </a:r>
            <a:r>
              <a:rPr sz="1200" spc="-10" dirty="0">
                <a:latin typeface="Calibri"/>
                <a:cs typeface="Calibri"/>
              </a:rPr>
              <a:t>segment</a:t>
            </a:r>
            <a:endParaRPr sz="1200">
              <a:latin typeface="Calibri"/>
              <a:cs typeface="Calibri"/>
            </a:endParaRPr>
          </a:p>
        </p:txBody>
      </p:sp>
      <p:sp>
        <p:nvSpPr>
          <p:cNvPr id="18" name="object 18"/>
          <p:cNvSpPr txBox="1"/>
          <p:nvPr/>
        </p:nvSpPr>
        <p:spPr>
          <a:xfrm>
            <a:off x="3898582" y="3483864"/>
            <a:ext cx="832485" cy="231775"/>
          </a:xfrm>
          <a:prstGeom prst="rect">
            <a:avLst/>
          </a:prstGeom>
          <a:solidFill>
            <a:srgbClr val="BEBEBE"/>
          </a:solidFill>
          <a:ln w="12700">
            <a:solidFill>
              <a:srgbClr val="000000"/>
            </a:solidFill>
          </a:ln>
        </p:spPr>
        <p:txBody>
          <a:bodyPr vert="horz" wrap="square" lIns="0" tIns="19685" rIns="0" bIns="0" rtlCol="0">
            <a:spAutoFit/>
          </a:bodyPr>
          <a:lstStyle/>
          <a:p>
            <a:pPr marL="269875">
              <a:lnSpc>
                <a:spcPct val="100000"/>
              </a:lnSpc>
              <a:spcBef>
                <a:spcPts val="155"/>
              </a:spcBef>
            </a:pPr>
            <a:r>
              <a:rPr sz="1200" spc="-20" dirty="0">
                <a:latin typeface="Calibri"/>
                <a:cs typeface="Calibri"/>
              </a:rPr>
              <a:t>Base</a:t>
            </a:r>
            <a:endParaRPr sz="1200">
              <a:latin typeface="Calibri"/>
              <a:cs typeface="Calibri"/>
            </a:endParaRPr>
          </a:p>
        </p:txBody>
      </p:sp>
      <p:sp>
        <p:nvSpPr>
          <p:cNvPr id="19" name="object 19"/>
          <p:cNvSpPr/>
          <p:nvPr/>
        </p:nvSpPr>
        <p:spPr>
          <a:xfrm>
            <a:off x="4730496" y="3483864"/>
            <a:ext cx="829310" cy="238125"/>
          </a:xfrm>
          <a:custGeom>
            <a:avLst/>
            <a:gdLst/>
            <a:ahLst/>
            <a:cxnLst/>
            <a:rect l="l" t="t" r="r" b="b"/>
            <a:pathLst>
              <a:path w="829310" h="238125">
                <a:moveTo>
                  <a:pt x="0" y="237744"/>
                </a:moveTo>
                <a:lnTo>
                  <a:pt x="829055" y="237744"/>
                </a:lnTo>
                <a:lnTo>
                  <a:pt x="829055" y="0"/>
                </a:lnTo>
                <a:lnTo>
                  <a:pt x="0" y="0"/>
                </a:lnTo>
                <a:lnTo>
                  <a:pt x="0" y="237744"/>
                </a:lnTo>
                <a:close/>
              </a:path>
            </a:pathLst>
          </a:custGeom>
          <a:ln w="12700">
            <a:solidFill>
              <a:srgbClr val="000000"/>
            </a:solidFill>
          </a:ln>
        </p:spPr>
        <p:txBody>
          <a:bodyPr wrap="square" lIns="0" tIns="0" rIns="0" bIns="0" rtlCol="0"/>
          <a:lstStyle/>
          <a:p>
            <a:endParaRPr/>
          </a:p>
        </p:txBody>
      </p:sp>
      <p:sp>
        <p:nvSpPr>
          <p:cNvPr id="20" name="object 20"/>
          <p:cNvSpPr txBox="1"/>
          <p:nvPr/>
        </p:nvSpPr>
        <p:spPr>
          <a:xfrm>
            <a:off x="4737258" y="3490214"/>
            <a:ext cx="817244" cy="219075"/>
          </a:xfrm>
          <a:prstGeom prst="rect">
            <a:avLst/>
          </a:prstGeom>
          <a:solidFill>
            <a:srgbClr val="BEBEBE"/>
          </a:solidFill>
        </p:spPr>
        <p:txBody>
          <a:bodyPr vert="horz" wrap="square" lIns="0" tIns="13335" rIns="0" bIns="0" rtlCol="0">
            <a:spAutoFit/>
          </a:bodyPr>
          <a:lstStyle/>
          <a:p>
            <a:pPr marL="219075">
              <a:lnSpc>
                <a:spcPct val="100000"/>
              </a:lnSpc>
              <a:spcBef>
                <a:spcPts val="105"/>
              </a:spcBef>
            </a:pPr>
            <a:r>
              <a:rPr sz="1200" spc="-10" dirty="0">
                <a:latin typeface="Calibri"/>
                <a:cs typeface="Calibri"/>
              </a:rPr>
              <a:t>Limite</a:t>
            </a:r>
            <a:endParaRPr sz="1200">
              <a:latin typeface="Calibri"/>
              <a:cs typeface="Calibri"/>
            </a:endParaRPr>
          </a:p>
        </p:txBody>
      </p:sp>
      <p:grpSp>
        <p:nvGrpSpPr>
          <p:cNvPr id="21" name="object 21"/>
          <p:cNvGrpSpPr/>
          <p:nvPr/>
        </p:nvGrpSpPr>
        <p:grpSpPr>
          <a:xfrm>
            <a:off x="5556250" y="3477514"/>
            <a:ext cx="476250" cy="250825"/>
            <a:chOff x="5556250" y="3477514"/>
            <a:chExt cx="476250" cy="250825"/>
          </a:xfrm>
        </p:grpSpPr>
        <p:sp>
          <p:nvSpPr>
            <p:cNvPr id="22" name="object 22"/>
            <p:cNvSpPr/>
            <p:nvPr/>
          </p:nvSpPr>
          <p:spPr>
            <a:xfrm>
              <a:off x="5562600" y="3483864"/>
              <a:ext cx="463550" cy="231775"/>
            </a:xfrm>
            <a:custGeom>
              <a:avLst/>
              <a:gdLst/>
              <a:ahLst/>
              <a:cxnLst/>
              <a:rect l="l" t="t" r="r" b="b"/>
              <a:pathLst>
                <a:path w="463550" h="231775">
                  <a:moveTo>
                    <a:pt x="0" y="231648"/>
                  </a:moveTo>
                  <a:lnTo>
                    <a:pt x="463296" y="231648"/>
                  </a:lnTo>
                  <a:lnTo>
                    <a:pt x="463296" y="0"/>
                  </a:lnTo>
                  <a:lnTo>
                    <a:pt x="0" y="0"/>
                  </a:lnTo>
                  <a:lnTo>
                    <a:pt x="0" y="231648"/>
                  </a:lnTo>
                  <a:close/>
                </a:path>
              </a:pathLst>
            </a:custGeom>
            <a:solidFill>
              <a:srgbClr val="BEBEBE"/>
            </a:solidFill>
          </p:spPr>
          <p:txBody>
            <a:bodyPr wrap="square" lIns="0" tIns="0" rIns="0" bIns="0" rtlCol="0"/>
            <a:lstStyle/>
            <a:p>
              <a:endParaRPr/>
            </a:p>
          </p:txBody>
        </p:sp>
        <p:sp>
          <p:nvSpPr>
            <p:cNvPr id="23" name="object 23"/>
            <p:cNvSpPr/>
            <p:nvPr/>
          </p:nvSpPr>
          <p:spPr>
            <a:xfrm>
              <a:off x="5562600" y="3483864"/>
              <a:ext cx="463550" cy="238125"/>
            </a:xfrm>
            <a:custGeom>
              <a:avLst/>
              <a:gdLst/>
              <a:ahLst/>
              <a:cxnLst/>
              <a:rect l="l" t="t" r="r" b="b"/>
              <a:pathLst>
                <a:path w="463550" h="238125">
                  <a:moveTo>
                    <a:pt x="0" y="237744"/>
                  </a:moveTo>
                  <a:lnTo>
                    <a:pt x="463296" y="237744"/>
                  </a:lnTo>
                  <a:lnTo>
                    <a:pt x="463296" y="0"/>
                  </a:lnTo>
                  <a:lnTo>
                    <a:pt x="0" y="0"/>
                  </a:lnTo>
                  <a:lnTo>
                    <a:pt x="0" y="237744"/>
                  </a:lnTo>
                  <a:close/>
                </a:path>
              </a:pathLst>
            </a:custGeom>
            <a:ln w="12700">
              <a:solidFill>
                <a:srgbClr val="000000"/>
              </a:solidFill>
            </a:ln>
          </p:spPr>
          <p:txBody>
            <a:bodyPr wrap="square" lIns="0" tIns="0" rIns="0" bIns="0" rtlCol="0"/>
            <a:lstStyle/>
            <a:p>
              <a:endParaRPr/>
            </a:p>
          </p:txBody>
        </p:sp>
      </p:grpSp>
      <p:sp>
        <p:nvSpPr>
          <p:cNvPr id="24" name="object 24"/>
          <p:cNvSpPr txBox="1"/>
          <p:nvPr/>
        </p:nvSpPr>
        <p:spPr>
          <a:xfrm>
            <a:off x="5740653" y="3491229"/>
            <a:ext cx="108585" cy="208279"/>
          </a:xfrm>
          <a:prstGeom prst="rect">
            <a:avLst/>
          </a:prstGeom>
        </p:spPr>
        <p:txBody>
          <a:bodyPr vert="horz" wrap="square" lIns="0" tIns="12700" rIns="0" bIns="0" rtlCol="0">
            <a:spAutoFit/>
          </a:bodyPr>
          <a:lstStyle/>
          <a:p>
            <a:pPr marL="12700">
              <a:lnSpc>
                <a:spcPct val="100000"/>
              </a:lnSpc>
              <a:spcBef>
                <a:spcPts val="100"/>
              </a:spcBef>
            </a:pPr>
            <a:r>
              <a:rPr sz="1200" spc="-50" dirty="0">
                <a:latin typeface="Calibri"/>
                <a:cs typeface="Calibri"/>
              </a:rPr>
              <a:t>R</a:t>
            </a:r>
            <a:endParaRPr sz="1200">
              <a:latin typeface="Calibri"/>
              <a:cs typeface="Calibri"/>
            </a:endParaRPr>
          </a:p>
        </p:txBody>
      </p:sp>
      <p:sp>
        <p:nvSpPr>
          <p:cNvPr id="25" name="object 25"/>
          <p:cNvSpPr txBox="1"/>
          <p:nvPr/>
        </p:nvSpPr>
        <p:spPr>
          <a:xfrm>
            <a:off x="6025896" y="3483864"/>
            <a:ext cx="463550" cy="231775"/>
          </a:xfrm>
          <a:prstGeom prst="rect">
            <a:avLst/>
          </a:prstGeom>
          <a:solidFill>
            <a:srgbClr val="BEBEBE"/>
          </a:solidFill>
          <a:ln w="12700">
            <a:solidFill>
              <a:srgbClr val="000000"/>
            </a:solidFill>
          </a:ln>
        </p:spPr>
        <p:txBody>
          <a:bodyPr vert="horz" wrap="square" lIns="0" tIns="19685" rIns="0" bIns="0" rtlCol="0">
            <a:spAutoFit/>
          </a:bodyPr>
          <a:lstStyle/>
          <a:p>
            <a:pPr marL="2540" algn="ctr">
              <a:lnSpc>
                <a:spcPct val="100000"/>
              </a:lnSpc>
              <a:spcBef>
                <a:spcPts val="155"/>
              </a:spcBef>
            </a:pPr>
            <a:r>
              <a:rPr sz="1200" spc="-50" dirty="0">
                <a:latin typeface="Calibri"/>
                <a:cs typeface="Calibri"/>
              </a:rPr>
              <a:t>P</a:t>
            </a:r>
            <a:endParaRPr sz="1200">
              <a:latin typeface="Calibri"/>
              <a:cs typeface="Calibri"/>
            </a:endParaRPr>
          </a:p>
        </p:txBody>
      </p:sp>
      <p:grpSp>
        <p:nvGrpSpPr>
          <p:cNvPr id="26" name="object 26"/>
          <p:cNvGrpSpPr/>
          <p:nvPr/>
        </p:nvGrpSpPr>
        <p:grpSpPr>
          <a:xfrm>
            <a:off x="6482841" y="3477514"/>
            <a:ext cx="476250" cy="250825"/>
            <a:chOff x="6482841" y="3477514"/>
            <a:chExt cx="476250" cy="250825"/>
          </a:xfrm>
        </p:grpSpPr>
        <p:sp>
          <p:nvSpPr>
            <p:cNvPr id="27" name="object 27"/>
            <p:cNvSpPr/>
            <p:nvPr/>
          </p:nvSpPr>
          <p:spPr>
            <a:xfrm>
              <a:off x="6489191" y="3483864"/>
              <a:ext cx="463550" cy="231775"/>
            </a:xfrm>
            <a:custGeom>
              <a:avLst/>
              <a:gdLst/>
              <a:ahLst/>
              <a:cxnLst/>
              <a:rect l="l" t="t" r="r" b="b"/>
              <a:pathLst>
                <a:path w="463550" h="231775">
                  <a:moveTo>
                    <a:pt x="0" y="231648"/>
                  </a:moveTo>
                  <a:lnTo>
                    <a:pt x="463295" y="231648"/>
                  </a:lnTo>
                  <a:lnTo>
                    <a:pt x="463295" y="0"/>
                  </a:lnTo>
                  <a:lnTo>
                    <a:pt x="0" y="0"/>
                  </a:lnTo>
                  <a:lnTo>
                    <a:pt x="0" y="231648"/>
                  </a:lnTo>
                  <a:close/>
                </a:path>
              </a:pathLst>
            </a:custGeom>
            <a:solidFill>
              <a:srgbClr val="BEBEBE"/>
            </a:solidFill>
          </p:spPr>
          <p:txBody>
            <a:bodyPr wrap="square" lIns="0" tIns="0" rIns="0" bIns="0" rtlCol="0"/>
            <a:lstStyle/>
            <a:p>
              <a:endParaRPr/>
            </a:p>
          </p:txBody>
        </p:sp>
        <p:sp>
          <p:nvSpPr>
            <p:cNvPr id="28" name="object 28"/>
            <p:cNvSpPr/>
            <p:nvPr/>
          </p:nvSpPr>
          <p:spPr>
            <a:xfrm>
              <a:off x="6489191" y="3483864"/>
              <a:ext cx="463550" cy="238125"/>
            </a:xfrm>
            <a:custGeom>
              <a:avLst/>
              <a:gdLst/>
              <a:ahLst/>
              <a:cxnLst/>
              <a:rect l="l" t="t" r="r" b="b"/>
              <a:pathLst>
                <a:path w="463550" h="238125">
                  <a:moveTo>
                    <a:pt x="0" y="237744"/>
                  </a:moveTo>
                  <a:lnTo>
                    <a:pt x="463295" y="237744"/>
                  </a:lnTo>
                  <a:lnTo>
                    <a:pt x="463295" y="0"/>
                  </a:lnTo>
                  <a:lnTo>
                    <a:pt x="0" y="0"/>
                  </a:lnTo>
                  <a:lnTo>
                    <a:pt x="0" y="237744"/>
                  </a:lnTo>
                  <a:close/>
                </a:path>
              </a:pathLst>
            </a:custGeom>
            <a:ln w="12700">
              <a:solidFill>
                <a:srgbClr val="000000"/>
              </a:solidFill>
            </a:ln>
          </p:spPr>
          <p:txBody>
            <a:bodyPr wrap="square" lIns="0" tIns="0" rIns="0" bIns="0" rtlCol="0"/>
            <a:lstStyle/>
            <a:p>
              <a:endParaRPr/>
            </a:p>
          </p:txBody>
        </p:sp>
      </p:grpSp>
      <p:sp>
        <p:nvSpPr>
          <p:cNvPr id="29" name="object 29"/>
          <p:cNvSpPr txBox="1"/>
          <p:nvPr/>
        </p:nvSpPr>
        <p:spPr>
          <a:xfrm>
            <a:off x="6495541" y="3491229"/>
            <a:ext cx="447675" cy="208279"/>
          </a:xfrm>
          <a:prstGeom prst="rect">
            <a:avLst/>
          </a:prstGeom>
        </p:spPr>
        <p:txBody>
          <a:bodyPr vert="horz" wrap="square" lIns="0" tIns="12700" rIns="0" bIns="0" rtlCol="0">
            <a:spAutoFit/>
          </a:bodyPr>
          <a:lstStyle/>
          <a:p>
            <a:pPr marL="3175" algn="ctr">
              <a:lnSpc>
                <a:spcPct val="100000"/>
              </a:lnSpc>
              <a:spcBef>
                <a:spcPts val="100"/>
              </a:spcBef>
            </a:pPr>
            <a:r>
              <a:rPr sz="1200" spc="-50" dirty="0">
                <a:latin typeface="Calibri"/>
                <a:cs typeface="Calibri"/>
              </a:rPr>
              <a:t>M</a:t>
            </a:r>
            <a:endParaRPr sz="1200">
              <a:latin typeface="Calibri"/>
              <a:cs typeface="Calibri"/>
            </a:endParaRPr>
          </a:p>
        </p:txBody>
      </p:sp>
      <p:sp>
        <p:nvSpPr>
          <p:cNvPr id="30" name="object 30"/>
          <p:cNvSpPr/>
          <p:nvPr/>
        </p:nvSpPr>
        <p:spPr>
          <a:xfrm>
            <a:off x="6949440" y="3483864"/>
            <a:ext cx="588645" cy="238125"/>
          </a:xfrm>
          <a:custGeom>
            <a:avLst/>
            <a:gdLst/>
            <a:ahLst/>
            <a:cxnLst/>
            <a:rect l="l" t="t" r="r" b="b"/>
            <a:pathLst>
              <a:path w="588645" h="238125">
                <a:moveTo>
                  <a:pt x="0" y="237744"/>
                </a:moveTo>
                <a:lnTo>
                  <a:pt x="588264" y="237744"/>
                </a:lnTo>
                <a:lnTo>
                  <a:pt x="588264" y="0"/>
                </a:lnTo>
                <a:lnTo>
                  <a:pt x="0" y="0"/>
                </a:lnTo>
                <a:lnTo>
                  <a:pt x="0" y="237744"/>
                </a:lnTo>
                <a:close/>
              </a:path>
            </a:pathLst>
          </a:custGeom>
          <a:ln w="12699">
            <a:solidFill>
              <a:srgbClr val="000000"/>
            </a:solidFill>
          </a:ln>
        </p:spPr>
        <p:txBody>
          <a:bodyPr wrap="square" lIns="0" tIns="0" rIns="0" bIns="0" rtlCol="0"/>
          <a:lstStyle/>
          <a:p>
            <a:endParaRPr/>
          </a:p>
        </p:txBody>
      </p:sp>
      <p:sp>
        <p:nvSpPr>
          <p:cNvPr id="31" name="object 31"/>
          <p:cNvSpPr txBox="1"/>
          <p:nvPr/>
        </p:nvSpPr>
        <p:spPr>
          <a:xfrm>
            <a:off x="6958838" y="3490214"/>
            <a:ext cx="572770" cy="219075"/>
          </a:xfrm>
          <a:prstGeom prst="rect">
            <a:avLst/>
          </a:prstGeom>
          <a:solidFill>
            <a:srgbClr val="BEBEBE"/>
          </a:solidFill>
        </p:spPr>
        <p:txBody>
          <a:bodyPr vert="horz" wrap="square" lIns="0" tIns="13335" rIns="0" bIns="0" rtlCol="0">
            <a:spAutoFit/>
          </a:bodyPr>
          <a:lstStyle/>
          <a:p>
            <a:pPr marL="133350">
              <a:lnSpc>
                <a:spcPct val="100000"/>
              </a:lnSpc>
              <a:spcBef>
                <a:spcPts val="105"/>
              </a:spcBef>
            </a:pPr>
            <a:r>
              <a:rPr sz="1200" spc="-10" dirty="0">
                <a:latin typeface="Calibri"/>
                <a:cs typeface="Calibri"/>
              </a:rPr>
              <a:t>Droit</a:t>
            </a:r>
            <a:endParaRPr sz="1200">
              <a:latin typeface="Calibri"/>
              <a:cs typeface="Calibri"/>
            </a:endParaRPr>
          </a:p>
        </p:txBody>
      </p:sp>
      <p:grpSp>
        <p:nvGrpSpPr>
          <p:cNvPr id="32" name="object 32"/>
          <p:cNvGrpSpPr/>
          <p:nvPr/>
        </p:nvGrpSpPr>
        <p:grpSpPr>
          <a:xfrm>
            <a:off x="3892041" y="3709161"/>
            <a:ext cx="845185" cy="254000"/>
            <a:chOff x="3892041" y="3709161"/>
            <a:chExt cx="845185" cy="254000"/>
          </a:xfrm>
        </p:grpSpPr>
        <p:sp>
          <p:nvSpPr>
            <p:cNvPr id="33" name="object 33"/>
            <p:cNvSpPr/>
            <p:nvPr/>
          </p:nvSpPr>
          <p:spPr>
            <a:xfrm>
              <a:off x="3898391" y="3715511"/>
              <a:ext cx="832485" cy="241300"/>
            </a:xfrm>
            <a:custGeom>
              <a:avLst/>
              <a:gdLst/>
              <a:ahLst/>
              <a:cxnLst/>
              <a:rect l="l" t="t" r="r" b="b"/>
              <a:pathLst>
                <a:path w="832485" h="241300">
                  <a:moveTo>
                    <a:pt x="832103" y="0"/>
                  </a:moveTo>
                  <a:lnTo>
                    <a:pt x="0" y="0"/>
                  </a:lnTo>
                  <a:lnTo>
                    <a:pt x="0" y="240792"/>
                  </a:lnTo>
                  <a:lnTo>
                    <a:pt x="832103" y="240792"/>
                  </a:lnTo>
                  <a:lnTo>
                    <a:pt x="832103" y="0"/>
                  </a:lnTo>
                  <a:close/>
                </a:path>
              </a:pathLst>
            </a:custGeom>
            <a:solidFill>
              <a:srgbClr val="FFFFFF"/>
            </a:solidFill>
          </p:spPr>
          <p:txBody>
            <a:bodyPr wrap="square" lIns="0" tIns="0" rIns="0" bIns="0" rtlCol="0"/>
            <a:lstStyle/>
            <a:p>
              <a:endParaRPr/>
            </a:p>
          </p:txBody>
        </p:sp>
        <p:sp>
          <p:nvSpPr>
            <p:cNvPr id="34" name="object 34"/>
            <p:cNvSpPr/>
            <p:nvPr/>
          </p:nvSpPr>
          <p:spPr>
            <a:xfrm>
              <a:off x="3898391" y="3715511"/>
              <a:ext cx="832485" cy="241300"/>
            </a:xfrm>
            <a:custGeom>
              <a:avLst/>
              <a:gdLst/>
              <a:ahLst/>
              <a:cxnLst/>
              <a:rect l="l" t="t" r="r" b="b"/>
              <a:pathLst>
                <a:path w="832485" h="241300">
                  <a:moveTo>
                    <a:pt x="0" y="240792"/>
                  </a:moveTo>
                  <a:lnTo>
                    <a:pt x="832103" y="240792"/>
                  </a:lnTo>
                  <a:lnTo>
                    <a:pt x="832103" y="0"/>
                  </a:lnTo>
                  <a:lnTo>
                    <a:pt x="0" y="0"/>
                  </a:lnTo>
                  <a:lnTo>
                    <a:pt x="0" y="240792"/>
                  </a:lnTo>
                  <a:close/>
                </a:path>
              </a:pathLst>
            </a:custGeom>
            <a:ln w="12700">
              <a:solidFill>
                <a:srgbClr val="000000"/>
              </a:solidFill>
            </a:ln>
          </p:spPr>
          <p:txBody>
            <a:bodyPr wrap="square" lIns="0" tIns="0" rIns="0" bIns="0" rtlCol="0"/>
            <a:lstStyle/>
            <a:p>
              <a:endParaRPr/>
            </a:p>
          </p:txBody>
        </p:sp>
      </p:grpSp>
      <p:sp>
        <p:nvSpPr>
          <p:cNvPr id="35" name="object 35"/>
          <p:cNvSpPr txBox="1"/>
          <p:nvPr/>
        </p:nvSpPr>
        <p:spPr>
          <a:xfrm>
            <a:off x="4189603" y="3724147"/>
            <a:ext cx="2540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libri"/>
                <a:cs typeface="Calibri"/>
              </a:rPr>
              <a:t>100</a:t>
            </a:r>
            <a:endParaRPr sz="1200">
              <a:latin typeface="Calibri"/>
              <a:cs typeface="Calibri"/>
            </a:endParaRPr>
          </a:p>
        </p:txBody>
      </p:sp>
      <p:sp>
        <p:nvSpPr>
          <p:cNvPr id="36" name="object 36"/>
          <p:cNvSpPr/>
          <p:nvPr/>
        </p:nvSpPr>
        <p:spPr>
          <a:xfrm>
            <a:off x="4730496" y="3715511"/>
            <a:ext cx="832485" cy="241300"/>
          </a:xfrm>
          <a:custGeom>
            <a:avLst/>
            <a:gdLst/>
            <a:ahLst/>
            <a:cxnLst/>
            <a:rect l="l" t="t" r="r" b="b"/>
            <a:pathLst>
              <a:path w="832485" h="241300">
                <a:moveTo>
                  <a:pt x="832103" y="0"/>
                </a:moveTo>
                <a:lnTo>
                  <a:pt x="0" y="0"/>
                </a:lnTo>
                <a:lnTo>
                  <a:pt x="0" y="240792"/>
                </a:lnTo>
                <a:lnTo>
                  <a:pt x="832103" y="240792"/>
                </a:lnTo>
                <a:lnTo>
                  <a:pt x="832103" y="0"/>
                </a:lnTo>
                <a:close/>
              </a:path>
            </a:pathLst>
          </a:custGeom>
          <a:solidFill>
            <a:srgbClr val="FFFFFF"/>
          </a:solidFill>
        </p:spPr>
        <p:txBody>
          <a:bodyPr wrap="square" lIns="0" tIns="0" rIns="0" bIns="0" rtlCol="0"/>
          <a:lstStyle/>
          <a:p>
            <a:endParaRPr/>
          </a:p>
        </p:txBody>
      </p:sp>
      <p:sp>
        <p:nvSpPr>
          <p:cNvPr id="37" name="object 37"/>
          <p:cNvSpPr txBox="1"/>
          <p:nvPr/>
        </p:nvSpPr>
        <p:spPr>
          <a:xfrm>
            <a:off x="4730908" y="3715511"/>
            <a:ext cx="831215" cy="241300"/>
          </a:xfrm>
          <a:prstGeom prst="rect">
            <a:avLst/>
          </a:prstGeom>
          <a:ln w="12700">
            <a:solidFill>
              <a:srgbClr val="000000"/>
            </a:solidFill>
          </a:ln>
        </p:spPr>
        <p:txBody>
          <a:bodyPr vert="horz" wrap="square" lIns="0" tIns="20955" rIns="0" bIns="0" rtlCol="0">
            <a:spAutoFit/>
          </a:bodyPr>
          <a:lstStyle/>
          <a:p>
            <a:pPr marL="3175" algn="ctr">
              <a:lnSpc>
                <a:spcPct val="100000"/>
              </a:lnSpc>
              <a:spcBef>
                <a:spcPts val="165"/>
              </a:spcBef>
            </a:pPr>
            <a:r>
              <a:rPr sz="1200" spc="-25" dirty="0">
                <a:latin typeface="Calibri"/>
                <a:cs typeface="Calibri"/>
              </a:rPr>
              <a:t>300</a:t>
            </a:r>
            <a:endParaRPr sz="1200">
              <a:latin typeface="Calibri"/>
              <a:cs typeface="Calibri"/>
            </a:endParaRPr>
          </a:p>
        </p:txBody>
      </p:sp>
      <p:grpSp>
        <p:nvGrpSpPr>
          <p:cNvPr id="38" name="object 38"/>
          <p:cNvGrpSpPr/>
          <p:nvPr/>
        </p:nvGrpSpPr>
        <p:grpSpPr>
          <a:xfrm>
            <a:off x="5556250" y="3709161"/>
            <a:ext cx="476250" cy="254000"/>
            <a:chOff x="5556250" y="3709161"/>
            <a:chExt cx="476250" cy="254000"/>
          </a:xfrm>
        </p:grpSpPr>
        <p:sp>
          <p:nvSpPr>
            <p:cNvPr id="39" name="object 39"/>
            <p:cNvSpPr/>
            <p:nvPr/>
          </p:nvSpPr>
          <p:spPr>
            <a:xfrm>
              <a:off x="5562600" y="3715511"/>
              <a:ext cx="463550" cy="241300"/>
            </a:xfrm>
            <a:custGeom>
              <a:avLst/>
              <a:gdLst/>
              <a:ahLst/>
              <a:cxnLst/>
              <a:rect l="l" t="t" r="r" b="b"/>
              <a:pathLst>
                <a:path w="463550" h="241300">
                  <a:moveTo>
                    <a:pt x="463296" y="0"/>
                  </a:moveTo>
                  <a:lnTo>
                    <a:pt x="0" y="0"/>
                  </a:lnTo>
                  <a:lnTo>
                    <a:pt x="0" y="240792"/>
                  </a:lnTo>
                  <a:lnTo>
                    <a:pt x="463296" y="240792"/>
                  </a:lnTo>
                  <a:lnTo>
                    <a:pt x="463296" y="0"/>
                  </a:lnTo>
                  <a:close/>
                </a:path>
              </a:pathLst>
            </a:custGeom>
            <a:solidFill>
              <a:srgbClr val="FFFFFF"/>
            </a:solidFill>
          </p:spPr>
          <p:txBody>
            <a:bodyPr wrap="square" lIns="0" tIns="0" rIns="0" bIns="0" rtlCol="0"/>
            <a:lstStyle/>
            <a:p>
              <a:endParaRPr/>
            </a:p>
          </p:txBody>
        </p:sp>
        <p:sp>
          <p:nvSpPr>
            <p:cNvPr id="40" name="object 40"/>
            <p:cNvSpPr/>
            <p:nvPr/>
          </p:nvSpPr>
          <p:spPr>
            <a:xfrm>
              <a:off x="5562600" y="3715511"/>
              <a:ext cx="463550" cy="241300"/>
            </a:xfrm>
            <a:custGeom>
              <a:avLst/>
              <a:gdLst/>
              <a:ahLst/>
              <a:cxnLst/>
              <a:rect l="l" t="t" r="r" b="b"/>
              <a:pathLst>
                <a:path w="463550" h="241300">
                  <a:moveTo>
                    <a:pt x="0" y="240792"/>
                  </a:moveTo>
                  <a:lnTo>
                    <a:pt x="463296" y="240792"/>
                  </a:lnTo>
                  <a:lnTo>
                    <a:pt x="463296" y="0"/>
                  </a:lnTo>
                  <a:lnTo>
                    <a:pt x="0" y="0"/>
                  </a:lnTo>
                  <a:lnTo>
                    <a:pt x="0" y="240792"/>
                  </a:lnTo>
                  <a:close/>
                </a:path>
              </a:pathLst>
            </a:custGeom>
            <a:ln w="12700">
              <a:solidFill>
                <a:srgbClr val="000000"/>
              </a:solidFill>
            </a:ln>
          </p:spPr>
          <p:txBody>
            <a:bodyPr wrap="square" lIns="0" tIns="0" rIns="0" bIns="0" rtlCol="0"/>
            <a:lstStyle/>
            <a:p>
              <a:endParaRPr/>
            </a:p>
          </p:txBody>
        </p:sp>
      </p:grpSp>
      <p:sp>
        <p:nvSpPr>
          <p:cNvPr id="41" name="object 41"/>
          <p:cNvSpPr txBox="1"/>
          <p:nvPr/>
        </p:nvSpPr>
        <p:spPr>
          <a:xfrm>
            <a:off x="5561838" y="3715511"/>
            <a:ext cx="351790" cy="241300"/>
          </a:xfrm>
          <a:prstGeom prst="rect">
            <a:avLst/>
          </a:prstGeom>
          <a:ln w="13334">
            <a:solidFill>
              <a:srgbClr val="000000"/>
            </a:solidFill>
          </a:ln>
        </p:spPr>
        <p:txBody>
          <a:bodyPr vert="horz" wrap="square" lIns="0" tIns="20955" rIns="0" bIns="0" rtlCol="0">
            <a:spAutoFit/>
          </a:bodyPr>
          <a:lstStyle/>
          <a:p>
            <a:pPr marL="193675">
              <a:lnSpc>
                <a:spcPct val="100000"/>
              </a:lnSpc>
              <a:spcBef>
                <a:spcPts val="165"/>
              </a:spcBef>
            </a:pPr>
            <a:r>
              <a:rPr sz="1200" spc="-50" dirty="0">
                <a:latin typeface="Calibri"/>
                <a:cs typeface="Calibri"/>
              </a:rPr>
              <a:t>1</a:t>
            </a:r>
            <a:endParaRPr sz="1200">
              <a:latin typeface="Calibri"/>
              <a:cs typeface="Calibri"/>
            </a:endParaRPr>
          </a:p>
        </p:txBody>
      </p:sp>
      <p:grpSp>
        <p:nvGrpSpPr>
          <p:cNvPr id="42" name="object 42"/>
          <p:cNvGrpSpPr/>
          <p:nvPr/>
        </p:nvGrpSpPr>
        <p:grpSpPr>
          <a:xfrm>
            <a:off x="6019546" y="3709161"/>
            <a:ext cx="476250" cy="254000"/>
            <a:chOff x="6019546" y="3709161"/>
            <a:chExt cx="476250" cy="254000"/>
          </a:xfrm>
        </p:grpSpPr>
        <p:sp>
          <p:nvSpPr>
            <p:cNvPr id="43" name="object 43"/>
            <p:cNvSpPr/>
            <p:nvPr/>
          </p:nvSpPr>
          <p:spPr>
            <a:xfrm>
              <a:off x="6025896" y="3715511"/>
              <a:ext cx="463550" cy="241300"/>
            </a:xfrm>
            <a:custGeom>
              <a:avLst/>
              <a:gdLst/>
              <a:ahLst/>
              <a:cxnLst/>
              <a:rect l="l" t="t" r="r" b="b"/>
              <a:pathLst>
                <a:path w="463550" h="241300">
                  <a:moveTo>
                    <a:pt x="463296" y="0"/>
                  </a:moveTo>
                  <a:lnTo>
                    <a:pt x="0" y="0"/>
                  </a:lnTo>
                  <a:lnTo>
                    <a:pt x="0" y="240792"/>
                  </a:lnTo>
                  <a:lnTo>
                    <a:pt x="463296" y="240792"/>
                  </a:lnTo>
                  <a:lnTo>
                    <a:pt x="463296" y="0"/>
                  </a:lnTo>
                  <a:close/>
                </a:path>
              </a:pathLst>
            </a:custGeom>
            <a:solidFill>
              <a:srgbClr val="FFFFFF"/>
            </a:solidFill>
          </p:spPr>
          <p:txBody>
            <a:bodyPr wrap="square" lIns="0" tIns="0" rIns="0" bIns="0" rtlCol="0"/>
            <a:lstStyle/>
            <a:p>
              <a:endParaRPr/>
            </a:p>
          </p:txBody>
        </p:sp>
        <p:sp>
          <p:nvSpPr>
            <p:cNvPr id="44" name="object 44"/>
            <p:cNvSpPr/>
            <p:nvPr/>
          </p:nvSpPr>
          <p:spPr>
            <a:xfrm>
              <a:off x="6025896" y="3715511"/>
              <a:ext cx="463550" cy="241300"/>
            </a:xfrm>
            <a:custGeom>
              <a:avLst/>
              <a:gdLst/>
              <a:ahLst/>
              <a:cxnLst/>
              <a:rect l="l" t="t" r="r" b="b"/>
              <a:pathLst>
                <a:path w="463550" h="241300">
                  <a:moveTo>
                    <a:pt x="0" y="240792"/>
                  </a:moveTo>
                  <a:lnTo>
                    <a:pt x="463296" y="240792"/>
                  </a:lnTo>
                  <a:lnTo>
                    <a:pt x="463296" y="0"/>
                  </a:lnTo>
                  <a:lnTo>
                    <a:pt x="0" y="0"/>
                  </a:lnTo>
                  <a:lnTo>
                    <a:pt x="0" y="240792"/>
                  </a:lnTo>
                  <a:close/>
                </a:path>
              </a:pathLst>
            </a:custGeom>
            <a:ln w="12700">
              <a:solidFill>
                <a:srgbClr val="000000"/>
              </a:solidFill>
            </a:ln>
          </p:spPr>
          <p:txBody>
            <a:bodyPr wrap="square" lIns="0" tIns="0" rIns="0" bIns="0" rtlCol="0"/>
            <a:lstStyle/>
            <a:p>
              <a:endParaRPr/>
            </a:p>
          </p:txBody>
        </p:sp>
      </p:grpSp>
      <p:sp>
        <p:nvSpPr>
          <p:cNvPr id="45" name="object 45"/>
          <p:cNvSpPr txBox="1"/>
          <p:nvPr/>
        </p:nvSpPr>
        <p:spPr>
          <a:xfrm>
            <a:off x="6214236" y="3724147"/>
            <a:ext cx="268605" cy="208279"/>
          </a:xfrm>
          <a:prstGeom prst="rect">
            <a:avLst/>
          </a:prstGeom>
        </p:spPr>
        <p:txBody>
          <a:bodyPr vert="horz" wrap="square" lIns="0" tIns="12700" rIns="0" bIns="0" rtlCol="0">
            <a:spAutoFit/>
          </a:bodyPr>
          <a:lstStyle/>
          <a:p>
            <a:pPr marL="4445">
              <a:lnSpc>
                <a:spcPct val="100000"/>
              </a:lnSpc>
              <a:spcBef>
                <a:spcPts val="100"/>
              </a:spcBef>
            </a:pPr>
            <a:r>
              <a:rPr sz="1200" spc="-50" dirty="0">
                <a:latin typeface="Calibri"/>
                <a:cs typeface="Calibri"/>
              </a:rPr>
              <a:t>1</a:t>
            </a:r>
            <a:endParaRPr sz="1200">
              <a:latin typeface="Calibri"/>
              <a:cs typeface="Calibri"/>
            </a:endParaRPr>
          </a:p>
        </p:txBody>
      </p:sp>
      <p:grpSp>
        <p:nvGrpSpPr>
          <p:cNvPr id="46" name="object 46"/>
          <p:cNvGrpSpPr/>
          <p:nvPr/>
        </p:nvGrpSpPr>
        <p:grpSpPr>
          <a:xfrm>
            <a:off x="6482841" y="3709161"/>
            <a:ext cx="476250" cy="254000"/>
            <a:chOff x="6482841" y="3709161"/>
            <a:chExt cx="476250" cy="254000"/>
          </a:xfrm>
        </p:grpSpPr>
        <p:sp>
          <p:nvSpPr>
            <p:cNvPr id="47" name="object 47"/>
            <p:cNvSpPr/>
            <p:nvPr/>
          </p:nvSpPr>
          <p:spPr>
            <a:xfrm>
              <a:off x="6489191" y="3715511"/>
              <a:ext cx="463550" cy="241300"/>
            </a:xfrm>
            <a:custGeom>
              <a:avLst/>
              <a:gdLst/>
              <a:ahLst/>
              <a:cxnLst/>
              <a:rect l="l" t="t" r="r" b="b"/>
              <a:pathLst>
                <a:path w="463550" h="241300">
                  <a:moveTo>
                    <a:pt x="463295" y="0"/>
                  </a:moveTo>
                  <a:lnTo>
                    <a:pt x="0" y="0"/>
                  </a:lnTo>
                  <a:lnTo>
                    <a:pt x="0" y="240792"/>
                  </a:lnTo>
                  <a:lnTo>
                    <a:pt x="463295" y="240792"/>
                  </a:lnTo>
                  <a:lnTo>
                    <a:pt x="463295" y="0"/>
                  </a:lnTo>
                  <a:close/>
                </a:path>
              </a:pathLst>
            </a:custGeom>
            <a:solidFill>
              <a:srgbClr val="FFFFFF"/>
            </a:solidFill>
          </p:spPr>
          <p:txBody>
            <a:bodyPr wrap="square" lIns="0" tIns="0" rIns="0" bIns="0" rtlCol="0"/>
            <a:lstStyle/>
            <a:p>
              <a:endParaRPr/>
            </a:p>
          </p:txBody>
        </p:sp>
        <p:sp>
          <p:nvSpPr>
            <p:cNvPr id="48" name="object 48"/>
            <p:cNvSpPr/>
            <p:nvPr/>
          </p:nvSpPr>
          <p:spPr>
            <a:xfrm>
              <a:off x="6489191" y="3715511"/>
              <a:ext cx="463550" cy="241300"/>
            </a:xfrm>
            <a:custGeom>
              <a:avLst/>
              <a:gdLst/>
              <a:ahLst/>
              <a:cxnLst/>
              <a:rect l="l" t="t" r="r" b="b"/>
              <a:pathLst>
                <a:path w="463550" h="241300">
                  <a:moveTo>
                    <a:pt x="0" y="240792"/>
                  </a:moveTo>
                  <a:lnTo>
                    <a:pt x="463295" y="240792"/>
                  </a:lnTo>
                  <a:lnTo>
                    <a:pt x="463295" y="0"/>
                  </a:lnTo>
                  <a:lnTo>
                    <a:pt x="0" y="0"/>
                  </a:lnTo>
                  <a:lnTo>
                    <a:pt x="0" y="240792"/>
                  </a:lnTo>
                  <a:close/>
                </a:path>
              </a:pathLst>
            </a:custGeom>
            <a:ln w="12700">
              <a:solidFill>
                <a:srgbClr val="000000"/>
              </a:solidFill>
            </a:ln>
          </p:spPr>
          <p:txBody>
            <a:bodyPr wrap="square" lIns="0" tIns="0" rIns="0" bIns="0" rtlCol="0"/>
            <a:lstStyle/>
            <a:p>
              <a:endParaRPr/>
            </a:p>
          </p:txBody>
        </p:sp>
      </p:grpSp>
      <p:sp>
        <p:nvSpPr>
          <p:cNvPr id="49" name="object 49"/>
          <p:cNvSpPr txBox="1"/>
          <p:nvPr/>
        </p:nvSpPr>
        <p:spPr>
          <a:xfrm>
            <a:off x="6495541" y="3724147"/>
            <a:ext cx="267970" cy="208279"/>
          </a:xfrm>
          <a:prstGeom prst="rect">
            <a:avLst/>
          </a:prstGeom>
        </p:spPr>
        <p:txBody>
          <a:bodyPr vert="horz" wrap="square" lIns="0" tIns="12700" rIns="0" bIns="0" rtlCol="0">
            <a:spAutoFit/>
          </a:bodyPr>
          <a:lstStyle/>
          <a:p>
            <a:pPr algn="r">
              <a:lnSpc>
                <a:spcPct val="100000"/>
              </a:lnSpc>
              <a:spcBef>
                <a:spcPts val="100"/>
              </a:spcBef>
            </a:pPr>
            <a:r>
              <a:rPr sz="1200" spc="-50" dirty="0">
                <a:latin typeface="Calibri"/>
                <a:cs typeface="Calibri"/>
              </a:rPr>
              <a:t>1</a:t>
            </a:r>
            <a:endParaRPr sz="1200">
              <a:latin typeface="Calibri"/>
              <a:cs typeface="Calibri"/>
            </a:endParaRPr>
          </a:p>
        </p:txBody>
      </p:sp>
      <p:grpSp>
        <p:nvGrpSpPr>
          <p:cNvPr id="50" name="object 50"/>
          <p:cNvGrpSpPr/>
          <p:nvPr/>
        </p:nvGrpSpPr>
        <p:grpSpPr>
          <a:xfrm>
            <a:off x="6943090" y="3709161"/>
            <a:ext cx="601345" cy="254000"/>
            <a:chOff x="6943090" y="3709161"/>
            <a:chExt cx="601345" cy="254000"/>
          </a:xfrm>
        </p:grpSpPr>
        <p:sp>
          <p:nvSpPr>
            <p:cNvPr id="51" name="object 51"/>
            <p:cNvSpPr/>
            <p:nvPr/>
          </p:nvSpPr>
          <p:spPr>
            <a:xfrm>
              <a:off x="6949440" y="3715511"/>
              <a:ext cx="588645" cy="241300"/>
            </a:xfrm>
            <a:custGeom>
              <a:avLst/>
              <a:gdLst/>
              <a:ahLst/>
              <a:cxnLst/>
              <a:rect l="l" t="t" r="r" b="b"/>
              <a:pathLst>
                <a:path w="588645" h="241300">
                  <a:moveTo>
                    <a:pt x="588264" y="0"/>
                  </a:moveTo>
                  <a:lnTo>
                    <a:pt x="0" y="0"/>
                  </a:lnTo>
                  <a:lnTo>
                    <a:pt x="0" y="240792"/>
                  </a:lnTo>
                  <a:lnTo>
                    <a:pt x="588264" y="240792"/>
                  </a:lnTo>
                  <a:lnTo>
                    <a:pt x="588264" y="0"/>
                  </a:lnTo>
                  <a:close/>
                </a:path>
              </a:pathLst>
            </a:custGeom>
            <a:solidFill>
              <a:srgbClr val="FFFFFF"/>
            </a:solidFill>
          </p:spPr>
          <p:txBody>
            <a:bodyPr wrap="square" lIns="0" tIns="0" rIns="0" bIns="0" rtlCol="0"/>
            <a:lstStyle/>
            <a:p>
              <a:endParaRPr/>
            </a:p>
          </p:txBody>
        </p:sp>
        <p:sp>
          <p:nvSpPr>
            <p:cNvPr id="52" name="object 52"/>
            <p:cNvSpPr/>
            <p:nvPr/>
          </p:nvSpPr>
          <p:spPr>
            <a:xfrm>
              <a:off x="6949440" y="3715511"/>
              <a:ext cx="588645" cy="241300"/>
            </a:xfrm>
            <a:custGeom>
              <a:avLst/>
              <a:gdLst/>
              <a:ahLst/>
              <a:cxnLst/>
              <a:rect l="l" t="t" r="r" b="b"/>
              <a:pathLst>
                <a:path w="588645" h="241300">
                  <a:moveTo>
                    <a:pt x="0" y="240792"/>
                  </a:moveTo>
                  <a:lnTo>
                    <a:pt x="588264" y="240792"/>
                  </a:lnTo>
                  <a:lnTo>
                    <a:pt x="588264" y="0"/>
                  </a:lnTo>
                  <a:lnTo>
                    <a:pt x="0" y="0"/>
                  </a:lnTo>
                  <a:lnTo>
                    <a:pt x="0" y="240792"/>
                  </a:lnTo>
                  <a:close/>
                </a:path>
              </a:pathLst>
            </a:custGeom>
            <a:ln w="12700">
              <a:solidFill>
                <a:srgbClr val="000000"/>
              </a:solidFill>
            </a:ln>
          </p:spPr>
          <p:txBody>
            <a:bodyPr wrap="square" lIns="0" tIns="0" rIns="0" bIns="0" rtlCol="0"/>
            <a:lstStyle/>
            <a:p>
              <a:endParaRPr/>
            </a:p>
          </p:txBody>
        </p:sp>
      </p:grpSp>
      <p:sp>
        <p:nvSpPr>
          <p:cNvPr id="53" name="object 53"/>
          <p:cNvSpPr txBox="1"/>
          <p:nvPr/>
        </p:nvSpPr>
        <p:spPr>
          <a:xfrm>
            <a:off x="6958838" y="3723894"/>
            <a:ext cx="572770" cy="208279"/>
          </a:xfrm>
          <a:prstGeom prst="rect">
            <a:avLst/>
          </a:prstGeom>
        </p:spPr>
        <p:txBody>
          <a:bodyPr vert="horz" wrap="square" lIns="0" tIns="12700" rIns="0" bIns="0" rtlCol="0">
            <a:spAutoFit/>
          </a:bodyPr>
          <a:lstStyle/>
          <a:p>
            <a:pPr marL="3175" algn="ctr">
              <a:lnSpc>
                <a:spcPct val="100000"/>
              </a:lnSpc>
              <a:spcBef>
                <a:spcPts val="100"/>
              </a:spcBef>
            </a:pPr>
            <a:r>
              <a:rPr sz="1200" spc="-50" dirty="0">
                <a:latin typeface="Calibri"/>
                <a:cs typeface="Calibri"/>
              </a:rPr>
              <a:t>0</a:t>
            </a:r>
            <a:endParaRPr sz="1200">
              <a:latin typeface="Calibri"/>
              <a:cs typeface="Calibri"/>
            </a:endParaRPr>
          </a:p>
        </p:txBody>
      </p:sp>
      <p:sp>
        <p:nvSpPr>
          <p:cNvPr id="54" name="object 54"/>
          <p:cNvSpPr txBox="1"/>
          <p:nvPr/>
        </p:nvSpPr>
        <p:spPr>
          <a:xfrm>
            <a:off x="5352288" y="5337047"/>
            <a:ext cx="744220" cy="335280"/>
          </a:xfrm>
          <a:prstGeom prst="rect">
            <a:avLst/>
          </a:prstGeom>
          <a:ln w="12700">
            <a:solidFill>
              <a:srgbClr val="000000"/>
            </a:solidFill>
          </a:ln>
        </p:spPr>
        <p:txBody>
          <a:bodyPr vert="horz" wrap="square" lIns="0" tIns="1905" rIns="0" bIns="0" rtlCol="0">
            <a:spAutoFit/>
          </a:bodyPr>
          <a:lstStyle/>
          <a:p>
            <a:pPr algn="ctr">
              <a:lnSpc>
                <a:spcPct val="100000"/>
              </a:lnSpc>
              <a:spcBef>
                <a:spcPts val="15"/>
              </a:spcBef>
            </a:pPr>
            <a:r>
              <a:rPr sz="2000" spc="-50" dirty="0">
                <a:latin typeface="Calibri"/>
                <a:cs typeface="Calibri"/>
              </a:rPr>
              <a:t>+</a:t>
            </a:r>
            <a:endParaRPr sz="2000">
              <a:latin typeface="Calibri"/>
              <a:cs typeface="Calibri"/>
            </a:endParaRPr>
          </a:p>
        </p:txBody>
      </p:sp>
      <p:sp>
        <p:nvSpPr>
          <p:cNvPr id="55" name="object 55"/>
          <p:cNvSpPr txBox="1"/>
          <p:nvPr/>
        </p:nvSpPr>
        <p:spPr>
          <a:xfrm>
            <a:off x="4529328" y="5888735"/>
            <a:ext cx="1950720" cy="238125"/>
          </a:xfrm>
          <a:prstGeom prst="rect">
            <a:avLst/>
          </a:prstGeom>
          <a:ln w="12700">
            <a:solidFill>
              <a:srgbClr val="000000"/>
            </a:solidFill>
          </a:ln>
        </p:spPr>
        <p:txBody>
          <a:bodyPr vert="horz" wrap="square" lIns="0" tIns="19685" rIns="0" bIns="0" rtlCol="0">
            <a:spAutoFit/>
          </a:bodyPr>
          <a:lstStyle/>
          <a:p>
            <a:pPr marL="433705">
              <a:lnSpc>
                <a:spcPct val="100000"/>
              </a:lnSpc>
              <a:spcBef>
                <a:spcPts val="155"/>
              </a:spcBef>
            </a:pPr>
            <a:r>
              <a:rPr sz="1200" dirty="0">
                <a:latin typeface="Calibri"/>
                <a:cs typeface="Calibri"/>
              </a:rPr>
              <a:t>Adresse</a:t>
            </a:r>
            <a:r>
              <a:rPr sz="1200" spc="-55" dirty="0">
                <a:latin typeface="Calibri"/>
                <a:cs typeface="Calibri"/>
              </a:rPr>
              <a:t> </a:t>
            </a:r>
            <a:r>
              <a:rPr sz="1200" spc="-10" dirty="0">
                <a:latin typeface="Calibri"/>
                <a:cs typeface="Calibri"/>
              </a:rPr>
              <a:t>physique</a:t>
            </a:r>
            <a:endParaRPr sz="1200">
              <a:latin typeface="Calibri"/>
              <a:cs typeface="Calibri"/>
            </a:endParaRPr>
          </a:p>
        </p:txBody>
      </p:sp>
      <p:grpSp>
        <p:nvGrpSpPr>
          <p:cNvPr id="56" name="object 56"/>
          <p:cNvGrpSpPr/>
          <p:nvPr/>
        </p:nvGrpSpPr>
        <p:grpSpPr>
          <a:xfrm>
            <a:off x="3669538" y="3044698"/>
            <a:ext cx="4122420" cy="2499360"/>
            <a:chOff x="3669538" y="3044698"/>
            <a:chExt cx="4122420" cy="2499360"/>
          </a:xfrm>
        </p:grpSpPr>
        <p:sp>
          <p:nvSpPr>
            <p:cNvPr id="57" name="object 57"/>
            <p:cNvSpPr/>
            <p:nvPr/>
          </p:nvSpPr>
          <p:spPr>
            <a:xfrm>
              <a:off x="3688080" y="3121152"/>
              <a:ext cx="1044575" cy="1784350"/>
            </a:xfrm>
            <a:custGeom>
              <a:avLst/>
              <a:gdLst/>
              <a:ahLst/>
              <a:cxnLst/>
              <a:rect l="l" t="t" r="r" b="b"/>
              <a:pathLst>
                <a:path w="1044575" h="1784350">
                  <a:moveTo>
                    <a:pt x="1042416" y="835152"/>
                  </a:moveTo>
                  <a:lnTo>
                    <a:pt x="1044067" y="1535303"/>
                  </a:lnTo>
                </a:path>
                <a:path w="1044575" h="1784350">
                  <a:moveTo>
                    <a:pt x="210693" y="835152"/>
                  </a:moveTo>
                  <a:lnTo>
                    <a:pt x="210312" y="1783969"/>
                  </a:lnTo>
                </a:path>
                <a:path w="1044575" h="1784350">
                  <a:moveTo>
                    <a:pt x="697992" y="0"/>
                  </a:moveTo>
                  <a:lnTo>
                    <a:pt x="697992" y="191135"/>
                  </a:lnTo>
                </a:path>
                <a:path w="1044575" h="1784350">
                  <a:moveTo>
                    <a:pt x="698754" y="192024"/>
                  </a:moveTo>
                  <a:lnTo>
                    <a:pt x="0" y="192024"/>
                  </a:lnTo>
                </a:path>
                <a:path w="1044575" h="1784350">
                  <a:moveTo>
                    <a:pt x="0" y="715137"/>
                  </a:moveTo>
                  <a:lnTo>
                    <a:pt x="1650" y="192024"/>
                  </a:lnTo>
                </a:path>
                <a:path w="1044575" h="1784350">
                  <a:moveTo>
                    <a:pt x="919734" y="1161542"/>
                  </a:moveTo>
                  <a:lnTo>
                    <a:pt x="917448" y="749808"/>
                  </a:lnTo>
                </a:path>
              </a:pathLst>
            </a:custGeom>
            <a:ln w="12700">
              <a:solidFill>
                <a:srgbClr val="000000"/>
              </a:solidFill>
            </a:ln>
          </p:spPr>
          <p:txBody>
            <a:bodyPr wrap="square" lIns="0" tIns="0" rIns="0" bIns="0" rtlCol="0"/>
            <a:lstStyle/>
            <a:p>
              <a:endParaRPr/>
            </a:p>
          </p:txBody>
        </p:sp>
        <p:pic>
          <p:nvPicPr>
            <p:cNvPr id="58" name="object 58"/>
            <p:cNvPicPr/>
            <p:nvPr/>
          </p:nvPicPr>
          <p:blipFill>
            <a:blip r:embed="rId4" cstate="print"/>
            <a:stretch>
              <a:fillRect/>
            </a:stretch>
          </p:blipFill>
          <p:spPr>
            <a:xfrm>
              <a:off x="3688080" y="3796284"/>
              <a:ext cx="209931" cy="76200"/>
            </a:xfrm>
            <a:prstGeom prst="rect">
              <a:avLst/>
            </a:prstGeom>
          </p:spPr>
        </p:pic>
        <p:sp>
          <p:nvSpPr>
            <p:cNvPr id="59" name="object 59"/>
            <p:cNvSpPr/>
            <p:nvPr/>
          </p:nvSpPr>
          <p:spPr>
            <a:xfrm>
              <a:off x="3675888" y="4282440"/>
              <a:ext cx="934085" cy="1206500"/>
            </a:xfrm>
            <a:custGeom>
              <a:avLst/>
              <a:gdLst/>
              <a:ahLst/>
              <a:cxnLst/>
              <a:rect l="l" t="t" r="r" b="b"/>
              <a:pathLst>
                <a:path w="934085" h="1206500">
                  <a:moveTo>
                    <a:pt x="0" y="0"/>
                  </a:moveTo>
                  <a:lnTo>
                    <a:pt x="933703" y="0"/>
                  </a:lnTo>
                </a:path>
                <a:path w="934085" h="1206500">
                  <a:moveTo>
                    <a:pt x="0" y="1206373"/>
                  </a:moveTo>
                  <a:lnTo>
                    <a:pt x="2159" y="0"/>
                  </a:lnTo>
                </a:path>
              </a:pathLst>
            </a:custGeom>
            <a:ln w="12700">
              <a:solidFill>
                <a:srgbClr val="000000"/>
              </a:solidFill>
            </a:ln>
          </p:spPr>
          <p:txBody>
            <a:bodyPr wrap="square" lIns="0" tIns="0" rIns="0" bIns="0" rtlCol="0"/>
            <a:lstStyle/>
            <a:p>
              <a:endParaRPr/>
            </a:p>
          </p:txBody>
        </p:sp>
        <p:sp>
          <p:nvSpPr>
            <p:cNvPr id="60" name="object 60"/>
            <p:cNvSpPr/>
            <p:nvPr/>
          </p:nvSpPr>
          <p:spPr>
            <a:xfrm>
              <a:off x="3675888" y="5454269"/>
              <a:ext cx="4107179" cy="89535"/>
            </a:xfrm>
            <a:custGeom>
              <a:avLst/>
              <a:gdLst/>
              <a:ahLst/>
              <a:cxnLst/>
              <a:rect l="l" t="t" r="r" b="b"/>
              <a:pathLst>
                <a:path w="4107179" h="89535">
                  <a:moveTo>
                    <a:pt x="1675765" y="51435"/>
                  </a:moveTo>
                  <a:lnTo>
                    <a:pt x="1599692" y="13081"/>
                  </a:lnTo>
                  <a:lnTo>
                    <a:pt x="1599577" y="44932"/>
                  </a:lnTo>
                  <a:lnTo>
                    <a:pt x="0" y="41021"/>
                  </a:lnTo>
                  <a:lnTo>
                    <a:pt x="0" y="53721"/>
                  </a:lnTo>
                  <a:lnTo>
                    <a:pt x="1599539" y="57632"/>
                  </a:lnTo>
                  <a:lnTo>
                    <a:pt x="1599438" y="89281"/>
                  </a:lnTo>
                  <a:lnTo>
                    <a:pt x="1663204" y="57658"/>
                  </a:lnTo>
                  <a:lnTo>
                    <a:pt x="1675765" y="51435"/>
                  </a:lnTo>
                  <a:close/>
                </a:path>
                <a:path w="4107179" h="89535">
                  <a:moveTo>
                    <a:pt x="4106799" y="41529"/>
                  </a:moveTo>
                  <a:lnTo>
                    <a:pt x="4106672" y="28829"/>
                  </a:lnTo>
                  <a:lnTo>
                    <a:pt x="2496286" y="31737"/>
                  </a:lnTo>
                  <a:lnTo>
                    <a:pt x="2496185" y="0"/>
                  </a:lnTo>
                  <a:lnTo>
                    <a:pt x="2420112" y="38227"/>
                  </a:lnTo>
                  <a:lnTo>
                    <a:pt x="2496439" y="76200"/>
                  </a:lnTo>
                  <a:lnTo>
                    <a:pt x="2496324" y="44450"/>
                  </a:lnTo>
                  <a:lnTo>
                    <a:pt x="4106799" y="41529"/>
                  </a:lnTo>
                  <a:close/>
                </a:path>
              </a:pathLst>
            </a:custGeom>
            <a:solidFill>
              <a:srgbClr val="000000"/>
            </a:solidFill>
          </p:spPr>
          <p:txBody>
            <a:bodyPr wrap="square" lIns="0" tIns="0" rIns="0" bIns="0" rtlCol="0"/>
            <a:lstStyle/>
            <a:p>
              <a:endParaRPr/>
            </a:p>
          </p:txBody>
        </p:sp>
        <p:sp>
          <p:nvSpPr>
            <p:cNvPr id="61" name="object 61"/>
            <p:cNvSpPr/>
            <p:nvPr/>
          </p:nvSpPr>
          <p:spPr>
            <a:xfrm>
              <a:off x="7086600" y="3051048"/>
              <a:ext cx="699135" cy="262255"/>
            </a:xfrm>
            <a:custGeom>
              <a:avLst/>
              <a:gdLst/>
              <a:ahLst/>
              <a:cxnLst/>
              <a:rect l="l" t="t" r="r" b="b"/>
              <a:pathLst>
                <a:path w="699134" h="262254">
                  <a:moveTo>
                    <a:pt x="698753" y="262127"/>
                  </a:moveTo>
                  <a:lnTo>
                    <a:pt x="0" y="262127"/>
                  </a:lnTo>
                </a:path>
                <a:path w="699134" h="262254">
                  <a:moveTo>
                    <a:pt x="0" y="0"/>
                  </a:moveTo>
                  <a:lnTo>
                    <a:pt x="0" y="259714"/>
                  </a:lnTo>
                </a:path>
              </a:pathLst>
            </a:custGeom>
            <a:ln w="12700">
              <a:solidFill>
                <a:srgbClr val="000000"/>
              </a:solidFill>
            </a:ln>
          </p:spPr>
          <p:txBody>
            <a:bodyPr wrap="square" lIns="0" tIns="0" rIns="0" bIns="0" rtlCol="0"/>
            <a:lstStyle/>
            <a:p>
              <a:endParaRPr/>
            </a:p>
          </p:txBody>
        </p:sp>
      </p:grpSp>
      <p:sp>
        <p:nvSpPr>
          <p:cNvPr id="62" name="object 62"/>
          <p:cNvSpPr txBox="1"/>
          <p:nvPr/>
        </p:nvSpPr>
        <p:spPr>
          <a:xfrm>
            <a:off x="3898582" y="4745735"/>
            <a:ext cx="832485" cy="238125"/>
          </a:xfrm>
          <a:prstGeom prst="rect">
            <a:avLst/>
          </a:prstGeom>
          <a:ln w="12700">
            <a:solidFill>
              <a:srgbClr val="000000"/>
            </a:solidFill>
          </a:ln>
        </p:spPr>
        <p:txBody>
          <a:bodyPr vert="horz" wrap="square" lIns="0" tIns="20955" rIns="0" bIns="0" rtlCol="0">
            <a:spAutoFit/>
          </a:bodyPr>
          <a:lstStyle/>
          <a:p>
            <a:pPr marL="3175" algn="ctr">
              <a:lnSpc>
                <a:spcPct val="100000"/>
              </a:lnSpc>
              <a:spcBef>
                <a:spcPts val="165"/>
              </a:spcBef>
            </a:pPr>
            <a:r>
              <a:rPr sz="1200" spc="-25" dirty="0">
                <a:latin typeface="Calibri"/>
                <a:cs typeface="Calibri"/>
              </a:rPr>
              <a:t>700</a:t>
            </a:r>
            <a:endParaRPr sz="1200">
              <a:latin typeface="Calibri"/>
              <a:cs typeface="Calibri"/>
            </a:endParaRPr>
          </a:p>
        </p:txBody>
      </p:sp>
      <p:sp>
        <p:nvSpPr>
          <p:cNvPr id="63" name="object 63"/>
          <p:cNvSpPr txBox="1"/>
          <p:nvPr/>
        </p:nvSpPr>
        <p:spPr>
          <a:xfrm>
            <a:off x="4730908" y="4745735"/>
            <a:ext cx="831215" cy="238125"/>
          </a:xfrm>
          <a:prstGeom prst="rect">
            <a:avLst/>
          </a:prstGeom>
          <a:ln w="12700">
            <a:solidFill>
              <a:srgbClr val="000000"/>
            </a:solidFill>
          </a:ln>
        </p:spPr>
        <p:txBody>
          <a:bodyPr vert="horz" wrap="square" lIns="0" tIns="20955" rIns="0" bIns="0" rtlCol="0">
            <a:spAutoFit/>
          </a:bodyPr>
          <a:lstStyle/>
          <a:p>
            <a:pPr marL="262890">
              <a:lnSpc>
                <a:spcPct val="100000"/>
              </a:lnSpc>
              <a:spcBef>
                <a:spcPts val="165"/>
              </a:spcBef>
            </a:pPr>
            <a:r>
              <a:rPr sz="1200" spc="-20" dirty="0">
                <a:latin typeface="Calibri"/>
                <a:cs typeface="Calibri"/>
              </a:rPr>
              <a:t>1000</a:t>
            </a:r>
            <a:endParaRPr sz="1200">
              <a:latin typeface="Calibri"/>
              <a:cs typeface="Calibri"/>
            </a:endParaRPr>
          </a:p>
        </p:txBody>
      </p:sp>
      <p:sp>
        <p:nvSpPr>
          <p:cNvPr id="64" name="object 64"/>
          <p:cNvSpPr txBox="1"/>
          <p:nvPr/>
        </p:nvSpPr>
        <p:spPr>
          <a:xfrm>
            <a:off x="5561838" y="4745735"/>
            <a:ext cx="464184" cy="238125"/>
          </a:xfrm>
          <a:prstGeom prst="rect">
            <a:avLst/>
          </a:prstGeom>
          <a:ln w="12700">
            <a:solidFill>
              <a:srgbClr val="000000"/>
            </a:solidFill>
          </a:ln>
        </p:spPr>
        <p:txBody>
          <a:bodyPr vert="horz" wrap="square" lIns="0" tIns="20955" rIns="0" bIns="0" rtlCol="0">
            <a:spAutoFit/>
          </a:bodyPr>
          <a:lstStyle/>
          <a:p>
            <a:pPr marL="635" algn="ctr">
              <a:lnSpc>
                <a:spcPct val="100000"/>
              </a:lnSpc>
              <a:spcBef>
                <a:spcPts val="165"/>
              </a:spcBef>
            </a:pPr>
            <a:r>
              <a:rPr sz="1200" spc="-50" dirty="0">
                <a:latin typeface="Calibri"/>
                <a:cs typeface="Calibri"/>
              </a:rPr>
              <a:t>0</a:t>
            </a:r>
            <a:endParaRPr sz="1200">
              <a:latin typeface="Calibri"/>
              <a:cs typeface="Calibri"/>
            </a:endParaRPr>
          </a:p>
        </p:txBody>
      </p:sp>
      <p:sp>
        <p:nvSpPr>
          <p:cNvPr id="65" name="object 65"/>
          <p:cNvSpPr txBox="1"/>
          <p:nvPr/>
        </p:nvSpPr>
        <p:spPr>
          <a:xfrm>
            <a:off x="6025896" y="4745735"/>
            <a:ext cx="463550" cy="238125"/>
          </a:xfrm>
          <a:prstGeom prst="rect">
            <a:avLst/>
          </a:prstGeom>
          <a:ln w="12700">
            <a:solidFill>
              <a:srgbClr val="000000"/>
            </a:solidFill>
          </a:ln>
        </p:spPr>
        <p:txBody>
          <a:bodyPr vert="horz" wrap="square" lIns="0" tIns="20955" rIns="0" bIns="0" rtlCol="0">
            <a:spAutoFit/>
          </a:bodyPr>
          <a:lstStyle/>
          <a:p>
            <a:pPr marL="635" algn="ctr">
              <a:lnSpc>
                <a:spcPct val="100000"/>
              </a:lnSpc>
              <a:spcBef>
                <a:spcPts val="165"/>
              </a:spcBef>
            </a:pPr>
            <a:r>
              <a:rPr sz="1200" spc="-50" dirty="0">
                <a:latin typeface="Calibri"/>
                <a:cs typeface="Calibri"/>
              </a:rPr>
              <a:t>0</a:t>
            </a:r>
            <a:endParaRPr sz="1200">
              <a:latin typeface="Calibri"/>
              <a:cs typeface="Calibri"/>
            </a:endParaRPr>
          </a:p>
        </p:txBody>
      </p:sp>
      <p:sp>
        <p:nvSpPr>
          <p:cNvPr id="66" name="object 66"/>
          <p:cNvSpPr/>
          <p:nvPr/>
        </p:nvSpPr>
        <p:spPr>
          <a:xfrm>
            <a:off x="6489191" y="4745735"/>
            <a:ext cx="463550" cy="238125"/>
          </a:xfrm>
          <a:custGeom>
            <a:avLst/>
            <a:gdLst/>
            <a:ahLst/>
            <a:cxnLst/>
            <a:rect l="l" t="t" r="r" b="b"/>
            <a:pathLst>
              <a:path w="463550" h="238125">
                <a:moveTo>
                  <a:pt x="0" y="237744"/>
                </a:moveTo>
                <a:lnTo>
                  <a:pt x="463295" y="237744"/>
                </a:lnTo>
                <a:lnTo>
                  <a:pt x="463295" y="0"/>
                </a:lnTo>
                <a:lnTo>
                  <a:pt x="0" y="0"/>
                </a:lnTo>
                <a:lnTo>
                  <a:pt x="0" y="237744"/>
                </a:lnTo>
                <a:close/>
              </a:path>
            </a:pathLst>
          </a:custGeom>
          <a:ln w="12700">
            <a:solidFill>
              <a:srgbClr val="000000"/>
            </a:solidFill>
          </a:ln>
        </p:spPr>
        <p:txBody>
          <a:bodyPr wrap="square" lIns="0" tIns="0" rIns="0" bIns="0" rtlCol="0"/>
          <a:lstStyle/>
          <a:p>
            <a:endParaRPr/>
          </a:p>
        </p:txBody>
      </p:sp>
      <p:sp>
        <p:nvSpPr>
          <p:cNvPr id="67" name="object 67"/>
          <p:cNvSpPr txBox="1"/>
          <p:nvPr/>
        </p:nvSpPr>
        <p:spPr>
          <a:xfrm>
            <a:off x="6495541" y="4753813"/>
            <a:ext cx="447675" cy="208915"/>
          </a:xfrm>
          <a:prstGeom prst="rect">
            <a:avLst/>
          </a:prstGeom>
        </p:spPr>
        <p:txBody>
          <a:bodyPr vert="horz" wrap="square" lIns="0" tIns="12700" rIns="0" bIns="0" rtlCol="0">
            <a:spAutoFit/>
          </a:bodyPr>
          <a:lstStyle/>
          <a:p>
            <a:pPr marL="3175" algn="ctr">
              <a:lnSpc>
                <a:spcPct val="100000"/>
              </a:lnSpc>
              <a:spcBef>
                <a:spcPts val="100"/>
              </a:spcBef>
            </a:pPr>
            <a:r>
              <a:rPr sz="1200" spc="-50" dirty="0">
                <a:latin typeface="Calibri"/>
                <a:cs typeface="Calibri"/>
              </a:rPr>
              <a:t>0</a:t>
            </a:r>
            <a:endParaRPr sz="1200">
              <a:latin typeface="Calibri"/>
              <a:cs typeface="Calibri"/>
            </a:endParaRPr>
          </a:p>
        </p:txBody>
      </p:sp>
      <p:sp>
        <p:nvSpPr>
          <p:cNvPr id="68" name="object 68"/>
          <p:cNvSpPr/>
          <p:nvPr/>
        </p:nvSpPr>
        <p:spPr>
          <a:xfrm>
            <a:off x="6949440" y="4745735"/>
            <a:ext cx="588645" cy="238125"/>
          </a:xfrm>
          <a:custGeom>
            <a:avLst/>
            <a:gdLst/>
            <a:ahLst/>
            <a:cxnLst/>
            <a:rect l="l" t="t" r="r" b="b"/>
            <a:pathLst>
              <a:path w="588645" h="238125">
                <a:moveTo>
                  <a:pt x="0" y="237744"/>
                </a:moveTo>
                <a:lnTo>
                  <a:pt x="588264" y="237744"/>
                </a:lnTo>
                <a:lnTo>
                  <a:pt x="588264" y="0"/>
                </a:lnTo>
                <a:lnTo>
                  <a:pt x="0" y="0"/>
                </a:lnTo>
                <a:lnTo>
                  <a:pt x="0" y="237744"/>
                </a:lnTo>
                <a:close/>
              </a:path>
            </a:pathLst>
          </a:custGeom>
          <a:ln w="12699">
            <a:solidFill>
              <a:srgbClr val="000000"/>
            </a:solidFill>
          </a:ln>
        </p:spPr>
        <p:txBody>
          <a:bodyPr wrap="square" lIns="0" tIns="0" rIns="0" bIns="0" rtlCol="0"/>
          <a:lstStyle/>
          <a:p>
            <a:endParaRPr/>
          </a:p>
        </p:txBody>
      </p:sp>
      <p:sp>
        <p:nvSpPr>
          <p:cNvPr id="69" name="object 69"/>
          <p:cNvSpPr txBox="1"/>
          <p:nvPr/>
        </p:nvSpPr>
        <p:spPr>
          <a:xfrm>
            <a:off x="6958838" y="4753736"/>
            <a:ext cx="572770" cy="208279"/>
          </a:xfrm>
          <a:prstGeom prst="rect">
            <a:avLst/>
          </a:prstGeom>
        </p:spPr>
        <p:txBody>
          <a:bodyPr vert="horz" wrap="square" lIns="0" tIns="12700" rIns="0" bIns="0" rtlCol="0">
            <a:spAutoFit/>
          </a:bodyPr>
          <a:lstStyle/>
          <a:p>
            <a:pPr marL="3175" algn="ctr">
              <a:lnSpc>
                <a:spcPct val="100000"/>
              </a:lnSpc>
              <a:spcBef>
                <a:spcPts val="100"/>
              </a:spcBef>
            </a:pPr>
            <a:r>
              <a:rPr sz="1200" spc="-50" dirty="0">
                <a:latin typeface="Calibri"/>
                <a:cs typeface="Calibri"/>
              </a:rPr>
              <a:t>0</a:t>
            </a:r>
            <a:endParaRPr sz="1200">
              <a:latin typeface="Calibri"/>
              <a:cs typeface="Calibri"/>
            </a:endParaRPr>
          </a:p>
        </p:txBody>
      </p:sp>
      <p:grpSp>
        <p:nvGrpSpPr>
          <p:cNvPr id="70" name="object 70"/>
          <p:cNvGrpSpPr/>
          <p:nvPr/>
        </p:nvGrpSpPr>
        <p:grpSpPr>
          <a:xfrm>
            <a:off x="5906770" y="3626865"/>
            <a:ext cx="2435860" cy="864235"/>
            <a:chOff x="5906770" y="3626865"/>
            <a:chExt cx="2435860" cy="864235"/>
          </a:xfrm>
        </p:grpSpPr>
        <p:sp>
          <p:nvSpPr>
            <p:cNvPr id="71" name="object 71"/>
            <p:cNvSpPr/>
            <p:nvPr/>
          </p:nvSpPr>
          <p:spPr>
            <a:xfrm>
              <a:off x="5913120" y="3633215"/>
              <a:ext cx="863600" cy="815340"/>
            </a:xfrm>
            <a:custGeom>
              <a:avLst/>
              <a:gdLst/>
              <a:ahLst/>
              <a:cxnLst/>
              <a:rect l="l" t="t" r="r" b="b"/>
              <a:pathLst>
                <a:path w="863600" h="815339">
                  <a:moveTo>
                    <a:pt x="0" y="485012"/>
                  </a:moveTo>
                  <a:lnTo>
                    <a:pt x="634" y="0"/>
                  </a:lnTo>
                </a:path>
                <a:path w="863600" h="815339">
                  <a:moveTo>
                    <a:pt x="294766" y="668400"/>
                  </a:moveTo>
                  <a:lnTo>
                    <a:pt x="286512" y="76199"/>
                  </a:lnTo>
                </a:path>
                <a:path w="863600" h="815339">
                  <a:moveTo>
                    <a:pt x="856487" y="814958"/>
                  </a:moveTo>
                  <a:lnTo>
                    <a:pt x="863473" y="42671"/>
                  </a:lnTo>
                </a:path>
              </a:pathLst>
            </a:custGeom>
            <a:ln w="12700">
              <a:solidFill>
                <a:srgbClr val="000000"/>
              </a:solidFill>
            </a:ln>
          </p:spPr>
          <p:txBody>
            <a:bodyPr wrap="square" lIns="0" tIns="0" rIns="0" bIns="0" rtlCol="0"/>
            <a:lstStyle/>
            <a:p>
              <a:endParaRPr/>
            </a:p>
          </p:txBody>
        </p:sp>
        <p:sp>
          <p:nvSpPr>
            <p:cNvPr id="72" name="object 72"/>
            <p:cNvSpPr/>
            <p:nvPr/>
          </p:nvSpPr>
          <p:spPr>
            <a:xfrm>
              <a:off x="5913120" y="4086478"/>
              <a:ext cx="2429510" cy="405130"/>
            </a:xfrm>
            <a:custGeom>
              <a:avLst/>
              <a:gdLst/>
              <a:ahLst/>
              <a:cxnLst/>
              <a:rect l="l" t="t" r="r" b="b"/>
              <a:pathLst>
                <a:path w="2429509" h="405129">
                  <a:moveTo>
                    <a:pt x="2416098" y="220218"/>
                  </a:moveTo>
                  <a:lnTo>
                    <a:pt x="2364740" y="220218"/>
                  </a:lnTo>
                  <a:lnTo>
                    <a:pt x="2351989" y="220218"/>
                  </a:lnTo>
                  <a:lnTo>
                    <a:pt x="2351786" y="251841"/>
                  </a:lnTo>
                  <a:lnTo>
                    <a:pt x="2416098" y="220218"/>
                  </a:lnTo>
                  <a:close/>
                </a:path>
                <a:path w="2429509" h="405129">
                  <a:moveTo>
                    <a:pt x="2428240" y="214249"/>
                  </a:moveTo>
                  <a:lnTo>
                    <a:pt x="2352294" y="175641"/>
                  </a:lnTo>
                  <a:lnTo>
                    <a:pt x="2352078" y="207454"/>
                  </a:lnTo>
                  <a:lnTo>
                    <a:pt x="286512" y="195707"/>
                  </a:lnTo>
                  <a:lnTo>
                    <a:pt x="286512" y="208407"/>
                  </a:lnTo>
                  <a:lnTo>
                    <a:pt x="2351989" y="220154"/>
                  </a:lnTo>
                  <a:lnTo>
                    <a:pt x="2364740" y="220218"/>
                  </a:lnTo>
                  <a:lnTo>
                    <a:pt x="2416238" y="220154"/>
                  </a:lnTo>
                  <a:lnTo>
                    <a:pt x="2428240" y="214249"/>
                  </a:lnTo>
                  <a:close/>
                </a:path>
                <a:path w="2429509" h="405129">
                  <a:moveTo>
                    <a:pt x="2429002" y="38100"/>
                  </a:moveTo>
                  <a:lnTo>
                    <a:pt x="2352802" y="0"/>
                  </a:lnTo>
                  <a:lnTo>
                    <a:pt x="2352738" y="31737"/>
                  </a:lnTo>
                  <a:lnTo>
                    <a:pt x="0" y="28067"/>
                  </a:lnTo>
                  <a:lnTo>
                    <a:pt x="0" y="40767"/>
                  </a:lnTo>
                  <a:lnTo>
                    <a:pt x="2352725" y="44437"/>
                  </a:lnTo>
                  <a:lnTo>
                    <a:pt x="2352675" y="76200"/>
                  </a:lnTo>
                  <a:lnTo>
                    <a:pt x="2416276" y="44450"/>
                  </a:lnTo>
                  <a:lnTo>
                    <a:pt x="2429002" y="38100"/>
                  </a:lnTo>
                  <a:close/>
                </a:path>
                <a:path w="2429509" h="405129">
                  <a:moveTo>
                    <a:pt x="2429256" y="366649"/>
                  </a:moveTo>
                  <a:lnTo>
                    <a:pt x="2353183" y="328422"/>
                  </a:lnTo>
                  <a:lnTo>
                    <a:pt x="2353068" y="360159"/>
                  </a:lnTo>
                  <a:lnTo>
                    <a:pt x="856488" y="357251"/>
                  </a:lnTo>
                  <a:lnTo>
                    <a:pt x="856488" y="369951"/>
                  </a:lnTo>
                  <a:lnTo>
                    <a:pt x="2353030" y="372859"/>
                  </a:lnTo>
                  <a:lnTo>
                    <a:pt x="2352929" y="404622"/>
                  </a:lnTo>
                  <a:lnTo>
                    <a:pt x="2416746" y="372872"/>
                  </a:lnTo>
                  <a:lnTo>
                    <a:pt x="2429256" y="366649"/>
                  </a:lnTo>
                  <a:close/>
                </a:path>
              </a:pathLst>
            </a:custGeom>
            <a:solidFill>
              <a:srgbClr val="000000"/>
            </a:solidFill>
          </p:spPr>
          <p:txBody>
            <a:bodyPr wrap="square" lIns="0" tIns="0" rIns="0" bIns="0" rtlCol="0"/>
            <a:lstStyle/>
            <a:p>
              <a:endParaRPr/>
            </a:p>
          </p:txBody>
        </p:sp>
      </p:grpSp>
      <p:sp>
        <p:nvSpPr>
          <p:cNvPr id="73" name="object 73"/>
          <p:cNvSpPr txBox="1"/>
          <p:nvPr/>
        </p:nvSpPr>
        <p:spPr>
          <a:xfrm>
            <a:off x="8382761" y="3980510"/>
            <a:ext cx="643890" cy="574675"/>
          </a:xfrm>
          <a:prstGeom prst="rect">
            <a:avLst/>
          </a:prstGeom>
        </p:spPr>
        <p:txBody>
          <a:bodyPr vert="horz" wrap="square" lIns="0" tIns="12700" rIns="0" bIns="0" rtlCol="0">
            <a:spAutoFit/>
          </a:bodyPr>
          <a:lstStyle/>
          <a:p>
            <a:pPr marL="12700" marR="5080">
              <a:lnSpc>
                <a:spcPct val="100000"/>
              </a:lnSpc>
              <a:spcBef>
                <a:spcPts val="100"/>
              </a:spcBef>
            </a:pPr>
            <a:r>
              <a:rPr sz="1200" spc="-10" dirty="0">
                <a:latin typeface="Calibri"/>
                <a:cs typeface="Calibri"/>
              </a:rPr>
              <a:t>Présent </a:t>
            </a:r>
            <a:r>
              <a:rPr sz="1200" spc="-20" dirty="0">
                <a:latin typeface="Calibri"/>
                <a:cs typeface="Calibri"/>
              </a:rPr>
              <a:t>Référencé </a:t>
            </a:r>
            <a:r>
              <a:rPr sz="1200" spc="-10" dirty="0">
                <a:latin typeface="Calibri"/>
                <a:cs typeface="Calibri"/>
              </a:rPr>
              <a:t>Modifié</a:t>
            </a:r>
            <a:endParaRPr sz="1200">
              <a:latin typeface="Calibri"/>
              <a:cs typeface="Calibri"/>
            </a:endParaRPr>
          </a:p>
        </p:txBody>
      </p:sp>
      <p:sp>
        <p:nvSpPr>
          <p:cNvPr id="74" name="object 74"/>
          <p:cNvSpPr txBox="1"/>
          <p:nvPr/>
        </p:nvSpPr>
        <p:spPr>
          <a:xfrm>
            <a:off x="4932045" y="4316348"/>
            <a:ext cx="123571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Calibri"/>
                <a:cs typeface="Calibri"/>
              </a:rPr>
              <a:t>Table</a:t>
            </a:r>
            <a:r>
              <a:rPr sz="1200" spc="-25" dirty="0">
                <a:latin typeface="Calibri"/>
                <a:cs typeface="Calibri"/>
              </a:rPr>
              <a:t> </a:t>
            </a:r>
            <a:r>
              <a:rPr sz="1200" dirty="0">
                <a:latin typeface="Calibri"/>
                <a:cs typeface="Calibri"/>
              </a:rPr>
              <a:t>des</a:t>
            </a:r>
            <a:r>
              <a:rPr sz="1200" spc="-10" dirty="0">
                <a:latin typeface="Calibri"/>
                <a:cs typeface="Calibri"/>
              </a:rPr>
              <a:t> segments</a:t>
            </a:r>
            <a:endParaRPr sz="1200">
              <a:latin typeface="Calibri"/>
              <a:cs typeface="Calibri"/>
            </a:endParaRPr>
          </a:p>
        </p:txBody>
      </p:sp>
      <p:sp>
        <p:nvSpPr>
          <p:cNvPr id="75" name="object 75"/>
          <p:cNvSpPr txBox="1"/>
          <p:nvPr/>
        </p:nvSpPr>
        <p:spPr>
          <a:xfrm>
            <a:off x="7639304" y="2826461"/>
            <a:ext cx="1073150" cy="208915"/>
          </a:xfrm>
          <a:prstGeom prst="rect">
            <a:avLst/>
          </a:prstGeom>
        </p:spPr>
        <p:txBody>
          <a:bodyPr vert="horz" wrap="square" lIns="0" tIns="12700" rIns="0" bIns="0" rtlCol="0">
            <a:spAutoFit/>
          </a:bodyPr>
          <a:lstStyle/>
          <a:p>
            <a:pPr marL="12700">
              <a:lnSpc>
                <a:spcPct val="100000"/>
              </a:lnSpc>
              <a:spcBef>
                <a:spcPts val="100"/>
              </a:spcBef>
            </a:pPr>
            <a:r>
              <a:rPr sz="1200" dirty="0">
                <a:latin typeface="Calibri"/>
                <a:cs typeface="Calibri"/>
              </a:rPr>
              <a:t>Adresse</a:t>
            </a:r>
            <a:r>
              <a:rPr sz="1200" spc="-55" dirty="0">
                <a:latin typeface="Calibri"/>
                <a:cs typeface="Calibri"/>
              </a:rPr>
              <a:t> </a:t>
            </a:r>
            <a:r>
              <a:rPr sz="1200" spc="-10" dirty="0">
                <a:latin typeface="Calibri"/>
                <a:cs typeface="Calibri"/>
              </a:rPr>
              <a:t>Virtuelle</a:t>
            </a:r>
            <a:endParaRPr sz="1200">
              <a:latin typeface="Calibri"/>
              <a:cs typeface="Calibri"/>
            </a:endParaRPr>
          </a:p>
        </p:txBody>
      </p:sp>
      <p:grpSp>
        <p:nvGrpSpPr>
          <p:cNvPr id="76" name="object 76"/>
          <p:cNvGrpSpPr/>
          <p:nvPr/>
        </p:nvGrpSpPr>
        <p:grpSpPr>
          <a:xfrm>
            <a:off x="4697729" y="4046854"/>
            <a:ext cx="46355" cy="598805"/>
            <a:chOff x="4697729" y="4046854"/>
            <a:chExt cx="46355" cy="598805"/>
          </a:xfrm>
        </p:grpSpPr>
        <p:sp>
          <p:nvSpPr>
            <p:cNvPr id="77" name="object 77"/>
            <p:cNvSpPr/>
            <p:nvPr/>
          </p:nvSpPr>
          <p:spPr>
            <a:xfrm>
              <a:off x="4697730" y="4606289"/>
              <a:ext cx="46355" cy="39370"/>
            </a:xfrm>
            <a:custGeom>
              <a:avLst/>
              <a:gdLst/>
              <a:ahLst/>
              <a:cxnLst/>
              <a:rect l="l" t="t" r="r" b="b"/>
              <a:pathLst>
                <a:path w="46354" h="39370">
                  <a:moveTo>
                    <a:pt x="45974" y="5715"/>
                  </a:moveTo>
                  <a:lnTo>
                    <a:pt x="40386" y="127"/>
                  </a:lnTo>
                  <a:lnTo>
                    <a:pt x="26797" y="127"/>
                  </a:lnTo>
                  <a:lnTo>
                    <a:pt x="23050" y="3873"/>
                  </a:lnTo>
                  <a:lnTo>
                    <a:pt x="19177" y="0"/>
                  </a:lnTo>
                  <a:lnTo>
                    <a:pt x="5588" y="0"/>
                  </a:lnTo>
                  <a:lnTo>
                    <a:pt x="0" y="5588"/>
                  </a:lnTo>
                  <a:lnTo>
                    <a:pt x="0" y="19177"/>
                  </a:lnTo>
                  <a:lnTo>
                    <a:pt x="381" y="19558"/>
                  </a:lnTo>
                  <a:lnTo>
                    <a:pt x="0" y="19939"/>
                  </a:lnTo>
                  <a:lnTo>
                    <a:pt x="0" y="33655"/>
                  </a:lnTo>
                  <a:lnTo>
                    <a:pt x="5588" y="39116"/>
                  </a:lnTo>
                  <a:lnTo>
                    <a:pt x="19177" y="39116"/>
                  </a:lnTo>
                  <a:lnTo>
                    <a:pt x="24765" y="33655"/>
                  </a:lnTo>
                  <a:lnTo>
                    <a:pt x="24765" y="26797"/>
                  </a:lnTo>
                  <a:lnTo>
                    <a:pt x="24765" y="23241"/>
                  </a:lnTo>
                  <a:lnTo>
                    <a:pt x="26797" y="25273"/>
                  </a:lnTo>
                  <a:lnTo>
                    <a:pt x="40386" y="25273"/>
                  </a:lnTo>
                  <a:lnTo>
                    <a:pt x="45974" y="19685"/>
                  </a:lnTo>
                  <a:lnTo>
                    <a:pt x="45974" y="5715"/>
                  </a:lnTo>
                  <a:close/>
                </a:path>
              </a:pathLst>
            </a:custGeom>
            <a:solidFill>
              <a:srgbClr val="FFFFFF"/>
            </a:solidFill>
          </p:spPr>
          <p:txBody>
            <a:bodyPr wrap="square" lIns="0" tIns="0" rIns="0" bIns="0" rtlCol="0"/>
            <a:lstStyle/>
            <a:p>
              <a:endParaRPr/>
            </a:p>
          </p:txBody>
        </p:sp>
        <p:sp>
          <p:nvSpPr>
            <p:cNvPr id="78" name="object 78"/>
            <p:cNvSpPr/>
            <p:nvPr/>
          </p:nvSpPr>
          <p:spPr>
            <a:xfrm>
              <a:off x="4730241" y="4270755"/>
              <a:ext cx="0" cy="363220"/>
            </a:xfrm>
            <a:custGeom>
              <a:avLst/>
              <a:gdLst/>
              <a:ahLst/>
              <a:cxnLst/>
              <a:rect l="l" t="t" r="r" b="b"/>
              <a:pathLst>
                <a:path h="363220">
                  <a:moveTo>
                    <a:pt x="0" y="0"/>
                  </a:moveTo>
                  <a:lnTo>
                    <a:pt x="0" y="362839"/>
                  </a:lnTo>
                </a:path>
              </a:pathLst>
            </a:custGeom>
            <a:ln w="26924">
              <a:solidFill>
                <a:srgbClr val="FFFFFF"/>
              </a:solidFill>
              <a:prstDash val="sysDot"/>
            </a:ln>
          </p:spPr>
          <p:txBody>
            <a:bodyPr wrap="square" lIns="0" tIns="0" rIns="0" bIns="0" rtlCol="0"/>
            <a:lstStyle/>
            <a:p>
              <a:endParaRPr/>
            </a:p>
          </p:txBody>
        </p:sp>
        <p:sp>
          <p:nvSpPr>
            <p:cNvPr id="79" name="object 79"/>
            <p:cNvSpPr/>
            <p:nvPr/>
          </p:nvSpPr>
          <p:spPr>
            <a:xfrm>
              <a:off x="4717161" y="4046854"/>
              <a:ext cx="26670" cy="163195"/>
            </a:xfrm>
            <a:custGeom>
              <a:avLst/>
              <a:gdLst/>
              <a:ahLst/>
              <a:cxnLst/>
              <a:rect l="l" t="t" r="r" b="b"/>
              <a:pathLst>
                <a:path w="26670" h="163195">
                  <a:moveTo>
                    <a:pt x="25527" y="5588"/>
                  </a:moveTo>
                  <a:lnTo>
                    <a:pt x="19939" y="0"/>
                  </a:lnTo>
                  <a:lnTo>
                    <a:pt x="5588" y="0"/>
                  </a:lnTo>
                  <a:lnTo>
                    <a:pt x="0" y="5588"/>
                  </a:lnTo>
                  <a:lnTo>
                    <a:pt x="0" y="19177"/>
                  </a:lnTo>
                  <a:lnTo>
                    <a:pt x="5588" y="24765"/>
                  </a:lnTo>
                  <a:lnTo>
                    <a:pt x="12319" y="24765"/>
                  </a:lnTo>
                  <a:lnTo>
                    <a:pt x="19939" y="24765"/>
                  </a:lnTo>
                  <a:lnTo>
                    <a:pt x="25527" y="19177"/>
                  </a:lnTo>
                  <a:lnTo>
                    <a:pt x="25527" y="5588"/>
                  </a:lnTo>
                  <a:close/>
                </a:path>
                <a:path w="26670" h="163195">
                  <a:moveTo>
                    <a:pt x="26543" y="143764"/>
                  </a:moveTo>
                  <a:lnTo>
                    <a:pt x="20955" y="138176"/>
                  </a:lnTo>
                  <a:lnTo>
                    <a:pt x="7366" y="138176"/>
                  </a:lnTo>
                  <a:lnTo>
                    <a:pt x="1778" y="143764"/>
                  </a:lnTo>
                  <a:lnTo>
                    <a:pt x="1778" y="157480"/>
                  </a:lnTo>
                  <a:lnTo>
                    <a:pt x="7366" y="162941"/>
                  </a:lnTo>
                  <a:lnTo>
                    <a:pt x="20955" y="162941"/>
                  </a:lnTo>
                  <a:lnTo>
                    <a:pt x="26543" y="157480"/>
                  </a:lnTo>
                  <a:lnTo>
                    <a:pt x="26543" y="150622"/>
                  </a:lnTo>
                  <a:lnTo>
                    <a:pt x="26543" y="143764"/>
                  </a:lnTo>
                  <a:close/>
                </a:path>
                <a:path w="26670" h="163195">
                  <a:moveTo>
                    <a:pt x="26543" y="79375"/>
                  </a:moveTo>
                  <a:lnTo>
                    <a:pt x="20955" y="73787"/>
                  </a:lnTo>
                  <a:lnTo>
                    <a:pt x="7366" y="73787"/>
                  </a:lnTo>
                  <a:lnTo>
                    <a:pt x="1778" y="79375"/>
                  </a:lnTo>
                  <a:lnTo>
                    <a:pt x="1778" y="92964"/>
                  </a:lnTo>
                  <a:lnTo>
                    <a:pt x="7366" y="98552"/>
                  </a:lnTo>
                  <a:lnTo>
                    <a:pt x="20955" y="98552"/>
                  </a:lnTo>
                  <a:lnTo>
                    <a:pt x="26543" y="92964"/>
                  </a:lnTo>
                  <a:lnTo>
                    <a:pt x="26543" y="86106"/>
                  </a:lnTo>
                  <a:lnTo>
                    <a:pt x="26543" y="79375"/>
                  </a:lnTo>
                  <a:close/>
                </a:path>
              </a:pathLst>
            </a:custGeom>
            <a:solidFill>
              <a:srgbClr val="FFFFFF"/>
            </a:solidFill>
          </p:spPr>
          <p:txBody>
            <a:bodyPr wrap="square" lIns="0" tIns="0" rIns="0" bIns="0" rtlCol="0"/>
            <a:lstStyle/>
            <a:p>
              <a:endParaRPr/>
            </a:p>
          </p:txBody>
        </p:sp>
      </p:grpSp>
      <p:sp>
        <p:nvSpPr>
          <p:cNvPr id="81" name="object 81"/>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19</a:t>
            </a:fld>
            <a:endParaRPr spc="-25" dirty="0"/>
          </a:p>
        </p:txBody>
      </p:sp>
      <p:sp>
        <p:nvSpPr>
          <p:cNvPr id="82"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80" name="object 12"/>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a:t>
            </a:r>
            <a:r>
              <a:rPr lang="fr-FR" dirty="0">
                <a:solidFill>
                  <a:srgbClr val="007842"/>
                </a:solidFill>
              </a:rPr>
              <a:t>mémoire</a:t>
            </a:r>
            <a:br>
              <a:rPr lang="fr-FR" dirty="0">
                <a:solidFill>
                  <a:srgbClr val="007842"/>
                </a:solidFill>
              </a:rPr>
            </a:br>
            <a:r>
              <a:rPr lang="fr-FR" sz="1600" dirty="0">
                <a:solidFill>
                  <a:srgbClr val="007842"/>
                </a:solidFill>
              </a:rPr>
              <a:t>Stratégies de gestion de la mémoire</a:t>
            </a:r>
            <a:endParaRPr lang="fr-FR" sz="1600" dirty="0" smtClean="0">
              <a:solidFill>
                <a:srgbClr val="00784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a:spLocks noGrp="1"/>
          </p:cNvSpPr>
          <p:nvPr>
            <p:ph type="body" idx="1"/>
          </p:nvPr>
        </p:nvSpPr>
        <p:spPr>
          <a:xfrm>
            <a:off x="798982" y="1605152"/>
            <a:ext cx="10590530" cy="746999"/>
          </a:xfrm>
          <a:prstGeom prst="rect">
            <a:avLst/>
          </a:prstGeom>
        </p:spPr>
        <p:txBody>
          <a:bodyPr vert="horz" wrap="square" lIns="0" tIns="13335" rIns="0" bIns="0" rtlCol="0">
            <a:spAutoFit/>
          </a:bodyPr>
          <a:lstStyle/>
          <a:p>
            <a:pPr marL="12700">
              <a:lnSpc>
                <a:spcPct val="100000"/>
              </a:lnSpc>
              <a:spcBef>
                <a:spcPts val="1440"/>
              </a:spcBef>
            </a:pPr>
            <a:r>
              <a:rPr lang="fr-FR" sz="1800" spc="-10" dirty="0">
                <a:solidFill>
                  <a:srgbClr val="FF7800"/>
                </a:solidFill>
              </a:rPr>
              <a:t>Exercice </a:t>
            </a:r>
            <a:r>
              <a:rPr lang="fr-FR" sz="1800" spc="-10" dirty="0" smtClean="0">
                <a:solidFill>
                  <a:srgbClr val="FF7800"/>
                </a:solidFill>
              </a:rPr>
              <a:t>_ Segmentation:</a:t>
            </a:r>
          </a:p>
          <a:p>
            <a:pPr marL="12700">
              <a:lnSpc>
                <a:spcPct val="100000"/>
              </a:lnSpc>
              <a:spcBef>
                <a:spcPts val="1440"/>
              </a:spcBef>
            </a:pPr>
            <a:endParaRPr lang="fr-FR" sz="1800" spc="-10" dirty="0">
              <a:solidFill>
                <a:srgbClr val="FF7800"/>
              </a:solidFill>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20</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3" name="object 12"/>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a:t>
            </a:r>
            <a:r>
              <a:rPr lang="fr-FR" dirty="0">
                <a:solidFill>
                  <a:srgbClr val="007842"/>
                </a:solidFill>
              </a:rPr>
              <a:t>mémoire</a:t>
            </a:r>
            <a:br>
              <a:rPr lang="fr-FR" dirty="0">
                <a:solidFill>
                  <a:srgbClr val="007842"/>
                </a:solidFill>
              </a:rPr>
            </a:br>
            <a:r>
              <a:rPr lang="fr-FR" sz="1600" dirty="0">
                <a:solidFill>
                  <a:srgbClr val="007842"/>
                </a:solidFill>
              </a:rPr>
              <a:t>Stratégies de gestion de la mémoire</a:t>
            </a:r>
            <a:endParaRPr lang="fr-FR" sz="1600" dirty="0" smtClean="0">
              <a:solidFill>
                <a:srgbClr val="007842"/>
              </a:solidFill>
            </a:endParaRPr>
          </a:p>
        </p:txBody>
      </p:sp>
      <p:pic>
        <p:nvPicPr>
          <p:cNvPr id="9" name="Image 8"/>
          <p:cNvPicPr>
            <a:picLocks noChangeAspect="1"/>
          </p:cNvPicPr>
          <p:nvPr/>
        </p:nvPicPr>
        <p:blipFill>
          <a:blip r:embed="rId4"/>
          <a:stretch>
            <a:fillRect/>
          </a:stretch>
        </p:blipFill>
        <p:spPr>
          <a:xfrm>
            <a:off x="1447800" y="2133600"/>
            <a:ext cx="9941712" cy="4067175"/>
          </a:xfrm>
          <a:prstGeom prst="rect">
            <a:avLst/>
          </a:prstGeom>
        </p:spPr>
      </p:pic>
    </p:spTree>
    <p:extLst>
      <p:ext uri="{BB962C8B-B14F-4D97-AF65-F5344CB8AC3E}">
        <p14:creationId xmlns:p14="http://schemas.microsoft.com/office/powerpoint/2010/main" val="3752136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a:spLocks noGrp="1"/>
          </p:cNvSpPr>
          <p:nvPr>
            <p:ph type="body" idx="1"/>
          </p:nvPr>
        </p:nvSpPr>
        <p:spPr>
          <a:xfrm>
            <a:off x="798982" y="1605152"/>
            <a:ext cx="10590530" cy="746999"/>
          </a:xfrm>
          <a:prstGeom prst="rect">
            <a:avLst/>
          </a:prstGeom>
        </p:spPr>
        <p:txBody>
          <a:bodyPr vert="horz" wrap="square" lIns="0" tIns="13335" rIns="0" bIns="0" rtlCol="0">
            <a:spAutoFit/>
          </a:bodyPr>
          <a:lstStyle/>
          <a:p>
            <a:pPr marL="12700">
              <a:lnSpc>
                <a:spcPct val="100000"/>
              </a:lnSpc>
              <a:spcBef>
                <a:spcPts val="1440"/>
              </a:spcBef>
            </a:pPr>
            <a:r>
              <a:rPr lang="fr-FR" sz="1800" spc="-10" dirty="0" smtClean="0">
                <a:solidFill>
                  <a:srgbClr val="FF7800"/>
                </a:solidFill>
              </a:rPr>
              <a:t>Exercice Corrigé _ Segmentation:</a:t>
            </a:r>
          </a:p>
          <a:p>
            <a:pPr marL="12700">
              <a:lnSpc>
                <a:spcPct val="100000"/>
              </a:lnSpc>
              <a:spcBef>
                <a:spcPts val="1440"/>
              </a:spcBef>
            </a:pPr>
            <a:endParaRPr lang="fr-FR" sz="1800" spc="-10" dirty="0">
              <a:solidFill>
                <a:srgbClr val="FF7800"/>
              </a:solidFill>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21</a:t>
            </a:fld>
            <a:endParaRPr spc="-25"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3" name="object 12"/>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a:t>
            </a:r>
            <a:r>
              <a:rPr lang="fr-FR" dirty="0">
                <a:solidFill>
                  <a:srgbClr val="007842"/>
                </a:solidFill>
              </a:rPr>
              <a:t>mémoire</a:t>
            </a:r>
            <a:br>
              <a:rPr lang="fr-FR" dirty="0">
                <a:solidFill>
                  <a:srgbClr val="007842"/>
                </a:solidFill>
              </a:rPr>
            </a:br>
            <a:r>
              <a:rPr lang="fr-FR" sz="1600" dirty="0">
                <a:solidFill>
                  <a:srgbClr val="007842"/>
                </a:solidFill>
              </a:rPr>
              <a:t>Stratégies de gestion de la mémoire</a:t>
            </a:r>
            <a:endParaRPr lang="fr-FR" sz="1600" dirty="0" smtClean="0">
              <a:solidFill>
                <a:srgbClr val="007842"/>
              </a:solidFill>
            </a:endParaRPr>
          </a:p>
        </p:txBody>
      </p:sp>
      <p:pic>
        <p:nvPicPr>
          <p:cNvPr id="8" name="Image 7"/>
          <p:cNvPicPr>
            <a:picLocks noChangeAspect="1"/>
          </p:cNvPicPr>
          <p:nvPr/>
        </p:nvPicPr>
        <p:blipFill>
          <a:blip r:embed="rId4"/>
          <a:stretch>
            <a:fillRect/>
          </a:stretch>
        </p:blipFill>
        <p:spPr>
          <a:xfrm>
            <a:off x="762814" y="2055648"/>
            <a:ext cx="10590529" cy="3633788"/>
          </a:xfrm>
          <a:prstGeom prst="rect">
            <a:avLst/>
          </a:prstGeom>
        </p:spPr>
      </p:pic>
    </p:spTree>
    <p:extLst>
      <p:ext uri="{BB962C8B-B14F-4D97-AF65-F5344CB8AC3E}">
        <p14:creationId xmlns:p14="http://schemas.microsoft.com/office/powerpoint/2010/main" val="2601279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22</a:t>
            </a:fld>
            <a:endParaRPr spc="-25" dirty="0"/>
          </a:p>
        </p:txBody>
      </p:sp>
      <p:sp>
        <p:nvSpPr>
          <p:cNvPr id="17" name="object 7"/>
          <p:cNvSpPr txBox="1"/>
          <p:nvPr/>
        </p:nvSpPr>
        <p:spPr>
          <a:xfrm>
            <a:off x="105040" y="4887317"/>
            <a:ext cx="247119" cy="137164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CHPITRE 6</a:t>
            </a:r>
            <a:endParaRPr sz="1900" dirty="0">
              <a:latin typeface="Calibri"/>
              <a:cs typeface="Calibri"/>
            </a:endParaRPr>
          </a:p>
        </p:txBody>
      </p:sp>
      <p:sp>
        <p:nvSpPr>
          <p:cNvPr id="19" name="object 11"/>
          <p:cNvSpPr txBox="1">
            <a:spLocks noGrp="1"/>
          </p:cNvSpPr>
          <p:nvPr>
            <p:ph type="title"/>
          </p:nvPr>
        </p:nvSpPr>
        <p:spPr>
          <a:xfrm>
            <a:off x="278780" y="304800"/>
            <a:ext cx="11614312" cy="1007018"/>
          </a:xfrm>
          <a:prstGeom prst="rect">
            <a:avLst/>
          </a:prstGeom>
        </p:spPr>
        <p:txBody>
          <a:bodyPr vert="horz" wrap="square" lIns="0" tIns="143839" rIns="0" bIns="0" rtlCol="0">
            <a:spAutoFit/>
          </a:bodyPr>
          <a:lstStyle/>
          <a:p>
            <a:pPr marL="6985">
              <a:lnSpc>
                <a:spcPct val="100000"/>
              </a:lnSpc>
              <a:spcBef>
                <a:spcPts val="445"/>
              </a:spcBef>
            </a:pPr>
            <a:r>
              <a:rPr dirty="0" smtClean="0">
                <a:solidFill>
                  <a:srgbClr val="2E5496"/>
                </a:solidFill>
              </a:rPr>
              <a:t>0</a:t>
            </a:r>
            <a:r>
              <a:rPr lang="fr-FR" dirty="0" smtClean="0">
                <a:solidFill>
                  <a:srgbClr val="2E5496"/>
                </a:solidFill>
              </a:rPr>
              <a:t>6</a:t>
            </a:r>
            <a:r>
              <a:rPr spc="-45" dirty="0" smtClean="0">
                <a:solidFill>
                  <a:srgbClr val="2E5496"/>
                </a:solidFill>
              </a:rPr>
              <a:t> </a:t>
            </a:r>
            <a:r>
              <a:rPr dirty="0" smtClean="0">
                <a:solidFill>
                  <a:srgbClr val="2E5496"/>
                </a:solidFill>
              </a:rPr>
              <a:t>–</a:t>
            </a:r>
            <a:r>
              <a:rPr spc="-25" dirty="0" smtClean="0">
                <a:solidFill>
                  <a:srgbClr val="2E5496"/>
                </a:solidFill>
              </a:rPr>
              <a:t> </a:t>
            </a:r>
            <a:r>
              <a:rPr lang="fr-FR" dirty="0">
                <a:solidFill>
                  <a:srgbClr val="2E5496"/>
                </a:solidFill>
              </a:rPr>
              <a:t>S</a:t>
            </a:r>
            <a:r>
              <a:rPr lang="fr-FR" spc="-10" dirty="0" smtClean="0">
                <a:solidFill>
                  <a:srgbClr val="2E5496"/>
                </a:solidFill>
              </a:rPr>
              <a:t>ystème</a:t>
            </a:r>
            <a:r>
              <a:rPr lang="fr-FR" spc="-65" dirty="0" smtClean="0">
                <a:solidFill>
                  <a:srgbClr val="2E5496"/>
                </a:solidFill>
              </a:rPr>
              <a:t> </a:t>
            </a:r>
            <a:r>
              <a:rPr lang="fr-FR" dirty="0" smtClean="0">
                <a:solidFill>
                  <a:srgbClr val="2E5496"/>
                </a:solidFill>
              </a:rPr>
              <a:t>de</a:t>
            </a:r>
            <a:r>
              <a:rPr lang="fr-FR" spc="-20" dirty="0" smtClean="0">
                <a:solidFill>
                  <a:srgbClr val="2E5496"/>
                </a:solidFill>
              </a:rPr>
              <a:t> </a:t>
            </a:r>
            <a:r>
              <a:rPr lang="fr-FR" spc="-10" dirty="0">
                <a:solidFill>
                  <a:srgbClr val="2E5496"/>
                </a:solidFill>
              </a:rPr>
              <a:t>fichiers</a:t>
            </a:r>
            <a:br>
              <a:rPr lang="fr-FR" spc="-10" dirty="0">
                <a:solidFill>
                  <a:srgbClr val="2E5496"/>
                </a:solidFill>
              </a:rPr>
            </a:br>
            <a:r>
              <a:rPr lang="fr-FR" sz="1600" spc="-10" dirty="0">
                <a:solidFill>
                  <a:srgbClr val="FF7800"/>
                </a:solidFill>
              </a:rPr>
              <a:t>Gestion de base du système de </a:t>
            </a:r>
            <a:r>
              <a:rPr lang="fr-FR" sz="1600" spc="-10" dirty="0" smtClean="0">
                <a:solidFill>
                  <a:srgbClr val="FF7800"/>
                </a:solidFill>
              </a:rPr>
              <a:t>fichiers Linux _exercice</a:t>
            </a:r>
            <a:r>
              <a:rPr lang="fr-FR" spc="-10" dirty="0">
                <a:solidFill>
                  <a:srgbClr val="2E5496"/>
                </a:solidFill>
              </a:rPr>
              <a:t/>
            </a:r>
            <a:br>
              <a:rPr lang="fr-FR" spc="-10" dirty="0">
                <a:solidFill>
                  <a:srgbClr val="2E5496"/>
                </a:solidFill>
              </a:rPr>
            </a:br>
            <a:endParaRPr spc="-20" dirty="0">
              <a:solidFill>
                <a:srgbClr val="2E5496"/>
              </a:solidFill>
            </a:endParaRPr>
          </a:p>
        </p:txBody>
      </p:sp>
      <p:pic>
        <p:nvPicPr>
          <p:cNvPr id="9" name="Image 8"/>
          <p:cNvPicPr>
            <a:picLocks noChangeAspect="1"/>
          </p:cNvPicPr>
          <p:nvPr/>
        </p:nvPicPr>
        <p:blipFill>
          <a:blip r:embed="rId4"/>
          <a:stretch>
            <a:fillRect/>
          </a:stretch>
        </p:blipFill>
        <p:spPr>
          <a:xfrm>
            <a:off x="2212" y="-2942"/>
            <a:ext cx="12189788" cy="6860939"/>
          </a:xfrm>
          <a:prstGeom prst="rect">
            <a:avLst/>
          </a:prstGeom>
        </p:spPr>
      </p:pic>
    </p:spTree>
    <p:extLst>
      <p:ext uri="{BB962C8B-B14F-4D97-AF65-F5344CB8AC3E}">
        <p14:creationId xmlns:p14="http://schemas.microsoft.com/office/powerpoint/2010/main" val="1149429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23</a:t>
            </a:fld>
            <a:endParaRPr spc="-25" dirty="0"/>
          </a:p>
        </p:txBody>
      </p:sp>
      <p:sp>
        <p:nvSpPr>
          <p:cNvPr id="17" name="object 7"/>
          <p:cNvSpPr txBox="1"/>
          <p:nvPr/>
        </p:nvSpPr>
        <p:spPr>
          <a:xfrm>
            <a:off x="105040" y="4887317"/>
            <a:ext cx="247119" cy="137164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CHPITRE 6</a:t>
            </a:r>
            <a:endParaRPr sz="1900" dirty="0">
              <a:latin typeface="Calibri"/>
              <a:cs typeface="Calibri"/>
            </a:endParaRPr>
          </a:p>
        </p:txBody>
      </p:sp>
      <p:sp>
        <p:nvSpPr>
          <p:cNvPr id="7" name="Rectangle 6"/>
          <p:cNvSpPr/>
          <p:nvPr/>
        </p:nvSpPr>
        <p:spPr>
          <a:xfrm>
            <a:off x="1219200" y="1905000"/>
            <a:ext cx="9982200" cy="421654"/>
          </a:xfrm>
          <a:prstGeom prst="rect">
            <a:avLst/>
          </a:prstGeom>
        </p:spPr>
        <p:txBody>
          <a:bodyPr wrap="square">
            <a:spAutoFit/>
          </a:bodyPr>
          <a:lstStyle/>
          <a:p>
            <a:pPr>
              <a:lnSpc>
                <a:spcPct val="107000"/>
              </a:lnSpc>
              <a:spcAft>
                <a:spcPts val="800"/>
              </a:spcAft>
            </a:pPr>
            <a:r>
              <a:rPr lang="fr-FR" sz="2000" b="1" dirty="0" smtClean="0">
                <a:solidFill>
                  <a:srgbClr val="FF9933"/>
                </a:solidFill>
                <a:latin typeface="Calibri" panose="020F0502020204030204" pitchFamily="34" charset="0"/>
                <a:ea typeface="Calibri" panose="020F0502020204030204" pitchFamily="34" charset="0"/>
                <a:cs typeface="Arial" panose="020B0604020202020204" pitchFamily="34" charset="0"/>
              </a:rPr>
              <a:t>Solution</a:t>
            </a:r>
            <a:r>
              <a:rPr lang="fr-FR" sz="2000" b="1" dirty="0" smtClean="0">
                <a:solidFill>
                  <a:srgbClr val="FF9933"/>
                </a:solidFill>
                <a:effectLst/>
                <a:latin typeface="Calibri" panose="020F0502020204030204" pitchFamily="34" charset="0"/>
                <a:ea typeface="Calibri" panose="020F0502020204030204" pitchFamily="34" charset="0"/>
                <a:cs typeface="Arial" panose="020B0604020202020204" pitchFamily="34" charset="0"/>
              </a:rPr>
              <a:t> : </a:t>
            </a:r>
            <a:r>
              <a:rPr lang="fr-FR" sz="2000" b="1" dirty="0" smtClean="0">
                <a:solidFill>
                  <a:srgbClr val="FF9933"/>
                </a:solidFill>
                <a:latin typeface="Calibri" panose="020F0502020204030204" pitchFamily="34" charset="0"/>
                <a:ea typeface="Calibri" panose="020F0502020204030204" pitchFamily="34" charset="0"/>
                <a:cs typeface="Arial" panose="020B0604020202020204" pitchFamily="34" charset="0"/>
              </a:rPr>
              <a:t>S</a:t>
            </a:r>
            <a:r>
              <a:rPr lang="fr-FR" sz="2000" b="1" dirty="0" smtClean="0">
                <a:solidFill>
                  <a:srgbClr val="FF9933"/>
                </a:solidFill>
                <a:effectLst/>
                <a:latin typeface="Calibri" panose="020F0502020204030204" pitchFamily="34" charset="0"/>
                <a:ea typeface="Calibri" panose="020F0502020204030204" pitchFamily="34" charset="0"/>
                <a:cs typeface="Arial" panose="020B0604020202020204" pitchFamily="34" charset="0"/>
              </a:rPr>
              <a:t>éance TD </a:t>
            </a:r>
          </a:p>
        </p:txBody>
      </p:sp>
      <p:sp>
        <p:nvSpPr>
          <p:cNvPr id="12" name="object 12"/>
          <p:cNvSpPr txBox="1">
            <a:spLocks noGrp="1"/>
          </p:cNvSpPr>
          <p:nvPr>
            <p:ph type="title"/>
          </p:nvPr>
        </p:nvSpPr>
        <p:spPr>
          <a:xfrm>
            <a:off x="263753" y="332308"/>
            <a:ext cx="11664492" cy="702808"/>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 la </a:t>
            </a:r>
            <a:r>
              <a:rPr lang="fr-FR" dirty="0">
                <a:solidFill>
                  <a:srgbClr val="007842"/>
                </a:solidFill>
              </a:rPr>
              <a:t>mémoire</a:t>
            </a:r>
            <a:br>
              <a:rPr lang="fr-FR" dirty="0">
                <a:solidFill>
                  <a:srgbClr val="007842"/>
                </a:solidFill>
              </a:rPr>
            </a:br>
            <a:r>
              <a:rPr lang="fr-FR" sz="1600" dirty="0">
                <a:solidFill>
                  <a:srgbClr val="007842"/>
                </a:solidFill>
              </a:rPr>
              <a:t>Stratégies de gestion de la </a:t>
            </a:r>
            <a:r>
              <a:rPr lang="fr-FR" sz="1600" dirty="0" smtClean="0">
                <a:solidFill>
                  <a:srgbClr val="007842"/>
                </a:solidFill>
              </a:rPr>
              <a:t>mémoire - Pagination</a:t>
            </a:r>
          </a:p>
        </p:txBody>
      </p:sp>
    </p:spTree>
    <p:extLst>
      <p:ext uri="{BB962C8B-B14F-4D97-AF65-F5344CB8AC3E}">
        <p14:creationId xmlns:p14="http://schemas.microsoft.com/office/powerpoint/2010/main" val="1864786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9460" cy="6855459"/>
            <a:chOff x="0" y="17"/>
            <a:chExt cx="12189460" cy="6855459"/>
          </a:xfrm>
        </p:grpSpPr>
        <p:pic>
          <p:nvPicPr>
            <p:cNvPr id="3" name="object 3"/>
            <p:cNvPicPr/>
            <p:nvPr/>
          </p:nvPicPr>
          <p:blipFill>
            <a:blip r:embed="rId2" cstate="print"/>
            <a:stretch>
              <a:fillRect/>
            </a:stretch>
          </p:blipFill>
          <p:spPr>
            <a:xfrm>
              <a:off x="3048" y="17"/>
              <a:ext cx="12185903" cy="6855206"/>
            </a:xfrm>
            <a:prstGeom prst="rect">
              <a:avLst/>
            </a:prstGeom>
          </p:spPr>
        </p:pic>
        <p:sp>
          <p:nvSpPr>
            <p:cNvPr id="4" name="object 4"/>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grpSp>
      <p:sp>
        <p:nvSpPr>
          <p:cNvPr id="11" name="object 11"/>
          <p:cNvSpPr txBox="1">
            <a:spLocks noGrp="1"/>
          </p:cNvSpPr>
          <p:nvPr>
            <p:ph type="title"/>
          </p:nvPr>
        </p:nvSpPr>
        <p:spPr>
          <a:xfrm>
            <a:off x="263753" y="332308"/>
            <a:ext cx="11664492" cy="945310"/>
          </a:xfrm>
          <a:prstGeom prst="rect">
            <a:avLst/>
          </a:prstGeom>
        </p:spPr>
        <p:txBody>
          <a:bodyPr vert="horz" wrap="square" lIns="0" tIns="143688" rIns="0" bIns="0" rtlCol="0">
            <a:spAutoFit/>
          </a:bodyPr>
          <a:lstStyle/>
          <a:p>
            <a:pPr marL="17780">
              <a:lnSpc>
                <a:spcPct val="100000"/>
              </a:lnSpc>
              <a:spcBef>
                <a:spcPts val="90"/>
              </a:spcBef>
            </a:pPr>
            <a:r>
              <a:rPr dirty="0" smtClean="0">
                <a:solidFill>
                  <a:srgbClr val="FF7800"/>
                </a:solidFill>
              </a:rPr>
              <a:t>0</a:t>
            </a:r>
            <a:r>
              <a:rPr lang="fr-FR" dirty="0" smtClean="0">
                <a:solidFill>
                  <a:srgbClr val="FF7800"/>
                </a:solidFill>
              </a:rPr>
              <a:t>5</a:t>
            </a:r>
            <a:r>
              <a:rPr spc="-45" dirty="0" smtClean="0">
                <a:solidFill>
                  <a:srgbClr val="FF7800"/>
                </a:solidFill>
              </a:rPr>
              <a:t> </a:t>
            </a:r>
            <a:r>
              <a:rPr dirty="0" smtClean="0">
                <a:solidFill>
                  <a:srgbClr val="FF7800"/>
                </a:solidFill>
              </a:rPr>
              <a:t>–</a:t>
            </a:r>
            <a:r>
              <a:rPr spc="-30" dirty="0" smtClean="0">
                <a:solidFill>
                  <a:srgbClr val="FF7800"/>
                </a:solidFill>
              </a:rPr>
              <a:t> </a:t>
            </a:r>
            <a:r>
              <a:rPr lang="fr-FR" dirty="0" smtClean="0">
                <a:solidFill>
                  <a:srgbClr val="FF7800"/>
                </a:solidFill>
              </a:rPr>
              <a:t>Gestion de la mémoire</a:t>
            </a:r>
            <a:br>
              <a:rPr lang="fr-FR" dirty="0" smtClean="0">
                <a:solidFill>
                  <a:srgbClr val="FF7800"/>
                </a:solidFill>
              </a:rPr>
            </a:br>
            <a:r>
              <a:rPr lang="fr-FR" sz="1600" spc="-10" dirty="0">
                <a:solidFill>
                  <a:srgbClr val="FF7800"/>
                </a:solidFill>
              </a:rPr>
              <a:t>Gestion de la mémoire sous Windows</a:t>
            </a:r>
            <a:br>
              <a:rPr lang="fr-FR" sz="1600" spc="-10" dirty="0">
                <a:solidFill>
                  <a:srgbClr val="FF7800"/>
                </a:solidFill>
              </a:rPr>
            </a:br>
            <a:endParaRPr sz="1600" dirty="0"/>
          </a:p>
        </p:txBody>
      </p:sp>
      <p:sp>
        <p:nvSpPr>
          <p:cNvPr id="15" name="object 15"/>
          <p:cNvSpPr txBox="1"/>
          <p:nvPr/>
        </p:nvSpPr>
        <p:spPr>
          <a:xfrm>
            <a:off x="798982" y="1602105"/>
            <a:ext cx="10542905" cy="3888885"/>
          </a:xfrm>
          <a:prstGeom prst="rect">
            <a:avLst/>
          </a:prstGeom>
        </p:spPr>
        <p:txBody>
          <a:bodyPr vert="horz" wrap="square" lIns="0" tIns="13335" rIns="0" bIns="0" rtlCol="0">
            <a:spAutoFit/>
          </a:bodyPr>
          <a:lstStyle/>
          <a:p>
            <a:pPr marL="12700" marR="8890" algn="just">
              <a:lnSpc>
                <a:spcPct val="200000"/>
              </a:lnSpc>
              <a:spcBef>
                <a:spcPts val="735"/>
              </a:spcBef>
            </a:pPr>
            <a:r>
              <a:rPr sz="1600" dirty="0" smtClean="0">
                <a:solidFill>
                  <a:srgbClr val="585858"/>
                </a:solidFill>
                <a:latin typeface="Calibri"/>
                <a:cs typeface="Calibri"/>
              </a:rPr>
              <a:t>Windows</a:t>
            </a:r>
            <a:r>
              <a:rPr sz="1600" dirty="0">
                <a:solidFill>
                  <a:srgbClr val="585858"/>
                </a:solidFill>
                <a:latin typeface="Calibri"/>
                <a:cs typeface="Calibri"/>
              </a:rPr>
              <a:t>,</a:t>
            </a:r>
            <a:r>
              <a:rPr sz="1600" spc="40" dirty="0">
                <a:solidFill>
                  <a:srgbClr val="585858"/>
                </a:solidFill>
                <a:latin typeface="Calibri"/>
                <a:cs typeface="Calibri"/>
              </a:rPr>
              <a:t> </a:t>
            </a:r>
            <a:r>
              <a:rPr sz="1600" dirty="0">
                <a:solidFill>
                  <a:srgbClr val="585858"/>
                </a:solidFill>
                <a:latin typeface="Calibri"/>
                <a:cs typeface="Calibri"/>
              </a:rPr>
              <a:t>comme</a:t>
            </a:r>
            <a:r>
              <a:rPr sz="1600" spc="50" dirty="0">
                <a:solidFill>
                  <a:srgbClr val="585858"/>
                </a:solidFill>
                <a:latin typeface="Calibri"/>
                <a:cs typeface="Calibri"/>
              </a:rPr>
              <a:t> </a:t>
            </a:r>
            <a:r>
              <a:rPr sz="1600" dirty="0">
                <a:solidFill>
                  <a:srgbClr val="585858"/>
                </a:solidFill>
                <a:latin typeface="Calibri"/>
                <a:cs typeface="Calibri"/>
              </a:rPr>
              <a:t>tout</a:t>
            </a:r>
            <a:r>
              <a:rPr sz="1600" spc="40" dirty="0">
                <a:solidFill>
                  <a:srgbClr val="585858"/>
                </a:solidFill>
                <a:latin typeface="Calibri"/>
                <a:cs typeface="Calibri"/>
              </a:rPr>
              <a:t> </a:t>
            </a:r>
            <a:r>
              <a:rPr sz="1600" dirty="0">
                <a:solidFill>
                  <a:srgbClr val="585858"/>
                </a:solidFill>
                <a:latin typeface="Calibri"/>
                <a:cs typeface="Calibri"/>
              </a:rPr>
              <a:t>SE,</a:t>
            </a:r>
            <a:r>
              <a:rPr sz="1600" spc="40" dirty="0">
                <a:solidFill>
                  <a:srgbClr val="585858"/>
                </a:solidFill>
                <a:latin typeface="Calibri"/>
                <a:cs typeface="Calibri"/>
              </a:rPr>
              <a:t> </a:t>
            </a:r>
            <a:r>
              <a:rPr sz="1600" dirty="0">
                <a:solidFill>
                  <a:srgbClr val="585858"/>
                </a:solidFill>
                <a:latin typeface="Calibri"/>
                <a:cs typeface="Calibri"/>
              </a:rPr>
              <a:t>utilise</a:t>
            </a:r>
            <a:r>
              <a:rPr sz="1600" spc="40" dirty="0">
                <a:solidFill>
                  <a:srgbClr val="585858"/>
                </a:solidFill>
                <a:latin typeface="Calibri"/>
                <a:cs typeface="Calibri"/>
              </a:rPr>
              <a:t> </a:t>
            </a:r>
            <a:r>
              <a:rPr sz="1600" dirty="0">
                <a:solidFill>
                  <a:srgbClr val="585858"/>
                </a:solidFill>
                <a:latin typeface="Calibri"/>
                <a:cs typeface="Calibri"/>
              </a:rPr>
              <a:t>une</a:t>
            </a:r>
            <a:r>
              <a:rPr sz="1600" spc="50" dirty="0">
                <a:solidFill>
                  <a:srgbClr val="585858"/>
                </a:solidFill>
                <a:latin typeface="Calibri"/>
                <a:cs typeface="Calibri"/>
              </a:rPr>
              <a:t> </a:t>
            </a:r>
            <a:r>
              <a:rPr sz="1600" dirty="0">
                <a:solidFill>
                  <a:srgbClr val="585858"/>
                </a:solidFill>
                <a:latin typeface="Calibri"/>
                <a:cs typeface="Calibri"/>
              </a:rPr>
              <a:t>partie</a:t>
            </a:r>
            <a:r>
              <a:rPr sz="1600" spc="60" dirty="0">
                <a:solidFill>
                  <a:srgbClr val="585858"/>
                </a:solidFill>
                <a:latin typeface="Calibri"/>
                <a:cs typeface="Calibri"/>
              </a:rPr>
              <a:t> </a:t>
            </a:r>
            <a:r>
              <a:rPr sz="1600" dirty="0">
                <a:solidFill>
                  <a:srgbClr val="585858"/>
                </a:solidFill>
                <a:latin typeface="Calibri"/>
                <a:cs typeface="Calibri"/>
              </a:rPr>
              <a:t>de</a:t>
            </a:r>
            <a:r>
              <a:rPr sz="1600" spc="55" dirty="0">
                <a:solidFill>
                  <a:srgbClr val="585858"/>
                </a:solidFill>
                <a:latin typeface="Calibri"/>
                <a:cs typeface="Calibri"/>
              </a:rPr>
              <a:t> </a:t>
            </a:r>
            <a:r>
              <a:rPr sz="1600" dirty="0">
                <a:solidFill>
                  <a:srgbClr val="585858"/>
                </a:solidFill>
                <a:latin typeface="Calibri"/>
                <a:cs typeface="Calibri"/>
              </a:rPr>
              <a:t>l'espace</a:t>
            </a:r>
            <a:r>
              <a:rPr sz="1600" spc="30" dirty="0">
                <a:solidFill>
                  <a:srgbClr val="585858"/>
                </a:solidFill>
                <a:latin typeface="Calibri"/>
                <a:cs typeface="Calibri"/>
              </a:rPr>
              <a:t> </a:t>
            </a:r>
            <a:r>
              <a:rPr sz="1600" dirty="0">
                <a:solidFill>
                  <a:srgbClr val="585858"/>
                </a:solidFill>
                <a:latin typeface="Calibri"/>
                <a:cs typeface="Calibri"/>
              </a:rPr>
              <a:t>de</a:t>
            </a:r>
            <a:r>
              <a:rPr sz="1600" spc="60" dirty="0">
                <a:solidFill>
                  <a:srgbClr val="585858"/>
                </a:solidFill>
                <a:latin typeface="Calibri"/>
                <a:cs typeface="Calibri"/>
              </a:rPr>
              <a:t> </a:t>
            </a:r>
            <a:r>
              <a:rPr sz="1600" dirty="0">
                <a:solidFill>
                  <a:srgbClr val="585858"/>
                </a:solidFill>
                <a:latin typeface="Calibri"/>
                <a:cs typeface="Calibri"/>
              </a:rPr>
              <a:t>stockage</a:t>
            </a:r>
            <a:r>
              <a:rPr sz="1600" spc="35" dirty="0">
                <a:solidFill>
                  <a:srgbClr val="585858"/>
                </a:solidFill>
                <a:latin typeface="Calibri"/>
                <a:cs typeface="Calibri"/>
              </a:rPr>
              <a:t> </a:t>
            </a:r>
            <a:r>
              <a:rPr sz="1600" dirty="0">
                <a:solidFill>
                  <a:srgbClr val="585858"/>
                </a:solidFill>
                <a:latin typeface="Calibri"/>
                <a:cs typeface="Calibri"/>
              </a:rPr>
              <a:t>–</a:t>
            </a:r>
            <a:r>
              <a:rPr sz="1600" spc="35" dirty="0">
                <a:solidFill>
                  <a:srgbClr val="585858"/>
                </a:solidFill>
                <a:latin typeface="Calibri"/>
                <a:cs typeface="Calibri"/>
              </a:rPr>
              <a:t> </a:t>
            </a:r>
            <a:r>
              <a:rPr sz="1600" dirty="0">
                <a:solidFill>
                  <a:srgbClr val="585858"/>
                </a:solidFill>
                <a:latin typeface="Calibri"/>
                <a:cs typeface="Calibri"/>
              </a:rPr>
              <a:t>concrètement</a:t>
            </a:r>
            <a:r>
              <a:rPr sz="1600" spc="40" dirty="0">
                <a:solidFill>
                  <a:srgbClr val="585858"/>
                </a:solidFill>
                <a:latin typeface="Calibri"/>
                <a:cs typeface="Calibri"/>
              </a:rPr>
              <a:t> </a:t>
            </a:r>
            <a:r>
              <a:rPr sz="1600" dirty="0">
                <a:solidFill>
                  <a:srgbClr val="585858"/>
                </a:solidFill>
                <a:latin typeface="Calibri"/>
                <a:cs typeface="Calibri"/>
              </a:rPr>
              <a:t>du</a:t>
            </a:r>
            <a:r>
              <a:rPr sz="1600" spc="45" dirty="0">
                <a:solidFill>
                  <a:srgbClr val="585858"/>
                </a:solidFill>
                <a:latin typeface="Calibri"/>
                <a:cs typeface="Calibri"/>
              </a:rPr>
              <a:t> </a:t>
            </a:r>
            <a:r>
              <a:rPr sz="1600" dirty="0">
                <a:solidFill>
                  <a:srgbClr val="585858"/>
                </a:solidFill>
                <a:latin typeface="Calibri"/>
                <a:cs typeface="Calibri"/>
              </a:rPr>
              <a:t>disque</a:t>
            </a:r>
            <a:r>
              <a:rPr sz="1600" spc="40" dirty="0">
                <a:solidFill>
                  <a:srgbClr val="585858"/>
                </a:solidFill>
                <a:latin typeface="Calibri"/>
                <a:cs typeface="Calibri"/>
              </a:rPr>
              <a:t> </a:t>
            </a:r>
            <a:r>
              <a:rPr sz="1600" dirty="0">
                <a:solidFill>
                  <a:srgbClr val="585858"/>
                </a:solidFill>
                <a:latin typeface="Calibri"/>
                <a:cs typeface="Calibri"/>
              </a:rPr>
              <a:t>dur</a:t>
            </a:r>
            <a:r>
              <a:rPr sz="1600" spc="20" dirty="0">
                <a:solidFill>
                  <a:srgbClr val="585858"/>
                </a:solidFill>
                <a:latin typeface="Calibri"/>
                <a:cs typeface="Calibri"/>
              </a:rPr>
              <a:t> </a:t>
            </a:r>
            <a:r>
              <a:rPr sz="1600" dirty="0">
                <a:solidFill>
                  <a:srgbClr val="585858"/>
                </a:solidFill>
                <a:latin typeface="Calibri"/>
                <a:cs typeface="Calibri"/>
              </a:rPr>
              <a:t>–</a:t>
            </a:r>
            <a:r>
              <a:rPr sz="1600" spc="35" dirty="0">
                <a:solidFill>
                  <a:srgbClr val="585858"/>
                </a:solidFill>
                <a:latin typeface="Calibri"/>
                <a:cs typeface="Calibri"/>
              </a:rPr>
              <a:t> </a:t>
            </a:r>
            <a:r>
              <a:rPr sz="1600" dirty="0">
                <a:solidFill>
                  <a:srgbClr val="585858"/>
                </a:solidFill>
                <a:latin typeface="Calibri"/>
                <a:cs typeface="Calibri"/>
              </a:rPr>
              <a:t>comme</a:t>
            </a:r>
            <a:r>
              <a:rPr sz="1600" spc="60" dirty="0">
                <a:solidFill>
                  <a:srgbClr val="585858"/>
                </a:solidFill>
                <a:latin typeface="Calibri"/>
                <a:cs typeface="Calibri"/>
              </a:rPr>
              <a:t> </a:t>
            </a:r>
            <a:r>
              <a:rPr sz="1600" dirty="0">
                <a:solidFill>
                  <a:srgbClr val="585858"/>
                </a:solidFill>
                <a:latin typeface="Calibri"/>
                <a:cs typeface="Calibri"/>
              </a:rPr>
              <a:t>s'il</a:t>
            </a:r>
            <a:r>
              <a:rPr sz="1600" spc="45" dirty="0">
                <a:solidFill>
                  <a:srgbClr val="585858"/>
                </a:solidFill>
                <a:latin typeface="Calibri"/>
                <a:cs typeface="Calibri"/>
              </a:rPr>
              <a:t> </a:t>
            </a:r>
            <a:r>
              <a:rPr sz="1600" dirty="0">
                <a:solidFill>
                  <a:srgbClr val="585858"/>
                </a:solidFill>
                <a:latin typeface="Calibri"/>
                <a:cs typeface="Calibri"/>
              </a:rPr>
              <a:t>s'agissait</a:t>
            </a:r>
            <a:r>
              <a:rPr sz="1600" spc="35" dirty="0">
                <a:solidFill>
                  <a:srgbClr val="585858"/>
                </a:solidFill>
                <a:latin typeface="Calibri"/>
                <a:cs typeface="Calibri"/>
              </a:rPr>
              <a:t> </a:t>
            </a:r>
            <a:r>
              <a:rPr sz="1600" dirty="0">
                <a:solidFill>
                  <a:srgbClr val="585858"/>
                </a:solidFill>
                <a:latin typeface="Calibri"/>
                <a:cs typeface="Calibri"/>
              </a:rPr>
              <a:t>de</a:t>
            </a:r>
            <a:r>
              <a:rPr sz="1600" spc="60" dirty="0">
                <a:solidFill>
                  <a:srgbClr val="585858"/>
                </a:solidFill>
                <a:latin typeface="Calibri"/>
                <a:cs typeface="Calibri"/>
              </a:rPr>
              <a:t> </a:t>
            </a:r>
            <a:r>
              <a:rPr sz="1600" dirty="0">
                <a:solidFill>
                  <a:srgbClr val="585858"/>
                </a:solidFill>
                <a:latin typeface="Calibri"/>
                <a:cs typeface="Calibri"/>
              </a:rPr>
              <a:t>RAM.</a:t>
            </a:r>
            <a:r>
              <a:rPr sz="1600" spc="35" dirty="0">
                <a:solidFill>
                  <a:srgbClr val="585858"/>
                </a:solidFill>
                <a:latin typeface="Calibri"/>
                <a:cs typeface="Calibri"/>
              </a:rPr>
              <a:t> </a:t>
            </a:r>
            <a:r>
              <a:rPr sz="1600" dirty="0">
                <a:solidFill>
                  <a:srgbClr val="585858"/>
                </a:solidFill>
                <a:latin typeface="Calibri"/>
                <a:cs typeface="Calibri"/>
              </a:rPr>
              <a:t>Cette</a:t>
            </a:r>
            <a:r>
              <a:rPr sz="1600" spc="35" dirty="0">
                <a:solidFill>
                  <a:srgbClr val="585858"/>
                </a:solidFill>
                <a:latin typeface="Calibri"/>
                <a:cs typeface="Calibri"/>
              </a:rPr>
              <a:t> </a:t>
            </a:r>
            <a:r>
              <a:rPr sz="1600" dirty="0">
                <a:solidFill>
                  <a:srgbClr val="585858"/>
                </a:solidFill>
                <a:latin typeface="Calibri"/>
                <a:cs typeface="Calibri"/>
              </a:rPr>
              <a:t>technique</a:t>
            </a:r>
            <a:r>
              <a:rPr sz="1600" spc="60" dirty="0">
                <a:solidFill>
                  <a:srgbClr val="585858"/>
                </a:solidFill>
                <a:latin typeface="Calibri"/>
                <a:cs typeface="Calibri"/>
              </a:rPr>
              <a:t> </a:t>
            </a:r>
            <a:r>
              <a:rPr sz="1600" dirty="0">
                <a:solidFill>
                  <a:srgbClr val="585858"/>
                </a:solidFill>
                <a:latin typeface="Calibri"/>
                <a:cs typeface="Calibri"/>
              </a:rPr>
              <a:t>est</a:t>
            </a:r>
            <a:r>
              <a:rPr sz="1600" spc="40" dirty="0">
                <a:solidFill>
                  <a:srgbClr val="585858"/>
                </a:solidFill>
                <a:latin typeface="Calibri"/>
                <a:cs typeface="Calibri"/>
              </a:rPr>
              <a:t> </a:t>
            </a:r>
            <a:r>
              <a:rPr sz="1600" dirty="0">
                <a:solidFill>
                  <a:srgbClr val="585858"/>
                </a:solidFill>
                <a:latin typeface="Calibri"/>
                <a:cs typeface="Calibri"/>
              </a:rPr>
              <a:t>connue</a:t>
            </a:r>
            <a:r>
              <a:rPr sz="1600" spc="30" dirty="0">
                <a:solidFill>
                  <a:srgbClr val="585858"/>
                </a:solidFill>
                <a:latin typeface="Calibri"/>
                <a:cs typeface="Calibri"/>
              </a:rPr>
              <a:t> </a:t>
            </a:r>
            <a:r>
              <a:rPr sz="1600" dirty="0">
                <a:solidFill>
                  <a:srgbClr val="585858"/>
                </a:solidFill>
                <a:latin typeface="Calibri"/>
                <a:cs typeface="Calibri"/>
              </a:rPr>
              <a:t>sous</a:t>
            </a:r>
            <a:r>
              <a:rPr sz="1600" spc="65" dirty="0">
                <a:solidFill>
                  <a:srgbClr val="585858"/>
                </a:solidFill>
                <a:latin typeface="Calibri"/>
                <a:cs typeface="Calibri"/>
              </a:rPr>
              <a:t> </a:t>
            </a:r>
            <a:r>
              <a:rPr sz="1600" spc="-25" dirty="0">
                <a:solidFill>
                  <a:srgbClr val="585858"/>
                </a:solidFill>
                <a:latin typeface="Calibri"/>
                <a:cs typeface="Calibri"/>
              </a:rPr>
              <a:t>le </a:t>
            </a:r>
            <a:r>
              <a:rPr sz="1600" dirty="0">
                <a:solidFill>
                  <a:srgbClr val="585858"/>
                </a:solidFill>
                <a:latin typeface="Calibri"/>
                <a:cs typeface="Calibri"/>
              </a:rPr>
              <a:t>nom</a:t>
            </a:r>
            <a:r>
              <a:rPr sz="1600" spc="-25" dirty="0">
                <a:solidFill>
                  <a:srgbClr val="585858"/>
                </a:solidFill>
                <a:latin typeface="Calibri"/>
                <a:cs typeface="Calibri"/>
              </a:rPr>
              <a:t> </a:t>
            </a:r>
            <a:r>
              <a:rPr sz="1600" dirty="0">
                <a:solidFill>
                  <a:srgbClr val="585858"/>
                </a:solidFill>
                <a:latin typeface="Calibri"/>
                <a:cs typeface="Calibri"/>
              </a:rPr>
              <a:t>générique</a:t>
            </a:r>
            <a:r>
              <a:rPr sz="1600" spc="-30" dirty="0">
                <a:solidFill>
                  <a:srgbClr val="585858"/>
                </a:solidFill>
                <a:latin typeface="Calibri"/>
                <a:cs typeface="Calibri"/>
              </a:rPr>
              <a:t> </a:t>
            </a:r>
            <a:r>
              <a:rPr sz="1600" dirty="0">
                <a:solidFill>
                  <a:srgbClr val="585858"/>
                </a:solidFill>
                <a:latin typeface="Calibri"/>
                <a:cs typeface="Calibri"/>
              </a:rPr>
              <a:t>de</a:t>
            </a:r>
            <a:r>
              <a:rPr sz="1600" spc="-20" dirty="0">
                <a:solidFill>
                  <a:srgbClr val="585858"/>
                </a:solidFill>
                <a:latin typeface="Calibri"/>
                <a:cs typeface="Calibri"/>
              </a:rPr>
              <a:t> </a:t>
            </a:r>
            <a:r>
              <a:rPr sz="1600" b="1" dirty="0">
                <a:solidFill>
                  <a:srgbClr val="585858"/>
                </a:solidFill>
                <a:latin typeface="Calibri"/>
                <a:cs typeface="Calibri"/>
              </a:rPr>
              <a:t>mémoire</a:t>
            </a:r>
            <a:r>
              <a:rPr sz="1600" b="1" spc="-45" dirty="0">
                <a:solidFill>
                  <a:srgbClr val="585858"/>
                </a:solidFill>
                <a:latin typeface="Calibri"/>
                <a:cs typeface="Calibri"/>
              </a:rPr>
              <a:t> </a:t>
            </a:r>
            <a:r>
              <a:rPr sz="1600" b="1" spc="-10" dirty="0">
                <a:solidFill>
                  <a:srgbClr val="585858"/>
                </a:solidFill>
                <a:latin typeface="Calibri"/>
                <a:cs typeface="Calibri"/>
              </a:rPr>
              <a:t>virtuelle</a:t>
            </a:r>
            <a:r>
              <a:rPr sz="1600" spc="-10" dirty="0">
                <a:solidFill>
                  <a:srgbClr val="585858"/>
                </a:solidFill>
                <a:latin typeface="Calibri"/>
                <a:cs typeface="Calibri"/>
              </a:rPr>
              <a:t>.</a:t>
            </a:r>
            <a:endParaRPr sz="1600" dirty="0">
              <a:latin typeface="Calibri"/>
              <a:cs typeface="Calibri"/>
            </a:endParaRPr>
          </a:p>
          <a:p>
            <a:pPr marL="12700" marR="7620" algn="just">
              <a:lnSpc>
                <a:spcPct val="200000"/>
              </a:lnSpc>
              <a:spcBef>
                <a:spcPts val="600"/>
              </a:spcBef>
            </a:pPr>
            <a:r>
              <a:rPr sz="1600" dirty="0">
                <a:solidFill>
                  <a:srgbClr val="585858"/>
                </a:solidFill>
                <a:latin typeface="Calibri"/>
                <a:cs typeface="Calibri"/>
              </a:rPr>
              <a:t>Dans</a:t>
            </a:r>
            <a:r>
              <a:rPr sz="1600" spc="-15" dirty="0">
                <a:solidFill>
                  <a:srgbClr val="585858"/>
                </a:solidFill>
                <a:latin typeface="Calibri"/>
                <a:cs typeface="Calibri"/>
              </a:rPr>
              <a:t> </a:t>
            </a:r>
            <a:r>
              <a:rPr sz="1600" dirty="0">
                <a:solidFill>
                  <a:srgbClr val="585858"/>
                </a:solidFill>
                <a:latin typeface="Calibri"/>
                <a:cs typeface="Calibri"/>
              </a:rPr>
              <a:t>Windows,</a:t>
            </a:r>
            <a:r>
              <a:rPr sz="1600" spc="-10" dirty="0">
                <a:solidFill>
                  <a:srgbClr val="585858"/>
                </a:solidFill>
                <a:latin typeface="Calibri"/>
                <a:cs typeface="Calibri"/>
              </a:rPr>
              <a:t> l'extension </a:t>
            </a:r>
            <a:r>
              <a:rPr sz="1600" dirty="0">
                <a:solidFill>
                  <a:srgbClr val="585858"/>
                </a:solidFill>
                <a:latin typeface="Calibri"/>
                <a:cs typeface="Calibri"/>
              </a:rPr>
              <a:t>mémoire</a:t>
            </a:r>
            <a:r>
              <a:rPr sz="1600" spc="-20" dirty="0">
                <a:solidFill>
                  <a:srgbClr val="585858"/>
                </a:solidFill>
                <a:latin typeface="Calibri"/>
                <a:cs typeface="Calibri"/>
              </a:rPr>
              <a:t> </a:t>
            </a:r>
            <a:r>
              <a:rPr sz="1600" dirty="0">
                <a:solidFill>
                  <a:srgbClr val="585858"/>
                </a:solidFill>
                <a:latin typeface="Calibri"/>
                <a:cs typeface="Calibri"/>
              </a:rPr>
              <a:t>sur</a:t>
            </a:r>
            <a:r>
              <a:rPr sz="1600" spc="10" dirty="0">
                <a:solidFill>
                  <a:srgbClr val="585858"/>
                </a:solidFill>
                <a:latin typeface="Calibri"/>
                <a:cs typeface="Calibri"/>
              </a:rPr>
              <a:t> </a:t>
            </a:r>
            <a:r>
              <a:rPr sz="1600" dirty="0">
                <a:solidFill>
                  <a:srgbClr val="585858"/>
                </a:solidFill>
                <a:latin typeface="Calibri"/>
                <a:cs typeface="Calibri"/>
              </a:rPr>
              <a:t>le</a:t>
            </a:r>
            <a:r>
              <a:rPr sz="1600" spc="-5" dirty="0">
                <a:solidFill>
                  <a:srgbClr val="585858"/>
                </a:solidFill>
                <a:latin typeface="Calibri"/>
                <a:cs typeface="Calibri"/>
              </a:rPr>
              <a:t> </a:t>
            </a:r>
            <a:r>
              <a:rPr sz="1600" dirty="0">
                <a:solidFill>
                  <a:srgbClr val="585858"/>
                </a:solidFill>
                <a:latin typeface="Calibri"/>
                <a:cs typeface="Calibri"/>
              </a:rPr>
              <a:t>disque se</a:t>
            </a:r>
            <a:r>
              <a:rPr sz="1600" spc="-5" dirty="0">
                <a:solidFill>
                  <a:srgbClr val="585858"/>
                </a:solidFill>
                <a:latin typeface="Calibri"/>
                <a:cs typeface="Calibri"/>
              </a:rPr>
              <a:t> </a:t>
            </a:r>
            <a:r>
              <a:rPr sz="1600" spc="-10" dirty="0">
                <a:solidFill>
                  <a:srgbClr val="585858"/>
                </a:solidFill>
                <a:latin typeface="Calibri"/>
                <a:cs typeface="Calibri"/>
              </a:rPr>
              <a:t>présente</a:t>
            </a:r>
            <a:r>
              <a:rPr sz="1600" spc="-20" dirty="0">
                <a:solidFill>
                  <a:srgbClr val="585858"/>
                </a:solidFill>
                <a:latin typeface="Calibri"/>
                <a:cs typeface="Calibri"/>
              </a:rPr>
              <a:t> </a:t>
            </a:r>
            <a:r>
              <a:rPr sz="1600" spc="-10" dirty="0">
                <a:solidFill>
                  <a:srgbClr val="585858"/>
                </a:solidFill>
                <a:latin typeface="Calibri"/>
                <a:cs typeface="Calibri"/>
              </a:rPr>
              <a:t>généralement</a:t>
            </a:r>
            <a:r>
              <a:rPr sz="1600" spc="-20" dirty="0">
                <a:solidFill>
                  <a:srgbClr val="585858"/>
                </a:solidFill>
                <a:latin typeface="Calibri"/>
                <a:cs typeface="Calibri"/>
              </a:rPr>
              <a:t> </a:t>
            </a:r>
            <a:r>
              <a:rPr sz="1600" dirty="0">
                <a:solidFill>
                  <a:srgbClr val="585858"/>
                </a:solidFill>
                <a:latin typeface="Calibri"/>
                <a:cs typeface="Calibri"/>
              </a:rPr>
              <a:t>sous</a:t>
            </a:r>
            <a:r>
              <a:rPr sz="1600" spc="5" dirty="0">
                <a:solidFill>
                  <a:srgbClr val="585858"/>
                </a:solidFill>
                <a:latin typeface="Calibri"/>
                <a:cs typeface="Calibri"/>
              </a:rPr>
              <a:t> </a:t>
            </a:r>
            <a:r>
              <a:rPr sz="1600" dirty="0">
                <a:solidFill>
                  <a:srgbClr val="585858"/>
                </a:solidFill>
                <a:latin typeface="Calibri"/>
                <a:cs typeface="Calibri"/>
              </a:rPr>
              <a:t>la</a:t>
            </a:r>
            <a:r>
              <a:rPr sz="1600" spc="-5" dirty="0">
                <a:solidFill>
                  <a:srgbClr val="585858"/>
                </a:solidFill>
                <a:latin typeface="Calibri"/>
                <a:cs typeface="Calibri"/>
              </a:rPr>
              <a:t> </a:t>
            </a:r>
            <a:r>
              <a:rPr sz="1600" dirty="0">
                <a:solidFill>
                  <a:srgbClr val="585858"/>
                </a:solidFill>
                <a:latin typeface="Calibri"/>
                <a:cs typeface="Calibri"/>
              </a:rPr>
              <a:t>forme</a:t>
            </a:r>
            <a:r>
              <a:rPr sz="1600" spc="-25" dirty="0">
                <a:solidFill>
                  <a:srgbClr val="585858"/>
                </a:solidFill>
                <a:latin typeface="Calibri"/>
                <a:cs typeface="Calibri"/>
              </a:rPr>
              <a:t> </a:t>
            </a:r>
            <a:r>
              <a:rPr sz="1600" dirty="0">
                <a:solidFill>
                  <a:srgbClr val="585858"/>
                </a:solidFill>
                <a:latin typeface="Calibri"/>
                <a:cs typeface="Calibri"/>
              </a:rPr>
              <a:t>d'un</a:t>
            </a:r>
            <a:r>
              <a:rPr sz="1600" spc="-10" dirty="0">
                <a:solidFill>
                  <a:srgbClr val="585858"/>
                </a:solidFill>
                <a:latin typeface="Calibri"/>
                <a:cs typeface="Calibri"/>
              </a:rPr>
              <a:t> </a:t>
            </a:r>
            <a:r>
              <a:rPr sz="1600" dirty="0">
                <a:solidFill>
                  <a:srgbClr val="585858"/>
                </a:solidFill>
                <a:latin typeface="Calibri"/>
                <a:cs typeface="Calibri"/>
              </a:rPr>
              <a:t>seul</a:t>
            </a:r>
            <a:r>
              <a:rPr sz="1600" spc="-35" dirty="0">
                <a:solidFill>
                  <a:srgbClr val="585858"/>
                </a:solidFill>
                <a:latin typeface="Calibri"/>
                <a:cs typeface="Calibri"/>
              </a:rPr>
              <a:t> </a:t>
            </a:r>
            <a:r>
              <a:rPr sz="1600" dirty="0">
                <a:solidFill>
                  <a:srgbClr val="585858"/>
                </a:solidFill>
                <a:latin typeface="Calibri"/>
                <a:cs typeface="Calibri"/>
              </a:rPr>
              <a:t>gros</a:t>
            </a:r>
            <a:r>
              <a:rPr sz="1600" spc="-20" dirty="0">
                <a:solidFill>
                  <a:srgbClr val="585858"/>
                </a:solidFill>
                <a:latin typeface="Calibri"/>
                <a:cs typeface="Calibri"/>
              </a:rPr>
              <a:t> </a:t>
            </a:r>
            <a:r>
              <a:rPr sz="1600" dirty="0">
                <a:solidFill>
                  <a:srgbClr val="585858"/>
                </a:solidFill>
                <a:latin typeface="Calibri"/>
                <a:cs typeface="Calibri"/>
              </a:rPr>
              <a:t>fichier</a:t>
            </a:r>
            <a:r>
              <a:rPr sz="1600" spc="-10" dirty="0">
                <a:solidFill>
                  <a:srgbClr val="585858"/>
                </a:solidFill>
                <a:latin typeface="Calibri"/>
                <a:cs typeface="Calibri"/>
              </a:rPr>
              <a:t> </a:t>
            </a:r>
            <a:r>
              <a:rPr sz="1600" dirty="0">
                <a:solidFill>
                  <a:srgbClr val="585858"/>
                </a:solidFill>
                <a:latin typeface="Calibri"/>
                <a:cs typeface="Calibri"/>
              </a:rPr>
              <a:t>caché,</a:t>
            </a:r>
            <a:r>
              <a:rPr sz="1600" spc="-10" dirty="0">
                <a:solidFill>
                  <a:srgbClr val="585858"/>
                </a:solidFill>
                <a:latin typeface="Calibri"/>
                <a:cs typeface="Calibri"/>
              </a:rPr>
              <a:t> </a:t>
            </a:r>
            <a:r>
              <a:rPr sz="1600" dirty="0">
                <a:solidFill>
                  <a:srgbClr val="585858"/>
                </a:solidFill>
                <a:latin typeface="Calibri"/>
                <a:cs typeface="Calibri"/>
              </a:rPr>
              <a:t>appelé </a:t>
            </a:r>
            <a:r>
              <a:rPr sz="1600" b="1" dirty="0">
                <a:solidFill>
                  <a:srgbClr val="585858"/>
                </a:solidFill>
                <a:latin typeface="Calibri"/>
                <a:cs typeface="Calibri"/>
              </a:rPr>
              <a:t>fichier</a:t>
            </a:r>
            <a:r>
              <a:rPr sz="1600" b="1" spc="-5" dirty="0">
                <a:solidFill>
                  <a:srgbClr val="585858"/>
                </a:solidFill>
                <a:latin typeface="Calibri"/>
                <a:cs typeface="Calibri"/>
              </a:rPr>
              <a:t> </a:t>
            </a:r>
            <a:r>
              <a:rPr sz="1600" b="1" dirty="0">
                <a:solidFill>
                  <a:srgbClr val="585858"/>
                </a:solidFill>
                <a:latin typeface="Calibri"/>
                <a:cs typeface="Calibri"/>
              </a:rPr>
              <a:t>d'échange</a:t>
            </a:r>
            <a:r>
              <a:rPr sz="1600" b="1" spc="-5" dirty="0">
                <a:solidFill>
                  <a:srgbClr val="585858"/>
                </a:solidFill>
                <a:latin typeface="Calibri"/>
                <a:cs typeface="Calibri"/>
              </a:rPr>
              <a:t> </a:t>
            </a:r>
            <a:r>
              <a:rPr sz="1600" dirty="0">
                <a:solidFill>
                  <a:srgbClr val="585858"/>
                </a:solidFill>
                <a:latin typeface="Calibri"/>
                <a:cs typeface="Calibri"/>
              </a:rPr>
              <a:t>ou</a:t>
            </a:r>
            <a:r>
              <a:rPr sz="1600" spc="-10" dirty="0">
                <a:solidFill>
                  <a:srgbClr val="585858"/>
                </a:solidFill>
                <a:latin typeface="Calibri"/>
                <a:cs typeface="Calibri"/>
              </a:rPr>
              <a:t> </a:t>
            </a:r>
            <a:r>
              <a:rPr sz="1600" b="1" dirty="0">
                <a:solidFill>
                  <a:srgbClr val="585858"/>
                </a:solidFill>
                <a:latin typeface="Calibri"/>
                <a:cs typeface="Calibri"/>
              </a:rPr>
              <a:t>fichier</a:t>
            </a:r>
            <a:r>
              <a:rPr sz="1600" b="1" spc="-20" dirty="0">
                <a:solidFill>
                  <a:srgbClr val="585858"/>
                </a:solidFill>
                <a:latin typeface="Calibri"/>
                <a:cs typeface="Calibri"/>
              </a:rPr>
              <a:t> </a:t>
            </a:r>
            <a:r>
              <a:rPr sz="1600" b="1" dirty="0">
                <a:solidFill>
                  <a:srgbClr val="585858"/>
                </a:solidFill>
                <a:latin typeface="Calibri"/>
                <a:cs typeface="Calibri"/>
              </a:rPr>
              <a:t>de</a:t>
            </a:r>
            <a:r>
              <a:rPr sz="1600" b="1" spc="-10" dirty="0">
                <a:solidFill>
                  <a:srgbClr val="585858"/>
                </a:solidFill>
                <a:latin typeface="Calibri"/>
                <a:cs typeface="Calibri"/>
              </a:rPr>
              <a:t> pagination</a:t>
            </a:r>
            <a:r>
              <a:rPr sz="1600" spc="-10" dirty="0">
                <a:solidFill>
                  <a:srgbClr val="585858"/>
                </a:solidFill>
                <a:latin typeface="Calibri"/>
                <a:cs typeface="Calibri"/>
              </a:rPr>
              <a:t>. </a:t>
            </a:r>
            <a:r>
              <a:rPr sz="1600" dirty="0">
                <a:solidFill>
                  <a:srgbClr val="585858"/>
                </a:solidFill>
                <a:latin typeface="Calibri"/>
                <a:cs typeface="Calibri"/>
              </a:rPr>
              <a:t>Son</a:t>
            </a:r>
            <a:r>
              <a:rPr sz="1600" spc="-20" dirty="0">
                <a:solidFill>
                  <a:srgbClr val="585858"/>
                </a:solidFill>
                <a:latin typeface="Calibri"/>
                <a:cs typeface="Calibri"/>
              </a:rPr>
              <a:t> </a:t>
            </a:r>
            <a:r>
              <a:rPr sz="1600" dirty="0">
                <a:solidFill>
                  <a:srgbClr val="585858"/>
                </a:solidFill>
                <a:latin typeface="Calibri"/>
                <a:cs typeface="Calibri"/>
              </a:rPr>
              <a:t>nom</a:t>
            </a:r>
            <a:r>
              <a:rPr sz="1600" spc="-10" dirty="0">
                <a:solidFill>
                  <a:srgbClr val="585858"/>
                </a:solidFill>
                <a:latin typeface="Calibri"/>
                <a:cs typeface="Calibri"/>
              </a:rPr>
              <a:t> </a:t>
            </a:r>
            <a:r>
              <a:rPr sz="1600" dirty="0">
                <a:solidFill>
                  <a:srgbClr val="585858"/>
                </a:solidFill>
                <a:latin typeface="Calibri"/>
                <a:cs typeface="Calibri"/>
              </a:rPr>
              <a:t>complet</a:t>
            </a:r>
            <a:r>
              <a:rPr sz="1600" spc="-5" dirty="0">
                <a:solidFill>
                  <a:srgbClr val="585858"/>
                </a:solidFill>
                <a:latin typeface="Calibri"/>
                <a:cs typeface="Calibri"/>
              </a:rPr>
              <a:t> </a:t>
            </a:r>
            <a:r>
              <a:rPr sz="1600" dirty="0">
                <a:solidFill>
                  <a:srgbClr val="585858"/>
                </a:solidFill>
                <a:latin typeface="Calibri"/>
                <a:cs typeface="Calibri"/>
              </a:rPr>
              <a:t>est</a:t>
            </a:r>
            <a:r>
              <a:rPr sz="1600" spc="-30" dirty="0">
                <a:solidFill>
                  <a:srgbClr val="585858"/>
                </a:solidFill>
                <a:latin typeface="Calibri"/>
                <a:cs typeface="Calibri"/>
              </a:rPr>
              <a:t> </a:t>
            </a:r>
            <a:r>
              <a:rPr sz="1600" b="1" spc="-10" dirty="0">
                <a:solidFill>
                  <a:srgbClr val="585858"/>
                </a:solidFill>
                <a:latin typeface="Calibri"/>
                <a:cs typeface="Calibri"/>
              </a:rPr>
              <a:t>pagefile.sys</a:t>
            </a:r>
            <a:r>
              <a:rPr sz="1600" spc="-10" dirty="0">
                <a:solidFill>
                  <a:srgbClr val="585858"/>
                </a:solidFill>
                <a:latin typeface="Calibri"/>
                <a:cs typeface="Calibri"/>
              </a:rPr>
              <a:t>,</a:t>
            </a:r>
            <a:r>
              <a:rPr sz="1600" spc="-20" dirty="0">
                <a:solidFill>
                  <a:srgbClr val="585858"/>
                </a:solidFill>
                <a:latin typeface="Calibri"/>
                <a:cs typeface="Calibri"/>
              </a:rPr>
              <a:t> </a:t>
            </a:r>
            <a:r>
              <a:rPr sz="1600" dirty="0">
                <a:solidFill>
                  <a:srgbClr val="585858"/>
                </a:solidFill>
                <a:latin typeface="Calibri"/>
                <a:cs typeface="Calibri"/>
              </a:rPr>
              <a:t>et</a:t>
            </a:r>
            <a:r>
              <a:rPr sz="1600" spc="-30" dirty="0">
                <a:solidFill>
                  <a:srgbClr val="585858"/>
                </a:solidFill>
                <a:latin typeface="Calibri"/>
                <a:cs typeface="Calibri"/>
              </a:rPr>
              <a:t> </a:t>
            </a:r>
            <a:r>
              <a:rPr sz="1600" dirty="0">
                <a:solidFill>
                  <a:srgbClr val="585858"/>
                </a:solidFill>
                <a:latin typeface="Calibri"/>
                <a:cs typeface="Calibri"/>
              </a:rPr>
              <a:t>il</a:t>
            </a:r>
            <a:r>
              <a:rPr sz="1600" spc="-25" dirty="0">
                <a:solidFill>
                  <a:srgbClr val="585858"/>
                </a:solidFill>
                <a:latin typeface="Calibri"/>
                <a:cs typeface="Calibri"/>
              </a:rPr>
              <a:t> </a:t>
            </a:r>
            <a:r>
              <a:rPr sz="1600" spc="-10" dirty="0">
                <a:solidFill>
                  <a:srgbClr val="585858"/>
                </a:solidFill>
                <a:latin typeface="Calibri"/>
                <a:cs typeface="Calibri"/>
              </a:rPr>
              <a:t>stocke</a:t>
            </a:r>
            <a:r>
              <a:rPr sz="1600" spc="-5" dirty="0">
                <a:solidFill>
                  <a:srgbClr val="585858"/>
                </a:solidFill>
                <a:latin typeface="Calibri"/>
                <a:cs typeface="Calibri"/>
              </a:rPr>
              <a:t> </a:t>
            </a:r>
            <a:r>
              <a:rPr sz="1600" dirty="0">
                <a:solidFill>
                  <a:srgbClr val="585858"/>
                </a:solidFill>
                <a:latin typeface="Calibri"/>
                <a:cs typeface="Calibri"/>
              </a:rPr>
              <a:t>au premier</a:t>
            </a:r>
            <a:r>
              <a:rPr sz="1600" spc="-30" dirty="0">
                <a:solidFill>
                  <a:srgbClr val="585858"/>
                </a:solidFill>
                <a:latin typeface="Calibri"/>
                <a:cs typeface="Calibri"/>
              </a:rPr>
              <a:t> </a:t>
            </a:r>
            <a:r>
              <a:rPr sz="1600" dirty="0">
                <a:solidFill>
                  <a:srgbClr val="585858"/>
                </a:solidFill>
                <a:latin typeface="Calibri"/>
                <a:cs typeface="Calibri"/>
              </a:rPr>
              <a:t>niveau</a:t>
            </a:r>
            <a:r>
              <a:rPr sz="1600" spc="-35" dirty="0">
                <a:solidFill>
                  <a:srgbClr val="585858"/>
                </a:solidFill>
                <a:latin typeface="Calibri"/>
                <a:cs typeface="Calibri"/>
              </a:rPr>
              <a:t> </a:t>
            </a:r>
            <a:r>
              <a:rPr sz="1600" dirty="0">
                <a:solidFill>
                  <a:srgbClr val="585858"/>
                </a:solidFill>
                <a:latin typeface="Calibri"/>
                <a:cs typeface="Calibri"/>
              </a:rPr>
              <a:t>du</a:t>
            </a:r>
            <a:r>
              <a:rPr sz="1600" spc="-15" dirty="0">
                <a:solidFill>
                  <a:srgbClr val="585858"/>
                </a:solidFill>
                <a:latin typeface="Calibri"/>
                <a:cs typeface="Calibri"/>
              </a:rPr>
              <a:t> </a:t>
            </a:r>
            <a:r>
              <a:rPr sz="1600" dirty="0">
                <a:solidFill>
                  <a:srgbClr val="585858"/>
                </a:solidFill>
                <a:latin typeface="Calibri"/>
                <a:cs typeface="Calibri"/>
              </a:rPr>
              <a:t>disque</a:t>
            </a:r>
            <a:r>
              <a:rPr sz="1600" spc="-10" dirty="0">
                <a:solidFill>
                  <a:srgbClr val="585858"/>
                </a:solidFill>
                <a:latin typeface="Calibri"/>
                <a:cs typeface="Calibri"/>
              </a:rPr>
              <a:t> </a:t>
            </a:r>
            <a:r>
              <a:rPr sz="1600" dirty="0">
                <a:solidFill>
                  <a:srgbClr val="585858"/>
                </a:solidFill>
                <a:latin typeface="Calibri"/>
                <a:cs typeface="Calibri"/>
              </a:rPr>
              <a:t>de</a:t>
            </a:r>
            <a:r>
              <a:rPr sz="1600" spc="-10" dirty="0">
                <a:solidFill>
                  <a:srgbClr val="585858"/>
                </a:solidFill>
                <a:latin typeface="Calibri"/>
                <a:cs typeface="Calibri"/>
              </a:rPr>
              <a:t> </a:t>
            </a:r>
            <a:r>
              <a:rPr sz="1600" dirty="0">
                <a:solidFill>
                  <a:srgbClr val="585858"/>
                </a:solidFill>
                <a:latin typeface="Calibri"/>
                <a:cs typeface="Calibri"/>
              </a:rPr>
              <a:t>Windows</a:t>
            </a:r>
            <a:r>
              <a:rPr sz="1600" spc="-20" dirty="0">
                <a:solidFill>
                  <a:srgbClr val="585858"/>
                </a:solidFill>
                <a:latin typeface="Calibri"/>
                <a:cs typeface="Calibri"/>
              </a:rPr>
              <a:t> </a:t>
            </a:r>
            <a:r>
              <a:rPr sz="1600" dirty="0">
                <a:solidFill>
                  <a:srgbClr val="585858"/>
                </a:solidFill>
                <a:latin typeface="Calibri"/>
                <a:cs typeface="Calibri"/>
              </a:rPr>
              <a:t>(C:\).</a:t>
            </a:r>
            <a:r>
              <a:rPr sz="1600" spc="-5" dirty="0">
                <a:solidFill>
                  <a:srgbClr val="585858"/>
                </a:solidFill>
                <a:latin typeface="Calibri"/>
                <a:cs typeface="Calibri"/>
              </a:rPr>
              <a:t> </a:t>
            </a:r>
            <a:r>
              <a:rPr sz="1600" dirty="0">
                <a:solidFill>
                  <a:srgbClr val="585858"/>
                </a:solidFill>
                <a:latin typeface="Calibri"/>
                <a:cs typeface="Calibri"/>
              </a:rPr>
              <a:t>Windows</a:t>
            </a:r>
            <a:r>
              <a:rPr sz="1600" spc="-20" dirty="0">
                <a:solidFill>
                  <a:srgbClr val="585858"/>
                </a:solidFill>
                <a:latin typeface="Calibri"/>
                <a:cs typeface="Calibri"/>
              </a:rPr>
              <a:t> </a:t>
            </a:r>
            <a:r>
              <a:rPr sz="1600" dirty="0">
                <a:solidFill>
                  <a:srgbClr val="585858"/>
                </a:solidFill>
                <a:latin typeface="Calibri"/>
                <a:cs typeface="Calibri"/>
              </a:rPr>
              <a:t>permet</a:t>
            </a:r>
            <a:r>
              <a:rPr sz="1600" spc="-25" dirty="0">
                <a:solidFill>
                  <a:srgbClr val="585858"/>
                </a:solidFill>
                <a:latin typeface="Calibri"/>
                <a:cs typeface="Calibri"/>
              </a:rPr>
              <a:t> </a:t>
            </a:r>
            <a:r>
              <a:rPr sz="1600" dirty="0">
                <a:solidFill>
                  <a:srgbClr val="585858"/>
                </a:solidFill>
                <a:latin typeface="Calibri"/>
                <a:cs typeface="Calibri"/>
              </a:rPr>
              <a:t>même</a:t>
            </a:r>
            <a:r>
              <a:rPr sz="1600" spc="-5" dirty="0">
                <a:solidFill>
                  <a:srgbClr val="585858"/>
                </a:solidFill>
                <a:latin typeface="Calibri"/>
                <a:cs typeface="Calibri"/>
              </a:rPr>
              <a:t> </a:t>
            </a:r>
            <a:r>
              <a:rPr sz="1600" dirty="0">
                <a:solidFill>
                  <a:srgbClr val="585858"/>
                </a:solidFill>
                <a:latin typeface="Calibri"/>
                <a:cs typeface="Calibri"/>
              </a:rPr>
              <a:t>de</a:t>
            </a:r>
            <a:r>
              <a:rPr sz="1600" spc="10" dirty="0">
                <a:solidFill>
                  <a:srgbClr val="585858"/>
                </a:solidFill>
                <a:latin typeface="Calibri"/>
                <a:cs typeface="Calibri"/>
              </a:rPr>
              <a:t> </a:t>
            </a:r>
            <a:r>
              <a:rPr sz="1600" dirty="0">
                <a:solidFill>
                  <a:srgbClr val="585858"/>
                </a:solidFill>
                <a:latin typeface="Calibri"/>
                <a:cs typeface="Calibri"/>
              </a:rPr>
              <a:t>créer</a:t>
            </a:r>
            <a:r>
              <a:rPr sz="1600" spc="-20" dirty="0">
                <a:solidFill>
                  <a:srgbClr val="585858"/>
                </a:solidFill>
                <a:latin typeface="Calibri"/>
                <a:cs typeface="Calibri"/>
              </a:rPr>
              <a:t> </a:t>
            </a:r>
            <a:r>
              <a:rPr sz="1600" dirty="0">
                <a:solidFill>
                  <a:srgbClr val="585858"/>
                </a:solidFill>
                <a:latin typeface="Calibri"/>
                <a:cs typeface="Calibri"/>
              </a:rPr>
              <a:t>un fichier</a:t>
            </a:r>
            <a:r>
              <a:rPr sz="1600" spc="-15" dirty="0">
                <a:solidFill>
                  <a:srgbClr val="585858"/>
                </a:solidFill>
                <a:latin typeface="Calibri"/>
                <a:cs typeface="Calibri"/>
              </a:rPr>
              <a:t> </a:t>
            </a:r>
            <a:r>
              <a:rPr sz="1600" dirty="0">
                <a:solidFill>
                  <a:srgbClr val="585858"/>
                </a:solidFill>
                <a:latin typeface="Calibri"/>
                <a:cs typeface="Calibri"/>
              </a:rPr>
              <a:t>d'échange</a:t>
            </a:r>
            <a:r>
              <a:rPr sz="1600" spc="-5" dirty="0">
                <a:solidFill>
                  <a:srgbClr val="585858"/>
                </a:solidFill>
                <a:latin typeface="Calibri"/>
                <a:cs typeface="Calibri"/>
              </a:rPr>
              <a:t> </a:t>
            </a:r>
            <a:r>
              <a:rPr sz="1600" dirty="0">
                <a:solidFill>
                  <a:srgbClr val="585858"/>
                </a:solidFill>
                <a:latin typeface="Calibri"/>
                <a:cs typeface="Calibri"/>
              </a:rPr>
              <a:t>sur</a:t>
            </a:r>
            <a:r>
              <a:rPr sz="1600" spc="-20" dirty="0">
                <a:solidFill>
                  <a:srgbClr val="585858"/>
                </a:solidFill>
                <a:latin typeface="Calibri"/>
                <a:cs typeface="Calibri"/>
              </a:rPr>
              <a:t> </a:t>
            </a:r>
            <a:r>
              <a:rPr sz="1600" dirty="0">
                <a:solidFill>
                  <a:srgbClr val="585858"/>
                </a:solidFill>
                <a:latin typeface="Calibri"/>
                <a:cs typeface="Calibri"/>
              </a:rPr>
              <a:t>chaque</a:t>
            </a:r>
            <a:r>
              <a:rPr sz="1600" spc="-10" dirty="0">
                <a:solidFill>
                  <a:srgbClr val="585858"/>
                </a:solidFill>
                <a:latin typeface="Calibri"/>
                <a:cs typeface="Calibri"/>
              </a:rPr>
              <a:t> </a:t>
            </a:r>
            <a:r>
              <a:rPr sz="1600" dirty="0">
                <a:solidFill>
                  <a:srgbClr val="585858"/>
                </a:solidFill>
                <a:latin typeface="Calibri"/>
                <a:cs typeface="Calibri"/>
              </a:rPr>
              <a:t>disque</a:t>
            </a:r>
            <a:r>
              <a:rPr sz="1600" spc="-5" dirty="0">
                <a:solidFill>
                  <a:srgbClr val="585858"/>
                </a:solidFill>
                <a:latin typeface="Calibri"/>
                <a:cs typeface="Calibri"/>
              </a:rPr>
              <a:t> </a:t>
            </a:r>
            <a:r>
              <a:rPr sz="1600" spc="-25" dirty="0">
                <a:solidFill>
                  <a:srgbClr val="585858"/>
                </a:solidFill>
                <a:latin typeface="Calibri"/>
                <a:cs typeface="Calibri"/>
              </a:rPr>
              <a:t>de </a:t>
            </a:r>
            <a:r>
              <a:rPr sz="1600" dirty="0">
                <a:solidFill>
                  <a:srgbClr val="585858"/>
                </a:solidFill>
                <a:latin typeface="Calibri"/>
                <a:cs typeface="Calibri"/>
              </a:rPr>
              <a:t>l'ordinateur</a:t>
            </a:r>
            <a:r>
              <a:rPr sz="1600" spc="25" dirty="0">
                <a:solidFill>
                  <a:srgbClr val="585858"/>
                </a:solidFill>
                <a:latin typeface="Calibri"/>
                <a:cs typeface="Calibri"/>
              </a:rPr>
              <a:t> </a:t>
            </a:r>
            <a:r>
              <a:rPr sz="1600" dirty="0">
                <a:solidFill>
                  <a:srgbClr val="585858"/>
                </a:solidFill>
                <a:latin typeface="Calibri"/>
                <a:cs typeface="Calibri"/>
              </a:rPr>
              <a:t>(sur</a:t>
            </a:r>
            <a:r>
              <a:rPr sz="1600" spc="40" dirty="0">
                <a:solidFill>
                  <a:srgbClr val="585858"/>
                </a:solidFill>
                <a:latin typeface="Calibri"/>
                <a:cs typeface="Calibri"/>
              </a:rPr>
              <a:t> </a:t>
            </a:r>
            <a:r>
              <a:rPr sz="1600" dirty="0">
                <a:solidFill>
                  <a:srgbClr val="585858"/>
                </a:solidFill>
                <a:latin typeface="Calibri"/>
                <a:cs typeface="Calibri"/>
              </a:rPr>
              <a:t>chaque</a:t>
            </a:r>
            <a:r>
              <a:rPr sz="1600" spc="35" dirty="0">
                <a:solidFill>
                  <a:srgbClr val="585858"/>
                </a:solidFill>
                <a:latin typeface="Calibri"/>
                <a:cs typeface="Calibri"/>
              </a:rPr>
              <a:t> </a:t>
            </a:r>
            <a:r>
              <a:rPr sz="1600" dirty="0">
                <a:solidFill>
                  <a:srgbClr val="585858"/>
                </a:solidFill>
                <a:latin typeface="Calibri"/>
                <a:cs typeface="Calibri"/>
              </a:rPr>
              <a:t>partition,</a:t>
            </a:r>
            <a:r>
              <a:rPr sz="1600" spc="50" dirty="0">
                <a:solidFill>
                  <a:srgbClr val="585858"/>
                </a:solidFill>
                <a:latin typeface="Calibri"/>
                <a:cs typeface="Calibri"/>
              </a:rPr>
              <a:t> </a:t>
            </a:r>
            <a:r>
              <a:rPr sz="1600" dirty="0">
                <a:solidFill>
                  <a:srgbClr val="585858"/>
                </a:solidFill>
                <a:latin typeface="Calibri"/>
                <a:cs typeface="Calibri"/>
              </a:rPr>
              <a:t>pour</a:t>
            </a:r>
            <a:r>
              <a:rPr sz="1600" spc="20" dirty="0">
                <a:solidFill>
                  <a:srgbClr val="585858"/>
                </a:solidFill>
                <a:latin typeface="Calibri"/>
                <a:cs typeface="Calibri"/>
              </a:rPr>
              <a:t> </a:t>
            </a:r>
            <a:r>
              <a:rPr sz="1600" dirty="0">
                <a:solidFill>
                  <a:srgbClr val="585858"/>
                </a:solidFill>
                <a:latin typeface="Calibri"/>
                <a:cs typeface="Calibri"/>
              </a:rPr>
              <a:t>être</a:t>
            </a:r>
            <a:r>
              <a:rPr sz="1600" spc="60" dirty="0">
                <a:solidFill>
                  <a:srgbClr val="585858"/>
                </a:solidFill>
                <a:latin typeface="Calibri"/>
                <a:cs typeface="Calibri"/>
              </a:rPr>
              <a:t> </a:t>
            </a:r>
            <a:r>
              <a:rPr sz="1600" dirty="0">
                <a:solidFill>
                  <a:srgbClr val="585858"/>
                </a:solidFill>
                <a:latin typeface="Calibri"/>
                <a:cs typeface="Calibri"/>
              </a:rPr>
              <a:t>exact).</a:t>
            </a:r>
            <a:r>
              <a:rPr sz="1600" spc="35" dirty="0">
                <a:solidFill>
                  <a:srgbClr val="585858"/>
                </a:solidFill>
                <a:latin typeface="Calibri"/>
                <a:cs typeface="Calibri"/>
              </a:rPr>
              <a:t> </a:t>
            </a:r>
            <a:r>
              <a:rPr sz="1600" dirty="0">
                <a:solidFill>
                  <a:srgbClr val="585858"/>
                </a:solidFill>
                <a:latin typeface="Calibri"/>
                <a:cs typeface="Calibri"/>
              </a:rPr>
              <a:t>Un</a:t>
            </a:r>
            <a:r>
              <a:rPr sz="1600" spc="30" dirty="0">
                <a:solidFill>
                  <a:srgbClr val="585858"/>
                </a:solidFill>
                <a:latin typeface="Calibri"/>
                <a:cs typeface="Calibri"/>
              </a:rPr>
              <a:t> </a:t>
            </a:r>
            <a:r>
              <a:rPr sz="1600" dirty="0">
                <a:solidFill>
                  <a:srgbClr val="585858"/>
                </a:solidFill>
                <a:latin typeface="Calibri"/>
                <a:cs typeface="Calibri"/>
              </a:rPr>
              <a:t>exemple</a:t>
            </a:r>
            <a:r>
              <a:rPr sz="1600" spc="30" dirty="0">
                <a:solidFill>
                  <a:srgbClr val="585858"/>
                </a:solidFill>
                <a:latin typeface="Calibri"/>
                <a:cs typeface="Calibri"/>
              </a:rPr>
              <a:t> </a:t>
            </a:r>
            <a:r>
              <a:rPr sz="1600" dirty="0">
                <a:solidFill>
                  <a:srgbClr val="585858"/>
                </a:solidFill>
                <a:latin typeface="Calibri"/>
                <a:cs typeface="Calibri"/>
              </a:rPr>
              <a:t>:</a:t>
            </a:r>
            <a:r>
              <a:rPr sz="1600" spc="45" dirty="0">
                <a:solidFill>
                  <a:srgbClr val="585858"/>
                </a:solidFill>
                <a:latin typeface="Calibri"/>
                <a:cs typeface="Calibri"/>
              </a:rPr>
              <a:t> </a:t>
            </a:r>
            <a:r>
              <a:rPr sz="1600" dirty="0">
                <a:solidFill>
                  <a:srgbClr val="585858"/>
                </a:solidFill>
                <a:latin typeface="Calibri"/>
                <a:cs typeface="Calibri"/>
              </a:rPr>
              <a:t>avec</a:t>
            </a:r>
            <a:r>
              <a:rPr sz="1600" spc="35" dirty="0">
                <a:solidFill>
                  <a:srgbClr val="585858"/>
                </a:solidFill>
                <a:latin typeface="Calibri"/>
                <a:cs typeface="Calibri"/>
              </a:rPr>
              <a:t> </a:t>
            </a:r>
            <a:r>
              <a:rPr sz="1600" dirty="0">
                <a:solidFill>
                  <a:srgbClr val="585858"/>
                </a:solidFill>
                <a:latin typeface="Calibri"/>
                <a:cs typeface="Calibri"/>
              </a:rPr>
              <a:t>une</a:t>
            </a:r>
            <a:r>
              <a:rPr sz="1600" spc="35" dirty="0">
                <a:solidFill>
                  <a:srgbClr val="585858"/>
                </a:solidFill>
                <a:latin typeface="Calibri"/>
                <a:cs typeface="Calibri"/>
              </a:rPr>
              <a:t> </a:t>
            </a:r>
            <a:r>
              <a:rPr sz="1600" dirty="0">
                <a:solidFill>
                  <a:srgbClr val="585858"/>
                </a:solidFill>
                <a:latin typeface="Calibri"/>
                <a:cs typeface="Calibri"/>
              </a:rPr>
              <a:t>Ram</a:t>
            </a:r>
            <a:r>
              <a:rPr sz="1600" spc="30" dirty="0">
                <a:solidFill>
                  <a:srgbClr val="585858"/>
                </a:solidFill>
                <a:latin typeface="Calibri"/>
                <a:cs typeface="Calibri"/>
              </a:rPr>
              <a:t> </a:t>
            </a:r>
            <a:r>
              <a:rPr sz="1600" dirty="0">
                <a:solidFill>
                  <a:srgbClr val="585858"/>
                </a:solidFill>
                <a:latin typeface="Calibri"/>
                <a:cs typeface="Calibri"/>
              </a:rPr>
              <a:t>de</a:t>
            </a:r>
            <a:r>
              <a:rPr sz="1600" spc="35" dirty="0">
                <a:solidFill>
                  <a:srgbClr val="585858"/>
                </a:solidFill>
                <a:latin typeface="Calibri"/>
                <a:cs typeface="Calibri"/>
              </a:rPr>
              <a:t> </a:t>
            </a:r>
            <a:r>
              <a:rPr sz="1600" dirty="0">
                <a:solidFill>
                  <a:srgbClr val="585858"/>
                </a:solidFill>
                <a:latin typeface="Calibri"/>
                <a:cs typeface="Calibri"/>
              </a:rPr>
              <a:t>4</a:t>
            </a:r>
            <a:r>
              <a:rPr sz="1600" spc="25" dirty="0">
                <a:solidFill>
                  <a:srgbClr val="585858"/>
                </a:solidFill>
                <a:latin typeface="Calibri"/>
                <a:cs typeface="Calibri"/>
              </a:rPr>
              <a:t> </a:t>
            </a:r>
            <a:r>
              <a:rPr sz="1600" dirty="0">
                <a:solidFill>
                  <a:srgbClr val="585858"/>
                </a:solidFill>
                <a:latin typeface="Calibri"/>
                <a:cs typeface="Calibri"/>
              </a:rPr>
              <a:t>Go</a:t>
            </a:r>
            <a:r>
              <a:rPr sz="1600" spc="25" dirty="0">
                <a:solidFill>
                  <a:srgbClr val="585858"/>
                </a:solidFill>
                <a:latin typeface="Calibri"/>
                <a:cs typeface="Calibri"/>
              </a:rPr>
              <a:t> </a:t>
            </a:r>
            <a:r>
              <a:rPr sz="1600" dirty="0">
                <a:solidFill>
                  <a:srgbClr val="585858"/>
                </a:solidFill>
                <a:latin typeface="Calibri"/>
                <a:cs typeface="Calibri"/>
              </a:rPr>
              <a:t>et</a:t>
            </a:r>
            <a:r>
              <a:rPr sz="1600" spc="40" dirty="0">
                <a:solidFill>
                  <a:srgbClr val="585858"/>
                </a:solidFill>
                <a:latin typeface="Calibri"/>
                <a:cs typeface="Calibri"/>
              </a:rPr>
              <a:t> </a:t>
            </a:r>
            <a:r>
              <a:rPr sz="1600" dirty="0">
                <a:solidFill>
                  <a:srgbClr val="585858"/>
                </a:solidFill>
                <a:latin typeface="Calibri"/>
                <a:cs typeface="Calibri"/>
              </a:rPr>
              <a:t>un</a:t>
            </a:r>
            <a:r>
              <a:rPr sz="1600" spc="25" dirty="0">
                <a:solidFill>
                  <a:srgbClr val="585858"/>
                </a:solidFill>
                <a:latin typeface="Calibri"/>
                <a:cs typeface="Calibri"/>
              </a:rPr>
              <a:t> </a:t>
            </a:r>
            <a:r>
              <a:rPr sz="1600" dirty="0">
                <a:solidFill>
                  <a:srgbClr val="585858"/>
                </a:solidFill>
                <a:latin typeface="Calibri"/>
                <a:cs typeface="Calibri"/>
              </a:rPr>
              <a:t>fichier</a:t>
            </a:r>
            <a:r>
              <a:rPr sz="1600" spc="25" dirty="0">
                <a:solidFill>
                  <a:srgbClr val="585858"/>
                </a:solidFill>
                <a:latin typeface="Calibri"/>
                <a:cs typeface="Calibri"/>
              </a:rPr>
              <a:t> </a:t>
            </a:r>
            <a:r>
              <a:rPr sz="1600" dirty="0">
                <a:solidFill>
                  <a:srgbClr val="585858"/>
                </a:solidFill>
                <a:latin typeface="Calibri"/>
                <a:cs typeface="Calibri"/>
              </a:rPr>
              <a:t>d'échange</a:t>
            </a:r>
            <a:r>
              <a:rPr sz="1600" spc="40" dirty="0">
                <a:solidFill>
                  <a:srgbClr val="585858"/>
                </a:solidFill>
                <a:latin typeface="Calibri"/>
                <a:cs typeface="Calibri"/>
              </a:rPr>
              <a:t> </a:t>
            </a:r>
            <a:r>
              <a:rPr sz="1600" dirty="0">
                <a:solidFill>
                  <a:srgbClr val="585858"/>
                </a:solidFill>
                <a:latin typeface="Calibri"/>
                <a:cs typeface="Calibri"/>
              </a:rPr>
              <a:t>de</a:t>
            </a:r>
            <a:r>
              <a:rPr sz="1600" spc="35" dirty="0">
                <a:solidFill>
                  <a:srgbClr val="585858"/>
                </a:solidFill>
                <a:latin typeface="Calibri"/>
                <a:cs typeface="Calibri"/>
              </a:rPr>
              <a:t> </a:t>
            </a:r>
            <a:r>
              <a:rPr sz="1600" dirty="0">
                <a:solidFill>
                  <a:srgbClr val="585858"/>
                </a:solidFill>
                <a:latin typeface="Calibri"/>
                <a:cs typeface="Calibri"/>
              </a:rPr>
              <a:t>6</a:t>
            </a:r>
            <a:r>
              <a:rPr sz="1600" spc="25" dirty="0">
                <a:solidFill>
                  <a:srgbClr val="585858"/>
                </a:solidFill>
                <a:latin typeface="Calibri"/>
                <a:cs typeface="Calibri"/>
              </a:rPr>
              <a:t> </a:t>
            </a:r>
            <a:r>
              <a:rPr sz="1600" dirty="0">
                <a:solidFill>
                  <a:srgbClr val="585858"/>
                </a:solidFill>
                <a:latin typeface="Calibri"/>
                <a:cs typeface="Calibri"/>
              </a:rPr>
              <a:t>Go</a:t>
            </a:r>
            <a:r>
              <a:rPr sz="1600" spc="25" dirty="0">
                <a:solidFill>
                  <a:srgbClr val="585858"/>
                </a:solidFill>
                <a:latin typeface="Calibri"/>
                <a:cs typeface="Calibri"/>
              </a:rPr>
              <a:t> </a:t>
            </a:r>
            <a:r>
              <a:rPr sz="1600" dirty="0">
                <a:solidFill>
                  <a:srgbClr val="585858"/>
                </a:solidFill>
                <a:latin typeface="Calibri"/>
                <a:cs typeface="Calibri"/>
              </a:rPr>
              <a:t>sur</a:t>
            </a:r>
            <a:r>
              <a:rPr sz="1600" spc="25" dirty="0">
                <a:solidFill>
                  <a:srgbClr val="585858"/>
                </a:solidFill>
                <a:latin typeface="Calibri"/>
                <a:cs typeface="Calibri"/>
              </a:rPr>
              <a:t> </a:t>
            </a:r>
            <a:r>
              <a:rPr sz="1600" dirty="0">
                <a:solidFill>
                  <a:srgbClr val="585858"/>
                </a:solidFill>
                <a:latin typeface="Calibri"/>
                <a:cs typeface="Calibri"/>
              </a:rPr>
              <a:t>C,</a:t>
            </a:r>
            <a:r>
              <a:rPr sz="1600" spc="45" dirty="0">
                <a:solidFill>
                  <a:srgbClr val="585858"/>
                </a:solidFill>
                <a:latin typeface="Calibri"/>
                <a:cs typeface="Calibri"/>
              </a:rPr>
              <a:t> </a:t>
            </a:r>
            <a:r>
              <a:rPr sz="1600" dirty="0">
                <a:solidFill>
                  <a:srgbClr val="585858"/>
                </a:solidFill>
                <a:latin typeface="Calibri"/>
                <a:cs typeface="Calibri"/>
              </a:rPr>
              <a:t>la</a:t>
            </a:r>
            <a:r>
              <a:rPr sz="1600" spc="35" dirty="0">
                <a:solidFill>
                  <a:srgbClr val="585858"/>
                </a:solidFill>
                <a:latin typeface="Calibri"/>
                <a:cs typeface="Calibri"/>
              </a:rPr>
              <a:t> </a:t>
            </a:r>
            <a:r>
              <a:rPr sz="1600" dirty="0">
                <a:solidFill>
                  <a:srgbClr val="585858"/>
                </a:solidFill>
                <a:latin typeface="Calibri"/>
                <a:cs typeface="Calibri"/>
              </a:rPr>
              <a:t>mémoire</a:t>
            </a:r>
            <a:r>
              <a:rPr sz="1600" spc="40" dirty="0">
                <a:solidFill>
                  <a:srgbClr val="585858"/>
                </a:solidFill>
                <a:latin typeface="Calibri"/>
                <a:cs typeface="Calibri"/>
              </a:rPr>
              <a:t> </a:t>
            </a:r>
            <a:r>
              <a:rPr sz="1600" dirty="0">
                <a:solidFill>
                  <a:srgbClr val="585858"/>
                </a:solidFill>
                <a:latin typeface="Calibri"/>
                <a:cs typeface="Calibri"/>
              </a:rPr>
              <a:t>virtuelle</a:t>
            </a:r>
            <a:r>
              <a:rPr sz="1600" spc="60" dirty="0">
                <a:solidFill>
                  <a:srgbClr val="585858"/>
                </a:solidFill>
                <a:latin typeface="Calibri"/>
                <a:cs typeface="Calibri"/>
              </a:rPr>
              <a:t> </a:t>
            </a:r>
            <a:r>
              <a:rPr sz="1600" dirty="0">
                <a:solidFill>
                  <a:srgbClr val="585858"/>
                </a:solidFill>
                <a:latin typeface="Calibri"/>
                <a:cs typeface="Calibri"/>
              </a:rPr>
              <a:t>totale</a:t>
            </a:r>
            <a:r>
              <a:rPr sz="1600" spc="35" dirty="0">
                <a:solidFill>
                  <a:srgbClr val="585858"/>
                </a:solidFill>
                <a:latin typeface="Calibri"/>
                <a:cs typeface="Calibri"/>
              </a:rPr>
              <a:t> </a:t>
            </a:r>
            <a:r>
              <a:rPr sz="1600" dirty="0">
                <a:solidFill>
                  <a:srgbClr val="585858"/>
                </a:solidFill>
                <a:latin typeface="Calibri"/>
                <a:cs typeface="Calibri"/>
              </a:rPr>
              <a:t>sera</a:t>
            </a:r>
            <a:r>
              <a:rPr sz="1600" spc="35" dirty="0">
                <a:solidFill>
                  <a:srgbClr val="585858"/>
                </a:solidFill>
                <a:latin typeface="Calibri"/>
                <a:cs typeface="Calibri"/>
              </a:rPr>
              <a:t> </a:t>
            </a:r>
            <a:r>
              <a:rPr sz="1600" dirty="0">
                <a:solidFill>
                  <a:srgbClr val="585858"/>
                </a:solidFill>
                <a:latin typeface="Calibri"/>
                <a:cs typeface="Calibri"/>
              </a:rPr>
              <a:t>donc</a:t>
            </a:r>
            <a:r>
              <a:rPr sz="1600" spc="55" dirty="0">
                <a:solidFill>
                  <a:srgbClr val="585858"/>
                </a:solidFill>
                <a:latin typeface="Calibri"/>
                <a:cs typeface="Calibri"/>
              </a:rPr>
              <a:t> </a:t>
            </a:r>
            <a:r>
              <a:rPr sz="1600" spc="-25" dirty="0">
                <a:solidFill>
                  <a:srgbClr val="585858"/>
                </a:solidFill>
                <a:latin typeface="Calibri"/>
                <a:cs typeface="Calibri"/>
              </a:rPr>
              <a:t>de </a:t>
            </a:r>
            <a:r>
              <a:rPr sz="1600" dirty="0">
                <a:solidFill>
                  <a:srgbClr val="585858"/>
                </a:solidFill>
                <a:latin typeface="Calibri"/>
                <a:cs typeface="Calibri"/>
              </a:rPr>
              <a:t>10</a:t>
            </a:r>
            <a:r>
              <a:rPr sz="1600" spc="5" dirty="0">
                <a:solidFill>
                  <a:srgbClr val="585858"/>
                </a:solidFill>
                <a:latin typeface="Calibri"/>
                <a:cs typeface="Calibri"/>
              </a:rPr>
              <a:t> </a:t>
            </a:r>
            <a:r>
              <a:rPr sz="1600" spc="-25" dirty="0">
                <a:solidFill>
                  <a:srgbClr val="585858"/>
                </a:solidFill>
                <a:latin typeface="Calibri"/>
                <a:cs typeface="Calibri"/>
              </a:rPr>
              <a:t>Go.</a:t>
            </a:r>
            <a:endParaRPr sz="1600" dirty="0">
              <a:latin typeface="Calibri"/>
              <a:cs typeface="Calibri"/>
            </a:endParaRPr>
          </a:p>
          <a:p>
            <a:pPr marL="12700" algn="just">
              <a:lnSpc>
                <a:spcPct val="100000"/>
              </a:lnSpc>
              <a:spcBef>
                <a:spcPts val="1320"/>
              </a:spcBef>
            </a:pPr>
            <a:r>
              <a:rPr sz="1200" spc="-10" dirty="0" smtClean="0">
                <a:solidFill>
                  <a:srgbClr val="585858"/>
                </a:solidFill>
                <a:latin typeface="Calibri"/>
                <a:cs typeface="Calibri"/>
              </a:rPr>
              <a:t>.</a:t>
            </a:r>
            <a:endParaRPr sz="1200" dirty="0">
              <a:latin typeface="Calibri"/>
              <a:cs typeface="Calibri"/>
            </a:endParaRPr>
          </a:p>
        </p:txBody>
      </p:sp>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24</a:t>
            </a:fld>
            <a:endParaRPr spc="-25" dirty="0"/>
          </a:p>
        </p:txBody>
      </p:sp>
      <p:sp>
        <p:nvSpPr>
          <p:cNvPr id="26"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Tree>
    <p:extLst>
      <p:ext uri="{BB962C8B-B14F-4D97-AF65-F5344CB8AC3E}">
        <p14:creationId xmlns:p14="http://schemas.microsoft.com/office/powerpoint/2010/main" val="1363258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9460" cy="6855459"/>
            <a:chOff x="0" y="17"/>
            <a:chExt cx="12189460" cy="6855459"/>
          </a:xfrm>
        </p:grpSpPr>
        <p:pic>
          <p:nvPicPr>
            <p:cNvPr id="3" name="object 3"/>
            <p:cNvPicPr/>
            <p:nvPr/>
          </p:nvPicPr>
          <p:blipFill>
            <a:blip r:embed="rId3" cstate="print"/>
            <a:stretch>
              <a:fillRect/>
            </a:stretch>
          </p:blipFill>
          <p:spPr>
            <a:xfrm>
              <a:off x="3048" y="17"/>
              <a:ext cx="12185903" cy="6855206"/>
            </a:xfrm>
            <a:prstGeom prst="rect">
              <a:avLst/>
            </a:prstGeom>
          </p:spPr>
        </p:pic>
        <p:sp>
          <p:nvSpPr>
            <p:cNvPr id="4" name="object 4"/>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grpSp>
      <p:sp>
        <p:nvSpPr>
          <p:cNvPr id="12" name="object 12"/>
          <p:cNvSpPr txBox="1"/>
          <p:nvPr/>
        </p:nvSpPr>
        <p:spPr>
          <a:xfrm>
            <a:off x="798982" y="3646864"/>
            <a:ext cx="5678018" cy="228268"/>
          </a:xfrm>
          <a:prstGeom prst="rect">
            <a:avLst/>
          </a:prstGeom>
        </p:spPr>
        <p:txBody>
          <a:bodyPr vert="horz" wrap="square" lIns="0" tIns="12700" rIns="0" bIns="0" rtlCol="0">
            <a:spAutoFit/>
          </a:bodyPr>
          <a:lstStyle/>
          <a:p>
            <a:pPr marL="12700">
              <a:lnSpc>
                <a:spcPct val="100000"/>
              </a:lnSpc>
              <a:spcBef>
                <a:spcPts val="100"/>
              </a:spcBef>
              <a:tabLst>
                <a:tab pos="2524760" algn="l"/>
              </a:tabLst>
            </a:pPr>
            <a:r>
              <a:rPr sz="1400" b="1" dirty="0">
                <a:solidFill>
                  <a:srgbClr val="585858"/>
                </a:solidFill>
                <a:latin typeface="Calibri"/>
                <a:cs typeface="Calibri"/>
              </a:rPr>
              <a:t>Ouvrez</a:t>
            </a:r>
            <a:r>
              <a:rPr sz="1400" b="1" spc="-45" dirty="0">
                <a:solidFill>
                  <a:srgbClr val="585858"/>
                </a:solidFill>
                <a:latin typeface="Calibri"/>
                <a:cs typeface="Calibri"/>
              </a:rPr>
              <a:t> </a:t>
            </a:r>
            <a:r>
              <a:rPr sz="1400" b="1" spc="-10" dirty="0">
                <a:solidFill>
                  <a:srgbClr val="585858"/>
                </a:solidFill>
                <a:latin typeface="Calibri"/>
                <a:cs typeface="Calibri"/>
              </a:rPr>
              <a:t>Exécuter</a:t>
            </a:r>
            <a:r>
              <a:rPr sz="1400" b="1" spc="-25" dirty="0">
                <a:solidFill>
                  <a:srgbClr val="585858"/>
                </a:solidFill>
                <a:latin typeface="Calibri"/>
                <a:cs typeface="Calibri"/>
              </a:rPr>
              <a:t> </a:t>
            </a:r>
            <a:r>
              <a:rPr sz="1400" b="1" i="1" dirty="0">
                <a:solidFill>
                  <a:srgbClr val="585858"/>
                </a:solidFill>
                <a:latin typeface="Calibri"/>
                <a:cs typeface="Calibri"/>
              </a:rPr>
              <a:t>(raccourci</a:t>
            </a:r>
            <a:r>
              <a:rPr sz="1400" b="1" i="1" spc="-70" dirty="0">
                <a:solidFill>
                  <a:srgbClr val="585858"/>
                </a:solidFill>
                <a:latin typeface="Calibri"/>
                <a:cs typeface="Calibri"/>
              </a:rPr>
              <a:t> </a:t>
            </a:r>
            <a:r>
              <a:rPr sz="1400" b="1" i="1" dirty="0">
                <a:solidFill>
                  <a:srgbClr val="585858"/>
                </a:solidFill>
                <a:latin typeface="Calibri"/>
                <a:cs typeface="Calibri"/>
              </a:rPr>
              <a:t>clavier</a:t>
            </a:r>
            <a:r>
              <a:rPr sz="1400" b="1" i="1" spc="-20" dirty="0">
                <a:solidFill>
                  <a:srgbClr val="585858"/>
                </a:solidFill>
                <a:latin typeface="Calibri"/>
                <a:cs typeface="Calibri"/>
              </a:rPr>
              <a:t> </a:t>
            </a:r>
            <a:r>
              <a:rPr sz="1400" b="1" i="1" spc="-50" dirty="0" smtClean="0">
                <a:solidFill>
                  <a:srgbClr val="585858"/>
                </a:solidFill>
                <a:latin typeface="Calibri"/>
                <a:cs typeface="Calibri"/>
              </a:rPr>
              <a:t>:</a:t>
            </a:r>
            <a:r>
              <a:rPr lang="fr-FR" sz="1400" b="1" i="1" spc="-50" dirty="0" smtClean="0">
                <a:solidFill>
                  <a:srgbClr val="585858"/>
                </a:solidFill>
                <a:latin typeface="Calibri"/>
                <a:cs typeface="Calibri"/>
              </a:rPr>
              <a:t>      </a:t>
            </a:r>
            <a:r>
              <a:rPr lang="fr-FR" sz="1400" b="1" i="1" dirty="0">
                <a:solidFill>
                  <a:srgbClr val="585858"/>
                </a:solidFill>
                <a:latin typeface="Calibri"/>
                <a:cs typeface="Calibri"/>
              </a:rPr>
              <a:t> </a:t>
            </a:r>
            <a:r>
              <a:rPr lang="fr-FR" sz="1400" b="1" i="1" dirty="0" smtClean="0">
                <a:solidFill>
                  <a:srgbClr val="585858"/>
                </a:solidFill>
                <a:latin typeface="Calibri"/>
                <a:cs typeface="Calibri"/>
              </a:rPr>
              <a:t>          </a:t>
            </a:r>
            <a:r>
              <a:rPr sz="1400" b="1" i="1" dirty="0" smtClean="0">
                <a:solidFill>
                  <a:srgbClr val="585858"/>
                </a:solidFill>
                <a:latin typeface="Calibri"/>
                <a:cs typeface="Calibri"/>
              </a:rPr>
              <a:t>+</a:t>
            </a:r>
            <a:r>
              <a:rPr sz="1400" b="1" i="1" spc="-5" dirty="0" smtClean="0">
                <a:solidFill>
                  <a:srgbClr val="585858"/>
                </a:solidFill>
                <a:latin typeface="Calibri"/>
                <a:cs typeface="Calibri"/>
              </a:rPr>
              <a:t> </a:t>
            </a:r>
            <a:r>
              <a:rPr sz="1400" b="1" i="1" dirty="0" smtClean="0">
                <a:solidFill>
                  <a:srgbClr val="585858"/>
                </a:solidFill>
                <a:latin typeface="Calibri"/>
                <a:cs typeface="Calibri"/>
              </a:rPr>
              <a:t>R</a:t>
            </a:r>
            <a:endParaRPr sz="1400" b="1" dirty="0">
              <a:latin typeface="Calibri"/>
              <a:cs typeface="Calibri"/>
            </a:endParaRPr>
          </a:p>
        </p:txBody>
      </p:sp>
      <p:sp>
        <p:nvSpPr>
          <p:cNvPr id="15" name="object 15"/>
          <p:cNvSpPr txBox="1"/>
          <p:nvPr/>
        </p:nvSpPr>
        <p:spPr>
          <a:xfrm>
            <a:off x="798982" y="1602105"/>
            <a:ext cx="10542905" cy="1411284"/>
          </a:xfrm>
          <a:prstGeom prst="rect">
            <a:avLst/>
          </a:prstGeom>
        </p:spPr>
        <p:txBody>
          <a:bodyPr vert="horz" wrap="square" lIns="0" tIns="13335" rIns="0" bIns="0" rtlCol="0">
            <a:spAutoFit/>
          </a:bodyPr>
          <a:lstStyle/>
          <a:p>
            <a:pPr marL="12700" algn="just">
              <a:lnSpc>
                <a:spcPct val="100000"/>
              </a:lnSpc>
              <a:spcBef>
                <a:spcPts val="1320"/>
              </a:spcBef>
            </a:pPr>
            <a:r>
              <a:rPr sz="1600" b="1" spc="-10" dirty="0" err="1" smtClean="0">
                <a:solidFill>
                  <a:srgbClr val="00B050"/>
                </a:solidFill>
                <a:latin typeface="Calibri"/>
                <a:cs typeface="Calibri"/>
              </a:rPr>
              <a:t>Tutoriel</a:t>
            </a:r>
            <a:r>
              <a:rPr sz="1600" b="1" spc="-25" dirty="0" smtClean="0">
                <a:solidFill>
                  <a:srgbClr val="00B050"/>
                </a:solidFill>
                <a:latin typeface="Calibri"/>
                <a:cs typeface="Calibri"/>
              </a:rPr>
              <a:t> </a:t>
            </a:r>
            <a:r>
              <a:rPr sz="1600" b="1" dirty="0">
                <a:solidFill>
                  <a:srgbClr val="00B050"/>
                </a:solidFill>
                <a:latin typeface="Calibri"/>
                <a:cs typeface="Calibri"/>
              </a:rPr>
              <a:t>de</a:t>
            </a:r>
            <a:r>
              <a:rPr sz="1600" b="1" spc="-20" dirty="0">
                <a:solidFill>
                  <a:srgbClr val="00B050"/>
                </a:solidFill>
                <a:latin typeface="Calibri"/>
                <a:cs typeface="Calibri"/>
              </a:rPr>
              <a:t> </a:t>
            </a:r>
            <a:r>
              <a:rPr sz="1600" b="1" dirty="0">
                <a:solidFill>
                  <a:srgbClr val="00B050"/>
                </a:solidFill>
                <a:latin typeface="Calibri"/>
                <a:cs typeface="Calibri"/>
              </a:rPr>
              <a:t>gestion</a:t>
            </a:r>
            <a:r>
              <a:rPr sz="1600" b="1" spc="10" dirty="0">
                <a:solidFill>
                  <a:srgbClr val="00B050"/>
                </a:solidFill>
                <a:latin typeface="Calibri"/>
                <a:cs typeface="Calibri"/>
              </a:rPr>
              <a:t> </a:t>
            </a:r>
            <a:r>
              <a:rPr sz="1600" b="1" dirty="0">
                <a:solidFill>
                  <a:srgbClr val="00B050"/>
                </a:solidFill>
                <a:latin typeface="Calibri"/>
                <a:cs typeface="Calibri"/>
              </a:rPr>
              <a:t>de</a:t>
            </a:r>
            <a:r>
              <a:rPr sz="1600" b="1" spc="-25" dirty="0">
                <a:solidFill>
                  <a:srgbClr val="00B050"/>
                </a:solidFill>
                <a:latin typeface="Calibri"/>
                <a:cs typeface="Calibri"/>
              </a:rPr>
              <a:t> </a:t>
            </a:r>
            <a:r>
              <a:rPr sz="1600" b="1" dirty="0">
                <a:solidFill>
                  <a:srgbClr val="00B050"/>
                </a:solidFill>
                <a:latin typeface="Calibri"/>
                <a:cs typeface="Calibri"/>
              </a:rPr>
              <a:t>la</a:t>
            </a:r>
            <a:r>
              <a:rPr sz="1600" b="1" spc="-30" dirty="0">
                <a:solidFill>
                  <a:srgbClr val="00B050"/>
                </a:solidFill>
                <a:latin typeface="Calibri"/>
                <a:cs typeface="Calibri"/>
              </a:rPr>
              <a:t> </a:t>
            </a:r>
            <a:r>
              <a:rPr sz="1600" b="1" dirty="0">
                <a:solidFill>
                  <a:srgbClr val="00B050"/>
                </a:solidFill>
                <a:latin typeface="Calibri"/>
                <a:cs typeface="Calibri"/>
              </a:rPr>
              <a:t>mémoire</a:t>
            </a:r>
            <a:r>
              <a:rPr sz="1600" b="1" spc="-40" dirty="0">
                <a:solidFill>
                  <a:srgbClr val="00B050"/>
                </a:solidFill>
                <a:latin typeface="Calibri"/>
                <a:cs typeface="Calibri"/>
              </a:rPr>
              <a:t> </a:t>
            </a:r>
            <a:r>
              <a:rPr sz="1600" b="1" dirty="0">
                <a:solidFill>
                  <a:srgbClr val="00B050"/>
                </a:solidFill>
                <a:latin typeface="Calibri"/>
                <a:cs typeface="Calibri"/>
              </a:rPr>
              <a:t>sous</a:t>
            </a:r>
            <a:r>
              <a:rPr sz="1600" b="1" spc="-15" dirty="0">
                <a:solidFill>
                  <a:srgbClr val="00B050"/>
                </a:solidFill>
                <a:latin typeface="Calibri"/>
                <a:cs typeface="Calibri"/>
              </a:rPr>
              <a:t> </a:t>
            </a:r>
            <a:r>
              <a:rPr sz="1600" b="1" dirty="0">
                <a:solidFill>
                  <a:srgbClr val="00B050"/>
                </a:solidFill>
                <a:latin typeface="Calibri"/>
                <a:cs typeface="Calibri"/>
              </a:rPr>
              <a:t>Windows</a:t>
            </a:r>
            <a:r>
              <a:rPr sz="1600" b="1" spc="-15" dirty="0">
                <a:solidFill>
                  <a:srgbClr val="00B050"/>
                </a:solidFill>
                <a:latin typeface="Calibri"/>
                <a:cs typeface="Calibri"/>
              </a:rPr>
              <a:t> </a:t>
            </a:r>
            <a:r>
              <a:rPr sz="1600" b="1" dirty="0">
                <a:solidFill>
                  <a:srgbClr val="00B050"/>
                </a:solidFill>
                <a:latin typeface="Calibri"/>
                <a:cs typeface="Calibri"/>
              </a:rPr>
              <a:t>10</a:t>
            </a:r>
            <a:r>
              <a:rPr sz="1600" b="1" spc="235" dirty="0">
                <a:solidFill>
                  <a:srgbClr val="00B050"/>
                </a:solidFill>
                <a:latin typeface="Calibri"/>
                <a:cs typeface="Calibri"/>
              </a:rPr>
              <a:t> </a:t>
            </a:r>
            <a:r>
              <a:rPr sz="1600" b="1" dirty="0">
                <a:solidFill>
                  <a:srgbClr val="00B050"/>
                </a:solidFill>
                <a:latin typeface="Calibri"/>
                <a:cs typeface="Calibri"/>
              </a:rPr>
              <a:t>:</a:t>
            </a:r>
            <a:r>
              <a:rPr sz="1600" b="1" spc="200" dirty="0">
                <a:solidFill>
                  <a:srgbClr val="00B050"/>
                </a:solidFill>
                <a:latin typeface="Calibri"/>
                <a:cs typeface="Calibri"/>
              </a:rPr>
              <a:t> </a:t>
            </a:r>
            <a:r>
              <a:rPr sz="1600" b="1" dirty="0">
                <a:solidFill>
                  <a:srgbClr val="585858"/>
                </a:solidFill>
                <a:latin typeface="Calibri"/>
                <a:cs typeface="Calibri"/>
              </a:rPr>
              <a:t>Comment</a:t>
            </a:r>
            <a:r>
              <a:rPr sz="1600" b="1" spc="-20" dirty="0">
                <a:solidFill>
                  <a:srgbClr val="585858"/>
                </a:solidFill>
                <a:latin typeface="Calibri"/>
                <a:cs typeface="Calibri"/>
              </a:rPr>
              <a:t> </a:t>
            </a:r>
            <a:r>
              <a:rPr sz="1600" b="1" dirty="0">
                <a:solidFill>
                  <a:srgbClr val="585858"/>
                </a:solidFill>
                <a:latin typeface="Calibri"/>
                <a:cs typeface="Calibri"/>
              </a:rPr>
              <a:t>rendre</a:t>
            </a:r>
            <a:r>
              <a:rPr sz="1600" b="1" spc="-20" dirty="0">
                <a:solidFill>
                  <a:srgbClr val="585858"/>
                </a:solidFill>
                <a:latin typeface="Calibri"/>
                <a:cs typeface="Calibri"/>
              </a:rPr>
              <a:t> </a:t>
            </a:r>
            <a:r>
              <a:rPr sz="1600" b="1" dirty="0">
                <a:solidFill>
                  <a:srgbClr val="585858"/>
                </a:solidFill>
                <a:latin typeface="Calibri"/>
                <a:cs typeface="Calibri"/>
              </a:rPr>
              <a:t>Windows</a:t>
            </a:r>
            <a:r>
              <a:rPr sz="1600" b="1" spc="-15" dirty="0">
                <a:solidFill>
                  <a:srgbClr val="585858"/>
                </a:solidFill>
                <a:latin typeface="Calibri"/>
                <a:cs typeface="Calibri"/>
              </a:rPr>
              <a:t> </a:t>
            </a:r>
            <a:r>
              <a:rPr sz="1600" b="1" dirty="0">
                <a:solidFill>
                  <a:srgbClr val="585858"/>
                </a:solidFill>
                <a:latin typeface="Calibri"/>
                <a:cs typeface="Calibri"/>
              </a:rPr>
              <a:t>plus</a:t>
            </a:r>
            <a:r>
              <a:rPr sz="1600" b="1" spc="-15" dirty="0">
                <a:solidFill>
                  <a:srgbClr val="585858"/>
                </a:solidFill>
                <a:latin typeface="Calibri"/>
                <a:cs typeface="Calibri"/>
              </a:rPr>
              <a:t> </a:t>
            </a:r>
            <a:r>
              <a:rPr sz="1600" b="1" spc="-10" dirty="0">
                <a:solidFill>
                  <a:srgbClr val="585858"/>
                </a:solidFill>
                <a:latin typeface="Calibri"/>
                <a:cs typeface="Calibri"/>
              </a:rPr>
              <a:t>rapide?</a:t>
            </a:r>
            <a:endParaRPr sz="1600" dirty="0">
              <a:latin typeface="Calibri"/>
              <a:cs typeface="Calibri"/>
            </a:endParaRPr>
          </a:p>
          <a:p>
            <a:pPr marL="12700" algn="just">
              <a:lnSpc>
                <a:spcPct val="200000"/>
              </a:lnSpc>
              <a:spcBef>
                <a:spcPts val="1320"/>
              </a:spcBef>
            </a:pPr>
            <a:r>
              <a:rPr sz="1600" dirty="0">
                <a:solidFill>
                  <a:srgbClr val="585858"/>
                </a:solidFill>
                <a:latin typeface="Calibri"/>
                <a:cs typeface="Calibri"/>
              </a:rPr>
              <a:t>Pour</a:t>
            </a:r>
            <a:r>
              <a:rPr sz="1600" spc="114" dirty="0">
                <a:solidFill>
                  <a:srgbClr val="585858"/>
                </a:solidFill>
                <a:latin typeface="Calibri"/>
                <a:cs typeface="Calibri"/>
              </a:rPr>
              <a:t>  </a:t>
            </a:r>
            <a:r>
              <a:rPr sz="1600" dirty="0">
                <a:solidFill>
                  <a:srgbClr val="585858"/>
                </a:solidFill>
                <a:latin typeface="Calibri"/>
                <a:cs typeface="Calibri"/>
              </a:rPr>
              <a:t>augmenter</a:t>
            </a:r>
            <a:r>
              <a:rPr sz="1600" spc="120" dirty="0">
                <a:solidFill>
                  <a:srgbClr val="585858"/>
                </a:solidFill>
                <a:latin typeface="Calibri"/>
                <a:cs typeface="Calibri"/>
              </a:rPr>
              <a:t>  </a:t>
            </a:r>
            <a:r>
              <a:rPr sz="1600" dirty="0">
                <a:solidFill>
                  <a:srgbClr val="585858"/>
                </a:solidFill>
                <a:latin typeface="Calibri"/>
                <a:cs typeface="Calibri"/>
              </a:rPr>
              <a:t>la</a:t>
            </a:r>
            <a:r>
              <a:rPr sz="1600" spc="125" dirty="0">
                <a:solidFill>
                  <a:srgbClr val="585858"/>
                </a:solidFill>
                <a:latin typeface="Calibri"/>
                <a:cs typeface="Calibri"/>
              </a:rPr>
              <a:t>  </a:t>
            </a:r>
            <a:r>
              <a:rPr sz="1600" dirty="0">
                <a:solidFill>
                  <a:srgbClr val="585858"/>
                </a:solidFill>
                <a:latin typeface="Calibri"/>
                <a:cs typeface="Calibri"/>
              </a:rPr>
              <a:t>taille</a:t>
            </a:r>
            <a:r>
              <a:rPr sz="1600" spc="125" dirty="0">
                <a:solidFill>
                  <a:srgbClr val="585858"/>
                </a:solidFill>
                <a:latin typeface="Calibri"/>
                <a:cs typeface="Calibri"/>
              </a:rPr>
              <a:t>  </a:t>
            </a:r>
            <a:r>
              <a:rPr sz="1600" dirty="0">
                <a:solidFill>
                  <a:srgbClr val="585858"/>
                </a:solidFill>
                <a:latin typeface="Calibri"/>
                <a:cs typeface="Calibri"/>
              </a:rPr>
              <a:t>de</a:t>
            </a:r>
            <a:r>
              <a:rPr sz="1600" spc="135" dirty="0">
                <a:solidFill>
                  <a:srgbClr val="585858"/>
                </a:solidFill>
                <a:latin typeface="Calibri"/>
                <a:cs typeface="Calibri"/>
              </a:rPr>
              <a:t>  </a:t>
            </a:r>
            <a:r>
              <a:rPr sz="1600" dirty="0">
                <a:solidFill>
                  <a:srgbClr val="585858"/>
                </a:solidFill>
                <a:latin typeface="Calibri"/>
                <a:cs typeface="Calibri"/>
              </a:rPr>
              <a:t>la</a:t>
            </a:r>
            <a:r>
              <a:rPr sz="1600" spc="120" dirty="0">
                <a:solidFill>
                  <a:srgbClr val="585858"/>
                </a:solidFill>
                <a:latin typeface="Calibri"/>
                <a:cs typeface="Calibri"/>
              </a:rPr>
              <a:t>  </a:t>
            </a:r>
            <a:r>
              <a:rPr sz="1600" dirty="0">
                <a:solidFill>
                  <a:srgbClr val="585858"/>
                </a:solidFill>
                <a:latin typeface="Calibri"/>
                <a:cs typeface="Calibri"/>
              </a:rPr>
              <a:t>mémoire</a:t>
            </a:r>
            <a:r>
              <a:rPr sz="1600" spc="130" dirty="0">
                <a:solidFill>
                  <a:srgbClr val="585858"/>
                </a:solidFill>
                <a:latin typeface="Calibri"/>
                <a:cs typeface="Calibri"/>
              </a:rPr>
              <a:t>  </a:t>
            </a:r>
            <a:r>
              <a:rPr sz="1600" dirty="0">
                <a:solidFill>
                  <a:srgbClr val="585858"/>
                </a:solidFill>
                <a:latin typeface="Calibri"/>
                <a:cs typeface="Calibri"/>
              </a:rPr>
              <a:t>virtuelle</a:t>
            </a:r>
            <a:r>
              <a:rPr sz="1600" spc="125" dirty="0">
                <a:solidFill>
                  <a:srgbClr val="585858"/>
                </a:solidFill>
                <a:latin typeface="Calibri"/>
                <a:cs typeface="Calibri"/>
              </a:rPr>
              <a:t>  </a:t>
            </a:r>
            <a:r>
              <a:rPr sz="1600" i="1" dirty="0">
                <a:solidFill>
                  <a:srgbClr val="585858"/>
                </a:solidFill>
                <a:latin typeface="Calibri"/>
                <a:cs typeface="Calibri"/>
              </a:rPr>
              <a:t>(on</a:t>
            </a:r>
            <a:r>
              <a:rPr sz="1600" i="1" spc="125" dirty="0">
                <a:solidFill>
                  <a:srgbClr val="585858"/>
                </a:solidFill>
                <a:latin typeface="Calibri"/>
                <a:cs typeface="Calibri"/>
              </a:rPr>
              <a:t>  </a:t>
            </a:r>
            <a:r>
              <a:rPr sz="1600" i="1" dirty="0">
                <a:solidFill>
                  <a:srgbClr val="585858"/>
                </a:solidFill>
                <a:latin typeface="Calibri"/>
                <a:cs typeface="Calibri"/>
              </a:rPr>
              <a:t>peut</a:t>
            </a:r>
            <a:r>
              <a:rPr sz="1600" i="1" spc="114" dirty="0">
                <a:solidFill>
                  <a:srgbClr val="585858"/>
                </a:solidFill>
                <a:latin typeface="Calibri"/>
                <a:cs typeface="Calibri"/>
              </a:rPr>
              <a:t>  </a:t>
            </a:r>
            <a:r>
              <a:rPr sz="1600" i="1" dirty="0">
                <a:solidFill>
                  <a:srgbClr val="585858"/>
                </a:solidFill>
                <a:latin typeface="Calibri"/>
                <a:cs typeface="Calibri"/>
              </a:rPr>
              <a:t>dire</a:t>
            </a:r>
            <a:r>
              <a:rPr sz="1600" i="1" spc="125" dirty="0">
                <a:solidFill>
                  <a:srgbClr val="585858"/>
                </a:solidFill>
                <a:latin typeface="Calibri"/>
                <a:cs typeface="Calibri"/>
              </a:rPr>
              <a:t>  </a:t>
            </a:r>
            <a:r>
              <a:rPr sz="1600" i="1" dirty="0">
                <a:solidFill>
                  <a:srgbClr val="585858"/>
                </a:solidFill>
                <a:latin typeface="Calibri"/>
                <a:cs typeface="Calibri"/>
              </a:rPr>
              <a:t>Swap)</a:t>
            </a:r>
            <a:r>
              <a:rPr sz="1600" i="1" spc="120" dirty="0">
                <a:solidFill>
                  <a:srgbClr val="585858"/>
                </a:solidFill>
                <a:latin typeface="Calibri"/>
                <a:cs typeface="Calibri"/>
              </a:rPr>
              <a:t>  </a:t>
            </a:r>
            <a:r>
              <a:rPr sz="1600" dirty="0">
                <a:solidFill>
                  <a:srgbClr val="585858"/>
                </a:solidFill>
                <a:latin typeface="Calibri"/>
                <a:cs typeface="Calibri"/>
              </a:rPr>
              <a:t>de</a:t>
            </a:r>
            <a:r>
              <a:rPr sz="1600" spc="125" dirty="0">
                <a:solidFill>
                  <a:srgbClr val="585858"/>
                </a:solidFill>
                <a:latin typeface="Calibri"/>
                <a:cs typeface="Calibri"/>
              </a:rPr>
              <a:t>  </a:t>
            </a:r>
            <a:r>
              <a:rPr sz="1600" dirty="0">
                <a:solidFill>
                  <a:srgbClr val="585858"/>
                </a:solidFill>
                <a:latin typeface="Calibri"/>
                <a:cs typeface="Calibri"/>
              </a:rPr>
              <a:t>Windows</a:t>
            </a:r>
            <a:r>
              <a:rPr sz="1600" spc="130" dirty="0">
                <a:solidFill>
                  <a:srgbClr val="585858"/>
                </a:solidFill>
                <a:latin typeface="Calibri"/>
                <a:cs typeface="Calibri"/>
              </a:rPr>
              <a:t>  </a:t>
            </a:r>
            <a:r>
              <a:rPr sz="1600" dirty="0">
                <a:solidFill>
                  <a:srgbClr val="585858"/>
                </a:solidFill>
                <a:latin typeface="Calibri"/>
                <a:cs typeface="Calibri"/>
              </a:rPr>
              <a:t>nous</a:t>
            </a:r>
            <a:r>
              <a:rPr sz="1600" spc="125" dirty="0">
                <a:solidFill>
                  <a:srgbClr val="585858"/>
                </a:solidFill>
                <a:latin typeface="Calibri"/>
                <a:cs typeface="Calibri"/>
              </a:rPr>
              <a:t>  </a:t>
            </a:r>
            <a:r>
              <a:rPr sz="1600" dirty="0">
                <a:solidFill>
                  <a:srgbClr val="585858"/>
                </a:solidFill>
                <a:latin typeface="Calibri"/>
                <a:cs typeface="Calibri"/>
              </a:rPr>
              <a:t>allons</a:t>
            </a:r>
            <a:r>
              <a:rPr sz="1600" spc="130" dirty="0">
                <a:solidFill>
                  <a:srgbClr val="585858"/>
                </a:solidFill>
                <a:latin typeface="Calibri"/>
                <a:cs typeface="Calibri"/>
              </a:rPr>
              <a:t>  </a:t>
            </a:r>
            <a:r>
              <a:rPr sz="1600" dirty="0">
                <a:solidFill>
                  <a:srgbClr val="585858"/>
                </a:solidFill>
                <a:latin typeface="Calibri"/>
                <a:cs typeface="Calibri"/>
              </a:rPr>
              <a:t>passer</a:t>
            </a:r>
            <a:r>
              <a:rPr sz="1600" spc="120" dirty="0">
                <a:solidFill>
                  <a:srgbClr val="585858"/>
                </a:solidFill>
                <a:latin typeface="Calibri"/>
                <a:cs typeface="Calibri"/>
              </a:rPr>
              <a:t>  </a:t>
            </a:r>
            <a:r>
              <a:rPr sz="1600" dirty="0">
                <a:solidFill>
                  <a:srgbClr val="585858"/>
                </a:solidFill>
                <a:latin typeface="Calibri"/>
                <a:cs typeface="Calibri"/>
              </a:rPr>
              <a:t>par</a:t>
            </a:r>
            <a:r>
              <a:rPr sz="1600" spc="130" dirty="0">
                <a:solidFill>
                  <a:srgbClr val="585858"/>
                </a:solidFill>
                <a:latin typeface="Calibri"/>
                <a:cs typeface="Calibri"/>
              </a:rPr>
              <a:t>  </a:t>
            </a:r>
            <a:r>
              <a:rPr sz="1600" dirty="0">
                <a:solidFill>
                  <a:srgbClr val="585858"/>
                </a:solidFill>
                <a:latin typeface="Calibri"/>
                <a:cs typeface="Calibri"/>
              </a:rPr>
              <a:t>la</a:t>
            </a:r>
            <a:r>
              <a:rPr sz="1600" spc="120" dirty="0">
                <a:solidFill>
                  <a:srgbClr val="585858"/>
                </a:solidFill>
                <a:latin typeface="Calibri"/>
                <a:cs typeface="Calibri"/>
              </a:rPr>
              <a:t>  </a:t>
            </a:r>
            <a:r>
              <a:rPr sz="1600" dirty="0">
                <a:solidFill>
                  <a:srgbClr val="585858"/>
                </a:solidFill>
                <a:latin typeface="Calibri"/>
                <a:cs typeface="Calibri"/>
              </a:rPr>
              <a:t>fenêtre</a:t>
            </a:r>
            <a:r>
              <a:rPr sz="1600" spc="120" dirty="0">
                <a:solidFill>
                  <a:srgbClr val="585858"/>
                </a:solidFill>
                <a:latin typeface="Calibri"/>
                <a:cs typeface="Calibri"/>
              </a:rPr>
              <a:t>  </a:t>
            </a:r>
            <a:r>
              <a:rPr sz="1600" dirty="0">
                <a:solidFill>
                  <a:srgbClr val="585858"/>
                </a:solidFill>
                <a:latin typeface="Calibri"/>
                <a:cs typeface="Calibri"/>
              </a:rPr>
              <a:t>des</a:t>
            </a:r>
            <a:r>
              <a:rPr sz="1600" spc="130" dirty="0">
                <a:solidFill>
                  <a:srgbClr val="585858"/>
                </a:solidFill>
                <a:latin typeface="Calibri"/>
                <a:cs typeface="Calibri"/>
              </a:rPr>
              <a:t>  </a:t>
            </a:r>
            <a:r>
              <a:rPr sz="1600" dirty="0">
                <a:solidFill>
                  <a:srgbClr val="585858"/>
                </a:solidFill>
                <a:latin typeface="Calibri"/>
                <a:cs typeface="Calibri"/>
              </a:rPr>
              <a:t>Options</a:t>
            </a:r>
            <a:r>
              <a:rPr sz="1600" spc="140" dirty="0">
                <a:solidFill>
                  <a:srgbClr val="585858"/>
                </a:solidFill>
                <a:latin typeface="Calibri"/>
                <a:cs typeface="Calibri"/>
              </a:rPr>
              <a:t>  </a:t>
            </a:r>
            <a:r>
              <a:rPr sz="1600" dirty="0">
                <a:solidFill>
                  <a:srgbClr val="585858"/>
                </a:solidFill>
                <a:latin typeface="Calibri"/>
                <a:cs typeface="Calibri"/>
              </a:rPr>
              <a:t>de</a:t>
            </a:r>
            <a:r>
              <a:rPr sz="1600" spc="120" dirty="0">
                <a:solidFill>
                  <a:srgbClr val="585858"/>
                </a:solidFill>
                <a:latin typeface="Calibri"/>
                <a:cs typeface="Calibri"/>
              </a:rPr>
              <a:t>  </a:t>
            </a:r>
            <a:r>
              <a:rPr sz="1600" spc="-10" dirty="0">
                <a:solidFill>
                  <a:srgbClr val="585858"/>
                </a:solidFill>
                <a:latin typeface="Calibri"/>
                <a:cs typeface="Calibri"/>
              </a:rPr>
              <a:t>performances</a:t>
            </a:r>
            <a:r>
              <a:rPr sz="1200" spc="-10" dirty="0">
                <a:solidFill>
                  <a:srgbClr val="585858"/>
                </a:solidFill>
                <a:latin typeface="Calibri"/>
                <a:cs typeface="Calibri"/>
              </a:rPr>
              <a:t>.</a:t>
            </a:r>
            <a:endParaRPr sz="1200" dirty="0">
              <a:latin typeface="Calibri"/>
              <a:cs typeface="Calibri"/>
            </a:endParaRPr>
          </a:p>
        </p:txBody>
      </p:sp>
      <p:grpSp>
        <p:nvGrpSpPr>
          <p:cNvPr id="16" name="object 16"/>
          <p:cNvGrpSpPr/>
          <p:nvPr/>
        </p:nvGrpSpPr>
        <p:grpSpPr>
          <a:xfrm>
            <a:off x="1647782" y="3644900"/>
            <a:ext cx="3630929" cy="2088514"/>
            <a:chOff x="1017650" y="4447032"/>
            <a:chExt cx="3630929" cy="2088514"/>
          </a:xfrm>
        </p:grpSpPr>
        <p:pic>
          <p:nvPicPr>
            <p:cNvPr id="17" name="object 17"/>
            <p:cNvPicPr/>
            <p:nvPr/>
          </p:nvPicPr>
          <p:blipFill>
            <a:blip r:embed="rId4" cstate="print"/>
            <a:stretch>
              <a:fillRect/>
            </a:stretch>
          </p:blipFill>
          <p:spPr>
            <a:xfrm>
              <a:off x="3051047" y="4447032"/>
              <a:ext cx="280415" cy="231648"/>
            </a:xfrm>
            <a:prstGeom prst="rect">
              <a:avLst/>
            </a:prstGeom>
          </p:spPr>
        </p:pic>
        <p:pic>
          <p:nvPicPr>
            <p:cNvPr id="18" name="object 18"/>
            <p:cNvPicPr/>
            <p:nvPr/>
          </p:nvPicPr>
          <p:blipFill>
            <a:blip r:embed="rId5" cstate="print"/>
            <a:stretch>
              <a:fillRect/>
            </a:stretch>
          </p:blipFill>
          <p:spPr>
            <a:xfrm>
              <a:off x="1027175" y="4773168"/>
              <a:ext cx="3611879" cy="1752600"/>
            </a:xfrm>
            <a:prstGeom prst="rect">
              <a:avLst/>
            </a:prstGeom>
          </p:spPr>
        </p:pic>
        <p:sp>
          <p:nvSpPr>
            <p:cNvPr id="19" name="object 19"/>
            <p:cNvSpPr/>
            <p:nvPr/>
          </p:nvSpPr>
          <p:spPr>
            <a:xfrm>
              <a:off x="1022413" y="4768405"/>
              <a:ext cx="3621404" cy="1762125"/>
            </a:xfrm>
            <a:custGeom>
              <a:avLst/>
              <a:gdLst/>
              <a:ahLst/>
              <a:cxnLst/>
              <a:rect l="l" t="t" r="r" b="b"/>
              <a:pathLst>
                <a:path w="3621404" h="1762125">
                  <a:moveTo>
                    <a:pt x="0" y="1762124"/>
                  </a:moveTo>
                  <a:lnTo>
                    <a:pt x="3621404" y="1762124"/>
                  </a:lnTo>
                  <a:lnTo>
                    <a:pt x="3621404" y="0"/>
                  </a:lnTo>
                  <a:lnTo>
                    <a:pt x="0" y="0"/>
                  </a:lnTo>
                  <a:lnTo>
                    <a:pt x="0" y="1762124"/>
                  </a:lnTo>
                  <a:close/>
                </a:path>
              </a:pathLst>
            </a:custGeom>
            <a:ln w="9525">
              <a:solidFill>
                <a:srgbClr val="000000"/>
              </a:solidFill>
            </a:ln>
          </p:spPr>
          <p:txBody>
            <a:bodyPr wrap="square" lIns="0" tIns="0" rIns="0" bIns="0" rtlCol="0"/>
            <a:lstStyle/>
            <a:p>
              <a:endParaRPr/>
            </a:p>
          </p:txBody>
        </p:sp>
      </p:grpSp>
      <p:sp>
        <p:nvSpPr>
          <p:cNvPr id="20" name="object 20"/>
          <p:cNvSpPr txBox="1"/>
          <p:nvPr/>
        </p:nvSpPr>
        <p:spPr>
          <a:xfrm>
            <a:off x="7973654" y="3616080"/>
            <a:ext cx="3352800" cy="141064"/>
          </a:xfrm>
          <a:prstGeom prst="rect">
            <a:avLst/>
          </a:prstGeom>
          <a:solidFill>
            <a:srgbClr val="F9F9F9"/>
          </a:solidFill>
        </p:spPr>
        <p:txBody>
          <a:bodyPr vert="horz" wrap="square" lIns="0" tIns="0" rIns="0" bIns="0" rtlCol="0">
            <a:spAutoFit/>
          </a:bodyPr>
          <a:lstStyle/>
          <a:p>
            <a:pPr marL="92075">
              <a:lnSpc>
                <a:spcPts val="1055"/>
              </a:lnSpc>
            </a:pPr>
            <a:r>
              <a:rPr sz="1400" b="1" spc="-10" dirty="0">
                <a:solidFill>
                  <a:srgbClr val="5A5A5A"/>
                </a:solidFill>
                <a:latin typeface="Calibri"/>
                <a:cs typeface="Calibri"/>
              </a:rPr>
              <a:t>SystemPropertiesPerformance.exe</a:t>
            </a:r>
            <a:endParaRPr sz="1400" b="1" dirty="0">
              <a:latin typeface="Calibri"/>
              <a:cs typeface="Calibri"/>
            </a:endParaRPr>
          </a:p>
        </p:txBody>
      </p:sp>
      <p:grpSp>
        <p:nvGrpSpPr>
          <p:cNvPr id="21" name="object 21"/>
          <p:cNvGrpSpPr/>
          <p:nvPr/>
        </p:nvGrpSpPr>
        <p:grpSpPr>
          <a:xfrm>
            <a:off x="6629400" y="3922215"/>
            <a:ext cx="3628390" cy="1735455"/>
            <a:chOff x="5467667" y="4803266"/>
            <a:chExt cx="3628390" cy="1735455"/>
          </a:xfrm>
        </p:grpSpPr>
        <p:pic>
          <p:nvPicPr>
            <p:cNvPr id="22" name="object 22"/>
            <p:cNvPicPr/>
            <p:nvPr/>
          </p:nvPicPr>
          <p:blipFill>
            <a:blip r:embed="rId6" cstate="print"/>
            <a:stretch>
              <a:fillRect/>
            </a:stretch>
          </p:blipFill>
          <p:spPr>
            <a:xfrm>
              <a:off x="5477255" y="4812791"/>
              <a:ext cx="3608832" cy="1716024"/>
            </a:xfrm>
            <a:prstGeom prst="rect">
              <a:avLst/>
            </a:prstGeom>
          </p:spPr>
        </p:pic>
        <p:sp>
          <p:nvSpPr>
            <p:cNvPr id="23" name="object 23"/>
            <p:cNvSpPr/>
            <p:nvPr/>
          </p:nvSpPr>
          <p:spPr>
            <a:xfrm>
              <a:off x="5472429" y="4808029"/>
              <a:ext cx="3618865" cy="1725930"/>
            </a:xfrm>
            <a:custGeom>
              <a:avLst/>
              <a:gdLst/>
              <a:ahLst/>
              <a:cxnLst/>
              <a:rect l="l" t="t" r="r" b="b"/>
              <a:pathLst>
                <a:path w="3618865" h="1725929">
                  <a:moveTo>
                    <a:pt x="0" y="1725549"/>
                  </a:moveTo>
                  <a:lnTo>
                    <a:pt x="3618356" y="1725549"/>
                  </a:lnTo>
                  <a:lnTo>
                    <a:pt x="3618356" y="0"/>
                  </a:lnTo>
                  <a:lnTo>
                    <a:pt x="0" y="0"/>
                  </a:lnTo>
                  <a:lnTo>
                    <a:pt x="0" y="1725549"/>
                  </a:lnTo>
                  <a:close/>
                </a:path>
              </a:pathLst>
            </a:custGeom>
            <a:ln w="9525">
              <a:solidFill>
                <a:srgbClr val="000000"/>
              </a:solidFill>
            </a:ln>
          </p:spPr>
          <p:txBody>
            <a:bodyPr wrap="square" lIns="0" tIns="0" rIns="0" bIns="0" rtlCol="0"/>
            <a:lstStyle/>
            <a:p>
              <a:endParaRPr/>
            </a:p>
          </p:txBody>
        </p:sp>
      </p:grpSp>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25</a:t>
            </a:fld>
            <a:endParaRPr spc="-25" dirty="0"/>
          </a:p>
        </p:txBody>
      </p:sp>
      <p:sp>
        <p:nvSpPr>
          <p:cNvPr id="26"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7" name="Rectangle 6"/>
          <p:cNvSpPr/>
          <p:nvPr/>
        </p:nvSpPr>
        <p:spPr>
          <a:xfrm>
            <a:off x="5707139" y="3516275"/>
            <a:ext cx="2342629" cy="307777"/>
          </a:xfrm>
          <a:prstGeom prst="rect">
            <a:avLst/>
          </a:prstGeom>
        </p:spPr>
        <p:txBody>
          <a:bodyPr wrap="none">
            <a:spAutoFit/>
          </a:bodyPr>
          <a:lstStyle/>
          <a:p>
            <a:pPr marL="12700">
              <a:lnSpc>
                <a:spcPct val="100000"/>
              </a:lnSpc>
              <a:spcBef>
                <a:spcPts val="100"/>
              </a:spcBef>
              <a:tabLst>
                <a:tab pos="2524760" algn="l"/>
              </a:tabLst>
            </a:pPr>
            <a:r>
              <a:rPr lang="fr-FR" sz="1400" b="1" dirty="0" smtClean="0">
                <a:solidFill>
                  <a:srgbClr val="585858"/>
                </a:solidFill>
                <a:latin typeface="Calibri"/>
                <a:cs typeface="Calibri"/>
              </a:rPr>
              <a:t>puis</a:t>
            </a:r>
            <a:r>
              <a:rPr lang="fr-FR" sz="1400" b="1" spc="15" dirty="0" smtClean="0">
                <a:solidFill>
                  <a:srgbClr val="585858"/>
                </a:solidFill>
                <a:latin typeface="Calibri"/>
                <a:cs typeface="Calibri"/>
              </a:rPr>
              <a:t> </a:t>
            </a:r>
            <a:r>
              <a:rPr lang="fr-FR" sz="1400" b="1" spc="-10" dirty="0" smtClean="0">
                <a:solidFill>
                  <a:srgbClr val="585858"/>
                </a:solidFill>
                <a:latin typeface="Calibri"/>
                <a:cs typeface="Calibri"/>
              </a:rPr>
              <a:t>mettez</a:t>
            </a:r>
            <a:r>
              <a:rPr lang="fr-FR" sz="1400" b="1" spc="-40" dirty="0" smtClean="0">
                <a:solidFill>
                  <a:srgbClr val="585858"/>
                </a:solidFill>
                <a:latin typeface="Calibri"/>
                <a:cs typeface="Calibri"/>
              </a:rPr>
              <a:t> </a:t>
            </a:r>
            <a:r>
              <a:rPr lang="fr-FR" sz="1400" b="1" dirty="0" smtClean="0">
                <a:solidFill>
                  <a:srgbClr val="585858"/>
                </a:solidFill>
                <a:latin typeface="Calibri"/>
                <a:cs typeface="Calibri"/>
              </a:rPr>
              <a:t>cette</a:t>
            </a:r>
            <a:r>
              <a:rPr lang="fr-FR" sz="1400" b="1" spc="5" dirty="0" smtClean="0">
                <a:solidFill>
                  <a:srgbClr val="585858"/>
                </a:solidFill>
                <a:latin typeface="Calibri"/>
                <a:cs typeface="Calibri"/>
              </a:rPr>
              <a:t> </a:t>
            </a:r>
            <a:r>
              <a:rPr lang="fr-FR" sz="1400" b="1" spc="-10" dirty="0" smtClean="0">
                <a:solidFill>
                  <a:srgbClr val="585858"/>
                </a:solidFill>
                <a:latin typeface="Calibri"/>
                <a:cs typeface="Calibri"/>
              </a:rPr>
              <a:t>commande</a:t>
            </a:r>
            <a:endParaRPr lang="fr-FR" sz="1400" b="1" dirty="0">
              <a:latin typeface="Calibri"/>
              <a:cs typeface="Calibri"/>
            </a:endParaRPr>
          </a:p>
        </p:txBody>
      </p:sp>
      <p:sp>
        <p:nvSpPr>
          <p:cNvPr id="25" name="object 11"/>
          <p:cNvSpPr txBox="1">
            <a:spLocks noGrp="1"/>
          </p:cNvSpPr>
          <p:nvPr>
            <p:ph type="title"/>
          </p:nvPr>
        </p:nvSpPr>
        <p:spPr>
          <a:xfrm>
            <a:off x="263753" y="332308"/>
            <a:ext cx="11664492" cy="945310"/>
          </a:xfrm>
          <a:prstGeom prst="rect">
            <a:avLst/>
          </a:prstGeom>
        </p:spPr>
        <p:txBody>
          <a:bodyPr vert="horz" wrap="square" lIns="0" tIns="143688" rIns="0" bIns="0" rtlCol="0">
            <a:spAutoFit/>
          </a:bodyPr>
          <a:lstStyle/>
          <a:p>
            <a:pPr marL="17780">
              <a:lnSpc>
                <a:spcPct val="100000"/>
              </a:lnSpc>
              <a:spcBef>
                <a:spcPts val="90"/>
              </a:spcBef>
            </a:pPr>
            <a:r>
              <a:rPr dirty="0" smtClean="0">
                <a:solidFill>
                  <a:srgbClr val="FF7800"/>
                </a:solidFill>
              </a:rPr>
              <a:t>0</a:t>
            </a:r>
            <a:r>
              <a:rPr lang="fr-FR" dirty="0" smtClean="0">
                <a:solidFill>
                  <a:srgbClr val="FF7800"/>
                </a:solidFill>
              </a:rPr>
              <a:t>5</a:t>
            </a:r>
            <a:r>
              <a:rPr spc="-45" dirty="0" smtClean="0">
                <a:solidFill>
                  <a:srgbClr val="FF7800"/>
                </a:solidFill>
              </a:rPr>
              <a:t> </a:t>
            </a:r>
            <a:r>
              <a:rPr dirty="0" smtClean="0">
                <a:solidFill>
                  <a:srgbClr val="FF7800"/>
                </a:solidFill>
              </a:rPr>
              <a:t>–</a:t>
            </a:r>
            <a:r>
              <a:rPr spc="-30" dirty="0" smtClean="0">
                <a:solidFill>
                  <a:srgbClr val="FF7800"/>
                </a:solidFill>
              </a:rPr>
              <a:t> </a:t>
            </a:r>
            <a:r>
              <a:rPr lang="fr-FR" dirty="0" smtClean="0">
                <a:solidFill>
                  <a:srgbClr val="FF7800"/>
                </a:solidFill>
              </a:rPr>
              <a:t>Gestion de la mémoire</a:t>
            </a:r>
            <a:br>
              <a:rPr lang="fr-FR" dirty="0" smtClean="0">
                <a:solidFill>
                  <a:srgbClr val="FF7800"/>
                </a:solidFill>
              </a:rPr>
            </a:br>
            <a:r>
              <a:rPr lang="fr-FR" sz="1600" spc="-10" dirty="0">
                <a:solidFill>
                  <a:srgbClr val="FF7800"/>
                </a:solidFill>
              </a:rPr>
              <a:t>Gestion de la mémoire sous Windows</a:t>
            </a:r>
            <a:br>
              <a:rPr lang="fr-FR" sz="1600" spc="-10" dirty="0">
                <a:solidFill>
                  <a:srgbClr val="FF7800"/>
                </a:solidFill>
              </a:rPr>
            </a:br>
            <a:endParaRPr sz="1600" dirty="0"/>
          </a:p>
        </p:txBody>
      </p:sp>
    </p:spTree>
    <p:extLst>
      <p:ext uri="{BB962C8B-B14F-4D97-AF65-F5344CB8AC3E}">
        <p14:creationId xmlns:p14="http://schemas.microsoft.com/office/powerpoint/2010/main" val="1090537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9460" cy="6855459"/>
            <a:chOff x="0" y="17"/>
            <a:chExt cx="12189460" cy="6855459"/>
          </a:xfrm>
        </p:grpSpPr>
        <p:pic>
          <p:nvPicPr>
            <p:cNvPr id="3" name="object 3"/>
            <p:cNvPicPr/>
            <p:nvPr/>
          </p:nvPicPr>
          <p:blipFill>
            <a:blip r:embed="rId2" cstate="print"/>
            <a:stretch>
              <a:fillRect/>
            </a:stretch>
          </p:blipFill>
          <p:spPr>
            <a:xfrm>
              <a:off x="3048" y="17"/>
              <a:ext cx="12185903" cy="6855206"/>
            </a:xfrm>
            <a:prstGeom prst="rect">
              <a:avLst/>
            </a:prstGeom>
          </p:spPr>
        </p:pic>
        <p:sp>
          <p:nvSpPr>
            <p:cNvPr id="4" name="object 4"/>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grpSp>
      <p:grpSp>
        <p:nvGrpSpPr>
          <p:cNvPr id="8" name="object 8"/>
          <p:cNvGrpSpPr/>
          <p:nvPr/>
        </p:nvGrpSpPr>
        <p:grpSpPr>
          <a:xfrm>
            <a:off x="7176261" y="1839277"/>
            <a:ext cx="3956685" cy="4420235"/>
            <a:chOff x="7176261" y="1839277"/>
            <a:chExt cx="3956685" cy="4420235"/>
          </a:xfrm>
        </p:grpSpPr>
        <p:pic>
          <p:nvPicPr>
            <p:cNvPr id="11" name="object 11"/>
            <p:cNvPicPr/>
            <p:nvPr/>
          </p:nvPicPr>
          <p:blipFill>
            <a:blip r:embed="rId3" cstate="print"/>
            <a:stretch>
              <a:fillRect/>
            </a:stretch>
          </p:blipFill>
          <p:spPr>
            <a:xfrm>
              <a:off x="7181087" y="1844040"/>
              <a:ext cx="3947159" cy="4410456"/>
            </a:xfrm>
            <a:prstGeom prst="rect">
              <a:avLst/>
            </a:prstGeom>
          </p:spPr>
        </p:pic>
        <p:sp>
          <p:nvSpPr>
            <p:cNvPr id="12" name="object 12"/>
            <p:cNvSpPr/>
            <p:nvPr/>
          </p:nvSpPr>
          <p:spPr>
            <a:xfrm>
              <a:off x="7176261" y="1839277"/>
              <a:ext cx="3956685" cy="4420235"/>
            </a:xfrm>
            <a:custGeom>
              <a:avLst/>
              <a:gdLst/>
              <a:ahLst/>
              <a:cxnLst/>
              <a:rect l="l" t="t" r="r" b="b"/>
              <a:pathLst>
                <a:path w="3956684" h="4420235">
                  <a:moveTo>
                    <a:pt x="0" y="4419981"/>
                  </a:moveTo>
                  <a:lnTo>
                    <a:pt x="3956684" y="4419981"/>
                  </a:lnTo>
                  <a:lnTo>
                    <a:pt x="3956684" y="0"/>
                  </a:lnTo>
                  <a:lnTo>
                    <a:pt x="0" y="0"/>
                  </a:lnTo>
                  <a:lnTo>
                    <a:pt x="0" y="4419981"/>
                  </a:lnTo>
                  <a:close/>
                </a:path>
              </a:pathLst>
            </a:custGeom>
            <a:ln w="9524">
              <a:solidFill>
                <a:srgbClr val="000000"/>
              </a:solidFill>
            </a:ln>
          </p:spPr>
          <p:txBody>
            <a:bodyPr wrap="square" lIns="0" tIns="0" rIns="0" bIns="0" rtlCol="0"/>
            <a:lstStyle/>
            <a:p>
              <a:endParaRPr/>
            </a:p>
          </p:txBody>
        </p:sp>
      </p:gr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26</a:t>
            </a:fld>
            <a:endParaRPr spc="-25" dirty="0"/>
          </a:p>
        </p:txBody>
      </p:sp>
      <p:sp>
        <p:nvSpPr>
          <p:cNvPr id="14" name="object 14"/>
          <p:cNvSpPr txBox="1"/>
          <p:nvPr/>
        </p:nvSpPr>
        <p:spPr>
          <a:xfrm>
            <a:off x="798982" y="1940051"/>
            <a:ext cx="6146800" cy="1082604"/>
          </a:xfrm>
          <a:prstGeom prst="rect">
            <a:avLst/>
          </a:prstGeom>
        </p:spPr>
        <p:txBody>
          <a:bodyPr vert="horz" wrap="square" lIns="0" tIns="12700" rIns="0" bIns="0" rtlCol="0">
            <a:spAutoFit/>
          </a:bodyPr>
          <a:lstStyle/>
          <a:p>
            <a:pPr marL="12700" marR="524510">
              <a:lnSpc>
                <a:spcPct val="150000"/>
              </a:lnSpc>
              <a:spcBef>
                <a:spcPts val="310"/>
              </a:spcBef>
            </a:pPr>
            <a:r>
              <a:rPr sz="1600" dirty="0" err="1" smtClean="0">
                <a:solidFill>
                  <a:srgbClr val="585858"/>
                </a:solidFill>
                <a:latin typeface="Calibri"/>
                <a:cs typeface="Calibri"/>
              </a:rPr>
              <a:t>Ouvrez</a:t>
            </a:r>
            <a:r>
              <a:rPr sz="1600" spc="-40" dirty="0" smtClean="0">
                <a:solidFill>
                  <a:srgbClr val="585858"/>
                </a:solidFill>
                <a:latin typeface="Calibri"/>
                <a:cs typeface="Calibri"/>
              </a:rPr>
              <a:t> </a:t>
            </a:r>
            <a:r>
              <a:rPr sz="1600" dirty="0">
                <a:solidFill>
                  <a:srgbClr val="585858"/>
                </a:solidFill>
                <a:latin typeface="Calibri"/>
                <a:cs typeface="Calibri"/>
              </a:rPr>
              <a:t>ensuite</a:t>
            </a:r>
            <a:r>
              <a:rPr sz="1600" spc="-15" dirty="0">
                <a:solidFill>
                  <a:srgbClr val="585858"/>
                </a:solidFill>
                <a:latin typeface="Calibri"/>
                <a:cs typeface="Calibri"/>
              </a:rPr>
              <a:t> </a:t>
            </a:r>
            <a:r>
              <a:rPr sz="1600" dirty="0">
                <a:solidFill>
                  <a:srgbClr val="585858"/>
                </a:solidFill>
                <a:latin typeface="Calibri"/>
                <a:cs typeface="Calibri"/>
              </a:rPr>
              <a:t>l'onglet</a:t>
            </a:r>
            <a:r>
              <a:rPr sz="1600" spc="-15" dirty="0">
                <a:solidFill>
                  <a:srgbClr val="585858"/>
                </a:solidFill>
                <a:latin typeface="Calibri"/>
                <a:cs typeface="Calibri"/>
              </a:rPr>
              <a:t> </a:t>
            </a:r>
            <a:r>
              <a:rPr sz="1600" b="1" spc="-10" dirty="0">
                <a:solidFill>
                  <a:srgbClr val="585858"/>
                </a:solidFill>
                <a:latin typeface="Calibri"/>
                <a:cs typeface="Calibri"/>
              </a:rPr>
              <a:t>"Avancé"</a:t>
            </a:r>
            <a:r>
              <a:rPr sz="1600" b="1" spc="-40" dirty="0">
                <a:solidFill>
                  <a:srgbClr val="585858"/>
                </a:solidFill>
                <a:latin typeface="Calibri"/>
                <a:cs typeface="Calibri"/>
              </a:rPr>
              <a:t> </a:t>
            </a:r>
            <a:r>
              <a:rPr sz="1600" dirty="0">
                <a:solidFill>
                  <a:srgbClr val="585858"/>
                </a:solidFill>
                <a:latin typeface="Calibri"/>
                <a:cs typeface="Calibri"/>
              </a:rPr>
              <a:t>dans</a:t>
            </a:r>
            <a:r>
              <a:rPr sz="1600" spc="-35" dirty="0">
                <a:solidFill>
                  <a:srgbClr val="585858"/>
                </a:solidFill>
                <a:latin typeface="Calibri"/>
                <a:cs typeface="Calibri"/>
              </a:rPr>
              <a:t> </a:t>
            </a:r>
            <a:r>
              <a:rPr sz="1600" dirty="0">
                <a:solidFill>
                  <a:srgbClr val="585858"/>
                </a:solidFill>
                <a:latin typeface="Calibri"/>
                <a:cs typeface="Calibri"/>
              </a:rPr>
              <a:t>la</a:t>
            </a:r>
            <a:r>
              <a:rPr sz="1600" spc="-25" dirty="0">
                <a:solidFill>
                  <a:srgbClr val="585858"/>
                </a:solidFill>
                <a:latin typeface="Calibri"/>
                <a:cs typeface="Calibri"/>
              </a:rPr>
              <a:t> </a:t>
            </a:r>
            <a:r>
              <a:rPr sz="1600" spc="-10" dirty="0">
                <a:solidFill>
                  <a:srgbClr val="585858"/>
                </a:solidFill>
                <a:latin typeface="Calibri"/>
                <a:cs typeface="Calibri"/>
              </a:rPr>
              <a:t>fenêtre</a:t>
            </a:r>
            <a:r>
              <a:rPr sz="1600" spc="-40" dirty="0">
                <a:solidFill>
                  <a:srgbClr val="585858"/>
                </a:solidFill>
                <a:latin typeface="Calibri"/>
                <a:cs typeface="Calibri"/>
              </a:rPr>
              <a:t> </a:t>
            </a:r>
            <a:r>
              <a:rPr sz="1600" dirty="0">
                <a:solidFill>
                  <a:srgbClr val="585858"/>
                </a:solidFill>
                <a:latin typeface="Calibri"/>
                <a:cs typeface="Calibri"/>
              </a:rPr>
              <a:t>Options</a:t>
            </a:r>
            <a:r>
              <a:rPr sz="1600" spc="5" dirty="0">
                <a:solidFill>
                  <a:srgbClr val="585858"/>
                </a:solidFill>
                <a:latin typeface="Calibri"/>
                <a:cs typeface="Calibri"/>
              </a:rPr>
              <a:t> </a:t>
            </a:r>
            <a:r>
              <a:rPr sz="1600" dirty="0">
                <a:solidFill>
                  <a:srgbClr val="585858"/>
                </a:solidFill>
                <a:latin typeface="Calibri"/>
                <a:cs typeface="Calibri"/>
              </a:rPr>
              <a:t>de</a:t>
            </a:r>
            <a:r>
              <a:rPr sz="1600" spc="-45" dirty="0">
                <a:solidFill>
                  <a:srgbClr val="585858"/>
                </a:solidFill>
                <a:latin typeface="Calibri"/>
                <a:cs typeface="Calibri"/>
              </a:rPr>
              <a:t> </a:t>
            </a:r>
            <a:r>
              <a:rPr sz="1600" spc="-10" dirty="0" smtClean="0">
                <a:solidFill>
                  <a:srgbClr val="585858"/>
                </a:solidFill>
                <a:latin typeface="Calibri"/>
                <a:cs typeface="Calibri"/>
              </a:rPr>
              <a:t>performances</a:t>
            </a:r>
            <a:r>
              <a:rPr sz="1600" spc="-20" dirty="0" smtClean="0">
                <a:solidFill>
                  <a:srgbClr val="585858"/>
                </a:solidFill>
                <a:latin typeface="Calibri"/>
                <a:cs typeface="Calibri"/>
              </a:rPr>
              <a:t>. </a:t>
            </a:r>
            <a:r>
              <a:rPr sz="1600" dirty="0">
                <a:solidFill>
                  <a:srgbClr val="585858"/>
                </a:solidFill>
                <a:latin typeface="Calibri"/>
                <a:cs typeface="Calibri"/>
              </a:rPr>
              <a:t>Sur</a:t>
            </a:r>
            <a:r>
              <a:rPr sz="1600" spc="-40" dirty="0">
                <a:solidFill>
                  <a:srgbClr val="585858"/>
                </a:solidFill>
                <a:latin typeface="Calibri"/>
                <a:cs typeface="Calibri"/>
              </a:rPr>
              <a:t> </a:t>
            </a:r>
            <a:r>
              <a:rPr sz="1600" dirty="0">
                <a:solidFill>
                  <a:srgbClr val="585858"/>
                </a:solidFill>
                <a:latin typeface="Calibri"/>
                <a:cs typeface="Calibri"/>
              </a:rPr>
              <a:t>la</a:t>
            </a:r>
            <a:r>
              <a:rPr sz="1600" spc="-55" dirty="0">
                <a:solidFill>
                  <a:srgbClr val="585858"/>
                </a:solidFill>
                <a:latin typeface="Calibri"/>
                <a:cs typeface="Calibri"/>
              </a:rPr>
              <a:t> </a:t>
            </a:r>
            <a:r>
              <a:rPr sz="1600" dirty="0">
                <a:solidFill>
                  <a:srgbClr val="585858"/>
                </a:solidFill>
                <a:latin typeface="Calibri"/>
                <a:cs typeface="Calibri"/>
              </a:rPr>
              <a:t>zone</a:t>
            </a:r>
            <a:r>
              <a:rPr sz="1600" spc="-25" dirty="0">
                <a:solidFill>
                  <a:srgbClr val="585858"/>
                </a:solidFill>
                <a:latin typeface="Calibri"/>
                <a:cs typeface="Calibri"/>
              </a:rPr>
              <a:t> </a:t>
            </a:r>
            <a:r>
              <a:rPr sz="1600" dirty="0">
                <a:solidFill>
                  <a:srgbClr val="585858"/>
                </a:solidFill>
                <a:latin typeface="Calibri"/>
                <a:cs typeface="Calibri"/>
              </a:rPr>
              <a:t>"Mémoire</a:t>
            </a:r>
            <a:r>
              <a:rPr sz="1600" spc="-5" dirty="0">
                <a:solidFill>
                  <a:srgbClr val="585858"/>
                </a:solidFill>
                <a:latin typeface="Calibri"/>
                <a:cs typeface="Calibri"/>
              </a:rPr>
              <a:t> </a:t>
            </a:r>
            <a:r>
              <a:rPr sz="1600" dirty="0">
                <a:solidFill>
                  <a:srgbClr val="585858"/>
                </a:solidFill>
                <a:latin typeface="Calibri"/>
                <a:cs typeface="Calibri"/>
              </a:rPr>
              <a:t>virtuelle",</a:t>
            </a:r>
            <a:r>
              <a:rPr sz="1600" spc="-35" dirty="0">
                <a:solidFill>
                  <a:srgbClr val="585858"/>
                </a:solidFill>
                <a:latin typeface="Calibri"/>
                <a:cs typeface="Calibri"/>
              </a:rPr>
              <a:t> </a:t>
            </a:r>
            <a:r>
              <a:rPr sz="1600" dirty="0">
                <a:solidFill>
                  <a:srgbClr val="585858"/>
                </a:solidFill>
                <a:latin typeface="Calibri"/>
                <a:cs typeface="Calibri"/>
              </a:rPr>
              <a:t>cliquez</a:t>
            </a:r>
            <a:r>
              <a:rPr sz="1600" spc="-20" dirty="0">
                <a:solidFill>
                  <a:srgbClr val="585858"/>
                </a:solidFill>
                <a:latin typeface="Calibri"/>
                <a:cs typeface="Calibri"/>
              </a:rPr>
              <a:t> </a:t>
            </a:r>
            <a:r>
              <a:rPr sz="1600" dirty="0">
                <a:solidFill>
                  <a:srgbClr val="585858"/>
                </a:solidFill>
                <a:latin typeface="Calibri"/>
                <a:cs typeface="Calibri"/>
              </a:rPr>
              <a:t>sur</a:t>
            </a:r>
            <a:r>
              <a:rPr sz="1600" spc="-40" dirty="0">
                <a:solidFill>
                  <a:srgbClr val="585858"/>
                </a:solidFill>
                <a:latin typeface="Calibri"/>
                <a:cs typeface="Calibri"/>
              </a:rPr>
              <a:t> </a:t>
            </a:r>
            <a:r>
              <a:rPr sz="1600" dirty="0">
                <a:solidFill>
                  <a:srgbClr val="585858"/>
                </a:solidFill>
                <a:latin typeface="Calibri"/>
                <a:cs typeface="Calibri"/>
              </a:rPr>
              <a:t>le</a:t>
            </a:r>
            <a:r>
              <a:rPr sz="1600" spc="-30" dirty="0">
                <a:solidFill>
                  <a:srgbClr val="585858"/>
                </a:solidFill>
                <a:latin typeface="Calibri"/>
                <a:cs typeface="Calibri"/>
              </a:rPr>
              <a:t> </a:t>
            </a:r>
            <a:r>
              <a:rPr sz="1600" dirty="0">
                <a:solidFill>
                  <a:srgbClr val="585858"/>
                </a:solidFill>
                <a:latin typeface="Calibri"/>
                <a:cs typeface="Calibri"/>
              </a:rPr>
              <a:t>bouton</a:t>
            </a:r>
            <a:r>
              <a:rPr sz="1600" spc="-35" dirty="0">
                <a:solidFill>
                  <a:srgbClr val="585858"/>
                </a:solidFill>
                <a:latin typeface="Calibri"/>
                <a:cs typeface="Calibri"/>
              </a:rPr>
              <a:t> </a:t>
            </a:r>
            <a:r>
              <a:rPr sz="1600" b="1" dirty="0">
                <a:solidFill>
                  <a:srgbClr val="585858"/>
                </a:solidFill>
                <a:latin typeface="Calibri"/>
                <a:cs typeface="Calibri"/>
              </a:rPr>
              <a:t>"Modifier</a:t>
            </a:r>
            <a:r>
              <a:rPr sz="1600" b="1" dirty="0" smtClean="0">
                <a:solidFill>
                  <a:srgbClr val="585858"/>
                </a:solidFill>
                <a:latin typeface="Calibri"/>
                <a:cs typeface="Calibri"/>
              </a:rPr>
              <a:t>’’</a:t>
            </a:r>
            <a:r>
              <a:rPr sz="1600" b="1" spc="-20" dirty="0" smtClean="0">
                <a:solidFill>
                  <a:srgbClr val="585858"/>
                </a:solidFill>
                <a:latin typeface="Calibri"/>
                <a:cs typeface="Calibri"/>
              </a:rPr>
              <a:t>.</a:t>
            </a:r>
            <a:endParaRPr sz="1600" b="1" dirty="0">
              <a:latin typeface="Calibri"/>
              <a:cs typeface="Calibri"/>
            </a:endParaRPr>
          </a:p>
        </p:txBody>
      </p:sp>
      <p:sp>
        <p:nvSpPr>
          <p:cNvPr id="15" name="object 15"/>
          <p:cNvSpPr txBox="1"/>
          <p:nvPr/>
        </p:nvSpPr>
        <p:spPr>
          <a:xfrm>
            <a:off x="7644130" y="6333235"/>
            <a:ext cx="2877185"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240" dirty="0">
                <a:solidFill>
                  <a:srgbClr val="A6A6A6"/>
                </a:solidFill>
                <a:latin typeface="Calibri"/>
                <a:cs typeface="Calibri"/>
              </a:rPr>
              <a:t> </a:t>
            </a:r>
            <a:r>
              <a:rPr sz="1200" i="1" dirty="0" smtClean="0">
                <a:solidFill>
                  <a:srgbClr val="A6A6A6"/>
                </a:solidFill>
                <a:latin typeface="Calibri"/>
                <a:cs typeface="Calibri"/>
              </a:rPr>
              <a:t>:</a:t>
            </a:r>
            <a:r>
              <a:rPr sz="1200" i="1" spc="-5" dirty="0" smtClean="0">
                <a:solidFill>
                  <a:srgbClr val="A6A6A6"/>
                </a:solidFill>
                <a:latin typeface="Calibri"/>
                <a:cs typeface="Calibri"/>
              </a:rPr>
              <a:t> </a:t>
            </a:r>
            <a:r>
              <a:rPr sz="1200" i="1" spc="-10" dirty="0">
                <a:solidFill>
                  <a:srgbClr val="A6A6A6"/>
                </a:solidFill>
                <a:latin typeface="Calibri"/>
                <a:cs typeface="Calibri"/>
              </a:rPr>
              <a:t>Interface</a:t>
            </a:r>
            <a:r>
              <a:rPr sz="1200" i="1" spc="-35" dirty="0">
                <a:solidFill>
                  <a:srgbClr val="A6A6A6"/>
                </a:solidFill>
                <a:latin typeface="Calibri"/>
                <a:cs typeface="Calibri"/>
              </a:rPr>
              <a:t> </a:t>
            </a:r>
            <a:r>
              <a:rPr sz="1200" i="1" dirty="0">
                <a:solidFill>
                  <a:srgbClr val="A6A6A6"/>
                </a:solidFill>
                <a:latin typeface="Calibri"/>
                <a:cs typeface="Calibri"/>
              </a:rPr>
              <a:t>Options</a:t>
            </a:r>
            <a:r>
              <a:rPr sz="1200" i="1" spc="-55" dirty="0">
                <a:solidFill>
                  <a:srgbClr val="A6A6A6"/>
                </a:solidFill>
                <a:latin typeface="Calibri"/>
                <a:cs typeface="Calibri"/>
              </a:rPr>
              <a:t> </a:t>
            </a:r>
            <a:r>
              <a:rPr sz="1200" i="1" dirty="0">
                <a:solidFill>
                  <a:srgbClr val="A6A6A6"/>
                </a:solidFill>
                <a:latin typeface="Calibri"/>
                <a:cs typeface="Calibri"/>
              </a:rPr>
              <a:t>de</a:t>
            </a:r>
            <a:r>
              <a:rPr sz="1200" i="1" spc="-10" dirty="0">
                <a:solidFill>
                  <a:srgbClr val="A6A6A6"/>
                </a:solidFill>
                <a:latin typeface="Calibri"/>
                <a:cs typeface="Calibri"/>
              </a:rPr>
              <a:t> Performances</a:t>
            </a:r>
            <a:endParaRPr sz="1200" dirty="0">
              <a:latin typeface="Calibri"/>
              <a:cs typeface="Calibri"/>
            </a:endParaRPr>
          </a:p>
        </p:txBody>
      </p:sp>
      <p:sp>
        <p:nvSpPr>
          <p:cNvPr id="18"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7" name="object 11"/>
          <p:cNvSpPr txBox="1">
            <a:spLocks noGrp="1"/>
          </p:cNvSpPr>
          <p:nvPr>
            <p:ph type="title"/>
          </p:nvPr>
        </p:nvSpPr>
        <p:spPr>
          <a:xfrm>
            <a:off x="263753" y="332308"/>
            <a:ext cx="11664492" cy="945310"/>
          </a:xfrm>
          <a:prstGeom prst="rect">
            <a:avLst/>
          </a:prstGeom>
        </p:spPr>
        <p:txBody>
          <a:bodyPr vert="horz" wrap="square" lIns="0" tIns="143688" rIns="0" bIns="0" rtlCol="0">
            <a:spAutoFit/>
          </a:bodyPr>
          <a:lstStyle/>
          <a:p>
            <a:pPr marL="17780">
              <a:lnSpc>
                <a:spcPct val="100000"/>
              </a:lnSpc>
              <a:spcBef>
                <a:spcPts val="90"/>
              </a:spcBef>
            </a:pPr>
            <a:r>
              <a:rPr dirty="0" smtClean="0">
                <a:solidFill>
                  <a:srgbClr val="FF7800"/>
                </a:solidFill>
              </a:rPr>
              <a:t>0</a:t>
            </a:r>
            <a:r>
              <a:rPr lang="fr-FR" dirty="0" smtClean="0">
                <a:solidFill>
                  <a:srgbClr val="FF7800"/>
                </a:solidFill>
              </a:rPr>
              <a:t>5</a:t>
            </a:r>
            <a:r>
              <a:rPr spc="-45" dirty="0" smtClean="0">
                <a:solidFill>
                  <a:srgbClr val="FF7800"/>
                </a:solidFill>
              </a:rPr>
              <a:t> </a:t>
            </a:r>
            <a:r>
              <a:rPr dirty="0" smtClean="0">
                <a:solidFill>
                  <a:srgbClr val="FF7800"/>
                </a:solidFill>
              </a:rPr>
              <a:t>–</a:t>
            </a:r>
            <a:r>
              <a:rPr spc="-30" dirty="0" smtClean="0">
                <a:solidFill>
                  <a:srgbClr val="FF7800"/>
                </a:solidFill>
              </a:rPr>
              <a:t> </a:t>
            </a:r>
            <a:r>
              <a:rPr lang="fr-FR" dirty="0" smtClean="0">
                <a:solidFill>
                  <a:srgbClr val="FF7800"/>
                </a:solidFill>
              </a:rPr>
              <a:t>Gestion de la mémoire</a:t>
            </a:r>
            <a:br>
              <a:rPr lang="fr-FR" dirty="0" smtClean="0">
                <a:solidFill>
                  <a:srgbClr val="FF7800"/>
                </a:solidFill>
              </a:rPr>
            </a:br>
            <a:r>
              <a:rPr lang="fr-FR" sz="1600" spc="-10" dirty="0">
                <a:solidFill>
                  <a:srgbClr val="FF7800"/>
                </a:solidFill>
              </a:rPr>
              <a:t>Gestion de la mémoire sous Windows</a:t>
            </a:r>
            <a:br>
              <a:rPr lang="fr-FR" sz="1600" spc="-10" dirty="0">
                <a:solidFill>
                  <a:srgbClr val="FF7800"/>
                </a:solidFill>
              </a:rPr>
            </a:br>
            <a:endParaRPr sz="1600" dirty="0"/>
          </a:p>
        </p:txBody>
      </p:sp>
    </p:spTree>
    <p:extLst>
      <p:ext uri="{BB962C8B-B14F-4D97-AF65-F5344CB8AC3E}">
        <p14:creationId xmlns:p14="http://schemas.microsoft.com/office/powerpoint/2010/main" val="1976977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9460" cy="6855459"/>
            <a:chOff x="0" y="17"/>
            <a:chExt cx="12189460" cy="6855459"/>
          </a:xfrm>
        </p:grpSpPr>
        <p:pic>
          <p:nvPicPr>
            <p:cNvPr id="3" name="object 3"/>
            <p:cNvPicPr/>
            <p:nvPr/>
          </p:nvPicPr>
          <p:blipFill>
            <a:blip r:embed="rId3" cstate="print"/>
            <a:stretch>
              <a:fillRect/>
            </a:stretch>
          </p:blipFill>
          <p:spPr>
            <a:xfrm>
              <a:off x="3048" y="17"/>
              <a:ext cx="12185903" cy="6855206"/>
            </a:xfrm>
            <a:prstGeom prst="rect">
              <a:avLst/>
            </a:prstGeom>
          </p:spPr>
        </p:pic>
        <p:sp>
          <p:nvSpPr>
            <p:cNvPr id="4" name="object 4"/>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grpSp>
      <p:grpSp>
        <p:nvGrpSpPr>
          <p:cNvPr id="8" name="object 8"/>
          <p:cNvGrpSpPr/>
          <p:nvPr/>
        </p:nvGrpSpPr>
        <p:grpSpPr>
          <a:xfrm>
            <a:off x="1229677" y="1671637"/>
            <a:ext cx="9790875" cy="4572635"/>
            <a:chOff x="1229677" y="1671637"/>
            <a:chExt cx="9790875" cy="4572635"/>
          </a:xfrm>
        </p:grpSpPr>
        <p:pic>
          <p:nvPicPr>
            <p:cNvPr id="11" name="object 11"/>
            <p:cNvPicPr/>
            <p:nvPr/>
          </p:nvPicPr>
          <p:blipFill>
            <a:blip r:embed="rId4" cstate="print"/>
            <a:stretch>
              <a:fillRect/>
            </a:stretch>
          </p:blipFill>
          <p:spPr>
            <a:xfrm>
              <a:off x="1234439" y="1676400"/>
              <a:ext cx="4117847" cy="4562855"/>
            </a:xfrm>
            <a:prstGeom prst="rect">
              <a:avLst/>
            </a:prstGeom>
          </p:spPr>
        </p:pic>
        <p:sp>
          <p:nvSpPr>
            <p:cNvPr id="12" name="object 12"/>
            <p:cNvSpPr/>
            <p:nvPr/>
          </p:nvSpPr>
          <p:spPr>
            <a:xfrm>
              <a:off x="1229677" y="1671637"/>
              <a:ext cx="4127500" cy="4572635"/>
            </a:xfrm>
            <a:custGeom>
              <a:avLst/>
              <a:gdLst/>
              <a:ahLst/>
              <a:cxnLst/>
              <a:rect l="l" t="t" r="r" b="b"/>
              <a:pathLst>
                <a:path w="4127500" h="4572635">
                  <a:moveTo>
                    <a:pt x="0" y="4572381"/>
                  </a:moveTo>
                  <a:lnTo>
                    <a:pt x="4127373" y="4572381"/>
                  </a:lnTo>
                  <a:lnTo>
                    <a:pt x="4127373" y="0"/>
                  </a:lnTo>
                  <a:lnTo>
                    <a:pt x="0" y="0"/>
                  </a:lnTo>
                  <a:lnTo>
                    <a:pt x="0" y="4572381"/>
                  </a:lnTo>
                  <a:close/>
                </a:path>
              </a:pathLst>
            </a:custGeom>
            <a:ln w="9525">
              <a:solidFill>
                <a:srgbClr val="000000"/>
              </a:solidFill>
            </a:ln>
          </p:spPr>
          <p:txBody>
            <a:bodyPr wrap="square" lIns="0" tIns="0" rIns="0" bIns="0" rtlCol="0"/>
            <a:lstStyle/>
            <a:p>
              <a:endParaRPr/>
            </a:p>
          </p:txBody>
        </p:sp>
        <p:pic>
          <p:nvPicPr>
            <p:cNvPr id="13" name="object 13"/>
            <p:cNvPicPr/>
            <p:nvPr/>
          </p:nvPicPr>
          <p:blipFill>
            <a:blip r:embed="rId5" cstate="print"/>
            <a:stretch>
              <a:fillRect/>
            </a:stretch>
          </p:blipFill>
          <p:spPr>
            <a:xfrm>
              <a:off x="6784848" y="1676399"/>
              <a:ext cx="4230623" cy="4559808"/>
            </a:xfrm>
            <a:prstGeom prst="rect">
              <a:avLst/>
            </a:prstGeom>
          </p:spPr>
        </p:pic>
        <p:sp>
          <p:nvSpPr>
            <p:cNvPr id="14" name="object 14"/>
            <p:cNvSpPr/>
            <p:nvPr/>
          </p:nvSpPr>
          <p:spPr>
            <a:xfrm>
              <a:off x="6780022" y="1671637"/>
              <a:ext cx="4240530" cy="4569460"/>
            </a:xfrm>
            <a:custGeom>
              <a:avLst/>
              <a:gdLst/>
              <a:ahLst/>
              <a:cxnLst/>
              <a:rect l="l" t="t" r="r" b="b"/>
              <a:pathLst>
                <a:path w="4240530" h="4569460">
                  <a:moveTo>
                    <a:pt x="0" y="4569333"/>
                  </a:moveTo>
                  <a:lnTo>
                    <a:pt x="4240149" y="4569333"/>
                  </a:lnTo>
                  <a:lnTo>
                    <a:pt x="4240149" y="0"/>
                  </a:lnTo>
                  <a:lnTo>
                    <a:pt x="0" y="0"/>
                  </a:lnTo>
                  <a:lnTo>
                    <a:pt x="0" y="4569333"/>
                  </a:lnTo>
                  <a:close/>
                </a:path>
              </a:pathLst>
            </a:custGeom>
            <a:ln w="9525">
              <a:solidFill>
                <a:srgbClr val="000000"/>
              </a:solidFill>
            </a:ln>
          </p:spPr>
          <p:txBody>
            <a:bodyPr wrap="square" lIns="0" tIns="0" rIns="0" bIns="0" rtlCol="0"/>
            <a:lstStyle/>
            <a:p>
              <a:endParaRPr/>
            </a:p>
          </p:txBody>
        </p:sp>
      </p:grpSp>
      <p:sp>
        <p:nvSpPr>
          <p:cNvPr id="15" name="object 15"/>
          <p:cNvSpPr txBox="1"/>
          <p:nvPr/>
        </p:nvSpPr>
        <p:spPr>
          <a:xfrm>
            <a:off x="1893823" y="6303061"/>
            <a:ext cx="247396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20" dirty="0">
                <a:solidFill>
                  <a:srgbClr val="A6A6A6"/>
                </a:solidFill>
                <a:latin typeface="Calibri"/>
                <a:cs typeface="Calibri"/>
              </a:rPr>
              <a:t> </a:t>
            </a:r>
            <a:r>
              <a:rPr lang="fr-FR" sz="1200" i="1" dirty="0">
                <a:solidFill>
                  <a:srgbClr val="A6A6A6"/>
                </a:solidFill>
                <a:latin typeface="Calibri"/>
                <a:cs typeface="Calibri"/>
              </a:rPr>
              <a:t>1</a:t>
            </a:r>
            <a:r>
              <a:rPr sz="1200" i="1" spc="135" dirty="0" smtClean="0">
                <a:solidFill>
                  <a:srgbClr val="A6A6A6"/>
                </a:solidFill>
                <a:latin typeface="Calibri"/>
                <a:cs typeface="Calibri"/>
              </a:rPr>
              <a:t>  </a:t>
            </a:r>
            <a:r>
              <a:rPr sz="1200" i="1" dirty="0">
                <a:solidFill>
                  <a:srgbClr val="A6A6A6"/>
                </a:solidFill>
                <a:latin typeface="Calibri"/>
                <a:cs typeface="Calibri"/>
              </a:rPr>
              <a:t>:</a:t>
            </a:r>
            <a:r>
              <a:rPr sz="1200" i="1" spc="5" dirty="0">
                <a:solidFill>
                  <a:srgbClr val="A6A6A6"/>
                </a:solidFill>
                <a:latin typeface="Calibri"/>
                <a:cs typeface="Calibri"/>
              </a:rPr>
              <a:t> </a:t>
            </a:r>
            <a:r>
              <a:rPr sz="1200" i="1" spc="-10" dirty="0">
                <a:solidFill>
                  <a:srgbClr val="A6A6A6"/>
                </a:solidFill>
                <a:latin typeface="Calibri"/>
                <a:cs typeface="Calibri"/>
              </a:rPr>
              <a:t>Interface</a:t>
            </a:r>
            <a:r>
              <a:rPr sz="1200" i="1" spc="-35" dirty="0">
                <a:solidFill>
                  <a:srgbClr val="A6A6A6"/>
                </a:solidFill>
                <a:latin typeface="Calibri"/>
                <a:cs typeface="Calibri"/>
              </a:rPr>
              <a:t> </a:t>
            </a:r>
            <a:r>
              <a:rPr sz="1200" i="1" dirty="0">
                <a:solidFill>
                  <a:srgbClr val="A6A6A6"/>
                </a:solidFill>
                <a:latin typeface="Calibri"/>
                <a:cs typeface="Calibri"/>
              </a:rPr>
              <a:t>Mémoire</a:t>
            </a:r>
            <a:r>
              <a:rPr sz="1200" i="1" spc="-15" dirty="0">
                <a:solidFill>
                  <a:srgbClr val="A6A6A6"/>
                </a:solidFill>
                <a:latin typeface="Calibri"/>
                <a:cs typeface="Calibri"/>
              </a:rPr>
              <a:t> </a:t>
            </a:r>
            <a:r>
              <a:rPr sz="1200" i="1" spc="-10" dirty="0">
                <a:solidFill>
                  <a:srgbClr val="A6A6A6"/>
                </a:solidFill>
                <a:latin typeface="Calibri"/>
                <a:cs typeface="Calibri"/>
              </a:rPr>
              <a:t>Virtuelle</a:t>
            </a:r>
            <a:endParaRPr sz="1200" dirty="0">
              <a:latin typeface="Calibri"/>
              <a:cs typeface="Calibri"/>
            </a:endParaRP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27</a:t>
            </a:fld>
            <a:endParaRPr spc="-25" dirty="0"/>
          </a:p>
        </p:txBody>
      </p:sp>
      <p:sp>
        <p:nvSpPr>
          <p:cNvPr id="16" name="object 16"/>
          <p:cNvSpPr txBox="1"/>
          <p:nvPr/>
        </p:nvSpPr>
        <p:spPr>
          <a:xfrm>
            <a:off x="6666992" y="6303061"/>
            <a:ext cx="4468495"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220" dirty="0">
                <a:solidFill>
                  <a:srgbClr val="A6A6A6"/>
                </a:solidFill>
                <a:latin typeface="Calibri"/>
                <a:cs typeface="Calibri"/>
              </a:rPr>
              <a:t> </a:t>
            </a:r>
            <a:r>
              <a:rPr lang="fr-FR" sz="1200" i="1" dirty="0">
                <a:solidFill>
                  <a:srgbClr val="A6A6A6"/>
                </a:solidFill>
                <a:latin typeface="Calibri"/>
                <a:cs typeface="Calibri"/>
              </a:rPr>
              <a:t>2</a:t>
            </a:r>
            <a:r>
              <a:rPr sz="1200" i="1" spc="10" dirty="0" smtClean="0">
                <a:solidFill>
                  <a:srgbClr val="A6A6A6"/>
                </a:solidFill>
                <a:latin typeface="Calibri"/>
                <a:cs typeface="Calibri"/>
              </a:rPr>
              <a:t> </a:t>
            </a:r>
            <a:r>
              <a:rPr sz="1200" i="1" dirty="0">
                <a:solidFill>
                  <a:srgbClr val="A6A6A6"/>
                </a:solidFill>
                <a:latin typeface="Calibri"/>
                <a:cs typeface="Calibri"/>
              </a:rPr>
              <a:t>:</a:t>
            </a:r>
            <a:r>
              <a:rPr sz="1200" i="1" spc="-15" dirty="0">
                <a:solidFill>
                  <a:srgbClr val="A6A6A6"/>
                </a:solidFill>
                <a:latin typeface="Calibri"/>
                <a:cs typeface="Calibri"/>
              </a:rPr>
              <a:t> </a:t>
            </a:r>
            <a:r>
              <a:rPr sz="1200" i="1" spc="-10" dirty="0">
                <a:solidFill>
                  <a:srgbClr val="A6A6A6"/>
                </a:solidFill>
                <a:latin typeface="Calibri"/>
                <a:cs typeface="Calibri"/>
              </a:rPr>
              <a:t>Interface</a:t>
            </a:r>
            <a:r>
              <a:rPr sz="1200" i="1" spc="-45" dirty="0">
                <a:solidFill>
                  <a:srgbClr val="A6A6A6"/>
                </a:solidFill>
                <a:latin typeface="Calibri"/>
                <a:cs typeface="Calibri"/>
              </a:rPr>
              <a:t> </a:t>
            </a:r>
            <a:r>
              <a:rPr sz="1200" i="1" dirty="0">
                <a:solidFill>
                  <a:srgbClr val="A6A6A6"/>
                </a:solidFill>
                <a:latin typeface="Calibri"/>
                <a:cs typeface="Calibri"/>
              </a:rPr>
              <a:t>Mémoire</a:t>
            </a:r>
            <a:r>
              <a:rPr sz="1200" i="1" spc="-30" dirty="0">
                <a:solidFill>
                  <a:srgbClr val="A6A6A6"/>
                </a:solidFill>
                <a:latin typeface="Calibri"/>
                <a:cs typeface="Calibri"/>
              </a:rPr>
              <a:t> </a:t>
            </a:r>
            <a:r>
              <a:rPr sz="1200" i="1" dirty="0">
                <a:solidFill>
                  <a:srgbClr val="A6A6A6"/>
                </a:solidFill>
                <a:latin typeface="Calibri"/>
                <a:cs typeface="Calibri"/>
              </a:rPr>
              <a:t>Virtuelle:</a:t>
            </a:r>
            <a:r>
              <a:rPr sz="1200" i="1" spc="-10" dirty="0">
                <a:solidFill>
                  <a:srgbClr val="A6A6A6"/>
                </a:solidFill>
                <a:latin typeface="Calibri"/>
                <a:cs typeface="Calibri"/>
              </a:rPr>
              <a:t> </a:t>
            </a:r>
            <a:r>
              <a:rPr sz="1200" i="1" dirty="0">
                <a:solidFill>
                  <a:srgbClr val="A6A6A6"/>
                </a:solidFill>
                <a:latin typeface="Calibri"/>
                <a:cs typeface="Calibri"/>
              </a:rPr>
              <a:t>Définir</a:t>
            </a:r>
            <a:r>
              <a:rPr sz="1200" i="1" spc="-10" dirty="0">
                <a:solidFill>
                  <a:srgbClr val="A6A6A6"/>
                </a:solidFill>
                <a:latin typeface="Calibri"/>
                <a:cs typeface="Calibri"/>
              </a:rPr>
              <a:t> </a:t>
            </a:r>
            <a:r>
              <a:rPr sz="1200" i="1" dirty="0">
                <a:solidFill>
                  <a:srgbClr val="A6A6A6"/>
                </a:solidFill>
                <a:latin typeface="Calibri"/>
                <a:cs typeface="Calibri"/>
              </a:rPr>
              <a:t>les</a:t>
            </a:r>
            <a:r>
              <a:rPr sz="1200" i="1" spc="-15" dirty="0">
                <a:solidFill>
                  <a:srgbClr val="A6A6A6"/>
                </a:solidFill>
                <a:latin typeface="Calibri"/>
                <a:cs typeface="Calibri"/>
              </a:rPr>
              <a:t> </a:t>
            </a:r>
            <a:r>
              <a:rPr sz="1200" i="1" dirty="0">
                <a:solidFill>
                  <a:srgbClr val="A6A6A6"/>
                </a:solidFill>
                <a:latin typeface="Calibri"/>
                <a:cs typeface="Calibri"/>
              </a:rPr>
              <a:t>paramètres</a:t>
            </a:r>
            <a:r>
              <a:rPr sz="1200" i="1" spc="-60" dirty="0">
                <a:solidFill>
                  <a:srgbClr val="A6A6A6"/>
                </a:solidFill>
                <a:latin typeface="Calibri"/>
                <a:cs typeface="Calibri"/>
              </a:rPr>
              <a:t> </a:t>
            </a:r>
            <a:r>
              <a:rPr sz="1200" i="1" spc="-10" dirty="0">
                <a:solidFill>
                  <a:srgbClr val="A6A6A6"/>
                </a:solidFill>
                <a:latin typeface="Calibri"/>
                <a:cs typeface="Calibri"/>
              </a:rPr>
              <a:t>mémoire</a:t>
            </a:r>
            <a:endParaRPr sz="1200" dirty="0">
              <a:latin typeface="Calibri"/>
              <a:cs typeface="Calibri"/>
            </a:endParaRPr>
          </a:p>
        </p:txBody>
      </p:sp>
      <p:sp>
        <p:nvSpPr>
          <p:cNvPr id="20"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
        <p:nvSpPr>
          <p:cNvPr id="19" name="object 11"/>
          <p:cNvSpPr txBox="1">
            <a:spLocks noGrp="1"/>
          </p:cNvSpPr>
          <p:nvPr>
            <p:ph type="title"/>
          </p:nvPr>
        </p:nvSpPr>
        <p:spPr>
          <a:xfrm>
            <a:off x="263753" y="332308"/>
            <a:ext cx="11664492" cy="945310"/>
          </a:xfrm>
          <a:prstGeom prst="rect">
            <a:avLst/>
          </a:prstGeom>
        </p:spPr>
        <p:txBody>
          <a:bodyPr vert="horz" wrap="square" lIns="0" tIns="143688" rIns="0" bIns="0" rtlCol="0">
            <a:spAutoFit/>
          </a:bodyPr>
          <a:lstStyle/>
          <a:p>
            <a:pPr marL="17780">
              <a:lnSpc>
                <a:spcPct val="100000"/>
              </a:lnSpc>
              <a:spcBef>
                <a:spcPts val="90"/>
              </a:spcBef>
            </a:pPr>
            <a:r>
              <a:rPr dirty="0" smtClean="0">
                <a:solidFill>
                  <a:srgbClr val="FF7800"/>
                </a:solidFill>
              </a:rPr>
              <a:t>0</a:t>
            </a:r>
            <a:r>
              <a:rPr lang="fr-FR" dirty="0" smtClean="0">
                <a:solidFill>
                  <a:srgbClr val="FF7800"/>
                </a:solidFill>
              </a:rPr>
              <a:t>5</a:t>
            </a:r>
            <a:r>
              <a:rPr spc="-45" dirty="0" smtClean="0">
                <a:solidFill>
                  <a:srgbClr val="FF7800"/>
                </a:solidFill>
              </a:rPr>
              <a:t> </a:t>
            </a:r>
            <a:r>
              <a:rPr dirty="0" smtClean="0">
                <a:solidFill>
                  <a:srgbClr val="FF7800"/>
                </a:solidFill>
              </a:rPr>
              <a:t>–</a:t>
            </a:r>
            <a:r>
              <a:rPr spc="-30" dirty="0" smtClean="0">
                <a:solidFill>
                  <a:srgbClr val="FF7800"/>
                </a:solidFill>
              </a:rPr>
              <a:t> </a:t>
            </a:r>
            <a:r>
              <a:rPr lang="fr-FR" dirty="0" smtClean="0">
                <a:solidFill>
                  <a:srgbClr val="FF7800"/>
                </a:solidFill>
              </a:rPr>
              <a:t>Gestion de la mémoire</a:t>
            </a:r>
            <a:br>
              <a:rPr lang="fr-FR" dirty="0" smtClean="0">
                <a:solidFill>
                  <a:srgbClr val="FF7800"/>
                </a:solidFill>
              </a:rPr>
            </a:br>
            <a:r>
              <a:rPr lang="fr-FR" sz="1600" spc="-10" dirty="0">
                <a:solidFill>
                  <a:srgbClr val="FF7800"/>
                </a:solidFill>
              </a:rPr>
              <a:t>Gestion de la mémoire sous Windows</a:t>
            </a:r>
            <a:br>
              <a:rPr lang="fr-FR" sz="1600" spc="-10" dirty="0">
                <a:solidFill>
                  <a:srgbClr val="FF7800"/>
                </a:solidFill>
              </a:rPr>
            </a:br>
            <a:endParaRPr sz="1600" dirty="0"/>
          </a:p>
        </p:txBody>
      </p:sp>
    </p:spTree>
    <p:extLst>
      <p:ext uri="{BB962C8B-B14F-4D97-AF65-F5344CB8AC3E}">
        <p14:creationId xmlns:p14="http://schemas.microsoft.com/office/powerpoint/2010/main" val="2640631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923553" y="1720190"/>
            <a:ext cx="10590480" cy="3613810"/>
          </a:xfrm>
          <a:prstGeom prst="rect">
            <a:avLst/>
          </a:prstGeom>
        </p:spPr>
        <p:txBody>
          <a:bodyPr vert="horz" wrap="square" lIns="0" tIns="12700" rIns="0" bIns="0" rtlCol="0">
            <a:spAutoFit/>
          </a:bodyPr>
          <a:lstStyle/>
          <a:p>
            <a:pPr marL="12700">
              <a:lnSpc>
                <a:spcPct val="100000"/>
              </a:lnSpc>
            </a:pPr>
            <a:endParaRPr lang="fr-FR" b="1" spc="-40" dirty="0" smtClean="0">
              <a:solidFill>
                <a:srgbClr val="FF7800"/>
              </a:solidFill>
              <a:latin typeface="Calibri"/>
              <a:cs typeface="Calibri"/>
            </a:endParaRPr>
          </a:p>
          <a:p>
            <a:pPr marL="298450" indent="-285750">
              <a:lnSpc>
                <a:spcPct val="150000"/>
              </a:lnSpc>
              <a:buFont typeface="Wingdings" panose="05000000000000000000" pitchFamily="2" charset="2"/>
              <a:buChar char="§"/>
            </a:pPr>
            <a:r>
              <a:rPr sz="1600" dirty="0" smtClean="0">
                <a:solidFill>
                  <a:srgbClr val="585858"/>
                </a:solidFill>
                <a:latin typeface="Calibri"/>
                <a:cs typeface="Calibri"/>
              </a:rPr>
              <a:t>Le</a:t>
            </a:r>
            <a:r>
              <a:rPr sz="1600" spc="-15" dirty="0" smtClean="0">
                <a:solidFill>
                  <a:srgbClr val="585858"/>
                </a:solidFill>
                <a:latin typeface="Calibri"/>
                <a:cs typeface="Calibri"/>
              </a:rPr>
              <a:t> </a:t>
            </a:r>
            <a:r>
              <a:rPr sz="1600" dirty="0">
                <a:solidFill>
                  <a:srgbClr val="585858"/>
                </a:solidFill>
                <a:latin typeface="Calibri"/>
                <a:cs typeface="Calibri"/>
              </a:rPr>
              <a:t>disque</a:t>
            </a:r>
            <a:r>
              <a:rPr sz="1600" spc="5" dirty="0">
                <a:solidFill>
                  <a:srgbClr val="585858"/>
                </a:solidFill>
                <a:latin typeface="Calibri"/>
                <a:cs typeface="Calibri"/>
              </a:rPr>
              <a:t> </a:t>
            </a:r>
            <a:r>
              <a:rPr sz="1600" dirty="0">
                <a:solidFill>
                  <a:srgbClr val="585858"/>
                </a:solidFill>
                <a:latin typeface="Calibri"/>
                <a:cs typeface="Calibri"/>
              </a:rPr>
              <a:t>dur</a:t>
            </a:r>
            <a:r>
              <a:rPr sz="1600" spc="-5" dirty="0">
                <a:solidFill>
                  <a:srgbClr val="585858"/>
                </a:solidFill>
                <a:latin typeface="Calibri"/>
                <a:cs typeface="Calibri"/>
              </a:rPr>
              <a:t> </a:t>
            </a:r>
            <a:r>
              <a:rPr sz="1600" dirty="0">
                <a:solidFill>
                  <a:srgbClr val="585858"/>
                </a:solidFill>
                <a:latin typeface="Calibri"/>
                <a:cs typeface="Calibri"/>
              </a:rPr>
              <a:t>est</a:t>
            </a:r>
            <a:r>
              <a:rPr sz="1600" spc="15" dirty="0">
                <a:solidFill>
                  <a:srgbClr val="585858"/>
                </a:solidFill>
                <a:latin typeface="Calibri"/>
                <a:cs typeface="Calibri"/>
              </a:rPr>
              <a:t> </a:t>
            </a:r>
            <a:r>
              <a:rPr sz="1600" dirty="0">
                <a:solidFill>
                  <a:srgbClr val="585858"/>
                </a:solidFill>
                <a:latin typeface="Calibri"/>
                <a:cs typeface="Calibri"/>
              </a:rPr>
              <a:t>le</a:t>
            </a:r>
            <a:r>
              <a:rPr sz="1600" spc="10" dirty="0">
                <a:solidFill>
                  <a:srgbClr val="585858"/>
                </a:solidFill>
                <a:latin typeface="Calibri"/>
                <a:cs typeface="Calibri"/>
              </a:rPr>
              <a:t> </a:t>
            </a:r>
            <a:r>
              <a:rPr sz="1600" dirty="0">
                <a:solidFill>
                  <a:srgbClr val="585858"/>
                </a:solidFill>
                <a:latin typeface="Calibri"/>
                <a:cs typeface="Calibri"/>
              </a:rPr>
              <a:t>composant</a:t>
            </a:r>
            <a:r>
              <a:rPr sz="1600" spc="-5" dirty="0">
                <a:solidFill>
                  <a:srgbClr val="585858"/>
                </a:solidFill>
                <a:latin typeface="Calibri"/>
                <a:cs typeface="Calibri"/>
              </a:rPr>
              <a:t> </a:t>
            </a:r>
            <a:r>
              <a:rPr sz="1600" dirty="0">
                <a:solidFill>
                  <a:srgbClr val="585858"/>
                </a:solidFill>
                <a:latin typeface="Calibri"/>
                <a:cs typeface="Calibri"/>
              </a:rPr>
              <a:t>responsable</a:t>
            </a:r>
            <a:r>
              <a:rPr sz="1600" spc="10" dirty="0">
                <a:solidFill>
                  <a:srgbClr val="585858"/>
                </a:solidFill>
                <a:latin typeface="Calibri"/>
                <a:cs typeface="Calibri"/>
              </a:rPr>
              <a:t> </a:t>
            </a:r>
            <a:r>
              <a:rPr sz="1600" dirty="0">
                <a:solidFill>
                  <a:srgbClr val="585858"/>
                </a:solidFill>
                <a:latin typeface="Calibri"/>
                <a:cs typeface="Calibri"/>
              </a:rPr>
              <a:t>du stockage</a:t>
            </a:r>
            <a:r>
              <a:rPr sz="1600" spc="-10" dirty="0">
                <a:solidFill>
                  <a:srgbClr val="585858"/>
                </a:solidFill>
                <a:latin typeface="Calibri"/>
                <a:cs typeface="Calibri"/>
              </a:rPr>
              <a:t> </a:t>
            </a:r>
            <a:r>
              <a:rPr sz="1600" dirty="0">
                <a:solidFill>
                  <a:srgbClr val="585858"/>
                </a:solidFill>
                <a:latin typeface="Calibri"/>
                <a:cs typeface="Calibri"/>
              </a:rPr>
              <a:t>des données.</a:t>
            </a:r>
            <a:r>
              <a:rPr sz="1600" spc="-5" dirty="0">
                <a:solidFill>
                  <a:srgbClr val="585858"/>
                </a:solidFill>
                <a:latin typeface="Calibri"/>
                <a:cs typeface="Calibri"/>
              </a:rPr>
              <a:t> </a:t>
            </a:r>
            <a:r>
              <a:rPr sz="1600" dirty="0">
                <a:solidFill>
                  <a:srgbClr val="585858"/>
                </a:solidFill>
                <a:latin typeface="Calibri"/>
                <a:cs typeface="Calibri"/>
              </a:rPr>
              <a:t>C’est</a:t>
            </a:r>
            <a:r>
              <a:rPr sz="1600" spc="10" dirty="0">
                <a:solidFill>
                  <a:srgbClr val="585858"/>
                </a:solidFill>
                <a:latin typeface="Calibri"/>
                <a:cs typeface="Calibri"/>
              </a:rPr>
              <a:t> </a:t>
            </a:r>
            <a:r>
              <a:rPr sz="1600" dirty="0">
                <a:solidFill>
                  <a:srgbClr val="585858"/>
                </a:solidFill>
                <a:latin typeface="Calibri"/>
                <a:cs typeface="Calibri"/>
              </a:rPr>
              <a:t>là</a:t>
            </a:r>
            <a:r>
              <a:rPr sz="1600" spc="10" dirty="0">
                <a:solidFill>
                  <a:srgbClr val="585858"/>
                </a:solidFill>
                <a:latin typeface="Calibri"/>
                <a:cs typeface="Calibri"/>
              </a:rPr>
              <a:t> </a:t>
            </a:r>
            <a:r>
              <a:rPr sz="1600" dirty="0">
                <a:solidFill>
                  <a:srgbClr val="585858"/>
                </a:solidFill>
                <a:latin typeface="Calibri"/>
                <a:cs typeface="Calibri"/>
              </a:rPr>
              <a:t>que</a:t>
            </a:r>
            <a:r>
              <a:rPr sz="1600" spc="-15" dirty="0">
                <a:solidFill>
                  <a:srgbClr val="585858"/>
                </a:solidFill>
                <a:latin typeface="Calibri"/>
                <a:cs typeface="Calibri"/>
              </a:rPr>
              <a:t> </a:t>
            </a:r>
            <a:r>
              <a:rPr sz="1600" dirty="0">
                <a:solidFill>
                  <a:srgbClr val="585858"/>
                </a:solidFill>
                <a:latin typeface="Calibri"/>
                <a:cs typeface="Calibri"/>
              </a:rPr>
              <a:t>tous</a:t>
            </a:r>
            <a:r>
              <a:rPr sz="1600" spc="20" dirty="0">
                <a:solidFill>
                  <a:srgbClr val="585858"/>
                </a:solidFill>
                <a:latin typeface="Calibri"/>
                <a:cs typeface="Calibri"/>
              </a:rPr>
              <a:t> </a:t>
            </a:r>
            <a:r>
              <a:rPr sz="1600" dirty="0">
                <a:solidFill>
                  <a:srgbClr val="585858"/>
                </a:solidFill>
                <a:latin typeface="Calibri"/>
                <a:cs typeface="Calibri"/>
              </a:rPr>
              <a:t>les</a:t>
            </a:r>
            <a:r>
              <a:rPr sz="1600" spc="300" dirty="0">
                <a:solidFill>
                  <a:srgbClr val="585858"/>
                </a:solidFill>
                <a:latin typeface="Calibri"/>
                <a:cs typeface="Calibri"/>
              </a:rPr>
              <a:t> </a:t>
            </a:r>
            <a:r>
              <a:rPr sz="1600" dirty="0">
                <a:solidFill>
                  <a:srgbClr val="585858"/>
                </a:solidFill>
                <a:latin typeface="Calibri"/>
                <a:cs typeface="Calibri"/>
              </a:rPr>
              <a:t>fichiers</a:t>
            </a:r>
            <a:r>
              <a:rPr sz="1600" spc="15" dirty="0">
                <a:solidFill>
                  <a:srgbClr val="585858"/>
                </a:solidFill>
                <a:latin typeface="Calibri"/>
                <a:cs typeface="Calibri"/>
              </a:rPr>
              <a:t> </a:t>
            </a:r>
            <a:r>
              <a:rPr sz="1600" dirty="0">
                <a:solidFill>
                  <a:srgbClr val="585858"/>
                </a:solidFill>
                <a:latin typeface="Calibri"/>
                <a:cs typeface="Calibri"/>
              </a:rPr>
              <a:t>et</a:t>
            </a:r>
            <a:r>
              <a:rPr sz="1600" spc="-10" dirty="0">
                <a:solidFill>
                  <a:srgbClr val="585858"/>
                </a:solidFill>
                <a:latin typeface="Calibri"/>
                <a:cs typeface="Calibri"/>
              </a:rPr>
              <a:t> </a:t>
            </a:r>
            <a:r>
              <a:rPr sz="1600" dirty="0">
                <a:solidFill>
                  <a:srgbClr val="585858"/>
                </a:solidFill>
                <a:latin typeface="Calibri"/>
                <a:cs typeface="Calibri"/>
              </a:rPr>
              <a:t>dossiers sont</a:t>
            </a:r>
            <a:r>
              <a:rPr sz="1600" spc="-10" dirty="0">
                <a:solidFill>
                  <a:srgbClr val="585858"/>
                </a:solidFill>
                <a:latin typeface="Calibri"/>
                <a:cs typeface="Calibri"/>
              </a:rPr>
              <a:t> physiquement</a:t>
            </a:r>
            <a:r>
              <a:rPr sz="1600" spc="-5" dirty="0">
                <a:solidFill>
                  <a:srgbClr val="585858"/>
                </a:solidFill>
                <a:latin typeface="Calibri"/>
                <a:cs typeface="Calibri"/>
              </a:rPr>
              <a:t> </a:t>
            </a:r>
            <a:r>
              <a:rPr sz="1600" dirty="0">
                <a:solidFill>
                  <a:srgbClr val="585858"/>
                </a:solidFill>
                <a:latin typeface="Calibri"/>
                <a:cs typeface="Calibri"/>
              </a:rPr>
              <a:t>situés.</a:t>
            </a:r>
            <a:r>
              <a:rPr sz="1600" spc="-5" dirty="0">
                <a:solidFill>
                  <a:srgbClr val="585858"/>
                </a:solidFill>
                <a:latin typeface="Calibri"/>
                <a:cs typeface="Calibri"/>
              </a:rPr>
              <a:t> </a:t>
            </a:r>
            <a:endParaRPr lang="fr-FR" sz="1600" spc="-5" dirty="0" smtClean="0">
              <a:solidFill>
                <a:srgbClr val="585858"/>
              </a:solidFill>
              <a:latin typeface="Calibri"/>
              <a:cs typeface="Calibri"/>
            </a:endParaRPr>
          </a:p>
          <a:p>
            <a:pPr marL="298450" indent="-285750">
              <a:lnSpc>
                <a:spcPct val="150000"/>
              </a:lnSpc>
              <a:buFont typeface="Wingdings" panose="05000000000000000000" pitchFamily="2" charset="2"/>
              <a:buChar char="§"/>
            </a:pPr>
            <a:r>
              <a:rPr lang="fr-FR" sz="1600" dirty="0" smtClean="0">
                <a:solidFill>
                  <a:srgbClr val="585858"/>
                </a:solidFill>
                <a:latin typeface="Calibri"/>
                <a:cs typeface="Calibri"/>
              </a:rPr>
              <a:t>Les</a:t>
            </a:r>
            <a:r>
              <a:rPr lang="fr-FR" sz="1600" spc="204" dirty="0" smtClean="0">
                <a:solidFill>
                  <a:srgbClr val="585858"/>
                </a:solidFill>
                <a:latin typeface="Calibri"/>
                <a:cs typeface="Calibri"/>
              </a:rPr>
              <a:t> </a:t>
            </a:r>
            <a:r>
              <a:rPr lang="fr-FR" sz="1600" dirty="0" smtClean="0">
                <a:solidFill>
                  <a:srgbClr val="585858"/>
                </a:solidFill>
                <a:latin typeface="Calibri"/>
                <a:cs typeface="Calibri"/>
              </a:rPr>
              <a:t>disques</a:t>
            </a:r>
            <a:r>
              <a:rPr lang="fr-FR" sz="1600" spc="210" dirty="0" smtClean="0">
                <a:solidFill>
                  <a:srgbClr val="585858"/>
                </a:solidFill>
                <a:latin typeface="Calibri"/>
                <a:cs typeface="Calibri"/>
              </a:rPr>
              <a:t> </a:t>
            </a:r>
            <a:r>
              <a:rPr lang="fr-FR" sz="1600" dirty="0" smtClean="0">
                <a:solidFill>
                  <a:srgbClr val="585858"/>
                </a:solidFill>
                <a:latin typeface="Calibri"/>
                <a:cs typeface="Calibri"/>
              </a:rPr>
              <a:t>durs</a:t>
            </a:r>
            <a:r>
              <a:rPr lang="fr-FR" sz="1600" spc="229" dirty="0" smtClean="0">
                <a:solidFill>
                  <a:srgbClr val="585858"/>
                </a:solidFill>
                <a:latin typeface="Calibri"/>
                <a:cs typeface="Calibri"/>
              </a:rPr>
              <a:t> </a:t>
            </a:r>
            <a:r>
              <a:rPr lang="fr-FR" sz="1600" dirty="0" smtClean="0">
                <a:solidFill>
                  <a:srgbClr val="585858"/>
                </a:solidFill>
                <a:latin typeface="Calibri"/>
                <a:cs typeface="Calibri"/>
              </a:rPr>
              <a:t>ont</a:t>
            </a:r>
            <a:r>
              <a:rPr lang="fr-FR" sz="1600" spc="204" dirty="0" smtClean="0">
                <a:solidFill>
                  <a:srgbClr val="585858"/>
                </a:solidFill>
                <a:latin typeface="Calibri"/>
                <a:cs typeface="Calibri"/>
              </a:rPr>
              <a:t> </a:t>
            </a:r>
            <a:r>
              <a:rPr lang="fr-FR" sz="1600" dirty="0" smtClean="0">
                <a:solidFill>
                  <a:srgbClr val="585858"/>
                </a:solidFill>
                <a:latin typeface="Calibri"/>
                <a:cs typeface="Calibri"/>
              </a:rPr>
              <a:t>été</a:t>
            </a:r>
            <a:r>
              <a:rPr lang="fr-FR" sz="1600" spc="220" dirty="0" smtClean="0">
                <a:solidFill>
                  <a:srgbClr val="585858"/>
                </a:solidFill>
                <a:latin typeface="Calibri"/>
                <a:cs typeface="Calibri"/>
              </a:rPr>
              <a:t> </a:t>
            </a:r>
            <a:r>
              <a:rPr lang="fr-FR" sz="1600" dirty="0" smtClean="0">
                <a:solidFill>
                  <a:srgbClr val="585858"/>
                </a:solidFill>
                <a:latin typeface="Calibri"/>
                <a:cs typeface="Calibri"/>
              </a:rPr>
              <a:t>inventés</a:t>
            </a:r>
            <a:r>
              <a:rPr lang="fr-FR" sz="1600" spc="195" dirty="0" smtClean="0">
                <a:solidFill>
                  <a:srgbClr val="585858"/>
                </a:solidFill>
                <a:latin typeface="Calibri"/>
                <a:cs typeface="Calibri"/>
              </a:rPr>
              <a:t> </a:t>
            </a:r>
            <a:r>
              <a:rPr lang="fr-FR" sz="1600" dirty="0" smtClean="0">
                <a:solidFill>
                  <a:srgbClr val="585858"/>
                </a:solidFill>
                <a:latin typeface="Calibri"/>
                <a:cs typeface="Calibri"/>
              </a:rPr>
              <a:t>dans</a:t>
            </a:r>
            <a:r>
              <a:rPr lang="fr-FR" sz="1600" spc="210" dirty="0" smtClean="0">
                <a:solidFill>
                  <a:srgbClr val="585858"/>
                </a:solidFill>
                <a:latin typeface="Calibri"/>
                <a:cs typeface="Calibri"/>
              </a:rPr>
              <a:t> </a:t>
            </a:r>
            <a:r>
              <a:rPr lang="fr-FR" sz="1600" dirty="0" smtClean="0">
                <a:solidFill>
                  <a:srgbClr val="585858"/>
                </a:solidFill>
                <a:latin typeface="Calibri"/>
                <a:cs typeface="Calibri"/>
              </a:rPr>
              <a:t>les</a:t>
            </a:r>
            <a:r>
              <a:rPr lang="fr-FR" sz="1600" spc="210" dirty="0" smtClean="0">
                <a:solidFill>
                  <a:srgbClr val="585858"/>
                </a:solidFill>
                <a:latin typeface="Calibri"/>
                <a:cs typeface="Calibri"/>
              </a:rPr>
              <a:t> </a:t>
            </a:r>
            <a:r>
              <a:rPr lang="fr-FR" sz="1600" dirty="0" smtClean="0">
                <a:solidFill>
                  <a:srgbClr val="585858"/>
                </a:solidFill>
                <a:latin typeface="Calibri"/>
                <a:cs typeface="Calibri"/>
              </a:rPr>
              <a:t>années</a:t>
            </a:r>
            <a:r>
              <a:rPr lang="fr-FR" sz="1600" spc="200" dirty="0" smtClean="0">
                <a:solidFill>
                  <a:srgbClr val="585858"/>
                </a:solidFill>
                <a:latin typeface="Calibri"/>
                <a:cs typeface="Calibri"/>
              </a:rPr>
              <a:t> </a:t>
            </a:r>
            <a:r>
              <a:rPr lang="fr-FR" sz="1600" dirty="0" smtClean="0">
                <a:solidFill>
                  <a:srgbClr val="585858"/>
                </a:solidFill>
                <a:latin typeface="Calibri"/>
                <a:cs typeface="Calibri"/>
              </a:rPr>
              <a:t>1950.</a:t>
            </a:r>
            <a:r>
              <a:rPr lang="fr-FR" sz="1600" spc="210" dirty="0" smtClean="0">
                <a:solidFill>
                  <a:srgbClr val="585858"/>
                </a:solidFill>
                <a:latin typeface="Calibri"/>
                <a:cs typeface="Calibri"/>
              </a:rPr>
              <a:t> </a:t>
            </a:r>
            <a:r>
              <a:rPr lang="fr-FR" sz="1600" dirty="0" smtClean="0">
                <a:solidFill>
                  <a:srgbClr val="585858"/>
                </a:solidFill>
                <a:latin typeface="Calibri"/>
                <a:cs typeface="Calibri"/>
              </a:rPr>
              <a:t>Ils</a:t>
            </a:r>
            <a:r>
              <a:rPr lang="fr-FR" sz="1600" spc="229" dirty="0" smtClean="0">
                <a:solidFill>
                  <a:srgbClr val="585858"/>
                </a:solidFill>
                <a:latin typeface="Calibri"/>
                <a:cs typeface="Calibri"/>
              </a:rPr>
              <a:t> </a:t>
            </a:r>
            <a:r>
              <a:rPr lang="fr-FR" sz="1600" dirty="0" smtClean="0">
                <a:solidFill>
                  <a:srgbClr val="585858"/>
                </a:solidFill>
                <a:latin typeface="Calibri"/>
                <a:cs typeface="Calibri"/>
              </a:rPr>
              <a:t>ont</a:t>
            </a:r>
            <a:r>
              <a:rPr lang="fr-FR" sz="1600" spc="200" dirty="0" smtClean="0">
                <a:solidFill>
                  <a:srgbClr val="585858"/>
                </a:solidFill>
                <a:latin typeface="Calibri"/>
                <a:cs typeface="Calibri"/>
              </a:rPr>
              <a:t> </a:t>
            </a:r>
            <a:r>
              <a:rPr lang="fr-FR" sz="1600" dirty="0" smtClean="0">
                <a:solidFill>
                  <a:srgbClr val="585858"/>
                </a:solidFill>
                <a:latin typeface="Calibri"/>
                <a:cs typeface="Calibri"/>
              </a:rPr>
              <a:t>commencé</a:t>
            </a:r>
            <a:r>
              <a:rPr lang="fr-FR" sz="1600" spc="225" dirty="0" smtClean="0">
                <a:solidFill>
                  <a:srgbClr val="585858"/>
                </a:solidFill>
                <a:latin typeface="Calibri"/>
                <a:cs typeface="Calibri"/>
              </a:rPr>
              <a:t> </a:t>
            </a:r>
            <a:r>
              <a:rPr lang="fr-FR" sz="1600" dirty="0" smtClean="0">
                <a:solidFill>
                  <a:srgbClr val="585858"/>
                </a:solidFill>
                <a:latin typeface="Calibri"/>
                <a:cs typeface="Calibri"/>
              </a:rPr>
              <a:t>comme</a:t>
            </a:r>
            <a:r>
              <a:rPr lang="fr-FR" sz="1600" spc="229"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220" dirty="0" smtClean="0">
                <a:solidFill>
                  <a:srgbClr val="585858"/>
                </a:solidFill>
                <a:latin typeface="Calibri"/>
                <a:cs typeface="Calibri"/>
              </a:rPr>
              <a:t> </a:t>
            </a:r>
            <a:r>
              <a:rPr lang="fr-FR" sz="1600" dirty="0" smtClean="0">
                <a:solidFill>
                  <a:srgbClr val="585858"/>
                </a:solidFill>
                <a:latin typeface="Calibri"/>
                <a:cs typeface="Calibri"/>
              </a:rPr>
              <a:t>gros</a:t>
            </a:r>
            <a:r>
              <a:rPr lang="fr-FR" sz="1600" spc="204" dirty="0" smtClean="0">
                <a:solidFill>
                  <a:srgbClr val="585858"/>
                </a:solidFill>
                <a:latin typeface="Calibri"/>
                <a:cs typeface="Calibri"/>
              </a:rPr>
              <a:t> </a:t>
            </a:r>
            <a:r>
              <a:rPr lang="fr-FR" sz="1600" dirty="0" smtClean="0">
                <a:solidFill>
                  <a:srgbClr val="585858"/>
                </a:solidFill>
                <a:latin typeface="Calibri"/>
                <a:cs typeface="Calibri"/>
              </a:rPr>
              <a:t>disques</a:t>
            </a:r>
            <a:r>
              <a:rPr lang="fr-FR" sz="1600" spc="215" dirty="0" smtClean="0">
                <a:solidFill>
                  <a:srgbClr val="585858"/>
                </a:solidFill>
                <a:latin typeface="Calibri"/>
                <a:cs typeface="Calibri"/>
              </a:rPr>
              <a:t> </a:t>
            </a:r>
            <a:r>
              <a:rPr lang="fr-FR" sz="1600" dirty="0" smtClean="0">
                <a:solidFill>
                  <a:srgbClr val="585858"/>
                </a:solidFill>
                <a:latin typeface="Calibri"/>
                <a:cs typeface="Calibri"/>
              </a:rPr>
              <a:t>ayant</a:t>
            </a:r>
            <a:r>
              <a:rPr lang="fr-FR" sz="1600" spc="204" dirty="0" smtClean="0">
                <a:solidFill>
                  <a:srgbClr val="585858"/>
                </a:solidFill>
                <a:latin typeface="Calibri"/>
                <a:cs typeface="Calibri"/>
              </a:rPr>
              <a:t> </a:t>
            </a:r>
            <a:r>
              <a:rPr lang="fr-FR" sz="1600" dirty="0" smtClean="0">
                <a:solidFill>
                  <a:srgbClr val="585858"/>
                </a:solidFill>
                <a:latin typeface="Calibri"/>
                <a:cs typeface="Calibri"/>
              </a:rPr>
              <a:t>20</a:t>
            </a:r>
            <a:r>
              <a:rPr lang="fr-FR" sz="1600" spc="185" dirty="0" smtClean="0">
                <a:solidFill>
                  <a:srgbClr val="585858"/>
                </a:solidFill>
                <a:latin typeface="Calibri"/>
                <a:cs typeface="Calibri"/>
              </a:rPr>
              <a:t> </a:t>
            </a:r>
            <a:r>
              <a:rPr lang="fr-FR" sz="1600" dirty="0" smtClean="0">
                <a:solidFill>
                  <a:srgbClr val="585858"/>
                </a:solidFill>
                <a:latin typeface="Calibri"/>
                <a:cs typeface="Calibri"/>
              </a:rPr>
              <a:t>pouces</a:t>
            </a:r>
            <a:r>
              <a:rPr lang="fr-FR" sz="1600" spc="23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200" dirty="0" smtClean="0">
                <a:solidFill>
                  <a:srgbClr val="585858"/>
                </a:solidFill>
                <a:latin typeface="Calibri"/>
                <a:cs typeface="Calibri"/>
              </a:rPr>
              <a:t> </a:t>
            </a:r>
            <a:r>
              <a:rPr lang="fr-FR" sz="1600" dirty="0" smtClean="0">
                <a:solidFill>
                  <a:srgbClr val="585858"/>
                </a:solidFill>
                <a:latin typeface="Calibri"/>
                <a:cs typeface="Calibri"/>
              </a:rPr>
              <a:t>diamètre</a:t>
            </a:r>
            <a:r>
              <a:rPr lang="fr-FR" sz="1600" spc="200" dirty="0" smtClean="0">
                <a:solidFill>
                  <a:srgbClr val="585858"/>
                </a:solidFill>
                <a:latin typeface="Calibri"/>
                <a:cs typeface="Calibri"/>
              </a:rPr>
              <a:t> </a:t>
            </a:r>
            <a:r>
              <a:rPr lang="fr-FR" sz="1600" dirty="0" smtClean="0">
                <a:solidFill>
                  <a:srgbClr val="585858"/>
                </a:solidFill>
                <a:latin typeface="Calibri"/>
                <a:cs typeface="Calibri"/>
              </a:rPr>
              <a:t>et</a:t>
            </a:r>
            <a:r>
              <a:rPr lang="fr-FR" sz="1600" spc="204" dirty="0" smtClean="0">
                <a:solidFill>
                  <a:srgbClr val="585858"/>
                </a:solidFill>
                <a:latin typeface="Calibri"/>
                <a:cs typeface="Calibri"/>
              </a:rPr>
              <a:t> </a:t>
            </a:r>
            <a:r>
              <a:rPr lang="fr-FR" sz="1600" dirty="0" smtClean="0">
                <a:solidFill>
                  <a:srgbClr val="585858"/>
                </a:solidFill>
                <a:latin typeface="Calibri"/>
                <a:cs typeface="Calibri"/>
              </a:rPr>
              <a:t>contenant</a:t>
            </a:r>
            <a:r>
              <a:rPr lang="fr-FR" sz="1600" spc="204" dirty="0" smtClean="0">
                <a:solidFill>
                  <a:srgbClr val="585858"/>
                </a:solidFill>
                <a:latin typeface="Calibri"/>
                <a:cs typeface="Calibri"/>
              </a:rPr>
              <a:t> </a:t>
            </a:r>
            <a:r>
              <a:rPr lang="fr-FR" sz="1600" dirty="0" smtClean="0">
                <a:solidFill>
                  <a:srgbClr val="585858"/>
                </a:solidFill>
                <a:latin typeface="Calibri"/>
                <a:cs typeface="Calibri"/>
              </a:rPr>
              <a:t>seulement</a:t>
            </a:r>
            <a:r>
              <a:rPr lang="fr-FR" sz="1600" spc="210" dirty="0" smtClean="0">
                <a:solidFill>
                  <a:srgbClr val="585858"/>
                </a:solidFill>
                <a:latin typeface="Calibri"/>
                <a:cs typeface="Calibri"/>
              </a:rPr>
              <a:t> </a:t>
            </a:r>
            <a:r>
              <a:rPr lang="fr-FR" sz="1600" spc="-10" dirty="0" smtClean="0">
                <a:solidFill>
                  <a:srgbClr val="585858"/>
                </a:solidFill>
                <a:latin typeface="Calibri"/>
                <a:cs typeface="Calibri"/>
              </a:rPr>
              <a:t>quelques mégaoctets.</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Ils</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étaient</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à</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l'origine</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appelés</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disques</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fixes</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Ils</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sont</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devenus</a:t>
            </a:r>
            <a:r>
              <a:rPr lang="fr-FR" sz="1600" spc="-50" dirty="0" smtClean="0">
                <a:solidFill>
                  <a:srgbClr val="585858"/>
                </a:solidFill>
                <a:latin typeface="Calibri"/>
                <a:cs typeface="Calibri"/>
              </a:rPr>
              <a:t> </a:t>
            </a:r>
            <a:r>
              <a:rPr lang="fr-FR" sz="1600" dirty="0" smtClean="0">
                <a:solidFill>
                  <a:srgbClr val="585858"/>
                </a:solidFill>
                <a:latin typeface="Calibri"/>
                <a:cs typeface="Calibri"/>
              </a:rPr>
              <a:t>plus</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tard</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connus</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sous</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nom</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disques</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durs</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pour</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les</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distinguer</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des</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a:t>
            </a:r>
            <a:r>
              <a:rPr lang="fr-FR" sz="1600" spc="-30" dirty="0" smtClean="0">
                <a:solidFill>
                  <a:srgbClr val="585858"/>
                </a:solidFill>
                <a:latin typeface="Calibri"/>
                <a:cs typeface="Calibri"/>
              </a:rPr>
              <a:t> </a:t>
            </a:r>
            <a:r>
              <a:rPr lang="fr-FR" sz="1600" spc="-10" dirty="0" smtClean="0">
                <a:solidFill>
                  <a:srgbClr val="585858"/>
                </a:solidFill>
                <a:latin typeface="Calibri"/>
                <a:cs typeface="Calibri"/>
              </a:rPr>
              <a:t>disquettes</a:t>
            </a:r>
            <a:r>
              <a:rPr lang="fr-FR" sz="1600" spc="-25" dirty="0" smtClean="0">
                <a:solidFill>
                  <a:srgbClr val="585858"/>
                </a:solidFill>
                <a:latin typeface="Calibri"/>
                <a:cs typeface="Calibri"/>
              </a:rPr>
              <a:t> ».</a:t>
            </a:r>
            <a:endParaRPr lang="fr-FR" sz="1600" dirty="0">
              <a:latin typeface="Calibri"/>
              <a:cs typeface="Calibri"/>
            </a:endParaRPr>
          </a:p>
          <a:p>
            <a:pPr marL="298450" indent="-285750">
              <a:lnSpc>
                <a:spcPct val="150000"/>
              </a:lnSpc>
              <a:buFont typeface="Wingdings" panose="05000000000000000000" pitchFamily="2" charset="2"/>
              <a:buChar char="§"/>
            </a:pPr>
            <a:r>
              <a:rPr sz="1600" dirty="0" smtClean="0">
                <a:solidFill>
                  <a:srgbClr val="585858"/>
                </a:solidFill>
                <a:latin typeface="Calibri"/>
                <a:cs typeface="Calibri"/>
              </a:rPr>
              <a:t>Les</a:t>
            </a:r>
            <a:r>
              <a:rPr sz="1600" spc="85" dirty="0" smtClean="0">
                <a:solidFill>
                  <a:srgbClr val="585858"/>
                </a:solidFill>
                <a:latin typeface="Calibri"/>
                <a:cs typeface="Calibri"/>
              </a:rPr>
              <a:t> </a:t>
            </a:r>
            <a:r>
              <a:rPr sz="1600" dirty="0">
                <a:solidFill>
                  <a:srgbClr val="585858"/>
                </a:solidFill>
                <a:latin typeface="Calibri"/>
                <a:cs typeface="Calibri"/>
              </a:rPr>
              <a:t>opérations</a:t>
            </a:r>
            <a:r>
              <a:rPr sz="1600" spc="85" dirty="0">
                <a:solidFill>
                  <a:srgbClr val="585858"/>
                </a:solidFill>
                <a:latin typeface="Calibri"/>
                <a:cs typeface="Calibri"/>
              </a:rPr>
              <a:t> </a:t>
            </a:r>
            <a:r>
              <a:rPr sz="1600" dirty="0">
                <a:solidFill>
                  <a:srgbClr val="585858"/>
                </a:solidFill>
                <a:latin typeface="Calibri"/>
                <a:cs typeface="Calibri"/>
              </a:rPr>
              <a:t>du</a:t>
            </a:r>
            <a:r>
              <a:rPr sz="1600" spc="65" dirty="0">
                <a:solidFill>
                  <a:srgbClr val="585858"/>
                </a:solidFill>
                <a:latin typeface="Calibri"/>
                <a:cs typeface="Calibri"/>
              </a:rPr>
              <a:t> </a:t>
            </a:r>
            <a:r>
              <a:rPr sz="1600" dirty="0">
                <a:solidFill>
                  <a:srgbClr val="585858"/>
                </a:solidFill>
                <a:latin typeface="Calibri"/>
                <a:cs typeface="Calibri"/>
              </a:rPr>
              <a:t>disque</a:t>
            </a:r>
            <a:r>
              <a:rPr sz="1600" spc="75" dirty="0">
                <a:solidFill>
                  <a:srgbClr val="585858"/>
                </a:solidFill>
                <a:latin typeface="Calibri"/>
                <a:cs typeface="Calibri"/>
              </a:rPr>
              <a:t> </a:t>
            </a:r>
            <a:r>
              <a:rPr sz="1600" dirty="0">
                <a:solidFill>
                  <a:srgbClr val="585858"/>
                </a:solidFill>
                <a:latin typeface="Calibri"/>
                <a:cs typeface="Calibri"/>
              </a:rPr>
              <a:t>sont</a:t>
            </a:r>
            <a:r>
              <a:rPr sz="1600" spc="80" dirty="0">
                <a:solidFill>
                  <a:srgbClr val="585858"/>
                </a:solidFill>
                <a:latin typeface="Calibri"/>
                <a:cs typeface="Calibri"/>
              </a:rPr>
              <a:t> </a:t>
            </a:r>
            <a:r>
              <a:rPr sz="1600" dirty="0">
                <a:solidFill>
                  <a:srgbClr val="585858"/>
                </a:solidFill>
                <a:latin typeface="Calibri"/>
                <a:cs typeface="Calibri"/>
              </a:rPr>
              <a:t>pilotées</a:t>
            </a:r>
            <a:r>
              <a:rPr sz="1600" spc="85" dirty="0">
                <a:solidFill>
                  <a:srgbClr val="585858"/>
                </a:solidFill>
                <a:latin typeface="Calibri"/>
                <a:cs typeface="Calibri"/>
              </a:rPr>
              <a:t> </a:t>
            </a:r>
            <a:r>
              <a:rPr sz="1600" dirty="0">
                <a:solidFill>
                  <a:srgbClr val="585858"/>
                </a:solidFill>
                <a:latin typeface="Calibri"/>
                <a:cs typeface="Calibri"/>
              </a:rPr>
              <a:t>par</a:t>
            </a:r>
            <a:r>
              <a:rPr sz="1600" spc="85" dirty="0">
                <a:solidFill>
                  <a:srgbClr val="585858"/>
                </a:solidFill>
                <a:latin typeface="Calibri"/>
                <a:cs typeface="Calibri"/>
              </a:rPr>
              <a:t> </a:t>
            </a:r>
            <a:r>
              <a:rPr sz="1600" dirty="0">
                <a:solidFill>
                  <a:srgbClr val="585858"/>
                </a:solidFill>
                <a:latin typeface="Calibri"/>
                <a:cs typeface="Calibri"/>
              </a:rPr>
              <a:t>des</a:t>
            </a:r>
            <a:r>
              <a:rPr sz="1600" spc="85" dirty="0">
                <a:solidFill>
                  <a:srgbClr val="585858"/>
                </a:solidFill>
                <a:latin typeface="Calibri"/>
                <a:cs typeface="Calibri"/>
              </a:rPr>
              <a:t> </a:t>
            </a:r>
            <a:r>
              <a:rPr sz="1600" b="1" dirty="0">
                <a:solidFill>
                  <a:srgbClr val="001F5F"/>
                </a:solidFill>
                <a:latin typeface="Calibri"/>
                <a:cs typeface="Calibri"/>
              </a:rPr>
              <a:t>contrôleurs</a:t>
            </a:r>
            <a:r>
              <a:rPr sz="1600" b="1" spc="80" dirty="0">
                <a:solidFill>
                  <a:srgbClr val="001F5F"/>
                </a:solidFill>
                <a:latin typeface="Calibri"/>
                <a:cs typeface="Calibri"/>
              </a:rPr>
              <a:t> </a:t>
            </a:r>
            <a:r>
              <a:rPr sz="1600" b="1" dirty="0">
                <a:solidFill>
                  <a:srgbClr val="001F5F"/>
                </a:solidFill>
                <a:latin typeface="Calibri"/>
                <a:cs typeface="Calibri"/>
              </a:rPr>
              <a:t>du</a:t>
            </a:r>
            <a:r>
              <a:rPr sz="1600" b="1" spc="75" dirty="0">
                <a:solidFill>
                  <a:srgbClr val="001F5F"/>
                </a:solidFill>
                <a:latin typeface="Calibri"/>
                <a:cs typeface="Calibri"/>
              </a:rPr>
              <a:t> </a:t>
            </a:r>
            <a:r>
              <a:rPr sz="1600" b="1" dirty="0" err="1" smtClean="0">
                <a:solidFill>
                  <a:srgbClr val="001F5F"/>
                </a:solidFill>
                <a:latin typeface="Calibri"/>
                <a:cs typeface="Calibri"/>
              </a:rPr>
              <a:t>disque</a:t>
            </a:r>
            <a:r>
              <a:rPr sz="1600" dirty="0" smtClean="0">
                <a:solidFill>
                  <a:srgbClr val="585858"/>
                </a:solidFill>
                <a:latin typeface="Calibri"/>
                <a:cs typeface="Calibri"/>
              </a:rPr>
              <a:t>.</a:t>
            </a:r>
            <a:r>
              <a:rPr sz="1600" spc="80" dirty="0" smtClean="0">
                <a:solidFill>
                  <a:srgbClr val="585858"/>
                </a:solidFill>
                <a:latin typeface="Calibri"/>
                <a:cs typeface="Calibri"/>
              </a:rPr>
              <a:t> </a:t>
            </a:r>
            <a:r>
              <a:rPr sz="1600" dirty="0">
                <a:solidFill>
                  <a:srgbClr val="585858"/>
                </a:solidFill>
                <a:latin typeface="Calibri"/>
                <a:cs typeface="Calibri"/>
              </a:rPr>
              <a:t>Exemple:</a:t>
            </a:r>
            <a:r>
              <a:rPr sz="1600" spc="85" dirty="0">
                <a:solidFill>
                  <a:srgbClr val="585858"/>
                </a:solidFill>
                <a:latin typeface="Calibri"/>
                <a:cs typeface="Calibri"/>
              </a:rPr>
              <a:t> </a:t>
            </a:r>
            <a:r>
              <a:rPr sz="1600" dirty="0">
                <a:solidFill>
                  <a:srgbClr val="585858"/>
                </a:solidFill>
                <a:latin typeface="Calibri"/>
                <a:cs typeface="Calibri"/>
              </a:rPr>
              <a:t>les</a:t>
            </a:r>
            <a:r>
              <a:rPr sz="1600" spc="85" dirty="0">
                <a:solidFill>
                  <a:srgbClr val="585858"/>
                </a:solidFill>
                <a:latin typeface="Calibri"/>
                <a:cs typeface="Calibri"/>
              </a:rPr>
              <a:t> </a:t>
            </a:r>
            <a:r>
              <a:rPr sz="1600" dirty="0">
                <a:solidFill>
                  <a:srgbClr val="585858"/>
                </a:solidFill>
                <a:latin typeface="Calibri"/>
                <a:cs typeface="Calibri"/>
              </a:rPr>
              <a:t>standards</a:t>
            </a:r>
            <a:r>
              <a:rPr sz="1600" spc="85" dirty="0">
                <a:solidFill>
                  <a:srgbClr val="585858"/>
                </a:solidFill>
                <a:latin typeface="Calibri"/>
                <a:cs typeface="Calibri"/>
              </a:rPr>
              <a:t> </a:t>
            </a:r>
            <a:r>
              <a:rPr sz="1600" b="1" dirty="0">
                <a:solidFill>
                  <a:srgbClr val="001F5F"/>
                </a:solidFill>
                <a:latin typeface="Calibri"/>
                <a:cs typeface="Calibri"/>
              </a:rPr>
              <a:t>SCSI</a:t>
            </a:r>
            <a:r>
              <a:rPr sz="1600" b="1" spc="65" dirty="0">
                <a:solidFill>
                  <a:srgbClr val="001F5F"/>
                </a:solidFill>
                <a:latin typeface="Calibri"/>
                <a:cs typeface="Calibri"/>
              </a:rPr>
              <a:t> </a:t>
            </a:r>
            <a:r>
              <a:rPr sz="1600" dirty="0">
                <a:solidFill>
                  <a:srgbClr val="585858"/>
                </a:solidFill>
                <a:latin typeface="Calibri"/>
                <a:cs typeface="Calibri"/>
              </a:rPr>
              <a:t>Abréviation</a:t>
            </a:r>
            <a:r>
              <a:rPr sz="1600" spc="75" dirty="0">
                <a:solidFill>
                  <a:srgbClr val="585858"/>
                </a:solidFill>
                <a:latin typeface="Calibri"/>
                <a:cs typeface="Calibri"/>
              </a:rPr>
              <a:t> </a:t>
            </a:r>
            <a:r>
              <a:rPr sz="1600" dirty="0">
                <a:solidFill>
                  <a:srgbClr val="585858"/>
                </a:solidFill>
                <a:latin typeface="Calibri"/>
                <a:cs typeface="Calibri"/>
              </a:rPr>
              <a:t>de</a:t>
            </a:r>
            <a:r>
              <a:rPr sz="1600" spc="70" dirty="0">
                <a:solidFill>
                  <a:srgbClr val="585858"/>
                </a:solidFill>
                <a:latin typeface="Calibri"/>
                <a:cs typeface="Calibri"/>
              </a:rPr>
              <a:t> </a:t>
            </a:r>
            <a:r>
              <a:rPr sz="1600" i="1" spc="-10" dirty="0">
                <a:solidFill>
                  <a:srgbClr val="585858"/>
                </a:solidFill>
                <a:latin typeface="Calibri"/>
                <a:cs typeface="Calibri"/>
              </a:rPr>
              <a:t>Small </a:t>
            </a:r>
            <a:r>
              <a:rPr sz="1600" i="1" dirty="0">
                <a:solidFill>
                  <a:srgbClr val="585858"/>
                </a:solidFill>
                <a:latin typeface="Calibri"/>
                <a:cs typeface="Calibri"/>
              </a:rPr>
              <a:t>Computer</a:t>
            </a:r>
            <a:r>
              <a:rPr sz="1600" i="1" spc="-70" dirty="0">
                <a:solidFill>
                  <a:srgbClr val="585858"/>
                </a:solidFill>
                <a:latin typeface="Calibri"/>
                <a:cs typeface="Calibri"/>
              </a:rPr>
              <a:t> </a:t>
            </a:r>
            <a:r>
              <a:rPr sz="1600" i="1" dirty="0">
                <a:solidFill>
                  <a:srgbClr val="585858"/>
                </a:solidFill>
                <a:latin typeface="Calibri"/>
                <a:cs typeface="Calibri"/>
              </a:rPr>
              <a:t>System</a:t>
            </a:r>
            <a:r>
              <a:rPr sz="1600" i="1" spc="-5" dirty="0">
                <a:solidFill>
                  <a:srgbClr val="585858"/>
                </a:solidFill>
                <a:latin typeface="Calibri"/>
                <a:cs typeface="Calibri"/>
              </a:rPr>
              <a:t> </a:t>
            </a:r>
            <a:r>
              <a:rPr sz="1600" i="1" spc="-10" dirty="0">
                <a:solidFill>
                  <a:srgbClr val="585858"/>
                </a:solidFill>
                <a:latin typeface="Calibri"/>
                <a:cs typeface="Calibri"/>
              </a:rPr>
              <a:t>Interface</a:t>
            </a:r>
            <a:r>
              <a:rPr sz="1600" spc="-10" dirty="0">
                <a:solidFill>
                  <a:srgbClr val="585858"/>
                </a:solidFill>
                <a:latin typeface="Calibri"/>
                <a:cs typeface="Calibri"/>
              </a:rPr>
              <a:t>,</a:t>
            </a:r>
            <a:r>
              <a:rPr sz="1600" spc="-60" dirty="0">
                <a:solidFill>
                  <a:srgbClr val="585858"/>
                </a:solidFill>
                <a:latin typeface="Calibri"/>
                <a:cs typeface="Calibri"/>
              </a:rPr>
              <a:t> </a:t>
            </a:r>
            <a:r>
              <a:rPr sz="1600" b="1" dirty="0">
                <a:solidFill>
                  <a:srgbClr val="001F5F"/>
                </a:solidFill>
                <a:latin typeface="Calibri"/>
                <a:cs typeface="Calibri"/>
              </a:rPr>
              <a:t>IDE</a:t>
            </a:r>
            <a:r>
              <a:rPr sz="1600" b="1" spc="-10" dirty="0">
                <a:solidFill>
                  <a:srgbClr val="001F5F"/>
                </a:solidFill>
                <a:latin typeface="Calibri"/>
                <a:cs typeface="Calibri"/>
              </a:rPr>
              <a:t> </a:t>
            </a:r>
            <a:r>
              <a:rPr sz="1600" spc="-10" dirty="0">
                <a:solidFill>
                  <a:srgbClr val="585858"/>
                </a:solidFill>
                <a:latin typeface="Calibri"/>
                <a:cs typeface="Calibri"/>
              </a:rPr>
              <a:t>abréviation </a:t>
            </a:r>
            <a:r>
              <a:rPr sz="1600" i="1" dirty="0">
                <a:solidFill>
                  <a:srgbClr val="585858"/>
                </a:solidFill>
                <a:latin typeface="Calibri"/>
                <a:cs typeface="Calibri"/>
              </a:rPr>
              <a:t>de</a:t>
            </a:r>
            <a:r>
              <a:rPr sz="1600" i="1" spc="-25" dirty="0">
                <a:solidFill>
                  <a:srgbClr val="585858"/>
                </a:solidFill>
                <a:latin typeface="Calibri"/>
                <a:cs typeface="Calibri"/>
              </a:rPr>
              <a:t> </a:t>
            </a:r>
            <a:r>
              <a:rPr sz="1600" i="1" spc="-10" dirty="0">
                <a:solidFill>
                  <a:srgbClr val="585858"/>
                </a:solidFill>
                <a:latin typeface="Calibri"/>
                <a:cs typeface="Calibri"/>
              </a:rPr>
              <a:t>Integrated</a:t>
            </a:r>
            <a:r>
              <a:rPr sz="1600" i="1" spc="-50" dirty="0">
                <a:solidFill>
                  <a:srgbClr val="585858"/>
                </a:solidFill>
                <a:latin typeface="Calibri"/>
                <a:cs typeface="Calibri"/>
              </a:rPr>
              <a:t> </a:t>
            </a:r>
            <a:r>
              <a:rPr sz="1600" i="1" dirty="0">
                <a:solidFill>
                  <a:srgbClr val="585858"/>
                </a:solidFill>
                <a:latin typeface="Calibri"/>
                <a:cs typeface="Calibri"/>
              </a:rPr>
              <a:t>Drive</a:t>
            </a:r>
            <a:r>
              <a:rPr sz="1600" i="1" spc="-5" dirty="0">
                <a:solidFill>
                  <a:srgbClr val="585858"/>
                </a:solidFill>
                <a:latin typeface="Calibri"/>
                <a:cs typeface="Calibri"/>
              </a:rPr>
              <a:t> </a:t>
            </a:r>
            <a:r>
              <a:rPr sz="1600" i="1" dirty="0">
                <a:solidFill>
                  <a:srgbClr val="585858"/>
                </a:solidFill>
                <a:latin typeface="Calibri"/>
                <a:cs typeface="Calibri"/>
              </a:rPr>
              <a:t>Electronics</a:t>
            </a:r>
            <a:r>
              <a:rPr sz="1600" i="1" spc="-5" dirty="0">
                <a:solidFill>
                  <a:srgbClr val="585858"/>
                </a:solidFill>
                <a:latin typeface="Calibri"/>
                <a:cs typeface="Calibri"/>
              </a:rPr>
              <a:t> </a:t>
            </a:r>
            <a:r>
              <a:rPr sz="1600" dirty="0">
                <a:solidFill>
                  <a:srgbClr val="585858"/>
                </a:solidFill>
                <a:latin typeface="Calibri"/>
                <a:cs typeface="Calibri"/>
              </a:rPr>
              <a:t>ou</a:t>
            </a:r>
            <a:r>
              <a:rPr sz="1600" spc="-10" dirty="0">
                <a:solidFill>
                  <a:srgbClr val="585858"/>
                </a:solidFill>
                <a:latin typeface="Calibri"/>
                <a:cs typeface="Calibri"/>
              </a:rPr>
              <a:t> </a:t>
            </a:r>
            <a:r>
              <a:rPr sz="1600" dirty="0">
                <a:solidFill>
                  <a:srgbClr val="585858"/>
                </a:solidFill>
                <a:latin typeface="Calibri"/>
                <a:cs typeface="Calibri"/>
              </a:rPr>
              <a:t>encore</a:t>
            </a:r>
            <a:r>
              <a:rPr sz="1600" spc="20" dirty="0">
                <a:solidFill>
                  <a:srgbClr val="585858"/>
                </a:solidFill>
                <a:latin typeface="Calibri"/>
                <a:cs typeface="Calibri"/>
              </a:rPr>
              <a:t> </a:t>
            </a:r>
            <a:r>
              <a:rPr sz="1600" dirty="0">
                <a:solidFill>
                  <a:srgbClr val="585858"/>
                </a:solidFill>
                <a:latin typeface="Calibri"/>
                <a:cs typeface="Calibri"/>
              </a:rPr>
              <a:t>nommé </a:t>
            </a:r>
            <a:r>
              <a:rPr sz="1600" b="1" spc="-10" dirty="0">
                <a:solidFill>
                  <a:srgbClr val="001F5F"/>
                </a:solidFill>
                <a:latin typeface="Calibri"/>
                <a:cs typeface="Calibri"/>
              </a:rPr>
              <a:t>Parallel</a:t>
            </a:r>
            <a:r>
              <a:rPr sz="1600" b="1" spc="-30" dirty="0">
                <a:solidFill>
                  <a:srgbClr val="001F5F"/>
                </a:solidFill>
                <a:latin typeface="Calibri"/>
                <a:cs typeface="Calibri"/>
              </a:rPr>
              <a:t> </a:t>
            </a:r>
            <a:r>
              <a:rPr sz="1600" b="1" spc="-75" dirty="0">
                <a:solidFill>
                  <a:srgbClr val="001F5F"/>
                </a:solidFill>
                <a:latin typeface="Calibri"/>
                <a:cs typeface="Calibri"/>
              </a:rPr>
              <a:t>ATA</a:t>
            </a:r>
            <a:r>
              <a:rPr sz="1600" b="1" spc="5" dirty="0">
                <a:solidFill>
                  <a:srgbClr val="001F5F"/>
                </a:solidFill>
                <a:latin typeface="Calibri"/>
                <a:cs typeface="Calibri"/>
              </a:rPr>
              <a:t> </a:t>
            </a:r>
            <a:r>
              <a:rPr sz="1600" dirty="0">
                <a:solidFill>
                  <a:srgbClr val="585858"/>
                </a:solidFill>
                <a:latin typeface="Calibri"/>
                <a:cs typeface="Calibri"/>
              </a:rPr>
              <a:t>signifie </a:t>
            </a:r>
            <a:r>
              <a:rPr sz="1600" i="1" dirty="0">
                <a:solidFill>
                  <a:srgbClr val="585858"/>
                </a:solidFill>
                <a:latin typeface="Calibri"/>
                <a:cs typeface="Calibri"/>
              </a:rPr>
              <a:t>Advanced</a:t>
            </a:r>
            <a:r>
              <a:rPr sz="1600" i="1" spc="-35" dirty="0">
                <a:solidFill>
                  <a:srgbClr val="585858"/>
                </a:solidFill>
                <a:latin typeface="Calibri"/>
                <a:cs typeface="Calibri"/>
              </a:rPr>
              <a:t> </a:t>
            </a:r>
            <a:r>
              <a:rPr sz="1600" i="1" spc="-20" dirty="0">
                <a:solidFill>
                  <a:srgbClr val="585858"/>
                </a:solidFill>
                <a:latin typeface="Calibri"/>
                <a:cs typeface="Calibri"/>
              </a:rPr>
              <a:t>Technology</a:t>
            </a:r>
            <a:r>
              <a:rPr sz="1600" i="1" spc="-45" dirty="0">
                <a:solidFill>
                  <a:srgbClr val="585858"/>
                </a:solidFill>
                <a:latin typeface="Calibri"/>
                <a:cs typeface="Calibri"/>
              </a:rPr>
              <a:t> </a:t>
            </a:r>
            <a:r>
              <a:rPr sz="1600" i="1" spc="-10" dirty="0">
                <a:solidFill>
                  <a:srgbClr val="585858"/>
                </a:solidFill>
                <a:latin typeface="Calibri"/>
                <a:cs typeface="Calibri"/>
              </a:rPr>
              <a:t>Attachment</a:t>
            </a:r>
            <a:r>
              <a:rPr sz="1600" i="1" spc="-65" dirty="0">
                <a:solidFill>
                  <a:srgbClr val="585858"/>
                </a:solidFill>
                <a:latin typeface="Calibri"/>
                <a:cs typeface="Calibri"/>
              </a:rPr>
              <a:t> </a:t>
            </a:r>
            <a:r>
              <a:rPr sz="1600" dirty="0">
                <a:solidFill>
                  <a:srgbClr val="585858"/>
                </a:solidFill>
                <a:latin typeface="Calibri"/>
                <a:cs typeface="Calibri"/>
              </a:rPr>
              <a:t>et</a:t>
            </a:r>
            <a:r>
              <a:rPr sz="1600" spc="-25" dirty="0">
                <a:solidFill>
                  <a:srgbClr val="585858"/>
                </a:solidFill>
                <a:latin typeface="Calibri"/>
                <a:cs typeface="Calibri"/>
              </a:rPr>
              <a:t> </a:t>
            </a:r>
            <a:r>
              <a:rPr sz="1600" dirty="0">
                <a:solidFill>
                  <a:srgbClr val="585858"/>
                </a:solidFill>
                <a:latin typeface="Calibri"/>
                <a:cs typeface="Calibri"/>
              </a:rPr>
              <a:t>aujourd’hui</a:t>
            </a:r>
            <a:r>
              <a:rPr sz="1600" spc="35" dirty="0">
                <a:solidFill>
                  <a:srgbClr val="585858"/>
                </a:solidFill>
                <a:latin typeface="Calibri"/>
                <a:cs typeface="Calibri"/>
              </a:rPr>
              <a:t> </a:t>
            </a:r>
            <a:r>
              <a:rPr sz="1600" b="1" spc="-20" dirty="0">
                <a:solidFill>
                  <a:srgbClr val="001F5F"/>
                </a:solidFill>
                <a:latin typeface="Calibri"/>
                <a:cs typeface="Calibri"/>
              </a:rPr>
              <a:t>SATA </a:t>
            </a:r>
            <a:r>
              <a:rPr sz="1600" spc="-10" dirty="0">
                <a:solidFill>
                  <a:srgbClr val="585858"/>
                </a:solidFill>
                <a:latin typeface="Calibri"/>
                <a:cs typeface="Calibri"/>
              </a:rPr>
              <a:t>Abréviation </a:t>
            </a:r>
            <a:r>
              <a:rPr sz="1600" dirty="0">
                <a:solidFill>
                  <a:srgbClr val="585858"/>
                </a:solidFill>
                <a:latin typeface="Calibri"/>
                <a:cs typeface="Calibri"/>
              </a:rPr>
              <a:t>de</a:t>
            </a:r>
            <a:r>
              <a:rPr sz="1600" spc="260" dirty="0">
                <a:solidFill>
                  <a:srgbClr val="585858"/>
                </a:solidFill>
                <a:latin typeface="Calibri"/>
                <a:cs typeface="Calibri"/>
              </a:rPr>
              <a:t> </a:t>
            </a:r>
            <a:r>
              <a:rPr sz="1600" i="1" dirty="0">
                <a:solidFill>
                  <a:srgbClr val="585858"/>
                </a:solidFill>
                <a:latin typeface="Calibri"/>
                <a:cs typeface="Calibri"/>
              </a:rPr>
              <a:t>Serial</a:t>
            </a:r>
            <a:r>
              <a:rPr sz="1600" i="1" spc="-35" dirty="0">
                <a:solidFill>
                  <a:srgbClr val="585858"/>
                </a:solidFill>
                <a:latin typeface="Calibri"/>
                <a:cs typeface="Calibri"/>
              </a:rPr>
              <a:t> </a:t>
            </a:r>
            <a:r>
              <a:rPr sz="1600" i="1" dirty="0">
                <a:solidFill>
                  <a:srgbClr val="585858"/>
                </a:solidFill>
                <a:latin typeface="Calibri"/>
                <a:cs typeface="Calibri"/>
              </a:rPr>
              <a:t>Advanced</a:t>
            </a:r>
            <a:r>
              <a:rPr sz="1600" i="1" spc="-25" dirty="0">
                <a:solidFill>
                  <a:srgbClr val="585858"/>
                </a:solidFill>
                <a:latin typeface="Calibri"/>
                <a:cs typeface="Calibri"/>
              </a:rPr>
              <a:t> </a:t>
            </a:r>
            <a:r>
              <a:rPr sz="1600" i="1" spc="-10" dirty="0">
                <a:solidFill>
                  <a:srgbClr val="585858"/>
                </a:solidFill>
                <a:latin typeface="Calibri"/>
                <a:cs typeface="Calibri"/>
              </a:rPr>
              <a:t>Technology</a:t>
            </a:r>
            <a:r>
              <a:rPr sz="1600" i="1" spc="-45" dirty="0">
                <a:solidFill>
                  <a:srgbClr val="585858"/>
                </a:solidFill>
                <a:latin typeface="Calibri"/>
                <a:cs typeface="Calibri"/>
              </a:rPr>
              <a:t> </a:t>
            </a:r>
            <a:r>
              <a:rPr sz="1600" i="1" spc="-10" dirty="0">
                <a:solidFill>
                  <a:srgbClr val="585858"/>
                </a:solidFill>
                <a:latin typeface="Calibri"/>
                <a:cs typeface="Calibri"/>
              </a:rPr>
              <a:t>Attachment</a:t>
            </a:r>
            <a:r>
              <a:rPr sz="1600" spc="-10" dirty="0">
                <a:solidFill>
                  <a:srgbClr val="585858"/>
                </a:solidFill>
                <a:latin typeface="Calibri"/>
                <a:cs typeface="Calibri"/>
              </a:rPr>
              <a:t>,</a:t>
            </a:r>
            <a:r>
              <a:rPr sz="1600" spc="-70" dirty="0">
                <a:solidFill>
                  <a:srgbClr val="585858"/>
                </a:solidFill>
                <a:latin typeface="Calibri"/>
                <a:cs typeface="Calibri"/>
              </a:rPr>
              <a:t> </a:t>
            </a:r>
            <a:r>
              <a:rPr sz="1600" dirty="0">
                <a:solidFill>
                  <a:srgbClr val="585858"/>
                </a:solidFill>
                <a:latin typeface="Calibri"/>
                <a:cs typeface="Calibri"/>
              </a:rPr>
              <a:t>ou</a:t>
            </a:r>
            <a:r>
              <a:rPr sz="1600" spc="-5" dirty="0">
                <a:solidFill>
                  <a:srgbClr val="585858"/>
                </a:solidFill>
                <a:latin typeface="Calibri"/>
                <a:cs typeface="Calibri"/>
              </a:rPr>
              <a:t> </a:t>
            </a:r>
            <a:r>
              <a:rPr sz="1600" spc="-10" dirty="0">
                <a:solidFill>
                  <a:srgbClr val="585858"/>
                </a:solidFill>
                <a:latin typeface="Calibri"/>
                <a:cs typeface="Calibri"/>
              </a:rPr>
              <a:t>S-</a:t>
            </a:r>
            <a:r>
              <a:rPr sz="1600" spc="-65" dirty="0">
                <a:solidFill>
                  <a:srgbClr val="585858"/>
                </a:solidFill>
                <a:latin typeface="Calibri"/>
                <a:cs typeface="Calibri"/>
              </a:rPr>
              <a:t>ATA</a:t>
            </a:r>
            <a:r>
              <a:rPr sz="1600" spc="25" dirty="0">
                <a:solidFill>
                  <a:srgbClr val="585858"/>
                </a:solidFill>
                <a:latin typeface="Calibri"/>
                <a:cs typeface="Calibri"/>
              </a:rPr>
              <a:t> </a:t>
            </a:r>
            <a:r>
              <a:rPr sz="1600" dirty="0">
                <a:solidFill>
                  <a:srgbClr val="585858"/>
                </a:solidFill>
                <a:latin typeface="Calibri"/>
                <a:cs typeface="Calibri"/>
              </a:rPr>
              <a:t>qui</a:t>
            </a:r>
            <a:r>
              <a:rPr sz="1600" spc="-10" dirty="0">
                <a:solidFill>
                  <a:srgbClr val="585858"/>
                </a:solidFill>
                <a:latin typeface="Calibri"/>
                <a:cs typeface="Calibri"/>
              </a:rPr>
              <a:t> </a:t>
            </a:r>
            <a:r>
              <a:rPr sz="1600" dirty="0">
                <a:solidFill>
                  <a:srgbClr val="585858"/>
                </a:solidFill>
                <a:latin typeface="Calibri"/>
                <a:cs typeface="Calibri"/>
              </a:rPr>
              <a:t>est</a:t>
            </a:r>
            <a:r>
              <a:rPr sz="1600" spc="-15" dirty="0">
                <a:solidFill>
                  <a:srgbClr val="585858"/>
                </a:solidFill>
                <a:latin typeface="Calibri"/>
                <a:cs typeface="Calibri"/>
              </a:rPr>
              <a:t> </a:t>
            </a:r>
            <a:r>
              <a:rPr sz="1600" dirty="0">
                <a:solidFill>
                  <a:srgbClr val="585858"/>
                </a:solidFill>
                <a:latin typeface="Calibri"/>
                <a:cs typeface="Calibri"/>
              </a:rPr>
              <a:t>aussi</a:t>
            </a:r>
            <a:r>
              <a:rPr sz="1600" spc="-35" dirty="0">
                <a:solidFill>
                  <a:srgbClr val="585858"/>
                </a:solidFill>
                <a:latin typeface="Calibri"/>
                <a:cs typeface="Calibri"/>
              </a:rPr>
              <a:t> </a:t>
            </a:r>
            <a:r>
              <a:rPr sz="1600" dirty="0">
                <a:solidFill>
                  <a:srgbClr val="585858"/>
                </a:solidFill>
                <a:latin typeface="Calibri"/>
                <a:cs typeface="Calibri"/>
              </a:rPr>
              <a:t>un dérivé</a:t>
            </a:r>
            <a:r>
              <a:rPr sz="1600" spc="-20" dirty="0">
                <a:solidFill>
                  <a:srgbClr val="585858"/>
                </a:solidFill>
                <a:latin typeface="Calibri"/>
                <a:cs typeface="Calibri"/>
              </a:rPr>
              <a:t> </a:t>
            </a:r>
            <a:r>
              <a:rPr sz="1600" dirty="0">
                <a:solidFill>
                  <a:srgbClr val="585858"/>
                </a:solidFill>
                <a:latin typeface="Calibri"/>
                <a:cs typeface="Calibri"/>
              </a:rPr>
              <a:t>de la</a:t>
            </a:r>
            <a:r>
              <a:rPr sz="1600" spc="-20" dirty="0">
                <a:solidFill>
                  <a:srgbClr val="585858"/>
                </a:solidFill>
                <a:latin typeface="Calibri"/>
                <a:cs typeface="Calibri"/>
              </a:rPr>
              <a:t> </a:t>
            </a:r>
            <a:r>
              <a:rPr sz="1600" dirty="0">
                <a:solidFill>
                  <a:srgbClr val="585858"/>
                </a:solidFill>
                <a:latin typeface="Calibri"/>
                <a:cs typeface="Calibri"/>
              </a:rPr>
              <a:t>norme</a:t>
            </a:r>
            <a:r>
              <a:rPr sz="1600" spc="25" dirty="0">
                <a:solidFill>
                  <a:srgbClr val="585858"/>
                </a:solidFill>
                <a:latin typeface="Calibri"/>
                <a:cs typeface="Calibri"/>
              </a:rPr>
              <a:t> </a:t>
            </a:r>
            <a:r>
              <a:rPr sz="1600" b="1" spc="-20" dirty="0">
                <a:solidFill>
                  <a:srgbClr val="001F5F"/>
                </a:solidFill>
                <a:latin typeface="Calibri"/>
                <a:cs typeface="Calibri"/>
              </a:rPr>
              <a:t>ATA</a:t>
            </a:r>
            <a:r>
              <a:rPr sz="1600" spc="-20" dirty="0">
                <a:solidFill>
                  <a:srgbClr val="555555"/>
                </a:solidFill>
                <a:latin typeface="Calibri"/>
                <a:cs typeface="Calibri"/>
              </a:rPr>
              <a:t>.</a:t>
            </a:r>
            <a:endParaRPr sz="16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28</a:t>
            </a:fld>
            <a:endParaRPr spc="-25" dirty="0"/>
          </a:p>
        </p:txBody>
      </p:sp>
      <p:sp>
        <p:nvSpPr>
          <p:cNvPr id="12" name="object 12"/>
          <p:cNvSpPr txBox="1">
            <a:spLocks noGrp="1"/>
          </p:cNvSpPr>
          <p:nvPr>
            <p:ph type="title"/>
          </p:nvPr>
        </p:nvSpPr>
        <p:spPr>
          <a:xfrm>
            <a:off x="263753" y="332308"/>
            <a:ext cx="11664492" cy="699624"/>
          </a:xfrm>
          <a:prstGeom prst="rect">
            <a:avLst/>
          </a:prstGeom>
        </p:spPr>
        <p:txBody>
          <a:bodyPr vert="horz" wrap="square" lIns="0" tIns="144218" rIns="0" bIns="0" rtlCol="0">
            <a:spAutoFit/>
          </a:bodyPr>
          <a:lstStyle/>
          <a:p>
            <a:pPr marL="12700">
              <a:lnSpc>
                <a:spcPct val="100000"/>
              </a:lnSpc>
              <a:spcBef>
                <a:spcPts val="220"/>
              </a:spcBef>
            </a:pPr>
            <a:r>
              <a:rPr dirty="0" smtClean="0">
                <a:solidFill>
                  <a:srgbClr val="007842"/>
                </a:solidFill>
              </a:rPr>
              <a:t>0</a:t>
            </a:r>
            <a:r>
              <a:rPr lang="fr-FR" dirty="0" smtClean="0">
                <a:solidFill>
                  <a:srgbClr val="007842"/>
                </a:solidFill>
              </a:rPr>
              <a:t>5</a:t>
            </a:r>
            <a:r>
              <a:rPr spc="-40" dirty="0" smtClean="0">
                <a:solidFill>
                  <a:srgbClr val="007842"/>
                </a:solidFill>
              </a:rPr>
              <a:t> </a:t>
            </a:r>
            <a:r>
              <a:rPr dirty="0">
                <a:solidFill>
                  <a:srgbClr val="007842"/>
                </a:solidFill>
              </a:rPr>
              <a:t>–</a:t>
            </a:r>
            <a:r>
              <a:rPr spc="-20" dirty="0">
                <a:solidFill>
                  <a:srgbClr val="007842"/>
                </a:solidFill>
              </a:rPr>
              <a:t> </a:t>
            </a:r>
            <a:r>
              <a:rPr lang="fr-FR" dirty="0">
                <a:solidFill>
                  <a:srgbClr val="007842"/>
                </a:solidFill>
              </a:rPr>
              <a:t>Décrire des disques </a:t>
            </a:r>
            <a:r>
              <a:rPr lang="fr-FR" dirty="0" smtClean="0">
                <a:solidFill>
                  <a:srgbClr val="007842"/>
                </a:solidFill>
              </a:rPr>
              <a:t>durs</a:t>
            </a:r>
            <a:br>
              <a:rPr lang="fr-FR" dirty="0" smtClean="0">
                <a:solidFill>
                  <a:srgbClr val="007842"/>
                </a:solidFill>
              </a:rPr>
            </a:br>
            <a:r>
              <a:rPr lang="fr-FR" sz="1600" dirty="0" smtClean="0">
                <a:solidFill>
                  <a:srgbClr val="007842"/>
                </a:solidFill>
              </a:rPr>
              <a:t>Définitions</a:t>
            </a:r>
            <a:endParaRPr sz="1600"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610920" y="1500632"/>
            <a:ext cx="10977880" cy="3636893"/>
          </a:xfrm>
          <a:prstGeom prst="rect">
            <a:avLst/>
          </a:prstGeom>
        </p:spPr>
        <p:txBody>
          <a:bodyPr vert="horz" wrap="square" lIns="0" tIns="12700" rIns="0" bIns="0" rtlCol="0">
            <a:spAutoFit/>
          </a:bodyPr>
          <a:lstStyle/>
          <a:p>
            <a:pPr marL="12700">
              <a:lnSpc>
                <a:spcPct val="100000"/>
              </a:lnSpc>
            </a:pPr>
            <a:endParaRPr lang="fr-FR" sz="1600" b="1" spc="-40" dirty="0">
              <a:solidFill>
                <a:srgbClr val="FF7800"/>
              </a:solidFill>
              <a:latin typeface="Calibri"/>
              <a:cs typeface="Calibri"/>
            </a:endParaRPr>
          </a:p>
          <a:p>
            <a:pPr marL="12700">
              <a:lnSpc>
                <a:spcPct val="150000"/>
              </a:lnSpc>
            </a:pPr>
            <a:r>
              <a:rPr lang="fr-FR" sz="1600" dirty="0" smtClean="0">
                <a:solidFill>
                  <a:srgbClr val="585858"/>
                </a:solidFill>
                <a:latin typeface="Calibri"/>
                <a:cs typeface="Calibri"/>
              </a:rPr>
              <a:t>Deux</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types</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disques</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se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présentent</a:t>
            </a:r>
            <a:r>
              <a:rPr lang="fr-FR" sz="1600" spc="-5" dirty="0" smtClean="0">
                <a:solidFill>
                  <a:srgbClr val="585858"/>
                </a:solidFill>
                <a:latin typeface="Calibri"/>
                <a:cs typeface="Calibri"/>
              </a:rPr>
              <a:t> </a:t>
            </a:r>
            <a:r>
              <a:rPr lang="fr-FR" sz="1600" spc="-50" dirty="0" smtClean="0">
                <a:solidFill>
                  <a:srgbClr val="585858"/>
                </a:solidFill>
                <a:latin typeface="Calibri"/>
                <a:cs typeface="Calibri"/>
              </a:rPr>
              <a:t>:</a:t>
            </a:r>
          </a:p>
          <a:p>
            <a:pPr marL="298450" indent="-285750">
              <a:lnSpc>
                <a:spcPct val="150000"/>
              </a:lnSpc>
              <a:buFont typeface="Arial" panose="020B0604020202020204" pitchFamily="34" charset="0"/>
              <a:buChar char="•"/>
            </a:pPr>
            <a:r>
              <a:rPr lang="fr-FR" sz="1600" spc="-50" dirty="0" smtClean="0">
                <a:solidFill>
                  <a:srgbClr val="585858"/>
                </a:solidFill>
                <a:latin typeface="Calibri"/>
                <a:cs typeface="Calibri"/>
              </a:rPr>
              <a:t> </a:t>
            </a:r>
            <a:r>
              <a:rPr lang="fr-FR" sz="1600" dirty="0" smtClean="0">
                <a:solidFill>
                  <a:srgbClr val="585858"/>
                </a:solidFill>
                <a:latin typeface="Calibri"/>
                <a:cs typeface="Calibri"/>
              </a:rPr>
              <a:t>les</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disques</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SSD</a:t>
            </a:r>
            <a:r>
              <a:rPr lang="fr-FR" sz="1600" spc="-40" dirty="0" smtClean="0">
                <a:solidFill>
                  <a:srgbClr val="585858"/>
                </a:solidFill>
                <a:latin typeface="Calibri"/>
                <a:cs typeface="Calibri"/>
              </a:rPr>
              <a:t> </a:t>
            </a:r>
            <a:r>
              <a:rPr lang="fr-FR" sz="1600" spc="-10" dirty="0" smtClean="0">
                <a:solidFill>
                  <a:srgbClr val="585858"/>
                </a:solidFill>
                <a:latin typeface="Calibri"/>
                <a:cs typeface="Calibri"/>
              </a:rPr>
              <a:t>(l’abréviation</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45" dirty="0" smtClean="0">
                <a:solidFill>
                  <a:srgbClr val="585858"/>
                </a:solidFill>
                <a:latin typeface="Calibri"/>
                <a:cs typeface="Calibri"/>
              </a:rPr>
              <a:t> </a:t>
            </a:r>
            <a:r>
              <a:rPr lang="fr-FR" sz="1600" dirty="0" smtClean="0">
                <a:solidFill>
                  <a:srgbClr val="585858"/>
                </a:solidFill>
                <a:latin typeface="Calibri"/>
                <a:cs typeface="Calibri"/>
              </a:rPr>
              <a:t>Solid</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State</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Drive)</a:t>
            </a:r>
            <a:endParaRPr lang="fr-FR" sz="1600" spc="-35" dirty="0">
              <a:solidFill>
                <a:srgbClr val="585858"/>
              </a:solidFill>
              <a:latin typeface="Calibri"/>
              <a:cs typeface="Calibri"/>
            </a:endParaRPr>
          </a:p>
          <a:p>
            <a:pPr marL="298450" indent="-285750">
              <a:lnSpc>
                <a:spcPct val="150000"/>
              </a:lnSpc>
              <a:buFont typeface="Arial" panose="020B0604020202020204" pitchFamily="34" charset="0"/>
              <a:buChar char="•"/>
            </a:pPr>
            <a:r>
              <a:rPr lang="fr-FR" sz="1600" dirty="0" smtClean="0">
                <a:solidFill>
                  <a:srgbClr val="585858"/>
                </a:solidFill>
                <a:latin typeface="Calibri"/>
                <a:cs typeface="Calibri"/>
              </a:rPr>
              <a:t>les</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disques</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HDD</a:t>
            </a:r>
            <a:r>
              <a:rPr lang="fr-FR" sz="1600" spc="-30" dirty="0" smtClean="0">
                <a:solidFill>
                  <a:srgbClr val="585858"/>
                </a:solidFill>
                <a:latin typeface="Calibri"/>
                <a:cs typeface="Calibri"/>
              </a:rPr>
              <a:t> </a:t>
            </a:r>
            <a:r>
              <a:rPr lang="fr-FR" sz="1600" spc="-10" dirty="0" smtClean="0">
                <a:solidFill>
                  <a:srgbClr val="585858"/>
                </a:solidFill>
                <a:latin typeface="Calibri"/>
                <a:cs typeface="Calibri"/>
              </a:rPr>
              <a:t>(l’abréviation</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Hard</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Disk</a:t>
            </a:r>
            <a:r>
              <a:rPr lang="fr-FR" sz="1600" spc="-15" dirty="0" smtClean="0">
                <a:solidFill>
                  <a:srgbClr val="585858"/>
                </a:solidFill>
                <a:latin typeface="Calibri"/>
                <a:cs typeface="Calibri"/>
              </a:rPr>
              <a:t> </a:t>
            </a:r>
            <a:r>
              <a:rPr lang="fr-FR" sz="1600" spc="-10" dirty="0" smtClean="0">
                <a:solidFill>
                  <a:srgbClr val="585858"/>
                </a:solidFill>
                <a:latin typeface="Calibri"/>
                <a:cs typeface="Calibri"/>
              </a:rPr>
              <a:t>Drive).</a:t>
            </a:r>
          </a:p>
          <a:p>
            <a:pPr marL="12700">
              <a:lnSpc>
                <a:spcPct val="150000"/>
              </a:lnSpc>
            </a:pPr>
            <a:endParaRPr lang="fr-FR" sz="1600" dirty="0" smtClean="0">
              <a:latin typeface="Calibri"/>
              <a:cs typeface="Calibri"/>
            </a:endParaRPr>
          </a:p>
          <a:p>
            <a:pPr marL="12700">
              <a:lnSpc>
                <a:spcPct val="150000"/>
              </a:lnSpc>
              <a:spcBef>
                <a:spcPts val="1105"/>
              </a:spcBef>
              <a:tabLst>
                <a:tab pos="184150" algn="l"/>
              </a:tabLst>
            </a:pPr>
            <a:r>
              <a:rPr lang="fr-FR" sz="1600" dirty="0" smtClean="0">
                <a:solidFill>
                  <a:srgbClr val="585858"/>
                </a:solidFill>
                <a:latin typeface="Calibri"/>
                <a:cs typeface="Calibri"/>
              </a:rPr>
              <a:t>Il</a:t>
            </a:r>
            <a:r>
              <a:rPr lang="fr-FR" sz="1600" spc="70" dirty="0" smtClean="0">
                <a:solidFill>
                  <a:srgbClr val="585858"/>
                </a:solidFill>
                <a:latin typeface="Calibri"/>
                <a:cs typeface="Calibri"/>
              </a:rPr>
              <a:t> </a:t>
            </a:r>
            <a:r>
              <a:rPr lang="fr-FR" sz="1600" dirty="0" smtClean="0">
                <a:solidFill>
                  <a:srgbClr val="585858"/>
                </a:solidFill>
                <a:latin typeface="Calibri"/>
                <a:cs typeface="Calibri"/>
              </a:rPr>
              <a:t>existe</a:t>
            </a:r>
            <a:r>
              <a:rPr lang="fr-FR" sz="1600" spc="90" dirty="0" smtClean="0">
                <a:solidFill>
                  <a:srgbClr val="585858"/>
                </a:solidFill>
                <a:latin typeface="Calibri"/>
                <a:cs typeface="Calibri"/>
              </a:rPr>
              <a:t> </a:t>
            </a:r>
            <a:r>
              <a:rPr lang="fr-FR" sz="1600" dirty="0" smtClean="0">
                <a:solidFill>
                  <a:srgbClr val="585858"/>
                </a:solidFill>
                <a:latin typeface="Calibri"/>
                <a:cs typeface="Calibri"/>
              </a:rPr>
              <a:t>deux</a:t>
            </a:r>
            <a:r>
              <a:rPr lang="fr-FR" sz="1600" spc="90" dirty="0" smtClean="0">
                <a:solidFill>
                  <a:srgbClr val="585858"/>
                </a:solidFill>
                <a:latin typeface="Calibri"/>
                <a:cs typeface="Calibri"/>
              </a:rPr>
              <a:t> </a:t>
            </a:r>
            <a:r>
              <a:rPr lang="fr-FR" sz="1600" dirty="0" smtClean="0">
                <a:solidFill>
                  <a:srgbClr val="585858"/>
                </a:solidFill>
                <a:latin typeface="Calibri"/>
                <a:cs typeface="Calibri"/>
              </a:rPr>
              <a:t>manières</a:t>
            </a:r>
            <a:r>
              <a:rPr lang="fr-FR" sz="1600" spc="9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85" dirty="0" smtClean="0">
                <a:solidFill>
                  <a:srgbClr val="585858"/>
                </a:solidFill>
                <a:latin typeface="Calibri"/>
                <a:cs typeface="Calibri"/>
              </a:rPr>
              <a:t> </a:t>
            </a:r>
            <a:r>
              <a:rPr lang="fr-FR" sz="1600" dirty="0" smtClean="0">
                <a:solidFill>
                  <a:srgbClr val="585858"/>
                </a:solidFill>
                <a:latin typeface="Calibri"/>
                <a:cs typeface="Calibri"/>
              </a:rPr>
              <a:t>mesurer</a:t>
            </a:r>
            <a:r>
              <a:rPr lang="fr-FR" sz="1600" spc="90" dirty="0" smtClean="0">
                <a:solidFill>
                  <a:srgbClr val="585858"/>
                </a:solidFill>
                <a:latin typeface="Calibri"/>
                <a:cs typeface="Calibri"/>
              </a:rPr>
              <a:t> </a:t>
            </a:r>
            <a:r>
              <a:rPr lang="fr-FR" sz="1600" dirty="0" smtClean="0">
                <a:solidFill>
                  <a:srgbClr val="585858"/>
                </a:solidFill>
                <a:latin typeface="Calibri"/>
                <a:cs typeface="Calibri"/>
              </a:rPr>
              <a:t>les</a:t>
            </a:r>
            <a:r>
              <a:rPr lang="fr-FR" sz="1600" spc="95" dirty="0" smtClean="0">
                <a:solidFill>
                  <a:srgbClr val="585858"/>
                </a:solidFill>
                <a:latin typeface="Calibri"/>
                <a:cs typeface="Calibri"/>
              </a:rPr>
              <a:t> </a:t>
            </a:r>
            <a:r>
              <a:rPr lang="fr-FR" sz="1600" dirty="0" smtClean="0">
                <a:solidFill>
                  <a:srgbClr val="585858"/>
                </a:solidFill>
                <a:latin typeface="Calibri"/>
                <a:cs typeface="Calibri"/>
              </a:rPr>
              <a:t>performances</a:t>
            </a:r>
            <a:r>
              <a:rPr lang="fr-FR" sz="1600" spc="100" dirty="0" smtClean="0">
                <a:solidFill>
                  <a:srgbClr val="585858"/>
                </a:solidFill>
                <a:latin typeface="Calibri"/>
                <a:cs typeface="Calibri"/>
              </a:rPr>
              <a:t> </a:t>
            </a:r>
            <a:r>
              <a:rPr lang="fr-FR" sz="1600" dirty="0" smtClean="0">
                <a:solidFill>
                  <a:srgbClr val="585858"/>
                </a:solidFill>
                <a:latin typeface="Calibri"/>
                <a:cs typeface="Calibri"/>
              </a:rPr>
              <a:t>d'un</a:t>
            </a:r>
            <a:r>
              <a:rPr lang="fr-FR" sz="1600" spc="80" dirty="0" smtClean="0">
                <a:solidFill>
                  <a:srgbClr val="585858"/>
                </a:solidFill>
                <a:latin typeface="Calibri"/>
                <a:cs typeface="Calibri"/>
              </a:rPr>
              <a:t> </a:t>
            </a:r>
            <a:r>
              <a:rPr lang="fr-FR" sz="1600" dirty="0" smtClean="0">
                <a:solidFill>
                  <a:srgbClr val="585858"/>
                </a:solidFill>
                <a:latin typeface="Calibri"/>
                <a:cs typeface="Calibri"/>
              </a:rPr>
              <a:t>disque</a:t>
            </a:r>
            <a:r>
              <a:rPr lang="fr-FR" sz="1600" spc="85" dirty="0" smtClean="0">
                <a:solidFill>
                  <a:srgbClr val="585858"/>
                </a:solidFill>
                <a:latin typeface="Calibri"/>
                <a:cs typeface="Calibri"/>
              </a:rPr>
              <a:t> </a:t>
            </a:r>
            <a:r>
              <a:rPr lang="fr-FR" sz="1600" dirty="0" smtClean="0">
                <a:solidFill>
                  <a:srgbClr val="585858"/>
                </a:solidFill>
                <a:latin typeface="Calibri"/>
                <a:cs typeface="Calibri"/>
              </a:rPr>
              <a:t>dur</a:t>
            </a:r>
            <a:r>
              <a:rPr lang="fr-FR" sz="1600" spc="70" dirty="0" smtClean="0">
                <a:solidFill>
                  <a:srgbClr val="585858"/>
                </a:solidFill>
                <a:latin typeface="Calibri"/>
                <a:cs typeface="Calibri"/>
              </a:rPr>
              <a:t> </a:t>
            </a:r>
            <a:r>
              <a:rPr lang="fr-FR" sz="1600" dirty="0" smtClean="0">
                <a:solidFill>
                  <a:srgbClr val="585858"/>
                </a:solidFill>
                <a:latin typeface="Calibri"/>
                <a:cs typeface="Calibri"/>
              </a:rPr>
              <a:t>:</a:t>
            </a:r>
            <a:endParaRPr lang="fr-FR" sz="1600" spc="95" dirty="0">
              <a:solidFill>
                <a:srgbClr val="585858"/>
              </a:solidFill>
              <a:latin typeface="Calibri"/>
              <a:cs typeface="Calibri"/>
            </a:endParaRPr>
          </a:p>
          <a:p>
            <a:pPr marL="298450" indent="-285750">
              <a:lnSpc>
                <a:spcPct val="150000"/>
              </a:lnSpc>
              <a:spcBef>
                <a:spcPts val="1105"/>
              </a:spcBef>
              <a:buFont typeface="Arial" panose="020B0604020202020204" pitchFamily="34" charset="0"/>
              <a:buChar char="•"/>
              <a:tabLst>
                <a:tab pos="184150" algn="l"/>
              </a:tabLst>
            </a:pPr>
            <a:r>
              <a:rPr lang="fr-FR" sz="1600" b="1" dirty="0" smtClean="0">
                <a:solidFill>
                  <a:srgbClr val="585858"/>
                </a:solidFill>
                <a:latin typeface="Calibri"/>
                <a:cs typeface="Calibri"/>
              </a:rPr>
              <a:t>Débit</a:t>
            </a:r>
            <a:r>
              <a:rPr lang="fr-FR" sz="1600" b="1" spc="80" dirty="0" smtClean="0">
                <a:solidFill>
                  <a:srgbClr val="585858"/>
                </a:solidFill>
                <a:latin typeface="Calibri"/>
                <a:cs typeface="Calibri"/>
              </a:rPr>
              <a:t> </a:t>
            </a:r>
            <a:r>
              <a:rPr lang="fr-FR" sz="1600" b="1" dirty="0" smtClean="0">
                <a:solidFill>
                  <a:srgbClr val="585858"/>
                </a:solidFill>
                <a:latin typeface="Calibri"/>
                <a:cs typeface="Calibri"/>
              </a:rPr>
              <a:t>de</a:t>
            </a:r>
            <a:r>
              <a:rPr lang="fr-FR" sz="1600" b="1" spc="75" dirty="0" smtClean="0">
                <a:solidFill>
                  <a:srgbClr val="585858"/>
                </a:solidFill>
                <a:latin typeface="Calibri"/>
                <a:cs typeface="Calibri"/>
              </a:rPr>
              <a:t> </a:t>
            </a:r>
            <a:r>
              <a:rPr lang="fr-FR" sz="1600" b="1" dirty="0" smtClean="0">
                <a:solidFill>
                  <a:srgbClr val="585858"/>
                </a:solidFill>
                <a:latin typeface="Calibri"/>
                <a:cs typeface="Calibri"/>
              </a:rPr>
              <a:t>données</a:t>
            </a:r>
            <a:r>
              <a:rPr lang="fr-FR" sz="1600" b="1" spc="90" dirty="0" smtClean="0">
                <a:solidFill>
                  <a:srgbClr val="585858"/>
                </a:solidFill>
                <a:latin typeface="Calibri"/>
                <a:cs typeface="Calibri"/>
              </a:rPr>
              <a:t> </a:t>
            </a:r>
            <a:r>
              <a:rPr lang="fr-FR" sz="1600" b="1" dirty="0" smtClean="0">
                <a:solidFill>
                  <a:srgbClr val="585858"/>
                </a:solidFill>
                <a:latin typeface="Calibri"/>
                <a:cs typeface="Calibri"/>
              </a:rPr>
              <a:t>:</a:t>
            </a:r>
            <a:r>
              <a:rPr lang="fr-FR" sz="1600" b="1" spc="450"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80" dirty="0" smtClean="0">
                <a:solidFill>
                  <a:srgbClr val="585858"/>
                </a:solidFill>
                <a:latin typeface="Calibri"/>
                <a:cs typeface="Calibri"/>
              </a:rPr>
              <a:t> </a:t>
            </a:r>
            <a:r>
              <a:rPr lang="fr-FR" sz="1600" dirty="0" smtClean="0">
                <a:solidFill>
                  <a:srgbClr val="585858"/>
                </a:solidFill>
                <a:latin typeface="Calibri"/>
                <a:cs typeface="Calibri"/>
              </a:rPr>
              <a:t>débit</a:t>
            </a:r>
            <a:r>
              <a:rPr lang="fr-FR" sz="1600" spc="90"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80" dirty="0" smtClean="0">
                <a:solidFill>
                  <a:srgbClr val="585858"/>
                </a:solidFill>
                <a:latin typeface="Calibri"/>
                <a:cs typeface="Calibri"/>
              </a:rPr>
              <a:t> </a:t>
            </a:r>
            <a:r>
              <a:rPr lang="fr-FR" sz="1600" dirty="0" smtClean="0">
                <a:solidFill>
                  <a:srgbClr val="585858"/>
                </a:solidFill>
                <a:latin typeface="Calibri"/>
                <a:cs typeface="Calibri"/>
              </a:rPr>
              <a:t>données</a:t>
            </a:r>
            <a:r>
              <a:rPr lang="fr-FR" sz="1600" spc="95" dirty="0" smtClean="0">
                <a:solidFill>
                  <a:srgbClr val="585858"/>
                </a:solidFill>
                <a:latin typeface="Calibri"/>
                <a:cs typeface="Calibri"/>
              </a:rPr>
              <a:t> </a:t>
            </a:r>
            <a:r>
              <a:rPr lang="fr-FR" sz="1600" dirty="0" smtClean="0">
                <a:solidFill>
                  <a:srgbClr val="585858"/>
                </a:solidFill>
                <a:latin typeface="Calibri"/>
                <a:cs typeface="Calibri"/>
              </a:rPr>
              <a:t>est</a:t>
            </a:r>
            <a:r>
              <a:rPr lang="fr-FR" sz="1600" spc="90"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85" dirty="0" smtClean="0">
                <a:solidFill>
                  <a:srgbClr val="585858"/>
                </a:solidFill>
                <a:latin typeface="Calibri"/>
                <a:cs typeface="Calibri"/>
              </a:rPr>
              <a:t> </a:t>
            </a:r>
            <a:r>
              <a:rPr lang="fr-FR" sz="1600" dirty="0" smtClean="0">
                <a:solidFill>
                  <a:srgbClr val="585858"/>
                </a:solidFill>
                <a:latin typeface="Calibri"/>
                <a:cs typeface="Calibri"/>
              </a:rPr>
              <a:t>nombre</a:t>
            </a:r>
            <a:r>
              <a:rPr lang="fr-FR" sz="1600" spc="95" dirty="0" smtClean="0">
                <a:solidFill>
                  <a:srgbClr val="585858"/>
                </a:solidFill>
                <a:latin typeface="Calibri"/>
                <a:cs typeface="Calibri"/>
              </a:rPr>
              <a:t> </a:t>
            </a:r>
            <a:r>
              <a:rPr lang="fr-FR" sz="1600" dirty="0" smtClean="0">
                <a:solidFill>
                  <a:srgbClr val="585858"/>
                </a:solidFill>
                <a:latin typeface="Calibri"/>
                <a:cs typeface="Calibri"/>
              </a:rPr>
              <a:t>d'octets</a:t>
            </a:r>
            <a:r>
              <a:rPr lang="fr-FR" sz="1600" spc="95" dirty="0" smtClean="0">
                <a:solidFill>
                  <a:srgbClr val="585858"/>
                </a:solidFill>
                <a:latin typeface="Calibri"/>
                <a:cs typeface="Calibri"/>
              </a:rPr>
              <a:t> </a:t>
            </a:r>
            <a:r>
              <a:rPr lang="fr-FR" sz="1600" dirty="0" smtClean="0">
                <a:solidFill>
                  <a:srgbClr val="585858"/>
                </a:solidFill>
                <a:latin typeface="Calibri"/>
                <a:cs typeface="Calibri"/>
              </a:rPr>
              <a:t>par</a:t>
            </a:r>
            <a:r>
              <a:rPr lang="fr-FR" sz="1600" spc="75" dirty="0" smtClean="0">
                <a:solidFill>
                  <a:srgbClr val="585858"/>
                </a:solidFill>
                <a:latin typeface="Calibri"/>
                <a:cs typeface="Calibri"/>
              </a:rPr>
              <a:t> </a:t>
            </a:r>
            <a:r>
              <a:rPr lang="fr-FR" sz="1600" dirty="0" smtClean="0">
                <a:solidFill>
                  <a:srgbClr val="585858"/>
                </a:solidFill>
                <a:latin typeface="Calibri"/>
                <a:cs typeface="Calibri"/>
              </a:rPr>
              <a:t>seconde</a:t>
            </a:r>
            <a:r>
              <a:rPr lang="fr-FR" sz="1600" spc="85" dirty="0" smtClean="0">
                <a:solidFill>
                  <a:srgbClr val="585858"/>
                </a:solidFill>
                <a:latin typeface="Calibri"/>
                <a:cs typeface="Calibri"/>
              </a:rPr>
              <a:t> </a:t>
            </a:r>
            <a:r>
              <a:rPr lang="fr-FR" sz="1600" dirty="0" smtClean="0">
                <a:solidFill>
                  <a:srgbClr val="585858"/>
                </a:solidFill>
                <a:latin typeface="Calibri"/>
                <a:cs typeface="Calibri"/>
              </a:rPr>
              <a:t>que</a:t>
            </a:r>
            <a:r>
              <a:rPr lang="fr-FR" sz="1600" spc="85"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110" dirty="0" smtClean="0">
                <a:solidFill>
                  <a:srgbClr val="585858"/>
                </a:solidFill>
                <a:latin typeface="Calibri"/>
                <a:cs typeface="Calibri"/>
              </a:rPr>
              <a:t> </a:t>
            </a:r>
            <a:r>
              <a:rPr lang="fr-FR" sz="1600" dirty="0" smtClean="0">
                <a:solidFill>
                  <a:srgbClr val="585858"/>
                </a:solidFill>
                <a:latin typeface="Calibri"/>
                <a:cs typeface="Calibri"/>
              </a:rPr>
              <a:t>lecteur</a:t>
            </a:r>
            <a:r>
              <a:rPr lang="fr-FR" sz="1600" spc="75" dirty="0" smtClean="0">
                <a:solidFill>
                  <a:srgbClr val="585858"/>
                </a:solidFill>
                <a:latin typeface="Calibri"/>
                <a:cs typeface="Calibri"/>
              </a:rPr>
              <a:t> </a:t>
            </a:r>
            <a:r>
              <a:rPr lang="fr-FR" sz="1600" spc="-20" dirty="0" smtClean="0">
                <a:solidFill>
                  <a:srgbClr val="585858"/>
                </a:solidFill>
                <a:latin typeface="Calibri"/>
                <a:cs typeface="Calibri"/>
              </a:rPr>
              <a:t>peut</a:t>
            </a:r>
            <a:r>
              <a:rPr lang="fr-FR" sz="1600" dirty="0">
                <a:latin typeface="Calibri"/>
                <a:cs typeface="Calibri"/>
              </a:rPr>
              <a:t> </a:t>
            </a:r>
            <a:r>
              <a:rPr lang="fr-FR" sz="1600" dirty="0" smtClean="0">
                <a:solidFill>
                  <a:srgbClr val="585858"/>
                </a:solidFill>
                <a:latin typeface="Calibri"/>
                <a:cs typeface="Calibri"/>
              </a:rPr>
              <a:t>fournir</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au</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CPU.</a:t>
            </a:r>
            <a:endParaRPr lang="fr-FR" sz="1600" spc="335" dirty="0">
              <a:solidFill>
                <a:srgbClr val="585858"/>
              </a:solidFill>
              <a:latin typeface="Calibri"/>
              <a:cs typeface="Calibri"/>
            </a:endParaRPr>
          </a:p>
          <a:p>
            <a:pPr marL="298450" indent="-285750">
              <a:lnSpc>
                <a:spcPct val="150000"/>
              </a:lnSpc>
              <a:spcBef>
                <a:spcPts val="1105"/>
              </a:spcBef>
              <a:buFont typeface="Arial" panose="020B0604020202020204" pitchFamily="34" charset="0"/>
              <a:buChar char="•"/>
              <a:tabLst>
                <a:tab pos="184150" algn="l"/>
              </a:tabLst>
            </a:pPr>
            <a:r>
              <a:rPr lang="fr-FR" sz="1600" b="1" dirty="0" smtClean="0">
                <a:solidFill>
                  <a:srgbClr val="585858"/>
                </a:solidFill>
                <a:latin typeface="Calibri"/>
                <a:cs typeface="Calibri"/>
              </a:rPr>
              <a:t>Le</a:t>
            </a:r>
            <a:r>
              <a:rPr lang="fr-FR" sz="1600" b="1" spc="60" dirty="0" smtClean="0">
                <a:solidFill>
                  <a:srgbClr val="585858"/>
                </a:solidFill>
                <a:latin typeface="Calibri"/>
                <a:cs typeface="Calibri"/>
              </a:rPr>
              <a:t> </a:t>
            </a:r>
            <a:r>
              <a:rPr lang="fr-FR" sz="1600" b="1" dirty="0" smtClean="0">
                <a:solidFill>
                  <a:srgbClr val="585858"/>
                </a:solidFill>
                <a:latin typeface="Calibri"/>
                <a:cs typeface="Calibri"/>
              </a:rPr>
              <a:t>temps</a:t>
            </a:r>
            <a:r>
              <a:rPr lang="fr-FR" sz="1600" b="1" spc="15" dirty="0" smtClean="0">
                <a:solidFill>
                  <a:srgbClr val="585858"/>
                </a:solidFill>
                <a:latin typeface="Calibri"/>
                <a:cs typeface="Calibri"/>
              </a:rPr>
              <a:t> </a:t>
            </a:r>
            <a:r>
              <a:rPr lang="fr-FR" sz="1600" b="1" dirty="0" smtClean="0">
                <a:solidFill>
                  <a:srgbClr val="585858"/>
                </a:solidFill>
                <a:latin typeface="Calibri"/>
                <a:cs typeface="Calibri"/>
              </a:rPr>
              <a:t>de</a:t>
            </a:r>
            <a:r>
              <a:rPr lang="fr-FR" sz="1600" b="1" spc="35" dirty="0" smtClean="0">
                <a:solidFill>
                  <a:srgbClr val="585858"/>
                </a:solidFill>
                <a:latin typeface="Calibri"/>
                <a:cs typeface="Calibri"/>
              </a:rPr>
              <a:t> </a:t>
            </a:r>
            <a:r>
              <a:rPr lang="fr-FR" sz="1600" b="1" dirty="0" smtClean="0">
                <a:solidFill>
                  <a:srgbClr val="585858"/>
                </a:solidFill>
                <a:latin typeface="Calibri"/>
                <a:cs typeface="Calibri"/>
              </a:rPr>
              <a:t>recherche</a:t>
            </a:r>
            <a:r>
              <a:rPr lang="fr-FR" sz="1600" b="1" spc="10" dirty="0" smtClean="0">
                <a:solidFill>
                  <a:srgbClr val="585858"/>
                </a:solidFill>
                <a:latin typeface="Calibri"/>
                <a:cs typeface="Calibri"/>
              </a:rPr>
              <a:t> </a:t>
            </a:r>
            <a:r>
              <a:rPr lang="fr-FR" sz="1600" b="1" dirty="0" smtClean="0">
                <a:solidFill>
                  <a:srgbClr val="585858"/>
                </a:solidFill>
                <a:latin typeface="Calibri"/>
                <a:cs typeface="Calibri"/>
              </a:rPr>
              <a:t>:</a:t>
            </a:r>
            <a:r>
              <a:rPr lang="fr-FR" sz="1600" b="1" spc="40" dirty="0" smtClean="0">
                <a:solidFill>
                  <a:srgbClr val="585858"/>
                </a:solidFill>
                <a:latin typeface="Calibri"/>
                <a:cs typeface="Calibri"/>
              </a:rPr>
              <a:t> </a:t>
            </a:r>
            <a:r>
              <a:rPr lang="fr-FR" sz="1600" spc="-10" dirty="0" smtClean="0">
                <a:solidFill>
                  <a:srgbClr val="585858"/>
                </a:solidFill>
                <a:latin typeface="Calibri"/>
                <a:cs typeface="Calibri"/>
              </a:rPr>
              <a:t>c’est</a:t>
            </a:r>
            <a:r>
              <a:rPr lang="fr-FR" sz="1600" spc="45"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temps</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qui</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s'écoule</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entre</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moment</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où</a:t>
            </a:r>
            <a:r>
              <a:rPr lang="fr-FR" sz="1600" spc="50"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processeur</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demande</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un</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fichier</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et</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moment</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où</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premier</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octet</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du</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fichier</a:t>
            </a:r>
            <a:r>
              <a:rPr lang="fr-FR" sz="1600" spc="30" dirty="0" smtClean="0">
                <a:solidFill>
                  <a:srgbClr val="585858"/>
                </a:solidFill>
                <a:latin typeface="Calibri"/>
                <a:cs typeface="Calibri"/>
              </a:rPr>
              <a:t> </a:t>
            </a:r>
            <a:r>
              <a:rPr lang="fr-FR" sz="1600" spc="-25" dirty="0" smtClean="0">
                <a:solidFill>
                  <a:srgbClr val="585858"/>
                </a:solidFill>
                <a:latin typeface="Calibri"/>
                <a:cs typeface="Calibri"/>
              </a:rPr>
              <a:t>est</a:t>
            </a:r>
            <a:r>
              <a:rPr lang="fr-FR" sz="1600" dirty="0">
                <a:latin typeface="Calibri"/>
                <a:cs typeface="Calibri"/>
              </a:rPr>
              <a:t> </a:t>
            </a:r>
            <a:r>
              <a:rPr lang="fr-FR" sz="1600" spc="-10" dirty="0" smtClean="0">
                <a:solidFill>
                  <a:srgbClr val="585858"/>
                </a:solidFill>
                <a:latin typeface="Calibri"/>
                <a:cs typeface="Calibri"/>
              </a:rPr>
              <a:t>envoyé </a:t>
            </a:r>
            <a:r>
              <a:rPr lang="fr-FR" sz="1600" dirty="0" smtClean="0">
                <a:solidFill>
                  <a:srgbClr val="585858"/>
                </a:solidFill>
                <a:latin typeface="Calibri"/>
                <a:cs typeface="Calibri"/>
              </a:rPr>
              <a:t>au</a:t>
            </a:r>
            <a:r>
              <a:rPr lang="fr-FR" sz="1600" spc="-20" dirty="0" smtClean="0">
                <a:solidFill>
                  <a:srgbClr val="585858"/>
                </a:solidFill>
                <a:latin typeface="Calibri"/>
                <a:cs typeface="Calibri"/>
              </a:rPr>
              <a:t> </a:t>
            </a:r>
            <a:r>
              <a:rPr lang="fr-FR" sz="1600" spc="-10" dirty="0" smtClean="0">
                <a:solidFill>
                  <a:srgbClr val="585858"/>
                </a:solidFill>
                <a:latin typeface="Calibri"/>
                <a:cs typeface="Calibri"/>
              </a:rPr>
              <a:t>processeur.</a:t>
            </a:r>
            <a:endParaRPr lang="fr-FR" sz="16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29</a:t>
            </a:fld>
            <a:endParaRPr spc="-25" dirty="0"/>
          </a:p>
        </p:txBody>
      </p:sp>
      <p:sp>
        <p:nvSpPr>
          <p:cNvPr id="12" name="object 12"/>
          <p:cNvSpPr txBox="1">
            <a:spLocks noGrp="1"/>
          </p:cNvSpPr>
          <p:nvPr>
            <p:ph type="title"/>
          </p:nvPr>
        </p:nvSpPr>
        <p:spPr>
          <a:xfrm>
            <a:off x="263753" y="332308"/>
            <a:ext cx="11664492" cy="945845"/>
          </a:xfrm>
          <a:prstGeom prst="rect">
            <a:avLst/>
          </a:prstGeom>
        </p:spPr>
        <p:txBody>
          <a:bodyPr vert="horz" wrap="square" lIns="0" tIns="144218" rIns="0" bIns="0" rtlCol="0">
            <a:spAutoFit/>
          </a:bodyPr>
          <a:lstStyle/>
          <a:p>
            <a:pPr marL="12700">
              <a:lnSpc>
                <a:spcPct val="100000"/>
              </a:lnSpc>
              <a:spcBef>
                <a:spcPts val="220"/>
              </a:spcBef>
            </a:pPr>
            <a:r>
              <a:rPr dirty="0" smtClean="0">
                <a:solidFill>
                  <a:srgbClr val="007842"/>
                </a:solidFill>
              </a:rPr>
              <a:t>0</a:t>
            </a:r>
            <a:r>
              <a:rPr lang="fr-FR" dirty="0" smtClean="0">
                <a:solidFill>
                  <a:srgbClr val="007842"/>
                </a:solidFill>
              </a:rPr>
              <a:t>5</a:t>
            </a:r>
            <a:r>
              <a:rPr spc="-40" dirty="0" smtClean="0">
                <a:solidFill>
                  <a:srgbClr val="007842"/>
                </a:solidFill>
              </a:rPr>
              <a:t> </a:t>
            </a:r>
            <a:r>
              <a:rPr dirty="0" smtClean="0">
                <a:solidFill>
                  <a:srgbClr val="007842"/>
                </a:solidFill>
              </a:rPr>
              <a:t>–</a:t>
            </a:r>
            <a:r>
              <a:rPr spc="-20" dirty="0" smtClean="0">
                <a:solidFill>
                  <a:srgbClr val="007842"/>
                </a:solidFill>
              </a:rPr>
              <a:t> </a:t>
            </a:r>
            <a:r>
              <a:rPr lang="fr-FR" dirty="0">
                <a:solidFill>
                  <a:srgbClr val="007842"/>
                </a:solidFill>
              </a:rPr>
              <a:t>Décrire des disques durs</a:t>
            </a:r>
            <a:br>
              <a:rPr lang="fr-FR" dirty="0">
                <a:solidFill>
                  <a:srgbClr val="007842"/>
                </a:solidFill>
              </a:rPr>
            </a:br>
            <a:r>
              <a:rPr lang="fr-FR" sz="1600" dirty="0">
                <a:solidFill>
                  <a:srgbClr val="007842"/>
                </a:solidFill>
              </a:rPr>
              <a:t>Types de disques :</a:t>
            </a:r>
            <a:r>
              <a:rPr lang="fr-FR" dirty="0">
                <a:solidFill>
                  <a:srgbClr val="007842"/>
                </a:solidFill>
              </a:rPr>
              <a:t/>
            </a:r>
            <a:br>
              <a:rPr lang="fr-FR" dirty="0">
                <a:solidFill>
                  <a:srgbClr val="007842"/>
                </a:solidFill>
              </a:rPr>
            </a:br>
            <a:endParaRPr sz="1600"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Tree>
    <p:extLst>
      <p:ext uri="{BB962C8B-B14F-4D97-AF65-F5344CB8AC3E}">
        <p14:creationId xmlns:p14="http://schemas.microsoft.com/office/powerpoint/2010/main" val="261487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1602105"/>
            <a:ext cx="10596245" cy="3270767"/>
          </a:xfrm>
          <a:prstGeom prst="rect">
            <a:avLst/>
          </a:prstGeom>
        </p:spPr>
        <p:txBody>
          <a:bodyPr vert="horz" wrap="square" lIns="0" tIns="13335" rIns="0" bIns="0" rtlCol="0">
            <a:spAutoFit/>
          </a:bodyPr>
          <a:lstStyle/>
          <a:p>
            <a:pPr marL="298450" indent="-285750">
              <a:lnSpc>
                <a:spcPct val="100000"/>
              </a:lnSpc>
              <a:spcBef>
                <a:spcPts val="1445"/>
              </a:spcBef>
              <a:buFont typeface="Arial" panose="020B0604020202020204" pitchFamily="34" charset="0"/>
              <a:buChar char="•"/>
            </a:pPr>
            <a:r>
              <a:rPr sz="1400" dirty="0" smtClean="0">
                <a:solidFill>
                  <a:srgbClr val="585858"/>
                </a:solidFill>
                <a:latin typeface="Calibri"/>
                <a:cs typeface="Calibri"/>
              </a:rPr>
              <a:t>Les</a:t>
            </a:r>
            <a:r>
              <a:rPr sz="1400" spc="-30" dirty="0" smtClean="0">
                <a:solidFill>
                  <a:srgbClr val="585858"/>
                </a:solidFill>
                <a:latin typeface="Calibri"/>
                <a:cs typeface="Calibri"/>
              </a:rPr>
              <a:t> </a:t>
            </a:r>
            <a:r>
              <a:rPr sz="1400" dirty="0">
                <a:solidFill>
                  <a:srgbClr val="585858"/>
                </a:solidFill>
                <a:latin typeface="Calibri"/>
                <a:cs typeface="Calibri"/>
              </a:rPr>
              <a:t>disques durs</a:t>
            </a:r>
            <a:r>
              <a:rPr sz="1400" spc="-30" dirty="0">
                <a:solidFill>
                  <a:srgbClr val="585858"/>
                </a:solidFill>
                <a:latin typeface="Calibri"/>
                <a:cs typeface="Calibri"/>
              </a:rPr>
              <a:t> </a:t>
            </a:r>
            <a:r>
              <a:rPr sz="1400" b="1" dirty="0">
                <a:solidFill>
                  <a:srgbClr val="585858"/>
                </a:solidFill>
                <a:latin typeface="Calibri"/>
                <a:cs typeface="Calibri"/>
              </a:rPr>
              <a:t>HDD</a:t>
            </a:r>
            <a:r>
              <a:rPr sz="1400" b="1" spc="-30" dirty="0">
                <a:solidFill>
                  <a:srgbClr val="585858"/>
                </a:solidFill>
                <a:latin typeface="Calibri"/>
                <a:cs typeface="Calibri"/>
              </a:rPr>
              <a:t> </a:t>
            </a:r>
            <a:r>
              <a:rPr sz="1400" spc="-10" dirty="0">
                <a:solidFill>
                  <a:srgbClr val="585858"/>
                </a:solidFill>
                <a:latin typeface="Calibri"/>
                <a:cs typeface="Calibri"/>
              </a:rPr>
              <a:t>présentent</a:t>
            </a:r>
            <a:r>
              <a:rPr sz="1400" spc="-30" dirty="0">
                <a:solidFill>
                  <a:srgbClr val="585858"/>
                </a:solidFill>
                <a:latin typeface="Calibri"/>
                <a:cs typeface="Calibri"/>
              </a:rPr>
              <a:t> </a:t>
            </a:r>
            <a:r>
              <a:rPr sz="1400" dirty="0">
                <a:solidFill>
                  <a:srgbClr val="585858"/>
                </a:solidFill>
                <a:latin typeface="Calibri"/>
                <a:cs typeface="Calibri"/>
              </a:rPr>
              <a:t>une</a:t>
            </a:r>
            <a:r>
              <a:rPr sz="1400" spc="-40" dirty="0">
                <a:solidFill>
                  <a:srgbClr val="585858"/>
                </a:solidFill>
                <a:latin typeface="Calibri"/>
                <a:cs typeface="Calibri"/>
              </a:rPr>
              <a:t> </a:t>
            </a:r>
            <a:r>
              <a:rPr sz="1400" dirty="0">
                <a:solidFill>
                  <a:srgbClr val="585858"/>
                </a:solidFill>
                <a:latin typeface="Calibri"/>
                <a:cs typeface="Calibri"/>
              </a:rPr>
              <a:t>mémoire</a:t>
            </a:r>
            <a:r>
              <a:rPr sz="1400" spc="30" dirty="0">
                <a:solidFill>
                  <a:srgbClr val="585858"/>
                </a:solidFill>
                <a:latin typeface="Calibri"/>
                <a:cs typeface="Calibri"/>
              </a:rPr>
              <a:t> </a:t>
            </a:r>
            <a:r>
              <a:rPr sz="1400" dirty="0">
                <a:solidFill>
                  <a:srgbClr val="585858"/>
                </a:solidFill>
                <a:latin typeface="Calibri"/>
                <a:cs typeface="Calibri"/>
              </a:rPr>
              <a:t>de</a:t>
            </a:r>
            <a:r>
              <a:rPr sz="1400" spc="-35" dirty="0">
                <a:solidFill>
                  <a:srgbClr val="585858"/>
                </a:solidFill>
                <a:latin typeface="Calibri"/>
                <a:cs typeface="Calibri"/>
              </a:rPr>
              <a:t> </a:t>
            </a:r>
            <a:r>
              <a:rPr sz="1400" dirty="0">
                <a:solidFill>
                  <a:srgbClr val="585858"/>
                </a:solidFill>
                <a:latin typeface="Calibri"/>
                <a:cs typeface="Calibri"/>
              </a:rPr>
              <a:t>masse</a:t>
            </a:r>
            <a:r>
              <a:rPr sz="1400" spc="-35" dirty="0">
                <a:solidFill>
                  <a:srgbClr val="585858"/>
                </a:solidFill>
                <a:latin typeface="Calibri"/>
                <a:cs typeface="Calibri"/>
              </a:rPr>
              <a:t> </a:t>
            </a:r>
            <a:r>
              <a:rPr sz="1400" dirty="0">
                <a:solidFill>
                  <a:srgbClr val="585858"/>
                </a:solidFill>
                <a:latin typeface="Calibri"/>
                <a:cs typeface="Calibri"/>
              </a:rPr>
              <a:t>magnétique</a:t>
            </a:r>
            <a:r>
              <a:rPr sz="1400" spc="-30" dirty="0">
                <a:solidFill>
                  <a:srgbClr val="585858"/>
                </a:solidFill>
                <a:latin typeface="Calibri"/>
                <a:cs typeface="Calibri"/>
              </a:rPr>
              <a:t> </a:t>
            </a:r>
            <a:r>
              <a:rPr sz="1400" dirty="0">
                <a:solidFill>
                  <a:srgbClr val="585858"/>
                </a:solidFill>
                <a:latin typeface="Calibri"/>
                <a:cs typeface="Calibri"/>
              </a:rPr>
              <a:t>qui</a:t>
            </a:r>
            <a:r>
              <a:rPr sz="1400" spc="-30" dirty="0">
                <a:solidFill>
                  <a:srgbClr val="585858"/>
                </a:solidFill>
                <a:latin typeface="Calibri"/>
                <a:cs typeface="Calibri"/>
              </a:rPr>
              <a:t> </a:t>
            </a:r>
            <a:r>
              <a:rPr sz="1400" dirty="0">
                <a:solidFill>
                  <a:srgbClr val="585858"/>
                </a:solidFill>
                <a:latin typeface="Calibri"/>
                <a:cs typeface="Calibri"/>
              </a:rPr>
              <a:t>est</a:t>
            </a:r>
            <a:r>
              <a:rPr sz="1400" spc="229" dirty="0">
                <a:solidFill>
                  <a:srgbClr val="585858"/>
                </a:solidFill>
                <a:latin typeface="Calibri"/>
                <a:cs typeface="Calibri"/>
              </a:rPr>
              <a:t> </a:t>
            </a:r>
            <a:r>
              <a:rPr sz="1400" dirty="0">
                <a:solidFill>
                  <a:srgbClr val="585858"/>
                </a:solidFill>
                <a:latin typeface="Calibri"/>
                <a:cs typeface="Calibri"/>
              </a:rPr>
              <a:t>utilisée</a:t>
            </a:r>
            <a:r>
              <a:rPr sz="1400" spc="-15" dirty="0">
                <a:solidFill>
                  <a:srgbClr val="585858"/>
                </a:solidFill>
                <a:latin typeface="Calibri"/>
                <a:cs typeface="Calibri"/>
              </a:rPr>
              <a:t> </a:t>
            </a:r>
            <a:r>
              <a:rPr sz="1400" dirty="0">
                <a:solidFill>
                  <a:srgbClr val="585858"/>
                </a:solidFill>
                <a:latin typeface="Calibri"/>
                <a:cs typeface="Calibri"/>
              </a:rPr>
              <a:t>pour</a:t>
            </a:r>
            <a:r>
              <a:rPr sz="1400" spc="-5" dirty="0">
                <a:solidFill>
                  <a:srgbClr val="585858"/>
                </a:solidFill>
                <a:latin typeface="Calibri"/>
                <a:cs typeface="Calibri"/>
              </a:rPr>
              <a:t> </a:t>
            </a:r>
            <a:r>
              <a:rPr sz="1400" dirty="0">
                <a:solidFill>
                  <a:srgbClr val="585858"/>
                </a:solidFill>
                <a:latin typeface="Calibri"/>
                <a:cs typeface="Calibri"/>
              </a:rPr>
              <a:t>le</a:t>
            </a:r>
            <a:r>
              <a:rPr sz="1400" spc="-15" dirty="0">
                <a:solidFill>
                  <a:srgbClr val="585858"/>
                </a:solidFill>
                <a:latin typeface="Calibri"/>
                <a:cs typeface="Calibri"/>
              </a:rPr>
              <a:t> </a:t>
            </a:r>
            <a:r>
              <a:rPr sz="1400" spc="-10" dirty="0">
                <a:solidFill>
                  <a:srgbClr val="585858"/>
                </a:solidFill>
                <a:latin typeface="Calibri"/>
                <a:cs typeface="Calibri"/>
              </a:rPr>
              <a:t>stockage</a:t>
            </a:r>
            <a:r>
              <a:rPr sz="1400" spc="-55" dirty="0">
                <a:solidFill>
                  <a:srgbClr val="585858"/>
                </a:solidFill>
                <a:latin typeface="Calibri"/>
                <a:cs typeface="Calibri"/>
              </a:rPr>
              <a:t> </a:t>
            </a:r>
            <a:r>
              <a:rPr sz="1400" dirty="0">
                <a:solidFill>
                  <a:srgbClr val="585858"/>
                </a:solidFill>
                <a:latin typeface="Calibri"/>
                <a:cs typeface="Calibri"/>
              </a:rPr>
              <a:t>des</a:t>
            </a:r>
            <a:r>
              <a:rPr sz="1400" spc="-5" dirty="0">
                <a:solidFill>
                  <a:srgbClr val="585858"/>
                </a:solidFill>
                <a:latin typeface="Calibri"/>
                <a:cs typeface="Calibri"/>
              </a:rPr>
              <a:t> </a:t>
            </a:r>
            <a:r>
              <a:rPr sz="1400" spc="-10" dirty="0" err="1" smtClean="0">
                <a:solidFill>
                  <a:srgbClr val="585858"/>
                </a:solidFill>
                <a:latin typeface="Calibri"/>
                <a:cs typeface="Calibri"/>
              </a:rPr>
              <a:t>données</a:t>
            </a:r>
            <a:r>
              <a:rPr sz="1400" spc="-10" dirty="0" smtClean="0">
                <a:solidFill>
                  <a:srgbClr val="585858"/>
                </a:solidFill>
                <a:latin typeface="Calibri"/>
                <a:cs typeface="Calibri"/>
              </a:rPr>
              <a:t>.</a:t>
            </a:r>
            <a:endParaRPr lang="fr-FR" sz="1400" dirty="0">
              <a:latin typeface="Calibri"/>
              <a:cs typeface="Calibri"/>
            </a:endParaRPr>
          </a:p>
          <a:p>
            <a:pPr marL="298450" indent="-285750">
              <a:lnSpc>
                <a:spcPct val="150000"/>
              </a:lnSpc>
              <a:spcBef>
                <a:spcPts val="1445"/>
              </a:spcBef>
              <a:buFont typeface="Arial" panose="020B0604020202020204" pitchFamily="34" charset="0"/>
              <a:buChar char="•"/>
            </a:pPr>
            <a:r>
              <a:rPr sz="1400" dirty="0" smtClean="0">
                <a:solidFill>
                  <a:srgbClr val="585858"/>
                </a:solidFill>
                <a:latin typeface="Calibri"/>
                <a:cs typeface="Calibri"/>
              </a:rPr>
              <a:t>Un</a:t>
            </a:r>
            <a:r>
              <a:rPr sz="1400" spc="-10" dirty="0" smtClean="0">
                <a:solidFill>
                  <a:srgbClr val="585858"/>
                </a:solidFill>
                <a:latin typeface="Calibri"/>
                <a:cs typeface="Calibri"/>
              </a:rPr>
              <a:t> </a:t>
            </a:r>
            <a:r>
              <a:rPr sz="1400" b="1" dirty="0">
                <a:solidFill>
                  <a:srgbClr val="585858"/>
                </a:solidFill>
                <a:latin typeface="Calibri"/>
                <a:cs typeface="Calibri"/>
              </a:rPr>
              <a:t>HDD</a:t>
            </a:r>
            <a:r>
              <a:rPr sz="1400" b="1" spc="5" dirty="0">
                <a:solidFill>
                  <a:srgbClr val="585858"/>
                </a:solidFill>
                <a:latin typeface="Calibri"/>
                <a:cs typeface="Calibri"/>
              </a:rPr>
              <a:t> </a:t>
            </a:r>
            <a:r>
              <a:rPr sz="1400" dirty="0">
                <a:solidFill>
                  <a:srgbClr val="585858"/>
                </a:solidFill>
                <a:latin typeface="Calibri"/>
                <a:cs typeface="Calibri"/>
              </a:rPr>
              <a:t>est</a:t>
            </a:r>
            <a:r>
              <a:rPr sz="1400" spc="25" dirty="0">
                <a:solidFill>
                  <a:srgbClr val="585858"/>
                </a:solidFill>
                <a:latin typeface="Calibri"/>
                <a:cs typeface="Calibri"/>
              </a:rPr>
              <a:t> </a:t>
            </a:r>
            <a:r>
              <a:rPr sz="1400" dirty="0">
                <a:solidFill>
                  <a:srgbClr val="585858"/>
                </a:solidFill>
                <a:latin typeface="Calibri"/>
                <a:cs typeface="Calibri"/>
              </a:rPr>
              <a:t>constitué</a:t>
            </a:r>
            <a:r>
              <a:rPr sz="1400" spc="5" dirty="0">
                <a:solidFill>
                  <a:srgbClr val="585858"/>
                </a:solidFill>
                <a:latin typeface="Calibri"/>
                <a:cs typeface="Calibri"/>
              </a:rPr>
              <a:t> </a:t>
            </a:r>
            <a:r>
              <a:rPr sz="1400" dirty="0">
                <a:solidFill>
                  <a:srgbClr val="585858"/>
                </a:solidFill>
                <a:latin typeface="Calibri"/>
                <a:cs typeface="Calibri"/>
              </a:rPr>
              <a:t>des</a:t>
            </a:r>
            <a:r>
              <a:rPr sz="1400" spc="25" dirty="0">
                <a:solidFill>
                  <a:srgbClr val="585858"/>
                </a:solidFill>
                <a:latin typeface="Calibri"/>
                <a:cs typeface="Calibri"/>
              </a:rPr>
              <a:t> </a:t>
            </a:r>
            <a:r>
              <a:rPr sz="1400" dirty="0">
                <a:solidFill>
                  <a:srgbClr val="585858"/>
                </a:solidFill>
                <a:latin typeface="Calibri"/>
                <a:cs typeface="Calibri"/>
              </a:rPr>
              <a:t>plateaux</a:t>
            </a:r>
            <a:r>
              <a:rPr sz="1400" spc="5" dirty="0">
                <a:solidFill>
                  <a:srgbClr val="585858"/>
                </a:solidFill>
                <a:latin typeface="Calibri"/>
                <a:cs typeface="Calibri"/>
              </a:rPr>
              <a:t> </a:t>
            </a:r>
            <a:r>
              <a:rPr sz="1400" dirty="0">
                <a:solidFill>
                  <a:srgbClr val="585858"/>
                </a:solidFill>
                <a:latin typeface="Calibri"/>
                <a:cs typeface="Calibri"/>
              </a:rPr>
              <a:t>en</a:t>
            </a:r>
            <a:r>
              <a:rPr sz="1400" spc="15" dirty="0">
                <a:solidFill>
                  <a:srgbClr val="585858"/>
                </a:solidFill>
                <a:latin typeface="Calibri"/>
                <a:cs typeface="Calibri"/>
              </a:rPr>
              <a:t> </a:t>
            </a:r>
            <a:r>
              <a:rPr sz="1400" dirty="0">
                <a:solidFill>
                  <a:srgbClr val="585858"/>
                </a:solidFill>
                <a:latin typeface="Calibri"/>
                <a:cs typeface="Calibri"/>
              </a:rPr>
              <a:t>aluminium</a:t>
            </a:r>
            <a:r>
              <a:rPr sz="1400" spc="20" dirty="0">
                <a:solidFill>
                  <a:srgbClr val="585858"/>
                </a:solidFill>
                <a:latin typeface="Calibri"/>
                <a:cs typeface="Calibri"/>
              </a:rPr>
              <a:t> </a:t>
            </a:r>
            <a:r>
              <a:rPr sz="1400" dirty="0">
                <a:solidFill>
                  <a:srgbClr val="585858"/>
                </a:solidFill>
                <a:latin typeface="Calibri"/>
                <a:cs typeface="Calibri"/>
              </a:rPr>
              <a:t>recouverts</a:t>
            </a:r>
            <a:r>
              <a:rPr sz="1400" spc="10" dirty="0">
                <a:solidFill>
                  <a:srgbClr val="585858"/>
                </a:solidFill>
                <a:latin typeface="Calibri"/>
                <a:cs typeface="Calibri"/>
              </a:rPr>
              <a:t> </a:t>
            </a:r>
            <a:r>
              <a:rPr sz="1400" dirty="0">
                <a:solidFill>
                  <a:srgbClr val="585858"/>
                </a:solidFill>
                <a:latin typeface="Calibri"/>
                <a:cs typeface="Calibri"/>
              </a:rPr>
              <a:t>d'une couche</a:t>
            </a:r>
            <a:r>
              <a:rPr sz="1400" spc="25" dirty="0">
                <a:solidFill>
                  <a:srgbClr val="585858"/>
                </a:solidFill>
                <a:latin typeface="Calibri"/>
                <a:cs typeface="Calibri"/>
              </a:rPr>
              <a:t> </a:t>
            </a:r>
            <a:r>
              <a:rPr sz="1400" dirty="0">
                <a:solidFill>
                  <a:srgbClr val="585858"/>
                </a:solidFill>
                <a:latin typeface="Calibri"/>
                <a:cs typeface="Calibri"/>
              </a:rPr>
              <a:t>magnétique où</a:t>
            </a:r>
            <a:r>
              <a:rPr sz="1400" spc="35" dirty="0">
                <a:solidFill>
                  <a:srgbClr val="585858"/>
                </a:solidFill>
                <a:latin typeface="Calibri"/>
                <a:cs typeface="Calibri"/>
              </a:rPr>
              <a:t> </a:t>
            </a:r>
            <a:r>
              <a:rPr sz="1400" dirty="0">
                <a:solidFill>
                  <a:srgbClr val="585858"/>
                </a:solidFill>
                <a:latin typeface="Calibri"/>
                <a:cs typeface="Calibri"/>
              </a:rPr>
              <a:t>les</a:t>
            </a:r>
            <a:r>
              <a:rPr sz="1400" spc="5" dirty="0">
                <a:solidFill>
                  <a:srgbClr val="585858"/>
                </a:solidFill>
                <a:latin typeface="Calibri"/>
                <a:cs typeface="Calibri"/>
              </a:rPr>
              <a:t> </a:t>
            </a:r>
            <a:r>
              <a:rPr sz="1400" dirty="0">
                <a:solidFill>
                  <a:srgbClr val="585858"/>
                </a:solidFill>
                <a:latin typeface="Calibri"/>
                <a:cs typeface="Calibri"/>
              </a:rPr>
              <a:t>différentes</a:t>
            </a:r>
            <a:r>
              <a:rPr sz="1400" spc="10" dirty="0">
                <a:solidFill>
                  <a:srgbClr val="585858"/>
                </a:solidFill>
                <a:latin typeface="Calibri"/>
                <a:cs typeface="Calibri"/>
              </a:rPr>
              <a:t> </a:t>
            </a:r>
            <a:r>
              <a:rPr sz="1400" dirty="0">
                <a:solidFill>
                  <a:srgbClr val="585858"/>
                </a:solidFill>
                <a:latin typeface="Calibri"/>
                <a:cs typeface="Calibri"/>
              </a:rPr>
              <a:t>données</a:t>
            </a:r>
            <a:r>
              <a:rPr sz="1400" spc="30" dirty="0">
                <a:solidFill>
                  <a:srgbClr val="585858"/>
                </a:solidFill>
                <a:latin typeface="Calibri"/>
                <a:cs typeface="Calibri"/>
              </a:rPr>
              <a:t> </a:t>
            </a:r>
            <a:r>
              <a:rPr sz="1400" dirty="0">
                <a:solidFill>
                  <a:srgbClr val="585858"/>
                </a:solidFill>
                <a:latin typeface="Calibri"/>
                <a:cs typeface="Calibri"/>
              </a:rPr>
              <a:t>sont sauvegardées</a:t>
            </a:r>
            <a:r>
              <a:rPr sz="1400" spc="10" dirty="0">
                <a:solidFill>
                  <a:srgbClr val="585858"/>
                </a:solidFill>
                <a:latin typeface="Calibri"/>
                <a:cs typeface="Calibri"/>
              </a:rPr>
              <a:t> </a:t>
            </a:r>
            <a:r>
              <a:rPr sz="1400" dirty="0">
                <a:solidFill>
                  <a:srgbClr val="585858"/>
                </a:solidFill>
                <a:latin typeface="Calibri"/>
                <a:cs typeface="Calibri"/>
              </a:rPr>
              <a:t>en</a:t>
            </a:r>
            <a:r>
              <a:rPr sz="1400" spc="10" dirty="0">
                <a:solidFill>
                  <a:srgbClr val="585858"/>
                </a:solidFill>
                <a:latin typeface="Calibri"/>
                <a:cs typeface="Calibri"/>
              </a:rPr>
              <a:t> </a:t>
            </a:r>
            <a:r>
              <a:rPr sz="1400" dirty="0">
                <a:solidFill>
                  <a:srgbClr val="585858"/>
                </a:solidFill>
                <a:latin typeface="Calibri"/>
                <a:cs typeface="Calibri"/>
              </a:rPr>
              <a:t>langage machine</a:t>
            </a:r>
            <a:r>
              <a:rPr sz="1400" spc="10" dirty="0">
                <a:solidFill>
                  <a:srgbClr val="585858"/>
                </a:solidFill>
                <a:latin typeface="Calibri"/>
                <a:cs typeface="Calibri"/>
              </a:rPr>
              <a:t> </a:t>
            </a:r>
            <a:r>
              <a:rPr sz="1400" dirty="0">
                <a:solidFill>
                  <a:srgbClr val="585858"/>
                </a:solidFill>
                <a:latin typeface="Calibri"/>
                <a:cs typeface="Calibri"/>
              </a:rPr>
              <a:t>(code</a:t>
            </a:r>
            <a:r>
              <a:rPr sz="1400" spc="20" dirty="0">
                <a:solidFill>
                  <a:srgbClr val="585858"/>
                </a:solidFill>
                <a:latin typeface="Calibri"/>
                <a:cs typeface="Calibri"/>
              </a:rPr>
              <a:t> </a:t>
            </a:r>
            <a:r>
              <a:rPr sz="1400" spc="-10" dirty="0" err="1">
                <a:solidFill>
                  <a:srgbClr val="585858"/>
                </a:solidFill>
                <a:latin typeface="Calibri"/>
                <a:cs typeface="Calibri"/>
              </a:rPr>
              <a:t>binaire</a:t>
            </a:r>
            <a:r>
              <a:rPr sz="1400" spc="-10" dirty="0" smtClean="0">
                <a:solidFill>
                  <a:srgbClr val="585858"/>
                </a:solidFill>
                <a:latin typeface="Calibri"/>
                <a:cs typeface="Calibri"/>
              </a:rPr>
              <a:t>).</a:t>
            </a:r>
            <a:endParaRPr lang="fr-FR" sz="1400" spc="-10" dirty="0">
              <a:solidFill>
                <a:srgbClr val="585858"/>
              </a:solidFill>
              <a:latin typeface="Calibri"/>
              <a:cs typeface="Calibri"/>
            </a:endParaRPr>
          </a:p>
          <a:p>
            <a:pPr marL="298450" indent="-285750">
              <a:lnSpc>
                <a:spcPct val="150000"/>
              </a:lnSpc>
              <a:spcBef>
                <a:spcPts val="1445"/>
              </a:spcBef>
              <a:buFont typeface="Arial" panose="020B0604020202020204" pitchFamily="34" charset="0"/>
              <a:buChar char="•"/>
            </a:pPr>
            <a:r>
              <a:rPr lang="fr-FR" sz="1400" spc="-10" dirty="0" smtClean="0">
                <a:solidFill>
                  <a:srgbClr val="585858"/>
                </a:solidFill>
                <a:latin typeface="Calibri"/>
                <a:cs typeface="Calibri"/>
              </a:rPr>
              <a:t>Ces </a:t>
            </a:r>
            <a:r>
              <a:rPr lang="fr-FR" sz="1400" dirty="0" smtClean="0">
                <a:solidFill>
                  <a:srgbClr val="585858"/>
                </a:solidFill>
                <a:latin typeface="Calibri"/>
                <a:cs typeface="Calibri"/>
              </a:rPr>
              <a:t>plateaux </a:t>
            </a:r>
            <a:r>
              <a:rPr lang="fr-FR" sz="1400" spc="-20" dirty="0" smtClean="0">
                <a:solidFill>
                  <a:srgbClr val="585858"/>
                </a:solidFill>
                <a:latin typeface="Calibri"/>
                <a:cs typeface="Calibri"/>
              </a:rPr>
              <a:t>sont </a:t>
            </a:r>
            <a:r>
              <a:rPr lang="fr-FR" sz="1400" dirty="0" smtClean="0">
                <a:solidFill>
                  <a:srgbClr val="585858"/>
                </a:solidFill>
                <a:latin typeface="Calibri"/>
                <a:cs typeface="Calibri"/>
              </a:rPr>
              <a:t>divisés</a:t>
            </a:r>
            <a:r>
              <a:rPr lang="fr-FR" sz="1400" spc="-35" dirty="0" smtClean="0">
                <a:solidFill>
                  <a:srgbClr val="585858"/>
                </a:solidFill>
                <a:latin typeface="Calibri"/>
                <a:cs typeface="Calibri"/>
              </a:rPr>
              <a:t> </a:t>
            </a:r>
            <a:r>
              <a:rPr lang="fr-FR" sz="1400" dirty="0" smtClean="0">
                <a:solidFill>
                  <a:srgbClr val="585858"/>
                </a:solidFill>
                <a:latin typeface="Calibri"/>
                <a:cs typeface="Calibri"/>
              </a:rPr>
              <a:t>en</a:t>
            </a:r>
            <a:r>
              <a:rPr lang="fr-FR" sz="1400" spc="-30" dirty="0" smtClean="0">
                <a:solidFill>
                  <a:srgbClr val="585858"/>
                </a:solidFill>
                <a:latin typeface="Calibri"/>
                <a:cs typeface="Calibri"/>
              </a:rPr>
              <a:t> </a:t>
            </a:r>
            <a:r>
              <a:rPr lang="fr-FR" sz="1400" dirty="0" smtClean="0">
                <a:solidFill>
                  <a:srgbClr val="585858"/>
                </a:solidFill>
                <a:latin typeface="Calibri"/>
                <a:cs typeface="Calibri"/>
              </a:rPr>
              <a:t>pistes.</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Chaque</a:t>
            </a:r>
            <a:r>
              <a:rPr lang="fr-FR" sz="1400" spc="-40" dirty="0" smtClean="0">
                <a:solidFill>
                  <a:srgbClr val="585858"/>
                </a:solidFill>
                <a:latin typeface="Calibri"/>
                <a:cs typeface="Calibri"/>
              </a:rPr>
              <a:t> </a:t>
            </a:r>
            <a:r>
              <a:rPr lang="fr-FR" sz="1400" dirty="0" smtClean="0">
                <a:solidFill>
                  <a:srgbClr val="585858"/>
                </a:solidFill>
                <a:latin typeface="Calibri"/>
                <a:cs typeface="Calibri"/>
              </a:rPr>
              <a:t>piste</a:t>
            </a:r>
            <a:r>
              <a:rPr lang="fr-FR" sz="1400" spc="-20" dirty="0" smtClean="0">
                <a:solidFill>
                  <a:srgbClr val="585858"/>
                </a:solidFill>
                <a:latin typeface="Calibri"/>
                <a:cs typeface="Calibri"/>
              </a:rPr>
              <a:t> </a:t>
            </a:r>
            <a:r>
              <a:rPr lang="fr-FR" sz="1400" dirty="0" smtClean="0">
                <a:solidFill>
                  <a:srgbClr val="585858"/>
                </a:solidFill>
                <a:latin typeface="Calibri"/>
                <a:cs typeface="Calibri"/>
              </a:rPr>
              <a:t>se</a:t>
            </a:r>
            <a:r>
              <a:rPr lang="fr-FR" sz="1400" spc="-40" dirty="0" smtClean="0">
                <a:solidFill>
                  <a:srgbClr val="585858"/>
                </a:solidFill>
                <a:latin typeface="Calibri"/>
                <a:cs typeface="Calibri"/>
              </a:rPr>
              <a:t> </a:t>
            </a:r>
            <a:r>
              <a:rPr lang="fr-FR" sz="1400" dirty="0" smtClean="0">
                <a:solidFill>
                  <a:srgbClr val="585858"/>
                </a:solidFill>
                <a:latin typeface="Calibri"/>
                <a:cs typeface="Calibri"/>
              </a:rPr>
              <a:t>divise</a:t>
            </a:r>
            <a:r>
              <a:rPr lang="fr-FR" sz="1400" spc="-20" dirty="0" smtClean="0">
                <a:solidFill>
                  <a:srgbClr val="585858"/>
                </a:solidFill>
                <a:latin typeface="Calibri"/>
                <a:cs typeface="Calibri"/>
              </a:rPr>
              <a:t> </a:t>
            </a:r>
            <a:r>
              <a:rPr lang="fr-FR" sz="1400" dirty="0" smtClean="0">
                <a:solidFill>
                  <a:srgbClr val="585858"/>
                </a:solidFill>
                <a:latin typeface="Calibri"/>
                <a:cs typeface="Calibri"/>
              </a:rPr>
              <a:t>en</a:t>
            </a:r>
            <a:r>
              <a:rPr lang="fr-FR" sz="1400" spc="-50" dirty="0" smtClean="0">
                <a:solidFill>
                  <a:srgbClr val="585858"/>
                </a:solidFill>
                <a:latin typeface="Calibri"/>
                <a:cs typeface="Calibri"/>
              </a:rPr>
              <a:t> </a:t>
            </a:r>
            <a:r>
              <a:rPr lang="fr-FR" sz="1400" dirty="0" smtClean="0">
                <a:solidFill>
                  <a:srgbClr val="585858"/>
                </a:solidFill>
                <a:latin typeface="Calibri"/>
                <a:cs typeface="Calibri"/>
              </a:rPr>
              <a:t>secteurs.</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Les</a:t>
            </a:r>
            <a:r>
              <a:rPr lang="fr-FR" sz="1400" spc="-35" dirty="0" smtClean="0">
                <a:solidFill>
                  <a:srgbClr val="585858"/>
                </a:solidFill>
                <a:latin typeface="Calibri"/>
                <a:cs typeface="Calibri"/>
              </a:rPr>
              <a:t> </a:t>
            </a:r>
            <a:r>
              <a:rPr lang="fr-FR" sz="1400" dirty="0" smtClean="0">
                <a:solidFill>
                  <a:srgbClr val="585858"/>
                </a:solidFill>
                <a:latin typeface="Calibri"/>
                <a:cs typeface="Calibri"/>
              </a:rPr>
              <a:t>pistes</a:t>
            </a:r>
            <a:r>
              <a:rPr lang="fr-FR" sz="1400" spc="-10" dirty="0" smtClean="0">
                <a:solidFill>
                  <a:srgbClr val="585858"/>
                </a:solidFill>
                <a:latin typeface="Calibri"/>
                <a:cs typeface="Calibri"/>
              </a:rPr>
              <a:t> ayant</a:t>
            </a:r>
            <a:r>
              <a:rPr lang="fr-FR" sz="1400" spc="-60" dirty="0" smtClean="0">
                <a:solidFill>
                  <a:srgbClr val="585858"/>
                </a:solidFill>
                <a:latin typeface="Calibri"/>
                <a:cs typeface="Calibri"/>
              </a:rPr>
              <a:t> </a:t>
            </a:r>
            <a:r>
              <a:rPr lang="fr-FR" sz="1400" dirty="0" smtClean="0">
                <a:solidFill>
                  <a:srgbClr val="585858"/>
                </a:solidFill>
                <a:latin typeface="Calibri"/>
                <a:cs typeface="Calibri"/>
              </a:rPr>
              <a:t>le</a:t>
            </a:r>
            <a:r>
              <a:rPr lang="fr-FR" sz="1400" spc="-20" dirty="0" smtClean="0">
                <a:solidFill>
                  <a:srgbClr val="585858"/>
                </a:solidFill>
                <a:latin typeface="Calibri"/>
                <a:cs typeface="Calibri"/>
              </a:rPr>
              <a:t> </a:t>
            </a:r>
            <a:r>
              <a:rPr lang="fr-FR" sz="1400" dirty="0" smtClean="0">
                <a:solidFill>
                  <a:srgbClr val="585858"/>
                </a:solidFill>
                <a:latin typeface="Calibri"/>
                <a:cs typeface="Calibri"/>
              </a:rPr>
              <a:t>même</a:t>
            </a:r>
            <a:r>
              <a:rPr lang="fr-FR" sz="1400" spc="-20" dirty="0" smtClean="0">
                <a:solidFill>
                  <a:srgbClr val="585858"/>
                </a:solidFill>
                <a:latin typeface="Calibri"/>
                <a:cs typeface="Calibri"/>
              </a:rPr>
              <a:t> </a:t>
            </a:r>
            <a:r>
              <a:rPr lang="fr-FR" sz="1400" spc="-10" dirty="0" smtClean="0">
                <a:solidFill>
                  <a:srgbClr val="585858"/>
                </a:solidFill>
                <a:latin typeface="Calibri"/>
                <a:cs typeface="Calibri"/>
              </a:rPr>
              <a:t>rayon</a:t>
            </a:r>
            <a:r>
              <a:rPr lang="fr-FR" sz="1400" spc="-30" dirty="0" smtClean="0">
                <a:solidFill>
                  <a:srgbClr val="585858"/>
                </a:solidFill>
                <a:latin typeface="Calibri"/>
                <a:cs typeface="Calibri"/>
              </a:rPr>
              <a:t> </a:t>
            </a:r>
            <a:r>
              <a:rPr lang="fr-FR" sz="1400" dirty="0" smtClean="0">
                <a:solidFill>
                  <a:srgbClr val="585858"/>
                </a:solidFill>
                <a:latin typeface="Calibri"/>
                <a:cs typeface="Calibri"/>
              </a:rPr>
              <a:t>forment</a:t>
            </a:r>
            <a:r>
              <a:rPr lang="fr-FR" sz="1400" spc="-40" dirty="0" smtClean="0">
                <a:solidFill>
                  <a:srgbClr val="585858"/>
                </a:solidFill>
                <a:latin typeface="Calibri"/>
                <a:cs typeface="Calibri"/>
              </a:rPr>
              <a:t> </a:t>
            </a:r>
            <a:r>
              <a:rPr lang="fr-FR" sz="1400" dirty="0" smtClean="0">
                <a:solidFill>
                  <a:srgbClr val="585858"/>
                </a:solidFill>
                <a:latin typeface="Calibri"/>
                <a:cs typeface="Calibri"/>
              </a:rPr>
              <a:t>un</a:t>
            </a:r>
            <a:r>
              <a:rPr lang="fr-FR" sz="1400" spc="-30" dirty="0" smtClean="0">
                <a:solidFill>
                  <a:srgbClr val="585858"/>
                </a:solidFill>
                <a:latin typeface="Calibri"/>
                <a:cs typeface="Calibri"/>
              </a:rPr>
              <a:t> </a:t>
            </a:r>
            <a:r>
              <a:rPr lang="fr-FR" sz="1400" spc="-10" dirty="0" smtClean="0">
                <a:solidFill>
                  <a:srgbClr val="585858"/>
                </a:solidFill>
                <a:latin typeface="Calibri"/>
                <a:cs typeface="Calibri"/>
              </a:rPr>
              <a:t>cylindre.</a:t>
            </a:r>
            <a:endParaRPr lang="fr-FR" sz="1400" dirty="0">
              <a:latin typeface="Calibri"/>
              <a:cs typeface="Calibri"/>
            </a:endParaRPr>
          </a:p>
          <a:p>
            <a:pPr marL="298450" indent="-285750">
              <a:lnSpc>
                <a:spcPct val="150000"/>
              </a:lnSpc>
              <a:spcBef>
                <a:spcPts val="1445"/>
              </a:spcBef>
              <a:buFont typeface="Arial" panose="020B0604020202020204" pitchFamily="34" charset="0"/>
              <a:buChar char="•"/>
            </a:pPr>
            <a:r>
              <a:rPr sz="1400" dirty="0" smtClean="0">
                <a:solidFill>
                  <a:srgbClr val="585858"/>
                </a:solidFill>
                <a:latin typeface="Calibri"/>
                <a:cs typeface="Calibri"/>
              </a:rPr>
              <a:t>Les</a:t>
            </a:r>
            <a:r>
              <a:rPr sz="1400" spc="-25" dirty="0" smtClean="0">
                <a:solidFill>
                  <a:srgbClr val="585858"/>
                </a:solidFill>
                <a:latin typeface="Calibri"/>
                <a:cs typeface="Calibri"/>
              </a:rPr>
              <a:t> </a:t>
            </a:r>
            <a:r>
              <a:rPr sz="1400" dirty="0">
                <a:solidFill>
                  <a:srgbClr val="585858"/>
                </a:solidFill>
                <a:latin typeface="Calibri"/>
                <a:cs typeface="Calibri"/>
              </a:rPr>
              <a:t>données</a:t>
            </a:r>
            <a:r>
              <a:rPr sz="1400" spc="-5" dirty="0">
                <a:solidFill>
                  <a:srgbClr val="585858"/>
                </a:solidFill>
                <a:latin typeface="Calibri"/>
                <a:cs typeface="Calibri"/>
              </a:rPr>
              <a:t> </a:t>
            </a:r>
            <a:r>
              <a:rPr sz="1400" dirty="0">
                <a:solidFill>
                  <a:srgbClr val="585858"/>
                </a:solidFill>
                <a:latin typeface="Calibri"/>
                <a:cs typeface="Calibri"/>
              </a:rPr>
              <a:t>peuvent</a:t>
            </a:r>
            <a:r>
              <a:rPr sz="1400" spc="-50" dirty="0">
                <a:solidFill>
                  <a:srgbClr val="585858"/>
                </a:solidFill>
                <a:latin typeface="Calibri"/>
                <a:cs typeface="Calibri"/>
              </a:rPr>
              <a:t> </a:t>
            </a:r>
            <a:r>
              <a:rPr sz="1400" dirty="0">
                <a:solidFill>
                  <a:srgbClr val="585858"/>
                </a:solidFill>
                <a:latin typeface="Calibri"/>
                <a:cs typeface="Calibri"/>
              </a:rPr>
              <a:t>être</a:t>
            </a:r>
            <a:r>
              <a:rPr sz="1400" spc="-35" dirty="0">
                <a:solidFill>
                  <a:srgbClr val="585858"/>
                </a:solidFill>
                <a:latin typeface="Calibri"/>
                <a:cs typeface="Calibri"/>
              </a:rPr>
              <a:t> </a:t>
            </a:r>
            <a:r>
              <a:rPr sz="1400" dirty="0">
                <a:solidFill>
                  <a:srgbClr val="585858"/>
                </a:solidFill>
                <a:latin typeface="Calibri"/>
                <a:cs typeface="Calibri"/>
              </a:rPr>
              <a:t>accédées</a:t>
            </a:r>
            <a:r>
              <a:rPr sz="1400" spc="-5" dirty="0">
                <a:solidFill>
                  <a:srgbClr val="585858"/>
                </a:solidFill>
                <a:latin typeface="Calibri"/>
                <a:cs typeface="Calibri"/>
              </a:rPr>
              <a:t> </a:t>
            </a:r>
            <a:r>
              <a:rPr sz="1400" dirty="0">
                <a:solidFill>
                  <a:srgbClr val="585858"/>
                </a:solidFill>
                <a:latin typeface="Calibri"/>
                <a:cs typeface="Calibri"/>
              </a:rPr>
              <a:t>en</a:t>
            </a:r>
            <a:r>
              <a:rPr sz="1400" spc="-20" dirty="0">
                <a:solidFill>
                  <a:srgbClr val="585858"/>
                </a:solidFill>
                <a:latin typeface="Calibri"/>
                <a:cs typeface="Calibri"/>
              </a:rPr>
              <a:t> </a:t>
            </a:r>
            <a:r>
              <a:rPr sz="1400" dirty="0">
                <a:solidFill>
                  <a:srgbClr val="585858"/>
                </a:solidFill>
                <a:latin typeface="Calibri"/>
                <a:cs typeface="Calibri"/>
              </a:rPr>
              <a:t>lecture</a:t>
            </a:r>
            <a:r>
              <a:rPr sz="1400" spc="-10" dirty="0">
                <a:solidFill>
                  <a:srgbClr val="585858"/>
                </a:solidFill>
                <a:latin typeface="Calibri"/>
                <a:cs typeface="Calibri"/>
              </a:rPr>
              <a:t> </a:t>
            </a:r>
            <a:r>
              <a:rPr sz="1400" dirty="0">
                <a:solidFill>
                  <a:srgbClr val="585858"/>
                </a:solidFill>
                <a:latin typeface="Calibri"/>
                <a:cs typeface="Calibri"/>
              </a:rPr>
              <a:t>ou</a:t>
            </a:r>
            <a:r>
              <a:rPr sz="1400" spc="-20" dirty="0">
                <a:solidFill>
                  <a:srgbClr val="585858"/>
                </a:solidFill>
                <a:latin typeface="Calibri"/>
                <a:cs typeface="Calibri"/>
              </a:rPr>
              <a:t> </a:t>
            </a:r>
            <a:r>
              <a:rPr sz="1400" dirty="0">
                <a:solidFill>
                  <a:srgbClr val="585858"/>
                </a:solidFill>
                <a:latin typeface="Calibri"/>
                <a:cs typeface="Calibri"/>
              </a:rPr>
              <a:t>en</a:t>
            </a:r>
            <a:r>
              <a:rPr sz="1400" spc="-20" dirty="0">
                <a:solidFill>
                  <a:srgbClr val="585858"/>
                </a:solidFill>
                <a:latin typeface="Calibri"/>
                <a:cs typeface="Calibri"/>
              </a:rPr>
              <a:t> </a:t>
            </a:r>
            <a:r>
              <a:rPr sz="1400" spc="-10" dirty="0">
                <a:solidFill>
                  <a:srgbClr val="585858"/>
                </a:solidFill>
                <a:latin typeface="Calibri"/>
                <a:cs typeface="Calibri"/>
              </a:rPr>
              <a:t>écriture </a:t>
            </a:r>
            <a:r>
              <a:rPr sz="1400" dirty="0">
                <a:solidFill>
                  <a:srgbClr val="585858"/>
                </a:solidFill>
                <a:latin typeface="Calibri"/>
                <a:cs typeface="Calibri"/>
              </a:rPr>
              <a:t>à</a:t>
            </a:r>
            <a:r>
              <a:rPr sz="1400" spc="-20" dirty="0">
                <a:solidFill>
                  <a:srgbClr val="585858"/>
                </a:solidFill>
                <a:latin typeface="Calibri"/>
                <a:cs typeface="Calibri"/>
              </a:rPr>
              <a:t> </a:t>
            </a:r>
            <a:r>
              <a:rPr sz="1400" dirty="0">
                <a:solidFill>
                  <a:srgbClr val="585858"/>
                </a:solidFill>
                <a:latin typeface="Calibri"/>
                <a:cs typeface="Calibri"/>
              </a:rPr>
              <a:t>partir</a:t>
            </a:r>
            <a:r>
              <a:rPr sz="1400" spc="-25" dirty="0">
                <a:solidFill>
                  <a:srgbClr val="585858"/>
                </a:solidFill>
                <a:latin typeface="Calibri"/>
                <a:cs typeface="Calibri"/>
              </a:rPr>
              <a:t> </a:t>
            </a:r>
            <a:r>
              <a:rPr sz="1400" dirty="0">
                <a:solidFill>
                  <a:srgbClr val="585858"/>
                </a:solidFill>
                <a:latin typeface="Calibri"/>
                <a:cs typeface="Calibri"/>
              </a:rPr>
              <a:t>d’une</a:t>
            </a:r>
            <a:r>
              <a:rPr sz="1400" spc="-15" dirty="0">
                <a:solidFill>
                  <a:srgbClr val="585858"/>
                </a:solidFill>
                <a:latin typeface="Calibri"/>
                <a:cs typeface="Calibri"/>
              </a:rPr>
              <a:t> </a:t>
            </a:r>
            <a:r>
              <a:rPr sz="1400" dirty="0">
                <a:solidFill>
                  <a:srgbClr val="585858"/>
                </a:solidFill>
                <a:latin typeface="Calibri"/>
                <a:cs typeface="Calibri"/>
              </a:rPr>
              <a:t>ou</a:t>
            </a:r>
            <a:r>
              <a:rPr sz="1400" spc="-20" dirty="0">
                <a:solidFill>
                  <a:srgbClr val="585858"/>
                </a:solidFill>
                <a:latin typeface="Calibri"/>
                <a:cs typeface="Calibri"/>
              </a:rPr>
              <a:t> </a:t>
            </a:r>
            <a:r>
              <a:rPr sz="1400" spc="-10" dirty="0">
                <a:solidFill>
                  <a:srgbClr val="585858"/>
                </a:solidFill>
                <a:latin typeface="Calibri"/>
                <a:cs typeface="Calibri"/>
              </a:rPr>
              <a:t>plusieurs</a:t>
            </a:r>
            <a:r>
              <a:rPr sz="1400" spc="-5" dirty="0">
                <a:solidFill>
                  <a:srgbClr val="585858"/>
                </a:solidFill>
                <a:latin typeface="Calibri"/>
                <a:cs typeface="Calibri"/>
              </a:rPr>
              <a:t> </a:t>
            </a:r>
            <a:r>
              <a:rPr sz="1400" dirty="0">
                <a:solidFill>
                  <a:srgbClr val="585858"/>
                </a:solidFill>
                <a:latin typeface="Calibri"/>
                <a:cs typeface="Calibri"/>
              </a:rPr>
              <a:t>têtes</a:t>
            </a:r>
            <a:r>
              <a:rPr sz="1400" spc="-35" dirty="0">
                <a:solidFill>
                  <a:srgbClr val="585858"/>
                </a:solidFill>
                <a:latin typeface="Calibri"/>
                <a:cs typeface="Calibri"/>
              </a:rPr>
              <a:t> </a:t>
            </a:r>
            <a:r>
              <a:rPr sz="1400" dirty="0">
                <a:solidFill>
                  <a:srgbClr val="585858"/>
                </a:solidFill>
                <a:latin typeface="Calibri"/>
                <a:cs typeface="Calibri"/>
              </a:rPr>
              <a:t>du</a:t>
            </a:r>
            <a:r>
              <a:rPr sz="1400" spc="-20" dirty="0">
                <a:solidFill>
                  <a:srgbClr val="585858"/>
                </a:solidFill>
                <a:latin typeface="Calibri"/>
                <a:cs typeface="Calibri"/>
              </a:rPr>
              <a:t> </a:t>
            </a:r>
            <a:r>
              <a:rPr sz="1400" spc="-20" dirty="0" smtClean="0">
                <a:solidFill>
                  <a:srgbClr val="585858"/>
                </a:solidFill>
                <a:latin typeface="Calibri"/>
                <a:cs typeface="Calibri"/>
              </a:rPr>
              <a:t>HDD.</a:t>
            </a:r>
            <a:endParaRPr lang="fr-FR" sz="1400" spc="-20" dirty="0">
              <a:solidFill>
                <a:srgbClr val="585858"/>
              </a:solidFill>
              <a:latin typeface="Calibri"/>
              <a:cs typeface="Calibri"/>
            </a:endParaRPr>
          </a:p>
          <a:p>
            <a:pPr marL="298450" indent="-285750">
              <a:lnSpc>
                <a:spcPct val="150000"/>
              </a:lnSpc>
              <a:spcBef>
                <a:spcPts val="1445"/>
              </a:spcBef>
              <a:buFont typeface="Arial" panose="020B0604020202020204" pitchFamily="34" charset="0"/>
              <a:buChar char="•"/>
            </a:pPr>
            <a:r>
              <a:rPr lang="fr-FR" sz="1400" dirty="0" smtClean="0">
                <a:solidFill>
                  <a:srgbClr val="585858"/>
                </a:solidFill>
                <a:latin typeface="Calibri"/>
                <a:cs typeface="Calibri"/>
              </a:rPr>
              <a:t>Pour</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que</a:t>
            </a:r>
            <a:r>
              <a:rPr lang="fr-FR" sz="1400" spc="30" dirty="0" smtClean="0">
                <a:solidFill>
                  <a:srgbClr val="585858"/>
                </a:solidFill>
                <a:latin typeface="Calibri"/>
                <a:cs typeface="Calibri"/>
              </a:rPr>
              <a:t> </a:t>
            </a:r>
            <a:r>
              <a:rPr lang="fr-FR" sz="1400" dirty="0" smtClean="0">
                <a:solidFill>
                  <a:srgbClr val="585858"/>
                </a:solidFill>
                <a:latin typeface="Calibri"/>
                <a:cs typeface="Calibri"/>
              </a:rPr>
              <a:t>les</a:t>
            </a:r>
            <a:r>
              <a:rPr lang="fr-FR" sz="1400" spc="50" dirty="0" smtClean="0">
                <a:solidFill>
                  <a:srgbClr val="585858"/>
                </a:solidFill>
                <a:latin typeface="Calibri"/>
                <a:cs typeface="Calibri"/>
              </a:rPr>
              <a:t> </a:t>
            </a:r>
            <a:r>
              <a:rPr lang="fr-FR" sz="1400" dirty="0" smtClean="0">
                <a:solidFill>
                  <a:srgbClr val="585858"/>
                </a:solidFill>
                <a:latin typeface="Calibri"/>
                <a:cs typeface="Calibri"/>
              </a:rPr>
              <a:t>têtes</a:t>
            </a:r>
            <a:r>
              <a:rPr lang="fr-FR" sz="1400" spc="50" dirty="0" smtClean="0">
                <a:solidFill>
                  <a:srgbClr val="585858"/>
                </a:solidFill>
                <a:latin typeface="Calibri"/>
                <a:cs typeface="Calibri"/>
              </a:rPr>
              <a:t> </a:t>
            </a:r>
            <a:r>
              <a:rPr lang="fr-FR" sz="1400" dirty="0" smtClean="0">
                <a:solidFill>
                  <a:srgbClr val="585858"/>
                </a:solidFill>
                <a:latin typeface="Calibri"/>
                <a:cs typeface="Calibri"/>
              </a:rPr>
              <a:t>accèdent</a:t>
            </a:r>
            <a:r>
              <a:rPr lang="fr-FR" sz="1400" spc="40" dirty="0" smtClean="0">
                <a:solidFill>
                  <a:srgbClr val="585858"/>
                </a:solidFill>
                <a:latin typeface="Calibri"/>
                <a:cs typeface="Calibri"/>
              </a:rPr>
              <a:t> </a:t>
            </a:r>
            <a:r>
              <a:rPr lang="fr-FR" sz="1400" dirty="0" smtClean="0">
                <a:solidFill>
                  <a:srgbClr val="585858"/>
                </a:solidFill>
                <a:latin typeface="Calibri"/>
                <a:cs typeface="Calibri"/>
              </a:rPr>
              <a:t>aux</a:t>
            </a:r>
            <a:r>
              <a:rPr lang="fr-FR" sz="1400" spc="45" dirty="0" smtClean="0">
                <a:solidFill>
                  <a:srgbClr val="585858"/>
                </a:solidFill>
                <a:latin typeface="Calibri"/>
                <a:cs typeface="Calibri"/>
              </a:rPr>
              <a:t> </a:t>
            </a:r>
            <a:r>
              <a:rPr lang="fr-FR" sz="1400" dirty="0" smtClean="0">
                <a:solidFill>
                  <a:srgbClr val="585858"/>
                </a:solidFill>
                <a:latin typeface="Calibri"/>
                <a:cs typeface="Calibri"/>
              </a:rPr>
              <a:t>différentes</a:t>
            </a:r>
            <a:r>
              <a:rPr lang="fr-FR" sz="1400" spc="45" dirty="0" smtClean="0">
                <a:solidFill>
                  <a:srgbClr val="585858"/>
                </a:solidFill>
                <a:latin typeface="Calibri"/>
                <a:cs typeface="Calibri"/>
              </a:rPr>
              <a:t> </a:t>
            </a:r>
            <a:r>
              <a:rPr lang="fr-FR" sz="1400" dirty="0" smtClean="0">
                <a:solidFill>
                  <a:srgbClr val="585858"/>
                </a:solidFill>
                <a:latin typeface="Calibri"/>
                <a:cs typeface="Calibri"/>
              </a:rPr>
              <a:t>zones</a:t>
            </a:r>
            <a:r>
              <a:rPr lang="fr-FR" sz="1400" spc="45"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40" dirty="0" smtClean="0">
                <a:solidFill>
                  <a:srgbClr val="585858"/>
                </a:solidFill>
                <a:latin typeface="Calibri"/>
                <a:cs typeface="Calibri"/>
              </a:rPr>
              <a:t> </a:t>
            </a:r>
            <a:r>
              <a:rPr lang="fr-FR" sz="1400" dirty="0" smtClean="0">
                <a:solidFill>
                  <a:srgbClr val="585858"/>
                </a:solidFill>
                <a:latin typeface="Calibri"/>
                <a:cs typeface="Calibri"/>
              </a:rPr>
              <a:t>stockage,</a:t>
            </a:r>
            <a:r>
              <a:rPr lang="fr-FR" sz="1400" spc="30" dirty="0" smtClean="0">
                <a:solidFill>
                  <a:srgbClr val="585858"/>
                </a:solidFill>
                <a:latin typeface="Calibri"/>
                <a:cs typeface="Calibri"/>
              </a:rPr>
              <a:t> </a:t>
            </a:r>
            <a:r>
              <a:rPr lang="fr-FR" sz="1400" dirty="0" smtClean="0">
                <a:solidFill>
                  <a:srgbClr val="585858"/>
                </a:solidFill>
                <a:latin typeface="Calibri"/>
                <a:cs typeface="Calibri"/>
              </a:rPr>
              <a:t>les</a:t>
            </a:r>
            <a:r>
              <a:rPr lang="fr-FR" sz="1400" spc="45" dirty="0" smtClean="0">
                <a:solidFill>
                  <a:srgbClr val="585858"/>
                </a:solidFill>
                <a:latin typeface="Calibri"/>
                <a:cs typeface="Calibri"/>
              </a:rPr>
              <a:t> </a:t>
            </a:r>
            <a:r>
              <a:rPr lang="fr-FR" sz="1400" dirty="0" smtClean="0">
                <a:solidFill>
                  <a:srgbClr val="585858"/>
                </a:solidFill>
                <a:latin typeface="Calibri"/>
                <a:cs typeface="Calibri"/>
              </a:rPr>
              <a:t>plateaux</a:t>
            </a:r>
            <a:r>
              <a:rPr lang="fr-FR" sz="1400" spc="45" dirty="0" smtClean="0">
                <a:solidFill>
                  <a:srgbClr val="585858"/>
                </a:solidFill>
                <a:latin typeface="Calibri"/>
                <a:cs typeface="Calibri"/>
              </a:rPr>
              <a:t> </a:t>
            </a:r>
            <a:r>
              <a:rPr lang="fr-FR" sz="1400" dirty="0" smtClean="0">
                <a:solidFill>
                  <a:srgbClr val="585858"/>
                </a:solidFill>
                <a:latin typeface="Calibri"/>
                <a:cs typeface="Calibri"/>
              </a:rPr>
              <a:t>du</a:t>
            </a:r>
            <a:r>
              <a:rPr lang="fr-FR" sz="1400" spc="30" dirty="0" smtClean="0">
                <a:solidFill>
                  <a:srgbClr val="585858"/>
                </a:solidFill>
                <a:latin typeface="Calibri"/>
                <a:cs typeface="Calibri"/>
              </a:rPr>
              <a:t> </a:t>
            </a:r>
            <a:r>
              <a:rPr lang="fr-FR" sz="1400" b="1" dirty="0" smtClean="0">
                <a:solidFill>
                  <a:srgbClr val="585858"/>
                </a:solidFill>
                <a:latin typeface="Calibri"/>
                <a:cs typeface="Calibri"/>
              </a:rPr>
              <a:t>HDD</a:t>
            </a:r>
            <a:r>
              <a:rPr lang="fr-FR" sz="1400" b="1" spc="45" dirty="0" smtClean="0">
                <a:solidFill>
                  <a:srgbClr val="585858"/>
                </a:solidFill>
                <a:latin typeface="Calibri"/>
                <a:cs typeface="Calibri"/>
              </a:rPr>
              <a:t> </a:t>
            </a:r>
            <a:r>
              <a:rPr lang="fr-FR" sz="1400" dirty="0" smtClean="0">
                <a:solidFill>
                  <a:srgbClr val="585858"/>
                </a:solidFill>
                <a:latin typeface="Calibri"/>
                <a:cs typeface="Calibri"/>
              </a:rPr>
              <a:t>effectuent</a:t>
            </a:r>
            <a:r>
              <a:rPr lang="fr-FR" sz="1400" spc="45" dirty="0" smtClean="0">
                <a:solidFill>
                  <a:srgbClr val="585858"/>
                </a:solidFill>
                <a:latin typeface="Calibri"/>
                <a:cs typeface="Calibri"/>
              </a:rPr>
              <a:t> </a:t>
            </a:r>
            <a:r>
              <a:rPr lang="fr-FR" sz="1400" dirty="0" smtClean="0">
                <a:solidFill>
                  <a:srgbClr val="585858"/>
                </a:solidFill>
                <a:latin typeface="Calibri"/>
                <a:cs typeface="Calibri"/>
              </a:rPr>
              <a:t>une</a:t>
            </a:r>
            <a:r>
              <a:rPr lang="fr-FR" sz="1400" spc="35" dirty="0" smtClean="0">
                <a:solidFill>
                  <a:srgbClr val="585858"/>
                </a:solidFill>
                <a:latin typeface="Calibri"/>
                <a:cs typeface="Calibri"/>
              </a:rPr>
              <a:t> </a:t>
            </a:r>
            <a:r>
              <a:rPr lang="fr-FR" sz="1400" dirty="0" smtClean="0">
                <a:solidFill>
                  <a:srgbClr val="585858"/>
                </a:solidFill>
                <a:latin typeface="Calibri"/>
                <a:cs typeface="Calibri"/>
              </a:rPr>
              <a:t>rotation. Par</a:t>
            </a:r>
            <a:r>
              <a:rPr lang="fr-FR" sz="1400" spc="150" dirty="0" smtClean="0">
                <a:solidFill>
                  <a:srgbClr val="585858"/>
                </a:solidFill>
                <a:latin typeface="Calibri"/>
                <a:cs typeface="Calibri"/>
              </a:rPr>
              <a:t> </a:t>
            </a:r>
            <a:r>
              <a:rPr lang="fr-FR" sz="1400" dirty="0" smtClean="0">
                <a:solidFill>
                  <a:srgbClr val="585858"/>
                </a:solidFill>
                <a:latin typeface="Calibri"/>
                <a:cs typeface="Calibri"/>
              </a:rPr>
              <a:t>exemple,.</a:t>
            </a:r>
            <a:r>
              <a:rPr lang="fr-FR" sz="1400" spc="70" dirty="0" smtClean="0">
                <a:solidFill>
                  <a:srgbClr val="585858"/>
                </a:solidFill>
                <a:latin typeface="Calibri"/>
                <a:cs typeface="Calibri"/>
              </a:rPr>
              <a:t> </a:t>
            </a:r>
            <a:r>
              <a:rPr lang="fr-FR" sz="1400" dirty="0" smtClean="0">
                <a:solidFill>
                  <a:srgbClr val="585858"/>
                </a:solidFill>
                <a:latin typeface="Calibri"/>
                <a:cs typeface="Calibri"/>
              </a:rPr>
              <a:t>La</a:t>
            </a:r>
            <a:r>
              <a:rPr lang="fr-FR" sz="1400" spc="65" dirty="0" smtClean="0">
                <a:solidFill>
                  <a:srgbClr val="585858"/>
                </a:solidFill>
                <a:latin typeface="Calibri"/>
                <a:cs typeface="Calibri"/>
              </a:rPr>
              <a:t> </a:t>
            </a:r>
            <a:r>
              <a:rPr lang="fr-FR" sz="1400" dirty="0" smtClean="0">
                <a:solidFill>
                  <a:srgbClr val="585858"/>
                </a:solidFill>
                <a:latin typeface="Calibri"/>
                <a:cs typeface="Calibri"/>
              </a:rPr>
              <a:t>vitesse</a:t>
            </a:r>
            <a:r>
              <a:rPr lang="fr-FR" sz="1400" spc="70"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80" dirty="0" smtClean="0">
                <a:solidFill>
                  <a:srgbClr val="585858"/>
                </a:solidFill>
                <a:latin typeface="Calibri"/>
                <a:cs typeface="Calibri"/>
              </a:rPr>
              <a:t> </a:t>
            </a:r>
            <a:r>
              <a:rPr lang="fr-FR" sz="1400" dirty="0" smtClean="0">
                <a:solidFill>
                  <a:srgbClr val="585858"/>
                </a:solidFill>
                <a:latin typeface="Calibri"/>
                <a:cs typeface="Calibri"/>
              </a:rPr>
              <a:t>rotation</a:t>
            </a:r>
            <a:r>
              <a:rPr lang="fr-FR" sz="1400" spc="85" dirty="0" smtClean="0">
                <a:solidFill>
                  <a:srgbClr val="585858"/>
                </a:solidFill>
                <a:latin typeface="Calibri"/>
                <a:cs typeface="Calibri"/>
              </a:rPr>
              <a:t> </a:t>
            </a:r>
            <a:r>
              <a:rPr lang="fr-FR" sz="1400" dirty="0" smtClean="0">
                <a:solidFill>
                  <a:srgbClr val="585858"/>
                </a:solidFill>
                <a:latin typeface="Calibri"/>
                <a:cs typeface="Calibri"/>
              </a:rPr>
              <a:t>maximale</a:t>
            </a:r>
            <a:r>
              <a:rPr lang="fr-FR" sz="1400" spc="85" dirty="0" smtClean="0">
                <a:solidFill>
                  <a:srgbClr val="585858"/>
                </a:solidFill>
                <a:latin typeface="Calibri"/>
                <a:cs typeface="Calibri"/>
              </a:rPr>
              <a:t> </a:t>
            </a:r>
            <a:r>
              <a:rPr lang="fr-FR" sz="1400" dirty="0" smtClean="0">
                <a:solidFill>
                  <a:srgbClr val="585858"/>
                </a:solidFill>
                <a:latin typeface="Calibri"/>
                <a:cs typeface="Calibri"/>
              </a:rPr>
              <a:t>actuelle</a:t>
            </a:r>
            <a:r>
              <a:rPr lang="fr-FR" sz="1400" spc="95" dirty="0" smtClean="0">
                <a:solidFill>
                  <a:srgbClr val="585858"/>
                </a:solidFill>
                <a:latin typeface="Calibri"/>
                <a:cs typeface="Calibri"/>
              </a:rPr>
              <a:t> </a:t>
            </a:r>
            <a:r>
              <a:rPr lang="fr-FR" sz="1400" dirty="0" smtClean="0">
                <a:solidFill>
                  <a:srgbClr val="585858"/>
                </a:solidFill>
                <a:latin typeface="Calibri"/>
                <a:cs typeface="Calibri"/>
              </a:rPr>
              <a:t>est</a:t>
            </a:r>
            <a:r>
              <a:rPr lang="fr-FR" sz="1400" spc="85"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85" dirty="0" smtClean="0">
                <a:solidFill>
                  <a:srgbClr val="585858"/>
                </a:solidFill>
                <a:latin typeface="Calibri"/>
                <a:cs typeface="Calibri"/>
              </a:rPr>
              <a:t> </a:t>
            </a:r>
            <a:r>
              <a:rPr lang="fr-FR" sz="1400" dirty="0" smtClean="0">
                <a:solidFill>
                  <a:srgbClr val="585858"/>
                </a:solidFill>
                <a:latin typeface="Calibri"/>
                <a:cs typeface="Calibri"/>
              </a:rPr>
              <a:t>15000</a:t>
            </a:r>
            <a:r>
              <a:rPr lang="fr-FR" sz="1400" spc="75" dirty="0" smtClean="0">
                <a:solidFill>
                  <a:srgbClr val="585858"/>
                </a:solidFill>
                <a:latin typeface="Calibri"/>
                <a:cs typeface="Calibri"/>
              </a:rPr>
              <a:t> </a:t>
            </a:r>
            <a:r>
              <a:rPr lang="fr-FR" sz="1400" dirty="0" err="1" smtClean="0">
                <a:solidFill>
                  <a:srgbClr val="585858"/>
                </a:solidFill>
                <a:latin typeface="Calibri"/>
                <a:cs typeface="Calibri"/>
              </a:rPr>
              <a:t>rpm</a:t>
            </a:r>
            <a:r>
              <a:rPr lang="fr-FR" sz="1400" dirty="0" smtClean="0">
                <a:solidFill>
                  <a:srgbClr val="585858"/>
                </a:solidFill>
                <a:latin typeface="Calibri"/>
                <a:cs typeface="Calibri"/>
              </a:rPr>
              <a:t>,</a:t>
            </a:r>
            <a:r>
              <a:rPr lang="fr-FR" sz="1400" spc="75" dirty="0" smtClean="0">
                <a:solidFill>
                  <a:srgbClr val="585858"/>
                </a:solidFill>
                <a:latin typeface="Calibri"/>
                <a:cs typeface="Calibri"/>
              </a:rPr>
              <a:t> </a:t>
            </a:r>
            <a:r>
              <a:rPr lang="fr-FR" sz="1400" spc="-20" dirty="0" smtClean="0">
                <a:solidFill>
                  <a:srgbClr val="585858"/>
                </a:solidFill>
                <a:latin typeface="Calibri"/>
                <a:cs typeface="Calibri"/>
              </a:rPr>
              <a:t>soit </a:t>
            </a:r>
            <a:r>
              <a:rPr lang="fr-FR" sz="1400" dirty="0" smtClean="0">
                <a:solidFill>
                  <a:srgbClr val="585858"/>
                </a:solidFill>
                <a:latin typeface="Calibri"/>
                <a:cs typeface="Calibri"/>
              </a:rPr>
              <a:t>2ms</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40" dirty="0" smtClean="0">
                <a:solidFill>
                  <a:srgbClr val="585858"/>
                </a:solidFill>
                <a:latin typeface="Calibri"/>
                <a:cs typeface="Calibri"/>
              </a:rPr>
              <a:t> </a:t>
            </a:r>
            <a:r>
              <a:rPr lang="fr-FR" sz="1400" dirty="0" smtClean="0">
                <a:solidFill>
                  <a:srgbClr val="585858"/>
                </a:solidFill>
                <a:latin typeface="Calibri"/>
                <a:cs typeface="Calibri"/>
              </a:rPr>
              <a:t>temps</a:t>
            </a:r>
            <a:r>
              <a:rPr lang="fr-FR" sz="1400" spc="-10" dirty="0" smtClean="0">
                <a:solidFill>
                  <a:srgbClr val="585858"/>
                </a:solidFill>
                <a:latin typeface="Calibri"/>
                <a:cs typeface="Calibri"/>
              </a:rPr>
              <a:t> d'accès.</a:t>
            </a:r>
            <a:endParaRPr lang="fr-FR" sz="1400" dirty="0" smtClean="0">
              <a:latin typeface="Calibri"/>
              <a:cs typeface="Calibri"/>
            </a:endParaRPr>
          </a:p>
          <a:p>
            <a:pPr marL="12700" marR="9525" algn="just">
              <a:lnSpc>
                <a:spcPts val="2880"/>
              </a:lnSpc>
              <a:spcBef>
                <a:spcPts val="135"/>
              </a:spcBef>
            </a:pPr>
            <a:endParaRPr sz="14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30</a:t>
            </a:fld>
            <a:endParaRPr spc="-25" dirty="0"/>
          </a:p>
        </p:txBody>
      </p:sp>
      <p:sp>
        <p:nvSpPr>
          <p:cNvPr id="12" name="object 12"/>
          <p:cNvSpPr txBox="1">
            <a:spLocks noGrp="1"/>
          </p:cNvSpPr>
          <p:nvPr>
            <p:ph type="title"/>
          </p:nvPr>
        </p:nvSpPr>
        <p:spPr>
          <a:xfrm>
            <a:off x="263753" y="332308"/>
            <a:ext cx="11664492" cy="699694"/>
          </a:xfrm>
          <a:prstGeom prst="rect">
            <a:avLst/>
          </a:prstGeom>
        </p:spPr>
        <p:txBody>
          <a:bodyPr vert="horz" wrap="square" lIns="0" tIns="144287" rIns="0" bIns="0" rtlCol="0">
            <a:spAutoFit/>
          </a:bodyPr>
          <a:lstStyle/>
          <a:p>
            <a:pPr marL="12700">
              <a:lnSpc>
                <a:spcPct val="100000"/>
              </a:lnSpc>
              <a:spcBef>
                <a:spcPts val="280"/>
              </a:spcBef>
            </a:pPr>
            <a:r>
              <a:rPr dirty="0" smtClean="0">
                <a:solidFill>
                  <a:srgbClr val="007842"/>
                </a:solidFill>
              </a:rPr>
              <a:t>0</a:t>
            </a:r>
            <a:r>
              <a:rPr lang="fr-FR" dirty="0" smtClean="0">
                <a:solidFill>
                  <a:srgbClr val="007842"/>
                </a:solidFill>
              </a:rPr>
              <a:t>5</a:t>
            </a:r>
            <a:r>
              <a:rPr spc="-40" dirty="0" smtClean="0">
                <a:solidFill>
                  <a:srgbClr val="007842"/>
                </a:solidFill>
              </a:rPr>
              <a:t> </a:t>
            </a:r>
            <a:r>
              <a:rPr dirty="0">
                <a:solidFill>
                  <a:srgbClr val="007842"/>
                </a:solidFill>
              </a:rPr>
              <a:t>–</a:t>
            </a:r>
            <a:r>
              <a:rPr spc="-20" dirty="0">
                <a:solidFill>
                  <a:srgbClr val="007842"/>
                </a:solidFill>
              </a:rPr>
              <a:t> </a:t>
            </a:r>
            <a:r>
              <a:rPr lang="fr-FR" dirty="0">
                <a:solidFill>
                  <a:srgbClr val="007842"/>
                </a:solidFill>
              </a:rPr>
              <a:t>Décrire des disques </a:t>
            </a:r>
            <a:r>
              <a:rPr lang="fr-FR" dirty="0" smtClean="0">
                <a:solidFill>
                  <a:srgbClr val="007842"/>
                </a:solidFill>
              </a:rPr>
              <a:t>durs</a:t>
            </a:r>
            <a:br>
              <a:rPr lang="fr-FR" dirty="0" smtClean="0">
                <a:solidFill>
                  <a:srgbClr val="007842"/>
                </a:solidFill>
              </a:rPr>
            </a:br>
            <a:r>
              <a:rPr lang="en-US" sz="1600" dirty="0" err="1" smtClean="0">
                <a:solidFill>
                  <a:srgbClr val="007842"/>
                </a:solidFill>
              </a:rPr>
              <a:t>Disques</a:t>
            </a:r>
            <a:r>
              <a:rPr lang="en-US" sz="1600" dirty="0" smtClean="0">
                <a:solidFill>
                  <a:srgbClr val="007842"/>
                </a:solidFill>
              </a:rPr>
              <a:t> </a:t>
            </a:r>
            <a:r>
              <a:rPr lang="en-US" sz="1600" dirty="0" err="1">
                <a:solidFill>
                  <a:srgbClr val="007842"/>
                </a:solidFill>
              </a:rPr>
              <a:t>durs</a:t>
            </a:r>
            <a:r>
              <a:rPr lang="en-US" sz="1600" dirty="0">
                <a:solidFill>
                  <a:srgbClr val="007842"/>
                </a:solidFill>
              </a:rPr>
              <a:t> HDD (hard disk drive)</a:t>
            </a:r>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pic>
        <p:nvPicPr>
          <p:cNvPr id="13" name="object 11"/>
          <p:cNvPicPr/>
          <p:nvPr/>
        </p:nvPicPr>
        <p:blipFill>
          <a:blip r:embed="rId4" cstate="print"/>
          <a:stretch>
            <a:fillRect/>
          </a:stretch>
        </p:blipFill>
        <p:spPr>
          <a:xfrm>
            <a:off x="8077200" y="4267200"/>
            <a:ext cx="2438400" cy="1973731"/>
          </a:xfrm>
          <a:prstGeom prst="rect">
            <a:avLst/>
          </a:prstGeom>
        </p:spPr>
      </p:pic>
      <p:sp>
        <p:nvSpPr>
          <p:cNvPr id="16" name="object 16"/>
          <p:cNvSpPr txBox="1"/>
          <p:nvPr/>
        </p:nvSpPr>
        <p:spPr>
          <a:xfrm>
            <a:off x="7772400" y="6299732"/>
            <a:ext cx="3362325"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20" dirty="0">
                <a:solidFill>
                  <a:srgbClr val="A6A6A6"/>
                </a:solidFill>
                <a:latin typeface="Calibri"/>
                <a:cs typeface="Calibri"/>
              </a:rPr>
              <a:t> </a:t>
            </a:r>
            <a:r>
              <a:rPr sz="1200" i="1" dirty="0" smtClean="0">
                <a:solidFill>
                  <a:srgbClr val="A6A6A6"/>
                </a:solidFill>
                <a:latin typeface="Calibri"/>
                <a:cs typeface="Calibri"/>
              </a:rPr>
              <a:t>: </a:t>
            </a:r>
            <a:r>
              <a:rPr sz="1200" i="1" dirty="0">
                <a:solidFill>
                  <a:srgbClr val="A6A6A6"/>
                </a:solidFill>
                <a:latin typeface="Calibri"/>
                <a:cs typeface="Calibri"/>
              </a:rPr>
              <a:t>Les</a:t>
            </a:r>
            <a:r>
              <a:rPr sz="1200" i="1" spc="-25" dirty="0">
                <a:solidFill>
                  <a:srgbClr val="A6A6A6"/>
                </a:solidFill>
                <a:latin typeface="Calibri"/>
                <a:cs typeface="Calibri"/>
              </a:rPr>
              <a:t> </a:t>
            </a:r>
            <a:r>
              <a:rPr sz="1200" i="1" spc="-10" dirty="0">
                <a:solidFill>
                  <a:srgbClr val="A6A6A6"/>
                </a:solidFill>
                <a:latin typeface="Calibri"/>
                <a:cs typeface="Calibri"/>
              </a:rPr>
              <a:t>composants</a:t>
            </a:r>
            <a:r>
              <a:rPr sz="1200" i="1" spc="-70" dirty="0">
                <a:solidFill>
                  <a:srgbClr val="A6A6A6"/>
                </a:solidFill>
                <a:latin typeface="Calibri"/>
                <a:cs typeface="Calibri"/>
              </a:rPr>
              <a:t> </a:t>
            </a:r>
            <a:r>
              <a:rPr sz="1200" i="1" spc="-10" dirty="0">
                <a:solidFill>
                  <a:srgbClr val="A6A6A6"/>
                </a:solidFill>
                <a:latin typeface="Calibri"/>
                <a:cs typeface="Calibri"/>
              </a:rPr>
              <a:t>d’un </a:t>
            </a:r>
            <a:r>
              <a:rPr sz="1200" i="1" dirty="0">
                <a:solidFill>
                  <a:srgbClr val="A6A6A6"/>
                </a:solidFill>
                <a:latin typeface="Calibri"/>
                <a:cs typeface="Calibri"/>
              </a:rPr>
              <a:t>disque</a:t>
            </a:r>
            <a:r>
              <a:rPr sz="1200" i="1" spc="-35" dirty="0">
                <a:solidFill>
                  <a:srgbClr val="A6A6A6"/>
                </a:solidFill>
                <a:latin typeface="Calibri"/>
                <a:cs typeface="Calibri"/>
              </a:rPr>
              <a:t> </a:t>
            </a:r>
            <a:r>
              <a:rPr sz="1200" i="1" dirty="0">
                <a:solidFill>
                  <a:srgbClr val="A6A6A6"/>
                </a:solidFill>
                <a:latin typeface="Calibri"/>
                <a:cs typeface="Calibri"/>
              </a:rPr>
              <a:t>durs</a:t>
            </a:r>
            <a:r>
              <a:rPr sz="1200" i="1" spc="-30" dirty="0">
                <a:solidFill>
                  <a:srgbClr val="A6A6A6"/>
                </a:solidFill>
                <a:latin typeface="Calibri"/>
                <a:cs typeface="Calibri"/>
              </a:rPr>
              <a:t> </a:t>
            </a:r>
            <a:r>
              <a:rPr sz="1200" i="1" spc="-50" dirty="0">
                <a:solidFill>
                  <a:srgbClr val="A6A6A6"/>
                </a:solidFill>
                <a:latin typeface="Calibri"/>
                <a:cs typeface="Calibri"/>
              </a:rPr>
              <a:t>SATA</a:t>
            </a:r>
            <a:r>
              <a:rPr sz="1200" i="1" spc="10" dirty="0">
                <a:solidFill>
                  <a:srgbClr val="A6A6A6"/>
                </a:solidFill>
                <a:latin typeface="Calibri"/>
                <a:cs typeface="Calibri"/>
              </a:rPr>
              <a:t> </a:t>
            </a:r>
            <a:r>
              <a:rPr sz="1200" i="1" spc="-25" dirty="0">
                <a:solidFill>
                  <a:srgbClr val="A6A6A6"/>
                </a:solidFill>
                <a:latin typeface="Calibri"/>
                <a:cs typeface="Calibri"/>
              </a:rPr>
              <a:t>HDD</a:t>
            </a:r>
            <a:endParaRPr sz="1200" dirty="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31</a:t>
            </a:fld>
            <a:endParaRPr spc="-25" dirty="0"/>
          </a:p>
        </p:txBody>
      </p:sp>
      <p:sp>
        <p:nvSpPr>
          <p:cNvPr id="14" name="object 14"/>
          <p:cNvSpPr txBox="1"/>
          <p:nvPr/>
        </p:nvSpPr>
        <p:spPr>
          <a:xfrm>
            <a:off x="798982" y="1602105"/>
            <a:ext cx="10631018" cy="3840154"/>
          </a:xfrm>
          <a:prstGeom prst="rect">
            <a:avLst/>
          </a:prstGeom>
        </p:spPr>
        <p:txBody>
          <a:bodyPr vert="horz" wrap="square" lIns="0" tIns="13335" rIns="0" bIns="0" rtlCol="0">
            <a:spAutoFit/>
          </a:bodyPr>
          <a:lstStyle/>
          <a:p>
            <a:pPr marL="12700" algn="just">
              <a:lnSpc>
                <a:spcPct val="100000"/>
              </a:lnSpc>
              <a:spcBef>
                <a:spcPts val="1135"/>
              </a:spcBef>
            </a:pPr>
            <a:r>
              <a:rPr sz="1600" b="1" dirty="0" err="1">
                <a:solidFill>
                  <a:srgbClr val="FF7800"/>
                </a:solidFill>
                <a:latin typeface="Calibri"/>
                <a:ea typeface="+mj-ea"/>
                <a:cs typeface="Calibri"/>
              </a:rPr>
              <a:t>Capacité</a:t>
            </a:r>
            <a:r>
              <a:rPr sz="1600" b="1" dirty="0">
                <a:solidFill>
                  <a:srgbClr val="FF7800"/>
                </a:solidFill>
                <a:latin typeface="Calibri"/>
                <a:ea typeface="+mj-ea"/>
                <a:cs typeface="Calibri"/>
              </a:rPr>
              <a:t> d’un disque</a:t>
            </a:r>
          </a:p>
          <a:p>
            <a:pPr marL="298450" indent="-285750">
              <a:lnSpc>
                <a:spcPct val="100000"/>
              </a:lnSpc>
              <a:spcBef>
                <a:spcPts val="1320"/>
              </a:spcBef>
              <a:buFont typeface="Wingdings" panose="05000000000000000000" pitchFamily="2" charset="2"/>
              <a:buChar char="§"/>
              <a:tabLst>
                <a:tab pos="122555" algn="l"/>
              </a:tabLst>
            </a:pPr>
            <a:r>
              <a:rPr sz="1400" spc="-10" dirty="0">
                <a:solidFill>
                  <a:srgbClr val="585858"/>
                </a:solidFill>
                <a:latin typeface="Calibri"/>
                <a:cs typeface="Calibri"/>
              </a:rPr>
              <a:t>Taille</a:t>
            </a:r>
            <a:r>
              <a:rPr sz="1400" spc="5" dirty="0">
                <a:solidFill>
                  <a:srgbClr val="585858"/>
                </a:solidFill>
                <a:latin typeface="Calibri"/>
                <a:cs typeface="Calibri"/>
              </a:rPr>
              <a:t> </a:t>
            </a:r>
            <a:r>
              <a:rPr sz="1400" dirty="0">
                <a:solidFill>
                  <a:srgbClr val="585858"/>
                </a:solidFill>
                <a:latin typeface="Calibri"/>
                <a:cs typeface="Calibri"/>
              </a:rPr>
              <a:t>d’une</a:t>
            </a:r>
            <a:r>
              <a:rPr sz="1400" spc="-30" dirty="0">
                <a:solidFill>
                  <a:srgbClr val="585858"/>
                </a:solidFill>
                <a:latin typeface="Calibri"/>
                <a:cs typeface="Calibri"/>
              </a:rPr>
              <a:t> </a:t>
            </a:r>
            <a:r>
              <a:rPr sz="1400" dirty="0">
                <a:solidFill>
                  <a:srgbClr val="585858"/>
                </a:solidFill>
                <a:latin typeface="Calibri"/>
                <a:cs typeface="Calibri"/>
              </a:rPr>
              <a:t>piste</a:t>
            </a:r>
            <a:r>
              <a:rPr sz="1400" spc="-35" dirty="0">
                <a:solidFill>
                  <a:srgbClr val="585858"/>
                </a:solidFill>
                <a:latin typeface="Calibri"/>
                <a:cs typeface="Calibri"/>
              </a:rPr>
              <a:t> </a:t>
            </a:r>
            <a:r>
              <a:rPr sz="1400" dirty="0">
                <a:solidFill>
                  <a:srgbClr val="585858"/>
                </a:solidFill>
                <a:latin typeface="Calibri"/>
                <a:cs typeface="Calibri"/>
              </a:rPr>
              <a:t>=</a:t>
            </a:r>
            <a:r>
              <a:rPr sz="1400" spc="-35" dirty="0">
                <a:solidFill>
                  <a:srgbClr val="585858"/>
                </a:solidFill>
                <a:latin typeface="Calibri"/>
                <a:cs typeface="Calibri"/>
              </a:rPr>
              <a:t> </a:t>
            </a:r>
            <a:r>
              <a:rPr sz="1400" dirty="0">
                <a:solidFill>
                  <a:srgbClr val="585858"/>
                </a:solidFill>
                <a:latin typeface="Calibri"/>
                <a:cs typeface="Calibri"/>
              </a:rPr>
              <a:t>nb</a:t>
            </a:r>
            <a:r>
              <a:rPr sz="1400" spc="-60" dirty="0">
                <a:solidFill>
                  <a:srgbClr val="585858"/>
                </a:solidFill>
                <a:latin typeface="Calibri"/>
                <a:cs typeface="Calibri"/>
              </a:rPr>
              <a:t> </a:t>
            </a:r>
            <a:r>
              <a:rPr sz="1400" dirty="0">
                <a:solidFill>
                  <a:srgbClr val="585858"/>
                </a:solidFill>
                <a:latin typeface="Calibri"/>
                <a:cs typeface="Calibri"/>
              </a:rPr>
              <a:t>de</a:t>
            </a:r>
            <a:r>
              <a:rPr sz="1400" spc="-35" dirty="0">
                <a:solidFill>
                  <a:srgbClr val="585858"/>
                </a:solidFill>
                <a:latin typeface="Calibri"/>
                <a:cs typeface="Calibri"/>
              </a:rPr>
              <a:t> </a:t>
            </a:r>
            <a:r>
              <a:rPr sz="1400" dirty="0">
                <a:solidFill>
                  <a:srgbClr val="585858"/>
                </a:solidFill>
                <a:latin typeface="Calibri"/>
                <a:cs typeface="Calibri"/>
              </a:rPr>
              <a:t>secteurs</a:t>
            </a:r>
            <a:r>
              <a:rPr sz="1400" spc="-20" dirty="0">
                <a:solidFill>
                  <a:srgbClr val="585858"/>
                </a:solidFill>
                <a:latin typeface="Calibri"/>
                <a:cs typeface="Calibri"/>
              </a:rPr>
              <a:t> </a:t>
            </a:r>
            <a:r>
              <a:rPr sz="1400" dirty="0">
                <a:solidFill>
                  <a:srgbClr val="585858"/>
                </a:solidFill>
                <a:latin typeface="Calibri"/>
                <a:cs typeface="Calibri"/>
              </a:rPr>
              <a:t>par</a:t>
            </a:r>
            <a:r>
              <a:rPr sz="1400" spc="-65" dirty="0">
                <a:solidFill>
                  <a:srgbClr val="585858"/>
                </a:solidFill>
                <a:latin typeface="Calibri"/>
                <a:cs typeface="Calibri"/>
              </a:rPr>
              <a:t> </a:t>
            </a:r>
            <a:r>
              <a:rPr sz="1400" dirty="0">
                <a:solidFill>
                  <a:srgbClr val="585858"/>
                </a:solidFill>
                <a:latin typeface="Calibri"/>
                <a:cs typeface="Calibri"/>
              </a:rPr>
              <a:t>piste</a:t>
            </a:r>
            <a:r>
              <a:rPr sz="1400" spc="-35" dirty="0">
                <a:solidFill>
                  <a:srgbClr val="585858"/>
                </a:solidFill>
                <a:latin typeface="Calibri"/>
                <a:cs typeface="Calibri"/>
              </a:rPr>
              <a:t> </a:t>
            </a:r>
            <a:r>
              <a:rPr sz="1400" dirty="0">
                <a:solidFill>
                  <a:srgbClr val="585858"/>
                </a:solidFill>
                <a:latin typeface="Calibri"/>
                <a:cs typeface="Calibri"/>
              </a:rPr>
              <a:t>*</a:t>
            </a:r>
            <a:r>
              <a:rPr sz="1400" spc="-30" dirty="0">
                <a:solidFill>
                  <a:srgbClr val="585858"/>
                </a:solidFill>
                <a:latin typeface="Calibri"/>
                <a:cs typeface="Calibri"/>
              </a:rPr>
              <a:t> </a:t>
            </a:r>
            <a:r>
              <a:rPr sz="1400" dirty="0">
                <a:solidFill>
                  <a:srgbClr val="585858"/>
                </a:solidFill>
                <a:latin typeface="Calibri"/>
                <a:cs typeface="Calibri"/>
              </a:rPr>
              <a:t>taille</a:t>
            </a:r>
            <a:r>
              <a:rPr sz="1400" spc="-10" dirty="0">
                <a:solidFill>
                  <a:srgbClr val="585858"/>
                </a:solidFill>
                <a:latin typeface="Calibri"/>
                <a:cs typeface="Calibri"/>
              </a:rPr>
              <a:t> </a:t>
            </a:r>
            <a:r>
              <a:rPr sz="1400" dirty="0">
                <a:solidFill>
                  <a:srgbClr val="585858"/>
                </a:solidFill>
                <a:latin typeface="Calibri"/>
                <a:cs typeface="Calibri"/>
              </a:rPr>
              <a:t>d’un</a:t>
            </a:r>
            <a:r>
              <a:rPr sz="1400" spc="-40" dirty="0">
                <a:solidFill>
                  <a:srgbClr val="585858"/>
                </a:solidFill>
                <a:latin typeface="Calibri"/>
                <a:cs typeface="Calibri"/>
              </a:rPr>
              <a:t> </a:t>
            </a:r>
            <a:r>
              <a:rPr sz="1400" spc="-10" dirty="0">
                <a:solidFill>
                  <a:srgbClr val="585858"/>
                </a:solidFill>
                <a:latin typeface="Calibri"/>
                <a:cs typeface="Calibri"/>
              </a:rPr>
              <a:t>secteur</a:t>
            </a:r>
            <a:endParaRPr sz="1400" dirty="0">
              <a:latin typeface="Calibri"/>
              <a:cs typeface="Calibri"/>
            </a:endParaRPr>
          </a:p>
          <a:p>
            <a:pPr marL="298450" indent="-285750">
              <a:lnSpc>
                <a:spcPct val="100000"/>
              </a:lnSpc>
              <a:spcBef>
                <a:spcPts val="1320"/>
              </a:spcBef>
              <a:buFont typeface="Wingdings" panose="05000000000000000000" pitchFamily="2" charset="2"/>
              <a:buChar char="§"/>
              <a:tabLst>
                <a:tab pos="122555" algn="l"/>
              </a:tabLst>
            </a:pPr>
            <a:r>
              <a:rPr sz="1400" spc="-10" dirty="0">
                <a:solidFill>
                  <a:srgbClr val="585858"/>
                </a:solidFill>
                <a:latin typeface="Calibri"/>
                <a:cs typeface="Calibri"/>
              </a:rPr>
              <a:t>Taille</a:t>
            </a:r>
            <a:r>
              <a:rPr sz="1400" spc="5" dirty="0">
                <a:solidFill>
                  <a:srgbClr val="585858"/>
                </a:solidFill>
                <a:latin typeface="Calibri"/>
                <a:cs typeface="Calibri"/>
              </a:rPr>
              <a:t> </a:t>
            </a:r>
            <a:r>
              <a:rPr sz="1400" dirty="0">
                <a:solidFill>
                  <a:srgbClr val="585858"/>
                </a:solidFill>
                <a:latin typeface="Calibri"/>
                <a:cs typeface="Calibri"/>
              </a:rPr>
              <a:t>d’un</a:t>
            </a:r>
            <a:r>
              <a:rPr sz="1400" spc="-40" dirty="0">
                <a:solidFill>
                  <a:srgbClr val="585858"/>
                </a:solidFill>
                <a:latin typeface="Calibri"/>
                <a:cs typeface="Calibri"/>
              </a:rPr>
              <a:t> </a:t>
            </a:r>
            <a:r>
              <a:rPr sz="1400" dirty="0">
                <a:solidFill>
                  <a:srgbClr val="585858"/>
                </a:solidFill>
                <a:latin typeface="Calibri"/>
                <a:cs typeface="Calibri"/>
              </a:rPr>
              <a:t>cylindre</a:t>
            </a:r>
            <a:r>
              <a:rPr sz="1400" spc="-15" dirty="0">
                <a:solidFill>
                  <a:srgbClr val="585858"/>
                </a:solidFill>
                <a:latin typeface="Calibri"/>
                <a:cs typeface="Calibri"/>
              </a:rPr>
              <a:t> </a:t>
            </a:r>
            <a:r>
              <a:rPr sz="1400" dirty="0">
                <a:solidFill>
                  <a:srgbClr val="585858"/>
                </a:solidFill>
                <a:latin typeface="Calibri"/>
                <a:cs typeface="Calibri"/>
              </a:rPr>
              <a:t>=</a:t>
            </a:r>
            <a:r>
              <a:rPr sz="1400" spc="-50" dirty="0">
                <a:solidFill>
                  <a:srgbClr val="585858"/>
                </a:solidFill>
                <a:latin typeface="Calibri"/>
                <a:cs typeface="Calibri"/>
              </a:rPr>
              <a:t> </a:t>
            </a:r>
            <a:r>
              <a:rPr sz="1400" dirty="0">
                <a:solidFill>
                  <a:srgbClr val="585858"/>
                </a:solidFill>
                <a:latin typeface="Calibri"/>
                <a:cs typeface="Calibri"/>
              </a:rPr>
              <a:t>nb</a:t>
            </a:r>
            <a:r>
              <a:rPr sz="1400" spc="-35" dirty="0">
                <a:solidFill>
                  <a:srgbClr val="585858"/>
                </a:solidFill>
                <a:latin typeface="Calibri"/>
                <a:cs typeface="Calibri"/>
              </a:rPr>
              <a:t> </a:t>
            </a:r>
            <a:r>
              <a:rPr sz="1400" dirty="0">
                <a:solidFill>
                  <a:srgbClr val="585858"/>
                </a:solidFill>
                <a:latin typeface="Calibri"/>
                <a:cs typeface="Calibri"/>
              </a:rPr>
              <a:t>de</a:t>
            </a:r>
            <a:r>
              <a:rPr sz="1400" spc="-60" dirty="0">
                <a:solidFill>
                  <a:srgbClr val="585858"/>
                </a:solidFill>
                <a:latin typeface="Calibri"/>
                <a:cs typeface="Calibri"/>
              </a:rPr>
              <a:t> </a:t>
            </a:r>
            <a:r>
              <a:rPr sz="1400" dirty="0">
                <a:solidFill>
                  <a:srgbClr val="585858"/>
                </a:solidFill>
                <a:latin typeface="Calibri"/>
                <a:cs typeface="Calibri"/>
              </a:rPr>
              <a:t>faces</a:t>
            </a:r>
            <a:r>
              <a:rPr sz="1400" spc="-20" dirty="0">
                <a:solidFill>
                  <a:srgbClr val="585858"/>
                </a:solidFill>
                <a:latin typeface="Calibri"/>
                <a:cs typeface="Calibri"/>
              </a:rPr>
              <a:t> </a:t>
            </a:r>
            <a:r>
              <a:rPr sz="1400" dirty="0">
                <a:solidFill>
                  <a:srgbClr val="585858"/>
                </a:solidFill>
                <a:latin typeface="Calibri"/>
                <a:cs typeface="Calibri"/>
              </a:rPr>
              <a:t>*</a:t>
            </a:r>
            <a:r>
              <a:rPr sz="1400" spc="-50" dirty="0">
                <a:solidFill>
                  <a:srgbClr val="585858"/>
                </a:solidFill>
                <a:latin typeface="Calibri"/>
                <a:cs typeface="Calibri"/>
              </a:rPr>
              <a:t> </a:t>
            </a:r>
            <a:r>
              <a:rPr sz="1400" dirty="0">
                <a:solidFill>
                  <a:srgbClr val="585858"/>
                </a:solidFill>
                <a:latin typeface="Calibri"/>
                <a:cs typeface="Calibri"/>
              </a:rPr>
              <a:t>taille</a:t>
            </a:r>
            <a:r>
              <a:rPr sz="1400" spc="-15" dirty="0">
                <a:solidFill>
                  <a:srgbClr val="585858"/>
                </a:solidFill>
                <a:latin typeface="Calibri"/>
                <a:cs typeface="Calibri"/>
              </a:rPr>
              <a:t> </a:t>
            </a:r>
            <a:r>
              <a:rPr sz="1400" dirty="0" err="1">
                <a:solidFill>
                  <a:srgbClr val="585858"/>
                </a:solidFill>
                <a:latin typeface="Calibri"/>
                <a:cs typeface="Calibri"/>
              </a:rPr>
              <a:t>d’une</a:t>
            </a:r>
            <a:r>
              <a:rPr sz="1400" spc="-35" dirty="0">
                <a:solidFill>
                  <a:srgbClr val="585858"/>
                </a:solidFill>
                <a:latin typeface="Calibri"/>
                <a:cs typeface="Calibri"/>
              </a:rPr>
              <a:t> </a:t>
            </a:r>
            <a:r>
              <a:rPr sz="1400" spc="-20" dirty="0" err="1" smtClean="0">
                <a:solidFill>
                  <a:srgbClr val="585858"/>
                </a:solidFill>
                <a:latin typeface="Calibri"/>
                <a:cs typeface="Calibri"/>
              </a:rPr>
              <a:t>piste</a:t>
            </a:r>
            <a:endParaRPr lang="fr-FR" sz="1400" spc="-20" dirty="0" smtClean="0">
              <a:solidFill>
                <a:srgbClr val="585858"/>
              </a:solidFill>
              <a:latin typeface="Calibri"/>
              <a:cs typeface="Calibri"/>
            </a:endParaRPr>
          </a:p>
          <a:p>
            <a:pPr marL="298450" indent="-285750">
              <a:spcBef>
                <a:spcPts val="1320"/>
              </a:spcBef>
              <a:buFont typeface="Wingdings" panose="05000000000000000000" pitchFamily="2" charset="2"/>
              <a:buChar char="§"/>
              <a:tabLst>
                <a:tab pos="122555" algn="l"/>
              </a:tabLst>
            </a:pPr>
            <a:r>
              <a:rPr lang="fr-FR" sz="1400" spc="-10" dirty="0" smtClean="0">
                <a:solidFill>
                  <a:srgbClr val="585858"/>
                </a:solidFill>
                <a:latin typeface="Calibri"/>
                <a:cs typeface="Calibri"/>
              </a:rPr>
              <a:t>Taille</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d’un</a:t>
            </a:r>
            <a:r>
              <a:rPr lang="fr-FR" sz="1400" spc="-30" dirty="0" smtClean="0">
                <a:solidFill>
                  <a:srgbClr val="585858"/>
                </a:solidFill>
                <a:latin typeface="Calibri"/>
                <a:cs typeface="Calibri"/>
              </a:rPr>
              <a:t> </a:t>
            </a:r>
            <a:r>
              <a:rPr lang="fr-FR" sz="1400" spc="-10" dirty="0" smtClean="0">
                <a:solidFill>
                  <a:srgbClr val="585858"/>
                </a:solidFill>
                <a:latin typeface="Calibri"/>
                <a:cs typeface="Calibri"/>
              </a:rPr>
              <a:t>plateau</a:t>
            </a:r>
            <a:r>
              <a:rPr lang="fr-FR" sz="1400" spc="-50" dirty="0" smtClean="0">
                <a:solidFill>
                  <a:srgbClr val="585858"/>
                </a:solidFill>
                <a:latin typeface="Calibri"/>
                <a:cs typeface="Calibri"/>
              </a:rPr>
              <a:t> </a:t>
            </a:r>
            <a:r>
              <a:rPr lang="fr-FR" sz="1400" dirty="0" smtClean="0">
                <a:solidFill>
                  <a:srgbClr val="585858"/>
                </a:solidFill>
                <a:latin typeface="Calibri"/>
                <a:cs typeface="Calibri"/>
              </a:rPr>
              <a:t>=</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nb</a:t>
            </a:r>
            <a:r>
              <a:rPr lang="fr-FR" sz="1400" spc="-50"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pistes</a:t>
            </a:r>
            <a:r>
              <a:rPr lang="fr-FR" sz="1400" spc="-10" dirty="0" smtClean="0">
                <a:solidFill>
                  <a:srgbClr val="585858"/>
                </a:solidFill>
                <a:latin typeface="Calibri"/>
                <a:cs typeface="Calibri"/>
              </a:rPr>
              <a:t> </a:t>
            </a:r>
            <a:r>
              <a:rPr lang="fr-FR" sz="1400" dirty="0" smtClean="0">
                <a:solidFill>
                  <a:srgbClr val="585858"/>
                </a:solidFill>
                <a:latin typeface="Calibri"/>
                <a:cs typeface="Calibri"/>
              </a:rPr>
              <a:t>par</a:t>
            </a:r>
            <a:r>
              <a:rPr lang="fr-FR" sz="1400" spc="-35" dirty="0" smtClean="0">
                <a:solidFill>
                  <a:srgbClr val="585858"/>
                </a:solidFill>
                <a:latin typeface="Calibri"/>
                <a:cs typeface="Calibri"/>
              </a:rPr>
              <a:t> </a:t>
            </a:r>
            <a:r>
              <a:rPr lang="fr-FR" sz="1400" dirty="0" smtClean="0">
                <a:solidFill>
                  <a:srgbClr val="585858"/>
                </a:solidFill>
                <a:latin typeface="Calibri"/>
                <a:cs typeface="Calibri"/>
              </a:rPr>
              <a:t>face</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a:t>
            </a:r>
            <a:r>
              <a:rPr lang="fr-FR" sz="1400" spc="-40" dirty="0" smtClean="0">
                <a:solidFill>
                  <a:srgbClr val="585858"/>
                </a:solidFill>
                <a:latin typeface="Calibri"/>
                <a:cs typeface="Calibri"/>
              </a:rPr>
              <a:t> </a:t>
            </a:r>
            <a:r>
              <a:rPr lang="fr-FR" sz="1400" dirty="0" smtClean="0">
                <a:solidFill>
                  <a:srgbClr val="585858"/>
                </a:solidFill>
                <a:latin typeface="Calibri"/>
                <a:cs typeface="Calibri"/>
              </a:rPr>
              <a:t>taille d’une</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piste</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a:t>
            </a:r>
            <a:r>
              <a:rPr lang="fr-FR" sz="1400" spc="-25" dirty="0" smtClean="0">
                <a:solidFill>
                  <a:srgbClr val="585858"/>
                </a:solidFill>
                <a:latin typeface="Calibri"/>
                <a:cs typeface="Calibri"/>
              </a:rPr>
              <a:t> </a:t>
            </a:r>
            <a:r>
              <a:rPr lang="fr-FR" sz="1400" spc="-50" dirty="0" smtClean="0">
                <a:solidFill>
                  <a:srgbClr val="585858"/>
                </a:solidFill>
                <a:latin typeface="Calibri"/>
                <a:cs typeface="Calibri"/>
              </a:rPr>
              <a:t>2</a:t>
            </a:r>
          </a:p>
          <a:p>
            <a:pPr marL="298450" indent="-285750" algn="just">
              <a:spcBef>
                <a:spcPts val="1320"/>
              </a:spcBef>
              <a:buFont typeface="Wingdings" panose="05000000000000000000" pitchFamily="2" charset="2"/>
              <a:buChar char="§"/>
              <a:tabLst>
                <a:tab pos="122555" algn="l"/>
              </a:tabLst>
            </a:pPr>
            <a:r>
              <a:rPr lang="fr-FR" sz="1400" dirty="0" smtClean="0">
                <a:solidFill>
                  <a:srgbClr val="585858"/>
                </a:solidFill>
                <a:latin typeface="Calibri"/>
                <a:cs typeface="Calibri"/>
              </a:rPr>
              <a:t>Taille</a:t>
            </a:r>
            <a:r>
              <a:rPr lang="fr-FR" sz="1400" spc="120" dirty="0" smtClean="0">
                <a:solidFill>
                  <a:srgbClr val="585858"/>
                </a:solidFill>
                <a:latin typeface="Calibri"/>
                <a:cs typeface="Calibri"/>
              </a:rPr>
              <a:t>  </a:t>
            </a:r>
            <a:r>
              <a:rPr lang="fr-FR" sz="1400" dirty="0" smtClean="0">
                <a:solidFill>
                  <a:srgbClr val="585858"/>
                </a:solidFill>
                <a:latin typeface="Calibri"/>
                <a:cs typeface="Calibri"/>
              </a:rPr>
              <a:t>du</a:t>
            </a:r>
            <a:r>
              <a:rPr lang="fr-FR" sz="1400" spc="120" dirty="0" smtClean="0">
                <a:solidFill>
                  <a:srgbClr val="585858"/>
                </a:solidFill>
                <a:latin typeface="Calibri"/>
                <a:cs typeface="Calibri"/>
              </a:rPr>
              <a:t>  </a:t>
            </a:r>
            <a:r>
              <a:rPr lang="fr-FR" sz="1400" dirty="0" smtClean="0">
                <a:solidFill>
                  <a:srgbClr val="585858"/>
                </a:solidFill>
                <a:latin typeface="Calibri"/>
                <a:cs typeface="Calibri"/>
              </a:rPr>
              <a:t>disque</a:t>
            </a:r>
            <a:r>
              <a:rPr lang="fr-FR" sz="1400" spc="120" dirty="0" smtClean="0">
                <a:solidFill>
                  <a:srgbClr val="585858"/>
                </a:solidFill>
                <a:latin typeface="Calibri"/>
                <a:cs typeface="Calibri"/>
              </a:rPr>
              <a:t>  </a:t>
            </a:r>
            <a:r>
              <a:rPr lang="fr-FR" sz="1400" dirty="0" smtClean="0">
                <a:solidFill>
                  <a:srgbClr val="585858"/>
                </a:solidFill>
                <a:latin typeface="Calibri"/>
                <a:cs typeface="Calibri"/>
              </a:rPr>
              <a:t>=</a:t>
            </a:r>
            <a:r>
              <a:rPr lang="fr-FR" sz="1400" spc="120" dirty="0" smtClean="0">
                <a:solidFill>
                  <a:srgbClr val="585858"/>
                </a:solidFill>
                <a:latin typeface="Calibri"/>
                <a:cs typeface="Calibri"/>
              </a:rPr>
              <a:t>  </a:t>
            </a:r>
            <a:r>
              <a:rPr lang="fr-FR" sz="1400" dirty="0" smtClean="0">
                <a:solidFill>
                  <a:srgbClr val="585858"/>
                </a:solidFill>
                <a:latin typeface="Calibri"/>
                <a:cs typeface="Calibri"/>
              </a:rPr>
              <a:t>nb</a:t>
            </a:r>
            <a:r>
              <a:rPr lang="fr-FR" sz="1400" spc="120"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120" dirty="0" smtClean="0">
                <a:solidFill>
                  <a:srgbClr val="585858"/>
                </a:solidFill>
                <a:latin typeface="Calibri"/>
                <a:cs typeface="Calibri"/>
              </a:rPr>
              <a:t>  </a:t>
            </a:r>
            <a:r>
              <a:rPr lang="fr-FR" sz="1400" dirty="0" smtClean="0">
                <a:solidFill>
                  <a:srgbClr val="585858"/>
                </a:solidFill>
                <a:latin typeface="Calibri"/>
                <a:cs typeface="Calibri"/>
              </a:rPr>
              <a:t>cylindres</a:t>
            </a:r>
            <a:r>
              <a:rPr lang="fr-FR" sz="1400" spc="114" dirty="0" smtClean="0">
                <a:solidFill>
                  <a:srgbClr val="585858"/>
                </a:solidFill>
                <a:latin typeface="Calibri"/>
                <a:cs typeface="Calibri"/>
              </a:rPr>
              <a:t>  </a:t>
            </a:r>
            <a:r>
              <a:rPr lang="fr-FR" sz="1400" dirty="0" smtClean="0">
                <a:solidFill>
                  <a:srgbClr val="585858"/>
                </a:solidFill>
                <a:latin typeface="Calibri"/>
                <a:cs typeface="Calibri"/>
              </a:rPr>
              <a:t>*</a:t>
            </a:r>
            <a:r>
              <a:rPr lang="fr-FR" sz="1400" spc="120" dirty="0" smtClean="0">
                <a:solidFill>
                  <a:srgbClr val="585858"/>
                </a:solidFill>
                <a:latin typeface="Calibri"/>
                <a:cs typeface="Calibri"/>
              </a:rPr>
              <a:t>  </a:t>
            </a:r>
            <a:r>
              <a:rPr lang="fr-FR" sz="1400" dirty="0" smtClean="0">
                <a:solidFill>
                  <a:srgbClr val="585858"/>
                </a:solidFill>
                <a:latin typeface="Calibri"/>
                <a:cs typeface="Calibri"/>
              </a:rPr>
              <a:t>taille</a:t>
            </a:r>
            <a:r>
              <a:rPr lang="fr-FR" sz="1400" spc="114" dirty="0" smtClean="0">
                <a:solidFill>
                  <a:srgbClr val="585858"/>
                </a:solidFill>
                <a:latin typeface="Calibri"/>
                <a:cs typeface="Calibri"/>
              </a:rPr>
              <a:t>  </a:t>
            </a:r>
            <a:r>
              <a:rPr lang="fr-FR" sz="1400" dirty="0" smtClean="0">
                <a:solidFill>
                  <a:srgbClr val="585858"/>
                </a:solidFill>
                <a:latin typeface="Calibri"/>
                <a:cs typeface="Calibri"/>
              </a:rPr>
              <a:t>d’un</a:t>
            </a:r>
            <a:r>
              <a:rPr lang="fr-FR" sz="1400" spc="114" dirty="0" smtClean="0">
                <a:solidFill>
                  <a:srgbClr val="585858"/>
                </a:solidFill>
                <a:latin typeface="Calibri"/>
                <a:cs typeface="Calibri"/>
              </a:rPr>
              <a:t>  </a:t>
            </a:r>
            <a:r>
              <a:rPr lang="fr-FR" sz="1400" dirty="0" smtClean="0">
                <a:solidFill>
                  <a:srgbClr val="585858"/>
                </a:solidFill>
                <a:latin typeface="Calibri"/>
                <a:cs typeface="Calibri"/>
              </a:rPr>
              <a:t>cylindre</a:t>
            </a:r>
            <a:r>
              <a:rPr lang="fr-FR" sz="1400" spc="125" dirty="0" smtClean="0">
                <a:solidFill>
                  <a:srgbClr val="585858"/>
                </a:solidFill>
                <a:latin typeface="Calibri"/>
                <a:cs typeface="Calibri"/>
              </a:rPr>
              <a:t>  </a:t>
            </a:r>
            <a:r>
              <a:rPr lang="fr-FR" sz="1400" dirty="0" smtClean="0">
                <a:solidFill>
                  <a:srgbClr val="585858"/>
                </a:solidFill>
                <a:latin typeface="Calibri"/>
                <a:cs typeface="Calibri"/>
              </a:rPr>
              <a:t>=</a:t>
            </a:r>
            <a:r>
              <a:rPr lang="fr-FR" sz="1400" spc="120" dirty="0" smtClean="0">
                <a:solidFill>
                  <a:srgbClr val="585858"/>
                </a:solidFill>
                <a:latin typeface="Calibri"/>
                <a:cs typeface="Calibri"/>
              </a:rPr>
              <a:t>  </a:t>
            </a:r>
            <a:r>
              <a:rPr lang="fr-FR" sz="1400" dirty="0" smtClean="0">
                <a:solidFill>
                  <a:srgbClr val="585858"/>
                </a:solidFill>
                <a:latin typeface="Calibri"/>
                <a:cs typeface="Calibri"/>
              </a:rPr>
              <a:t>nb</a:t>
            </a:r>
            <a:r>
              <a:rPr lang="fr-FR" sz="1400" spc="120"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495" dirty="0" smtClean="0">
                <a:solidFill>
                  <a:srgbClr val="585858"/>
                </a:solidFill>
                <a:latin typeface="Calibri"/>
                <a:cs typeface="Calibri"/>
              </a:rPr>
              <a:t> </a:t>
            </a:r>
            <a:r>
              <a:rPr lang="fr-FR" sz="1400" dirty="0" smtClean="0">
                <a:solidFill>
                  <a:srgbClr val="585858"/>
                </a:solidFill>
                <a:latin typeface="Calibri"/>
                <a:cs typeface="Calibri"/>
              </a:rPr>
              <a:t>plateaux</a:t>
            </a:r>
            <a:r>
              <a:rPr lang="fr-FR" sz="1400" spc="114" dirty="0" smtClean="0">
                <a:solidFill>
                  <a:srgbClr val="585858"/>
                </a:solidFill>
                <a:latin typeface="Calibri"/>
                <a:cs typeface="Calibri"/>
              </a:rPr>
              <a:t>  </a:t>
            </a:r>
            <a:r>
              <a:rPr lang="fr-FR" sz="1400" dirty="0" smtClean="0">
                <a:solidFill>
                  <a:srgbClr val="585858"/>
                </a:solidFill>
                <a:latin typeface="Calibri"/>
                <a:cs typeface="Calibri"/>
              </a:rPr>
              <a:t>*</a:t>
            </a:r>
            <a:r>
              <a:rPr lang="fr-FR" sz="1400" spc="120" dirty="0" smtClean="0">
                <a:solidFill>
                  <a:srgbClr val="585858"/>
                </a:solidFill>
                <a:latin typeface="Calibri"/>
                <a:cs typeface="Calibri"/>
              </a:rPr>
              <a:t>  </a:t>
            </a:r>
            <a:r>
              <a:rPr lang="fr-FR" sz="1400" dirty="0" smtClean="0">
                <a:solidFill>
                  <a:srgbClr val="585858"/>
                </a:solidFill>
                <a:latin typeface="Calibri"/>
                <a:cs typeface="Calibri"/>
              </a:rPr>
              <a:t>taille</a:t>
            </a:r>
            <a:r>
              <a:rPr lang="fr-FR" sz="1400" spc="135" dirty="0" smtClean="0">
                <a:solidFill>
                  <a:srgbClr val="585858"/>
                </a:solidFill>
                <a:latin typeface="Calibri"/>
                <a:cs typeface="Calibri"/>
              </a:rPr>
              <a:t>  </a:t>
            </a:r>
            <a:r>
              <a:rPr lang="fr-FR" sz="1400" dirty="0" smtClean="0">
                <a:solidFill>
                  <a:srgbClr val="585858"/>
                </a:solidFill>
                <a:latin typeface="Calibri"/>
                <a:cs typeface="Calibri"/>
              </a:rPr>
              <a:t>d’un</a:t>
            </a:r>
            <a:r>
              <a:rPr lang="fr-FR" sz="1400" spc="484" dirty="0" smtClean="0">
                <a:solidFill>
                  <a:srgbClr val="585858"/>
                </a:solidFill>
                <a:latin typeface="Calibri"/>
                <a:cs typeface="Calibri"/>
              </a:rPr>
              <a:t> </a:t>
            </a:r>
            <a:r>
              <a:rPr lang="fr-FR" sz="1400" spc="-10" dirty="0" smtClean="0">
                <a:solidFill>
                  <a:srgbClr val="585858"/>
                </a:solidFill>
                <a:latin typeface="Calibri"/>
                <a:cs typeface="Calibri"/>
              </a:rPr>
              <a:t>plateau </a:t>
            </a:r>
          </a:p>
          <a:p>
            <a:pPr marL="12700" algn="just">
              <a:lnSpc>
                <a:spcPct val="200000"/>
              </a:lnSpc>
              <a:spcBef>
                <a:spcPts val="1320"/>
              </a:spcBef>
              <a:tabLst>
                <a:tab pos="122555" algn="l"/>
              </a:tabLst>
            </a:pPr>
            <a:r>
              <a:rPr lang="fr-FR" sz="1400" dirty="0" smtClean="0">
                <a:solidFill>
                  <a:srgbClr val="585858"/>
                </a:solidFill>
                <a:latin typeface="Calibri"/>
                <a:cs typeface="Calibri"/>
              </a:rPr>
              <a:t>Les</a:t>
            </a:r>
            <a:r>
              <a:rPr lang="fr-FR" sz="1400" spc="85" dirty="0" smtClean="0">
                <a:solidFill>
                  <a:srgbClr val="585858"/>
                </a:solidFill>
                <a:latin typeface="Calibri"/>
                <a:cs typeface="Calibri"/>
              </a:rPr>
              <a:t> </a:t>
            </a:r>
            <a:r>
              <a:rPr lang="fr-FR" sz="1400" dirty="0" smtClean="0">
                <a:solidFill>
                  <a:srgbClr val="585858"/>
                </a:solidFill>
                <a:latin typeface="Calibri"/>
                <a:cs typeface="Calibri"/>
              </a:rPr>
              <a:t>données</a:t>
            </a:r>
            <a:r>
              <a:rPr lang="fr-FR" sz="1400" spc="90" dirty="0" smtClean="0">
                <a:solidFill>
                  <a:srgbClr val="585858"/>
                </a:solidFill>
                <a:latin typeface="Calibri"/>
                <a:cs typeface="Calibri"/>
              </a:rPr>
              <a:t> </a:t>
            </a:r>
            <a:r>
              <a:rPr lang="fr-FR" sz="1400" dirty="0" smtClean="0">
                <a:solidFill>
                  <a:srgbClr val="585858"/>
                </a:solidFill>
                <a:latin typeface="Calibri"/>
                <a:cs typeface="Calibri"/>
              </a:rPr>
              <a:t>sont</a:t>
            </a:r>
            <a:r>
              <a:rPr lang="fr-FR" sz="1400" spc="85" dirty="0" smtClean="0">
                <a:solidFill>
                  <a:srgbClr val="585858"/>
                </a:solidFill>
                <a:latin typeface="Calibri"/>
                <a:cs typeface="Calibri"/>
              </a:rPr>
              <a:t> </a:t>
            </a:r>
            <a:r>
              <a:rPr lang="fr-FR" sz="1400" dirty="0" smtClean="0">
                <a:solidFill>
                  <a:srgbClr val="585858"/>
                </a:solidFill>
                <a:latin typeface="Calibri"/>
                <a:cs typeface="Calibri"/>
              </a:rPr>
              <a:t>organisées</a:t>
            </a:r>
            <a:r>
              <a:rPr lang="fr-FR" sz="1400" spc="85" dirty="0" smtClean="0">
                <a:solidFill>
                  <a:srgbClr val="585858"/>
                </a:solidFill>
                <a:latin typeface="Calibri"/>
                <a:cs typeface="Calibri"/>
              </a:rPr>
              <a:t> </a:t>
            </a:r>
            <a:r>
              <a:rPr lang="fr-FR" sz="1400" dirty="0" smtClean="0">
                <a:solidFill>
                  <a:srgbClr val="585858"/>
                </a:solidFill>
                <a:latin typeface="Calibri"/>
                <a:cs typeface="Calibri"/>
              </a:rPr>
              <a:t>sur</a:t>
            </a:r>
            <a:r>
              <a:rPr lang="fr-FR" sz="1400" spc="85" dirty="0" smtClean="0">
                <a:solidFill>
                  <a:srgbClr val="585858"/>
                </a:solidFill>
                <a:latin typeface="Calibri"/>
                <a:cs typeface="Calibri"/>
              </a:rPr>
              <a:t> </a:t>
            </a:r>
            <a:r>
              <a:rPr lang="fr-FR" sz="1400" dirty="0" smtClean="0">
                <a:solidFill>
                  <a:srgbClr val="585858"/>
                </a:solidFill>
                <a:latin typeface="Calibri"/>
                <a:cs typeface="Calibri"/>
              </a:rPr>
              <a:t>le</a:t>
            </a:r>
            <a:r>
              <a:rPr lang="fr-FR" sz="1400" spc="100" dirty="0" smtClean="0">
                <a:solidFill>
                  <a:srgbClr val="585858"/>
                </a:solidFill>
                <a:latin typeface="Calibri"/>
                <a:cs typeface="Calibri"/>
              </a:rPr>
              <a:t> </a:t>
            </a:r>
            <a:r>
              <a:rPr lang="fr-FR" sz="1400" dirty="0" smtClean="0">
                <a:solidFill>
                  <a:srgbClr val="585858"/>
                </a:solidFill>
                <a:latin typeface="Calibri"/>
                <a:cs typeface="Calibri"/>
              </a:rPr>
              <a:t>disque</a:t>
            </a:r>
            <a:r>
              <a:rPr lang="fr-FR" sz="1400" spc="105" dirty="0" smtClean="0">
                <a:solidFill>
                  <a:srgbClr val="585858"/>
                </a:solidFill>
                <a:latin typeface="Calibri"/>
                <a:cs typeface="Calibri"/>
              </a:rPr>
              <a:t> </a:t>
            </a:r>
            <a:r>
              <a:rPr lang="fr-FR" sz="1400" dirty="0" smtClean="0">
                <a:solidFill>
                  <a:srgbClr val="585858"/>
                </a:solidFill>
                <a:latin typeface="Calibri"/>
                <a:cs typeface="Calibri"/>
              </a:rPr>
              <a:t>dur</a:t>
            </a:r>
            <a:r>
              <a:rPr lang="fr-FR" sz="1400" spc="80" dirty="0" smtClean="0">
                <a:solidFill>
                  <a:srgbClr val="585858"/>
                </a:solidFill>
                <a:latin typeface="Calibri"/>
                <a:cs typeface="Calibri"/>
              </a:rPr>
              <a:t> </a:t>
            </a:r>
            <a:r>
              <a:rPr lang="fr-FR" sz="1400" dirty="0" smtClean="0">
                <a:solidFill>
                  <a:srgbClr val="585858"/>
                </a:solidFill>
                <a:latin typeface="Calibri"/>
                <a:cs typeface="Calibri"/>
              </a:rPr>
              <a:t>par</a:t>
            </a:r>
            <a:r>
              <a:rPr lang="fr-FR" sz="1400" spc="70" dirty="0" smtClean="0">
                <a:solidFill>
                  <a:srgbClr val="585858"/>
                </a:solidFill>
                <a:latin typeface="Calibri"/>
                <a:cs typeface="Calibri"/>
              </a:rPr>
              <a:t> </a:t>
            </a:r>
            <a:r>
              <a:rPr lang="fr-FR" sz="1400" dirty="0" smtClean="0">
                <a:solidFill>
                  <a:srgbClr val="585858"/>
                </a:solidFill>
                <a:latin typeface="Calibri"/>
                <a:cs typeface="Calibri"/>
              </a:rPr>
              <a:t>un</a:t>
            </a:r>
            <a:r>
              <a:rPr lang="fr-FR" sz="1400" spc="70" dirty="0" smtClean="0">
                <a:solidFill>
                  <a:srgbClr val="585858"/>
                </a:solidFill>
                <a:latin typeface="Calibri"/>
                <a:cs typeface="Calibri"/>
              </a:rPr>
              <a:t> </a:t>
            </a:r>
            <a:r>
              <a:rPr lang="fr-FR" sz="1400" dirty="0" smtClean="0">
                <a:solidFill>
                  <a:srgbClr val="585858"/>
                </a:solidFill>
                <a:latin typeface="Calibri"/>
                <a:cs typeface="Calibri"/>
              </a:rPr>
              <a:t>système</a:t>
            </a:r>
            <a:r>
              <a:rPr lang="fr-FR" sz="1400" spc="85"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105" dirty="0" smtClean="0">
                <a:solidFill>
                  <a:srgbClr val="585858"/>
                </a:solidFill>
                <a:latin typeface="Calibri"/>
                <a:cs typeface="Calibri"/>
              </a:rPr>
              <a:t> </a:t>
            </a:r>
            <a:r>
              <a:rPr lang="fr-FR" sz="1400" dirty="0" smtClean="0">
                <a:solidFill>
                  <a:srgbClr val="585858"/>
                </a:solidFill>
                <a:latin typeface="Calibri"/>
                <a:cs typeface="Calibri"/>
              </a:rPr>
              <a:t>fichiers,</a:t>
            </a:r>
            <a:r>
              <a:rPr lang="fr-FR" sz="1400" spc="70" dirty="0" smtClean="0">
                <a:solidFill>
                  <a:srgbClr val="585858"/>
                </a:solidFill>
                <a:latin typeface="Calibri"/>
                <a:cs typeface="Calibri"/>
              </a:rPr>
              <a:t> </a:t>
            </a:r>
            <a:r>
              <a:rPr lang="fr-FR" sz="1400" dirty="0" smtClean="0">
                <a:solidFill>
                  <a:srgbClr val="585858"/>
                </a:solidFill>
                <a:latin typeface="Calibri"/>
                <a:cs typeface="Calibri"/>
              </a:rPr>
              <a:t>par</a:t>
            </a:r>
            <a:r>
              <a:rPr lang="fr-FR" sz="1400" spc="65" dirty="0" smtClean="0">
                <a:solidFill>
                  <a:srgbClr val="585858"/>
                </a:solidFill>
                <a:latin typeface="Calibri"/>
                <a:cs typeface="Calibri"/>
              </a:rPr>
              <a:t> </a:t>
            </a:r>
            <a:r>
              <a:rPr lang="fr-FR" sz="1400" dirty="0" smtClean="0">
                <a:solidFill>
                  <a:srgbClr val="585858"/>
                </a:solidFill>
                <a:latin typeface="Calibri"/>
                <a:cs typeface="Calibri"/>
              </a:rPr>
              <a:t>exemple,</a:t>
            </a:r>
            <a:r>
              <a:rPr lang="fr-FR" sz="1400" spc="85" dirty="0" smtClean="0">
                <a:solidFill>
                  <a:srgbClr val="585858"/>
                </a:solidFill>
                <a:latin typeface="Calibri"/>
                <a:cs typeface="Calibri"/>
              </a:rPr>
              <a:t> </a:t>
            </a:r>
            <a:r>
              <a:rPr lang="fr-FR" sz="1400" dirty="0" smtClean="0">
                <a:solidFill>
                  <a:srgbClr val="585858"/>
                </a:solidFill>
                <a:latin typeface="Calibri"/>
                <a:cs typeface="Calibri"/>
              </a:rPr>
              <a:t>le</a:t>
            </a:r>
            <a:r>
              <a:rPr lang="fr-FR" sz="1400" spc="105" dirty="0" smtClean="0">
                <a:solidFill>
                  <a:srgbClr val="585858"/>
                </a:solidFill>
                <a:latin typeface="Calibri"/>
                <a:cs typeface="Calibri"/>
              </a:rPr>
              <a:t> </a:t>
            </a:r>
            <a:r>
              <a:rPr lang="fr-FR" sz="1400" b="1" u="sng" dirty="0" smtClean="0">
                <a:solidFill>
                  <a:srgbClr val="0462C1"/>
                </a:solidFill>
                <a:uFill>
                  <a:solidFill>
                    <a:srgbClr val="0462C1"/>
                  </a:solidFill>
                </a:uFill>
                <a:latin typeface="Calibri"/>
                <a:cs typeface="Calibri"/>
                <a:hlinkClick r:id="rId4"/>
              </a:rPr>
              <a:t>NTFS</a:t>
            </a:r>
            <a:r>
              <a:rPr lang="fr-FR" sz="1400" dirty="0" smtClean="0">
                <a:solidFill>
                  <a:srgbClr val="555555"/>
                </a:solidFill>
                <a:latin typeface="Calibri"/>
                <a:cs typeface="Calibri"/>
              </a:rPr>
              <a:t>,</a:t>
            </a:r>
            <a:r>
              <a:rPr lang="fr-FR" sz="1400" spc="85" dirty="0" smtClean="0">
                <a:solidFill>
                  <a:srgbClr val="555555"/>
                </a:solidFill>
                <a:latin typeface="Calibri"/>
                <a:cs typeface="Calibri"/>
              </a:rPr>
              <a:t> </a:t>
            </a:r>
            <a:r>
              <a:rPr lang="fr-FR" sz="1400" dirty="0" smtClean="0">
                <a:solidFill>
                  <a:srgbClr val="585858"/>
                </a:solidFill>
                <a:latin typeface="Calibri"/>
                <a:cs typeface="Calibri"/>
              </a:rPr>
              <a:t>le</a:t>
            </a:r>
            <a:r>
              <a:rPr lang="fr-FR" sz="1400" spc="80" dirty="0" smtClean="0">
                <a:solidFill>
                  <a:srgbClr val="585858"/>
                </a:solidFill>
                <a:latin typeface="Calibri"/>
                <a:cs typeface="Calibri"/>
              </a:rPr>
              <a:t> </a:t>
            </a:r>
            <a:r>
              <a:rPr lang="fr-FR" sz="1400" b="1" u="sng" spc="-10" dirty="0" smtClean="0">
                <a:solidFill>
                  <a:srgbClr val="0462C1"/>
                </a:solidFill>
                <a:uFill>
                  <a:solidFill>
                    <a:srgbClr val="0462C1"/>
                  </a:solidFill>
                </a:uFill>
                <a:latin typeface="Calibri"/>
                <a:cs typeface="Calibri"/>
                <a:hlinkClick r:id="rId5"/>
              </a:rPr>
              <a:t>FAT32</a:t>
            </a:r>
            <a:r>
              <a:rPr lang="fr-FR" sz="1400" spc="-10" dirty="0" smtClean="0">
                <a:solidFill>
                  <a:srgbClr val="555555"/>
                </a:solidFill>
                <a:latin typeface="Calibri"/>
                <a:cs typeface="Calibri"/>
              </a:rPr>
              <a:t>,</a:t>
            </a:r>
            <a:r>
              <a:rPr lang="fr-FR" sz="1400" spc="65" dirty="0" smtClean="0">
                <a:solidFill>
                  <a:srgbClr val="555555"/>
                </a:solidFill>
                <a:latin typeface="Calibri"/>
                <a:cs typeface="Calibri"/>
              </a:rPr>
              <a:t> </a:t>
            </a:r>
            <a:r>
              <a:rPr lang="fr-FR" sz="1400" spc="-20" dirty="0" smtClean="0">
                <a:solidFill>
                  <a:srgbClr val="585858"/>
                </a:solidFill>
                <a:latin typeface="Calibri"/>
                <a:cs typeface="Calibri"/>
              </a:rPr>
              <a:t>etc.</a:t>
            </a:r>
          </a:p>
          <a:p>
            <a:pPr marL="12700" algn="just" rtl="0">
              <a:lnSpc>
                <a:spcPct val="200000"/>
              </a:lnSpc>
              <a:spcBef>
                <a:spcPts val="1320"/>
              </a:spcBef>
              <a:tabLst>
                <a:tab pos="122555" algn="l"/>
              </a:tabLst>
            </a:pPr>
            <a:r>
              <a:rPr lang="fr-FR" sz="1400" dirty="0">
                <a:solidFill>
                  <a:srgbClr val="585858"/>
                </a:solidFill>
                <a:latin typeface="Calibri"/>
                <a:cs typeface="Calibri"/>
              </a:rPr>
              <a:t>Il existe plusieurs modèles dans le marché de capacité de stockage différente, aujourd’hui, il y a des </a:t>
            </a:r>
            <a:r>
              <a:rPr lang="fr-FR" sz="1400" b="1" dirty="0">
                <a:solidFill>
                  <a:srgbClr val="585858"/>
                </a:solidFill>
                <a:latin typeface="Calibri"/>
                <a:cs typeface="Calibri"/>
              </a:rPr>
              <a:t>HDD</a:t>
            </a:r>
            <a:r>
              <a:rPr lang="fr-FR" sz="1400" dirty="0">
                <a:solidFill>
                  <a:srgbClr val="585858"/>
                </a:solidFill>
                <a:latin typeface="Calibri"/>
                <a:cs typeface="Calibri"/>
              </a:rPr>
              <a:t> qui peuvent stocker jusqu’à 3 </a:t>
            </a:r>
            <a:r>
              <a:rPr lang="fr-FR" sz="1400" dirty="0" smtClean="0">
                <a:solidFill>
                  <a:srgbClr val="585858"/>
                </a:solidFill>
                <a:latin typeface="Calibri"/>
                <a:cs typeface="Calibri"/>
              </a:rPr>
              <a:t>To.</a:t>
            </a:r>
            <a:endParaRPr lang="fr-FR" sz="1400" dirty="0">
              <a:solidFill>
                <a:srgbClr val="585858"/>
              </a:solidFill>
              <a:latin typeface="Calibri"/>
              <a:cs typeface="Calibri"/>
            </a:endParaRPr>
          </a:p>
          <a:p>
            <a:pPr marL="12700" algn="just">
              <a:lnSpc>
                <a:spcPct val="200000"/>
              </a:lnSpc>
              <a:spcBef>
                <a:spcPts val="1320"/>
              </a:spcBef>
              <a:tabLst>
                <a:tab pos="122555" algn="l"/>
              </a:tabLst>
            </a:pPr>
            <a:endParaRPr lang="fr-FR" sz="1200" dirty="0" smtClean="0">
              <a:latin typeface="Calibri"/>
              <a:cs typeface="Calibri"/>
            </a:endParaRPr>
          </a:p>
          <a:p>
            <a:pPr marL="122555" indent="-109855">
              <a:lnSpc>
                <a:spcPct val="100000"/>
              </a:lnSpc>
              <a:spcBef>
                <a:spcPts val="1320"/>
              </a:spcBef>
              <a:buChar char="•"/>
              <a:tabLst>
                <a:tab pos="122555" algn="l"/>
              </a:tabLst>
            </a:pPr>
            <a:endParaRPr sz="1200" dirty="0">
              <a:latin typeface="Calibri"/>
              <a:cs typeface="Calibri"/>
            </a:endParaRPr>
          </a:p>
        </p:txBody>
      </p:sp>
      <p:sp>
        <p:nvSpPr>
          <p:cNvPr id="15" name="object 15"/>
          <p:cNvSpPr txBox="1">
            <a:spLocks noGrp="1"/>
          </p:cNvSpPr>
          <p:nvPr>
            <p:ph type="title"/>
          </p:nvPr>
        </p:nvSpPr>
        <p:spPr>
          <a:xfrm>
            <a:off x="263753" y="332308"/>
            <a:ext cx="11664492" cy="699659"/>
          </a:xfrm>
          <a:prstGeom prst="rect">
            <a:avLst/>
          </a:prstGeom>
        </p:spPr>
        <p:txBody>
          <a:bodyPr vert="horz" wrap="square" lIns="0" tIns="144252" rIns="0" bIns="0" rtlCol="0">
            <a:spAutoFit/>
          </a:bodyPr>
          <a:lstStyle/>
          <a:p>
            <a:pPr marL="12700">
              <a:lnSpc>
                <a:spcPct val="100000"/>
              </a:lnSpc>
              <a:spcBef>
                <a:spcPts val="250"/>
              </a:spcBef>
            </a:pPr>
            <a:r>
              <a:rPr dirty="0" smtClean="0">
                <a:solidFill>
                  <a:srgbClr val="007842"/>
                </a:solidFill>
              </a:rPr>
              <a:t>0</a:t>
            </a:r>
            <a:r>
              <a:rPr lang="fr-FR" dirty="0" smtClean="0">
                <a:solidFill>
                  <a:srgbClr val="007842"/>
                </a:solidFill>
              </a:rPr>
              <a:t>5</a:t>
            </a:r>
            <a:r>
              <a:rPr spc="-40" dirty="0" smtClean="0">
                <a:solidFill>
                  <a:srgbClr val="007842"/>
                </a:solidFill>
              </a:rPr>
              <a:t> </a:t>
            </a:r>
            <a:r>
              <a:rPr dirty="0">
                <a:solidFill>
                  <a:srgbClr val="007842"/>
                </a:solidFill>
              </a:rPr>
              <a:t>–</a:t>
            </a:r>
            <a:r>
              <a:rPr spc="-20" dirty="0">
                <a:solidFill>
                  <a:srgbClr val="007842"/>
                </a:solidFill>
              </a:rPr>
              <a:t> </a:t>
            </a:r>
            <a:r>
              <a:rPr lang="fr-FR" dirty="0">
                <a:solidFill>
                  <a:srgbClr val="007842"/>
                </a:solidFill>
              </a:rPr>
              <a:t>Décrire des disques durs</a:t>
            </a:r>
            <a:r>
              <a:rPr lang="fr-FR" spc="-20" dirty="0" smtClean="0">
                <a:solidFill>
                  <a:srgbClr val="007842"/>
                </a:solidFill>
              </a:rPr>
              <a:t/>
            </a:r>
            <a:br>
              <a:rPr lang="fr-FR" spc="-20" dirty="0" smtClean="0">
                <a:solidFill>
                  <a:srgbClr val="007842"/>
                </a:solidFill>
              </a:rPr>
            </a:br>
            <a:r>
              <a:rPr lang="en-US" sz="1600" spc="-20" dirty="0" err="1">
                <a:solidFill>
                  <a:srgbClr val="007842"/>
                </a:solidFill>
              </a:rPr>
              <a:t>Disques</a:t>
            </a:r>
            <a:r>
              <a:rPr lang="en-US" sz="1600" spc="-20" dirty="0">
                <a:solidFill>
                  <a:srgbClr val="007842"/>
                </a:solidFill>
              </a:rPr>
              <a:t> </a:t>
            </a:r>
            <a:r>
              <a:rPr lang="en-US" sz="1600" spc="-20" dirty="0" err="1">
                <a:solidFill>
                  <a:srgbClr val="007842"/>
                </a:solidFill>
              </a:rPr>
              <a:t>durs</a:t>
            </a:r>
            <a:r>
              <a:rPr lang="en-US" sz="1600" spc="-20" dirty="0">
                <a:solidFill>
                  <a:srgbClr val="007842"/>
                </a:solidFill>
              </a:rPr>
              <a:t> HDD (hard disk drive)</a:t>
            </a:r>
            <a:endParaRPr sz="1600" spc="-20" dirty="0">
              <a:solidFill>
                <a:srgbClr val="007842"/>
              </a:solidFill>
            </a:endParaRPr>
          </a:p>
        </p:txBody>
      </p:sp>
      <p:sp>
        <p:nvSpPr>
          <p:cNvPr id="19"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1940051"/>
            <a:ext cx="8497418" cy="1577354"/>
          </a:xfrm>
          <a:prstGeom prst="rect">
            <a:avLst/>
          </a:prstGeom>
        </p:spPr>
        <p:txBody>
          <a:bodyPr vert="horz" wrap="square" lIns="0" tIns="104139" rIns="0" bIns="0" rtlCol="0">
            <a:spAutoFit/>
          </a:bodyPr>
          <a:lstStyle/>
          <a:p>
            <a:pPr marL="12700">
              <a:lnSpc>
                <a:spcPct val="200000"/>
              </a:lnSpc>
              <a:spcBef>
                <a:spcPts val="819"/>
              </a:spcBef>
            </a:pPr>
            <a:r>
              <a:rPr sz="1400" dirty="0">
                <a:solidFill>
                  <a:srgbClr val="585858"/>
                </a:solidFill>
                <a:latin typeface="Calibri"/>
                <a:cs typeface="Calibri"/>
              </a:rPr>
              <a:t>Il</a:t>
            </a:r>
            <a:r>
              <a:rPr sz="1400" spc="-50" dirty="0">
                <a:solidFill>
                  <a:srgbClr val="585858"/>
                </a:solidFill>
                <a:latin typeface="Calibri"/>
                <a:cs typeface="Calibri"/>
              </a:rPr>
              <a:t> </a:t>
            </a:r>
            <a:r>
              <a:rPr sz="1400" dirty="0">
                <a:solidFill>
                  <a:srgbClr val="585858"/>
                </a:solidFill>
                <a:latin typeface="Calibri"/>
                <a:cs typeface="Calibri"/>
              </a:rPr>
              <a:t>existe</a:t>
            </a:r>
            <a:r>
              <a:rPr sz="1400" spc="10" dirty="0">
                <a:solidFill>
                  <a:srgbClr val="585858"/>
                </a:solidFill>
                <a:latin typeface="Calibri"/>
                <a:cs typeface="Calibri"/>
              </a:rPr>
              <a:t> </a:t>
            </a:r>
            <a:r>
              <a:rPr sz="1400" spc="-10" dirty="0">
                <a:solidFill>
                  <a:srgbClr val="585858"/>
                </a:solidFill>
                <a:latin typeface="Calibri"/>
                <a:cs typeface="Calibri"/>
              </a:rPr>
              <a:t>plusieurs</a:t>
            </a:r>
            <a:r>
              <a:rPr sz="1400" spc="-5" dirty="0">
                <a:solidFill>
                  <a:srgbClr val="585858"/>
                </a:solidFill>
                <a:latin typeface="Calibri"/>
                <a:cs typeface="Calibri"/>
              </a:rPr>
              <a:t> </a:t>
            </a:r>
            <a:r>
              <a:rPr sz="1400" spc="-10" dirty="0">
                <a:solidFill>
                  <a:srgbClr val="585858"/>
                </a:solidFill>
                <a:latin typeface="Calibri"/>
                <a:cs typeface="Calibri"/>
              </a:rPr>
              <a:t>dimensions,</a:t>
            </a:r>
            <a:r>
              <a:rPr sz="1400" dirty="0">
                <a:solidFill>
                  <a:srgbClr val="585858"/>
                </a:solidFill>
                <a:latin typeface="Calibri"/>
                <a:cs typeface="Calibri"/>
              </a:rPr>
              <a:t> on</a:t>
            </a:r>
            <a:r>
              <a:rPr sz="1400" spc="-5" dirty="0">
                <a:solidFill>
                  <a:srgbClr val="585858"/>
                </a:solidFill>
                <a:latin typeface="Calibri"/>
                <a:cs typeface="Calibri"/>
              </a:rPr>
              <a:t> </a:t>
            </a:r>
            <a:r>
              <a:rPr sz="1400" dirty="0">
                <a:solidFill>
                  <a:srgbClr val="585858"/>
                </a:solidFill>
                <a:latin typeface="Calibri"/>
                <a:cs typeface="Calibri"/>
              </a:rPr>
              <a:t>note</a:t>
            </a:r>
            <a:r>
              <a:rPr sz="1400" spc="-15" dirty="0">
                <a:solidFill>
                  <a:srgbClr val="585858"/>
                </a:solidFill>
                <a:latin typeface="Calibri"/>
                <a:cs typeface="Calibri"/>
              </a:rPr>
              <a:t> </a:t>
            </a:r>
            <a:r>
              <a:rPr sz="1400" dirty="0">
                <a:solidFill>
                  <a:srgbClr val="585858"/>
                </a:solidFill>
                <a:latin typeface="Calibri"/>
                <a:cs typeface="Calibri"/>
              </a:rPr>
              <a:t>les</a:t>
            </a:r>
            <a:r>
              <a:rPr sz="1400" spc="-25" dirty="0">
                <a:solidFill>
                  <a:srgbClr val="585858"/>
                </a:solidFill>
                <a:latin typeface="Calibri"/>
                <a:cs typeface="Calibri"/>
              </a:rPr>
              <a:t> </a:t>
            </a:r>
            <a:r>
              <a:rPr sz="1400" dirty="0">
                <a:solidFill>
                  <a:srgbClr val="585858"/>
                </a:solidFill>
                <a:latin typeface="Calibri"/>
                <a:cs typeface="Calibri"/>
              </a:rPr>
              <a:t>modèles</a:t>
            </a:r>
            <a:r>
              <a:rPr sz="1400" spc="20" dirty="0">
                <a:solidFill>
                  <a:srgbClr val="585858"/>
                </a:solidFill>
                <a:latin typeface="Calibri"/>
                <a:cs typeface="Calibri"/>
              </a:rPr>
              <a:t> </a:t>
            </a:r>
            <a:r>
              <a:rPr sz="1400" dirty="0">
                <a:solidFill>
                  <a:srgbClr val="585858"/>
                </a:solidFill>
                <a:latin typeface="Calibri"/>
                <a:cs typeface="Calibri"/>
              </a:rPr>
              <a:t>2,5"</a:t>
            </a:r>
            <a:r>
              <a:rPr sz="1400" spc="5" dirty="0">
                <a:solidFill>
                  <a:srgbClr val="585858"/>
                </a:solidFill>
                <a:latin typeface="Calibri"/>
                <a:cs typeface="Calibri"/>
              </a:rPr>
              <a:t> </a:t>
            </a:r>
            <a:r>
              <a:rPr sz="1400" dirty="0">
                <a:solidFill>
                  <a:srgbClr val="585858"/>
                </a:solidFill>
                <a:latin typeface="Calibri"/>
                <a:cs typeface="Calibri"/>
              </a:rPr>
              <a:t>et</a:t>
            </a:r>
            <a:r>
              <a:rPr sz="1400" spc="-35" dirty="0">
                <a:solidFill>
                  <a:srgbClr val="585858"/>
                </a:solidFill>
                <a:latin typeface="Calibri"/>
                <a:cs typeface="Calibri"/>
              </a:rPr>
              <a:t> </a:t>
            </a:r>
            <a:r>
              <a:rPr sz="1400" dirty="0">
                <a:solidFill>
                  <a:srgbClr val="585858"/>
                </a:solidFill>
                <a:latin typeface="Calibri"/>
                <a:cs typeface="Calibri"/>
              </a:rPr>
              <a:t>3,5"</a:t>
            </a:r>
            <a:r>
              <a:rPr sz="1400" spc="-15" dirty="0">
                <a:solidFill>
                  <a:srgbClr val="585858"/>
                </a:solidFill>
                <a:latin typeface="Calibri"/>
                <a:cs typeface="Calibri"/>
              </a:rPr>
              <a:t> </a:t>
            </a:r>
            <a:r>
              <a:rPr sz="1400" dirty="0">
                <a:solidFill>
                  <a:srgbClr val="585858"/>
                </a:solidFill>
                <a:latin typeface="Calibri"/>
                <a:cs typeface="Calibri"/>
              </a:rPr>
              <a:t>qui</a:t>
            </a:r>
            <a:r>
              <a:rPr sz="1400" spc="-30" dirty="0">
                <a:solidFill>
                  <a:srgbClr val="585858"/>
                </a:solidFill>
                <a:latin typeface="Calibri"/>
                <a:cs typeface="Calibri"/>
              </a:rPr>
              <a:t> </a:t>
            </a:r>
            <a:r>
              <a:rPr sz="1400" dirty="0" err="1" smtClean="0">
                <a:solidFill>
                  <a:srgbClr val="585858"/>
                </a:solidFill>
                <a:latin typeface="Calibri"/>
                <a:cs typeface="Calibri"/>
              </a:rPr>
              <a:t>sont</a:t>
            </a:r>
            <a:r>
              <a:rPr lang="fr-FR" sz="1400" spc="-30" dirty="0">
                <a:solidFill>
                  <a:srgbClr val="585858"/>
                </a:solidFill>
                <a:latin typeface="Calibri"/>
                <a:cs typeface="Calibri"/>
              </a:rPr>
              <a:t> </a:t>
            </a:r>
            <a:r>
              <a:rPr sz="1400" spc="-10" dirty="0" err="1" smtClean="0">
                <a:solidFill>
                  <a:srgbClr val="585858"/>
                </a:solidFill>
                <a:latin typeface="Calibri"/>
                <a:cs typeface="Calibri"/>
              </a:rPr>
              <a:t>couramment</a:t>
            </a:r>
            <a:r>
              <a:rPr sz="1400" spc="-10" dirty="0" smtClean="0">
                <a:solidFill>
                  <a:srgbClr val="585858"/>
                </a:solidFill>
                <a:latin typeface="Calibri"/>
                <a:cs typeface="Calibri"/>
              </a:rPr>
              <a:t> </a:t>
            </a:r>
            <a:r>
              <a:rPr sz="1400" spc="-10" dirty="0">
                <a:solidFill>
                  <a:srgbClr val="585858"/>
                </a:solidFill>
                <a:latin typeface="Calibri"/>
                <a:cs typeface="Calibri"/>
              </a:rPr>
              <a:t>utilisés.</a:t>
            </a:r>
            <a:endParaRPr sz="1400" dirty="0">
              <a:latin typeface="Calibri"/>
              <a:cs typeface="Calibri"/>
            </a:endParaRPr>
          </a:p>
          <a:p>
            <a:pPr marL="184150" indent="-171450">
              <a:lnSpc>
                <a:spcPct val="200000"/>
              </a:lnSpc>
              <a:spcBef>
                <a:spcPts val="725"/>
              </a:spcBef>
              <a:buFont typeface="Arial"/>
              <a:buChar char="•"/>
              <a:tabLst>
                <a:tab pos="184150" algn="l"/>
              </a:tabLst>
            </a:pPr>
            <a:r>
              <a:rPr sz="1400" dirty="0">
                <a:solidFill>
                  <a:srgbClr val="585858"/>
                </a:solidFill>
                <a:latin typeface="Calibri"/>
                <a:cs typeface="Calibri"/>
              </a:rPr>
              <a:t>Les</a:t>
            </a:r>
            <a:r>
              <a:rPr sz="1400" spc="-20" dirty="0">
                <a:solidFill>
                  <a:srgbClr val="585858"/>
                </a:solidFill>
                <a:latin typeface="Calibri"/>
                <a:cs typeface="Calibri"/>
              </a:rPr>
              <a:t> </a:t>
            </a:r>
            <a:r>
              <a:rPr sz="1400" b="1" dirty="0">
                <a:solidFill>
                  <a:srgbClr val="585858"/>
                </a:solidFill>
                <a:latin typeface="Calibri"/>
                <a:cs typeface="Calibri"/>
              </a:rPr>
              <a:t>HDD</a:t>
            </a:r>
            <a:r>
              <a:rPr sz="1400" b="1" spc="-20" dirty="0">
                <a:solidFill>
                  <a:srgbClr val="585858"/>
                </a:solidFill>
                <a:latin typeface="Calibri"/>
                <a:cs typeface="Calibri"/>
              </a:rPr>
              <a:t> </a:t>
            </a:r>
            <a:r>
              <a:rPr sz="1400" dirty="0">
                <a:solidFill>
                  <a:srgbClr val="585858"/>
                </a:solidFill>
                <a:latin typeface="Calibri"/>
                <a:cs typeface="Calibri"/>
              </a:rPr>
              <a:t>externes</a:t>
            </a:r>
            <a:r>
              <a:rPr sz="1400" spc="5" dirty="0">
                <a:solidFill>
                  <a:srgbClr val="585858"/>
                </a:solidFill>
                <a:latin typeface="Calibri"/>
                <a:cs typeface="Calibri"/>
              </a:rPr>
              <a:t> </a:t>
            </a:r>
            <a:r>
              <a:rPr sz="1400" dirty="0">
                <a:solidFill>
                  <a:srgbClr val="585858"/>
                </a:solidFill>
                <a:latin typeface="Calibri"/>
                <a:cs typeface="Calibri"/>
              </a:rPr>
              <a:t>avec</a:t>
            </a:r>
            <a:r>
              <a:rPr sz="1400" spc="-30" dirty="0">
                <a:solidFill>
                  <a:srgbClr val="585858"/>
                </a:solidFill>
                <a:latin typeface="Calibri"/>
                <a:cs typeface="Calibri"/>
              </a:rPr>
              <a:t> </a:t>
            </a:r>
            <a:r>
              <a:rPr sz="1400" dirty="0">
                <a:solidFill>
                  <a:srgbClr val="585858"/>
                </a:solidFill>
                <a:latin typeface="Calibri"/>
                <a:cs typeface="Calibri"/>
              </a:rPr>
              <a:t>une</a:t>
            </a:r>
            <a:r>
              <a:rPr sz="1400" spc="-30" dirty="0">
                <a:solidFill>
                  <a:srgbClr val="585858"/>
                </a:solidFill>
                <a:latin typeface="Calibri"/>
                <a:cs typeface="Calibri"/>
              </a:rPr>
              <a:t> </a:t>
            </a:r>
            <a:r>
              <a:rPr sz="1400" spc="-10" dirty="0">
                <a:solidFill>
                  <a:srgbClr val="585858"/>
                </a:solidFill>
                <a:latin typeface="Calibri"/>
                <a:cs typeface="Calibri"/>
              </a:rPr>
              <a:t>interface</a:t>
            </a:r>
            <a:r>
              <a:rPr sz="1400" spc="-20" dirty="0">
                <a:solidFill>
                  <a:srgbClr val="585858"/>
                </a:solidFill>
                <a:latin typeface="Calibri"/>
                <a:cs typeface="Calibri"/>
              </a:rPr>
              <a:t> </a:t>
            </a:r>
            <a:r>
              <a:rPr sz="1400" dirty="0">
                <a:solidFill>
                  <a:srgbClr val="585858"/>
                </a:solidFill>
                <a:latin typeface="Calibri"/>
                <a:cs typeface="Calibri"/>
              </a:rPr>
              <a:t>de</a:t>
            </a:r>
            <a:r>
              <a:rPr sz="1400" spc="-5" dirty="0">
                <a:solidFill>
                  <a:srgbClr val="585858"/>
                </a:solidFill>
                <a:latin typeface="Calibri"/>
                <a:cs typeface="Calibri"/>
              </a:rPr>
              <a:t> </a:t>
            </a:r>
            <a:r>
              <a:rPr sz="1400" spc="-10" dirty="0">
                <a:solidFill>
                  <a:srgbClr val="585858"/>
                </a:solidFill>
                <a:latin typeface="Calibri"/>
                <a:cs typeface="Calibri"/>
              </a:rPr>
              <a:t>connexion</a:t>
            </a:r>
            <a:r>
              <a:rPr sz="1400" spc="10" dirty="0">
                <a:solidFill>
                  <a:srgbClr val="585858"/>
                </a:solidFill>
                <a:latin typeface="Calibri"/>
                <a:cs typeface="Calibri"/>
              </a:rPr>
              <a:t> </a:t>
            </a:r>
            <a:r>
              <a:rPr sz="1400" b="1" u="sng" dirty="0">
                <a:solidFill>
                  <a:srgbClr val="0462C1"/>
                </a:solidFill>
                <a:uFill>
                  <a:solidFill>
                    <a:srgbClr val="0462C1"/>
                  </a:solidFill>
                </a:uFill>
                <a:latin typeface="Calibri"/>
                <a:cs typeface="Calibri"/>
                <a:hlinkClick r:id="rId4"/>
              </a:rPr>
              <a:t>USB</a:t>
            </a:r>
            <a:r>
              <a:rPr sz="1400" b="1" spc="-45" dirty="0">
                <a:solidFill>
                  <a:srgbClr val="0462C1"/>
                </a:solidFill>
                <a:latin typeface="Calibri"/>
                <a:cs typeface="Calibri"/>
              </a:rPr>
              <a:t> </a:t>
            </a:r>
            <a:r>
              <a:rPr sz="1400" dirty="0">
                <a:solidFill>
                  <a:srgbClr val="585858"/>
                </a:solidFill>
                <a:latin typeface="Calibri"/>
                <a:cs typeface="Calibri"/>
              </a:rPr>
              <a:t>ou</a:t>
            </a:r>
            <a:r>
              <a:rPr sz="1400" spc="-10" dirty="0">
                <a:solidFill>
                  <a:srgbClr val="585858"/>
                </a:solidFill>
                <a:latin typeface="Calibri"/>
                <a:cs typeface="Calibri"/>
              </a:rPr>
              <a:t> </a:t>
            </a:r>
            <a:r>
              <a:rPr sz="1400" b="1" u="sng" spc="-10" dirty="0">
                <a:solidFill>
                  <a:srgbClr val="0462C1"/>
                </a:solidFill>
                <a:uFill>
                  <a:solidFill>
                    <a:srgbClr val="0462C1"/>
                  </a:solidFill>
                </a:uFill>
                <a:latin typeface="Calibri"/>
                <a:cs typeface="Calibri"/>
                <a:hlinkClick r:id="rId5"/>
              </a:rPr>
              <a:t>e-SATA</a:t>
            </a:r>
            <a:r>
              <a:rPr sz="1400" spc="-10" dirty="0">
                <a:solidFill>
                  <a:srgbClr val="555555"/>
                </a:solidFill>
                <a:latin typeface="Calibri"/>
                <a:cs typeface="Calibri"/>
              </a:rPr>
              <a:t>.</a:t>
            </a:r>
            <a:endParaRPr sz="1400" dirty="0">
              <a:latin typeface="Calibri"/>
              <a:cs typeface="Calibri"/>
            </a:endParaRPr>
          </a:p>
          <a:p>
            <a:pPr marL="184150" indent="-171450">
              <a:lnSpc>
                <a:spcPct val="200000"/>
              </a:lnSpc>
              <a:spcBef>
                <a:spcPts val="720"/>
              </a:spcBef>
              <a:buFont typeface="Arial"/>
              <a:buChar char="•"/>
              <a:tabLst>
                <a:tab pos="184150" algn="l"/>
              </a:tabLst>
            </a:pPr>
            <a:r>
              <a:rPr sz="1400" dirty="0">
                <a:solidFill>
                  <a:srgbClr val="585858"/>
                </a:solidFill>
                <a:latin typeface="Calibri"/>
                <a:cs typeface="Calibri"/>
              </a:rPr>
              <a:t>Les</a:t>
            </a:r>
            <a:r>
              <a:rPr sz="1400" spc="-35" dirty="0">
                <a:solidFill>
                  <a:srgbClr val="585858"/>
                </a:solidFill>
                <a:latin typeface="Calibri"/>
                <a:cs typeface="Calibri"/>
              </a:rPr>
              <a:t> </a:t>
            </a:r>
            <a:r>
              <a:rPr sz="1400" b="1" dirty="0">
                <a:solidFill>
                  <a:srgbClr val="585858"/>
                </a:solidFill>
                <a:latin typeface="Calibri"/>
                <a:cs typeface="Calibri"/>
              </a:rPr>
              <a:t>HDD</a:t>
            </a:r>
            <a:r>
              <a:rPr sz="1400" b="1" spc="-25" dirty="0">
                <a:solidFill>
                  <a:srgbClr val="585858"/>
                </a:solidFill>
                <a:latin typeface="Calibri"/>
                <a:cs typeface="Calibri"/>
              </a:rPr>
              <a:t> </a:t>
            </a:r>
            <a:r>
              <a:rPr sz="1400" dirty="0">
                <a:solidFill>
                  <a:srgbClr val="585858"/>
                </a:solidFill>
                <a:latin typeface="Calibri"/>
                <a:cs typeface="Calibri"/>
              </a:rPr>
              <a:t>internes sont</a:t>
            </a:r>
            <a:r>
              <a:rPr sz="1400" spc="-25" dirty="0">
                <a:solidFill>
                  <a:srgbClr val="585858"/>
                </a:solidFill>
                <a:latin typeface="Calibri"/>
                <a:cs typeface="Calibri"/>
              </a:rPr>
              <a:t> </a:t>
            </a:r>
            <a:r>
              <a:rPr sz="1400" dirty="0">
                <a:solidFill>
                  <a:srgbClr val="585858"/>
                </a:solidFill>
                <a:latin typeface="Calibri"/>
                <a:cs typeface="Calibri"/>
              </a:rPr>
              <a:t>connectés</a:t>
            </a:r>
            <a:r>
              <a:rPr sz="1400" spc="-5" dirty="0">
                <a:solidFill>
                  <a:srgbClr val="585858"/>
                </a:solidFill>
                <a:latin typeface="Calibri"/>
                <a:cs typeface="Calibri"/>
              </a:rPr>
              <a:t> </a:t>
            </a:r>
            <a:r>
              <a:rPr sz="1400" dirty="0">
                <a:solidFill>
                  <a:srgbClr val="585858"/>
                </a:solidFill>
                <a:latin typeface="Calibri"/>
                <a:cs typeface="Calibri"/>
              </a:rPr>
              <a:t>en</a:t>
            </a:r>
            <a:r>
              <a:rPr sz="1400" spc="-40" dirty="0">
                <a:solidFill>
                  <a:srgbClr val="585858"/>
                </a:solidFill>
                <a:latin typeface="Calibri"/>
                <a:cs typeface="Calibri"/>
              </a:rPr>
              <a:t> </a:t>
            </a:r>
            <a:r>
              <a:rPr sz="1400" b="1" u="sng" spc="-55" dirty="0">
                <a:solidFill>
                  <a:srgbClr val="0462C1"/>
                </a:solidFill>
                <a:uFill>
                  <a:solidFill>
                    <a:srgbClr val="0462C1"/>
                  </a:solidFill>
                </a:uFill>
                <a:latin typeface="Calibri"/>
                <a:cs typeface="Calibri"/>
                <a:hlinkClick r:id="rId6"/>
              </a:rPr>
              <a:t>SATA</a:t>
            </a:r>
            <a:r>
              <a:rPr sz="1400" b="1" spc="-15" dirty="0">
                <a:solidFill>
                  <a:srgbClr val="0462C1"/>
                </a:solidFill>
                <a:latin typeface="Calibri"/>
                <a:cs typeface="Calibri"/>
              </a:rPr>
              <a:t> </a:t>
            </a:r>
            <a:r>
              <a:rPr sz="1400" dirty="0">
                <a:solidFill>
                  <a:srgbClr val="555555"/>
                </a:solidFill>
                <a:latin typeface="Calibri"/>
                <a:cs typeface="Calibri"/>
              </a:rPr>
              <a:t>ou</a:t>
            </a:r>
            <a:r>
              <a:rPr sz="1400" spc="-15" dirty="0">
                <a:solidFill>
                  <a:srgbClr val="555555"/>
                </a:solidFill>
                <a:latin typeface="Calibri"/>
                <a:cs typeface="Calibri"/>
              </a:rPr>
              <a:t> </a:t>
            </a:r>
            <a:r>
              <a:rPr sz="1400" dirty="0">
                <a:solidFill>
                  <a:srgbClr val="555555"/>
                </a:solidFill>
                <a:latin typeface="Calibri"/>
                <a:cs typeface="Calibri"/>
              </a:rPr>
              <a:t>en</a:t>
            </a:r>
            <a:r>
              <a:rPr sz="1400" spc="-20" dirty="0">
                <a:solidFill>
                  <a:srgbClr val="555555"/>
                </a:solidFill>
                <a:latin typeface="Calibri"/>
                <a:cs typeface="Calibri"/>
              </a:rPr>
              <a:t> </a:t>
            </a:r>
            <a:r>
              <a:rPr sz="1400" b="1" u="sng" spc="-20" dirty="0">
                <a:solidFill>
                  <a:srgbClr val="0462C1"/>
                </a:solidFill>
                <a:uFill>
                  <a:solidFill>
                    <a:srgbClr val="0462C1"/>
                  </a:solidFill>
                </a:uFill>
                <a:latin typeface="Calibri"/>
                <a:cs typeface="Calibri"/>
                <a:hlinkClick r:id="rId7"/>
              </a:rPr>
              <a:t>IDE</a:t>
            </a:r>
            <a:r>
              <a:rPr sz="1400" spc="-20" dirty="0" smtClean="0">
                <a:solidFill>
                  <a:srgbClr val="555555"/>
                </a:solidFill>
                <a:latin typeface="Calibri"/>
                <a:cs typeface="Calibri"/>
              </a:rPr>
              <a:t>.</a:t>
            </a:r>
            <a:endParaRPr sz="1400" dirty="0">
              <a:latin typeface="Calibri"/>
              <a:cs typeface="Calibri"/>
            </a:endParaRPr>
          </a:p>
        </p:txBody>
      </p:sp>
      <p:pic>
        <p:nvPicPr>
          <p:cNvPr id="12" name="object 12"/>
          <p:cNvPicPr/>
          <p:nvPr/>
        </p:nvPicPr>
        <p:blipFill>
          <a:blip r:embed="rId8" cstate="print"/>
          <a:stretch>
            <a:fillRect/>
          </a:stretch>
        </p:blipFill>
        <p:spPr>
          <a:xfrm>
            <a:off x="6288024" y="3352800"/>
            <a:ext cx="3465576" cy="2542032"/>
          </a:xfrm>
          <a:prstGeom prst="rect">
            <a:avLst/>
          </a:prstGeom>
        </p:spPr>
      </p:pic>
      <p:sp>
        <p:nvSpPr>
          <p:cNvPr id="13" name="object 13"/>
          <p:cNvSpPr txBox="1"/>
          <p:nvPr/>
        </p:nvSpPr>
        <p:spPr>
          <a:xfrm>
            <a:off x="6781800" y="5963921"/>
            <a:ext cx="300101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25" dirty="0">
                <a:solidFill>
                  <a:srgbClr val="A6A6A6"/>
                </a:solidFill>
                <a:latin typeface="Calibri"/>
                <a:cs typeface="Calibri"/>
              </a:rPr>
              <a:t> </a:t>
            </a:r>
            <a:r>
              <a:rPr sz="1200" i="1" dirty="0" smtClean="0">
                <a:solidFill>
                  <a:srgbClr val="A6A6A6"/>
                </a:solidFill>
                <a:latin typeface="Calibri"/>
                <a:cs typeface="Calibri"/>
              </a:rPr>
              <a:t>:</a:t>
            </a:r>
            <a:r>
              <a:rPr sz="1200" i="1" spc="-5" dirty="0" smtClean="0">
                <a:solidFill>
                  <a:srgbClr val="A6A6A6"/>
                </a:solidFill>
                <a:latin typeface="Calibri"/>
                <a:cs typeface="Calibri"/>
              </a:rPr>
              <a:t> </a:t>
            </a:r>
            <a:r>
              <a:rPr sz="1200" i="1" spc="-10" dirty="0">
                <a:solidFill>
                  <a:srgbClr val="A6A6A6"/>
                </a:solidFill>
                <a:latin typeface="Calibri"/>
                <a:cs typeface="Calibri"/>
              </a:rPr>
              <a:t>Illustration</a:t>
            </a:r>
            <a:r>
              <a:rPr sz="1200" i="1" spc="-40" dirty="0">
                <a:solidFill>
                  <a:srgbClr val="A6A6A6"/>
                </a:solidFill>
                <a:latin typeface="Calibri"/>
                <a:cs typeface="Calibri"/>
              </a:rPr>
              <a:t> </a:t>
            </a:r>
            <a:r>
              <a:rPr sz="1200" i="1" dirty="0">
                <a:solidFill>
                  <a:srgbClr val="A6A6A6"/>
                </a:solidFill>
                <a:latin typeface="Calibri"/>
                <a:cs typeface="Calibri"/>
              </a:rPr>
              <a:t>d'un</a:t>
            </a:r>
            <a:r>
              <a:rPr sz="1200" i="1" spc="-20" dirty="0">
                <a:solidFill>
                  <a:srgbClr val="A6A6A6"/>
                </a:solidFill>
                <a:latin typeface="Calibri"/>
                <a:cs typeface="Calibri"/>
              </a:rPr>
              <a:t> </a:t>
            </a:r>
            <a:r>
              <a:rPr sz="1200" i="1" dirty="0">
                <a:solidFill>
                  <a:srgbClr val="A6A6A6"/>
                </a:solidFill>
                <a:latin typeface="Calibri"/>
                <a:cs typeface="Calibri"/>
              </a:rPr>
              <a:t>HDD</a:t>
            </a:r>
            <a:r>
              <a:rPr sz="1200" i="1" spc="-20" dirty="0">
                <a:solidFill>
                  <a:srgbClr val="A6A6A6"/>
                </a:solidFill>
                <a:latin typeface="Calibri"/>
                <a:cs typeface="Calibri"/>
              </a:rPr>
              <a:t> </a:t>
            </a:r>
            <a:r>
              <a:rPr sz="1200" i="1" dirty="0">
                <a:solidFill>
                  <a:srgbClr val="A6A6A6"/>
                </a:solidFill>
                <a:latin typeface="Calibri"/>
                <a:cs typeface="Calibri"/>
              </a:rPr>
              <a:t>interne</a:t>
            </a:r>
            <a:r>
              <a:rPr sz="1200" i="1" spc="-15" dirty="0">
                <a:solidFill>
                  <a:srgbClr val="A6A6A6"/>
                </a:solidFill>
                <a:latin typeface="Calibri"/>
                <a:cs typeface="Calibri"/>
              </a:rPr>
              <a:t> </a:t>
            </a:r>
            <a:r>
              <a:rPr sz="1200" i="1" dirty="0">
                <a:solidFill>
                  <a:srgbClr val="A6A6A6"/>
                </a:solidFill>
                <a:latin typeface="Calibri"/>
                <a:cs typeface="Calibri"/>
              </a:rPr>
              <a:t>3,5"</a:t>
            </a:r>
            <a:r>
              <a:rPr sz="1200" i="1" spc="20" dirty="0">
                <a:solidFill>
                  <a:srgbClr val="A6A6A6"/>
                </a:solidFill>
                <a:latin typeface="Calibri"/>
                <a:cs typeface="Calibri"/>
              </a:rPr>
              <a:t> </a:t>
            </a:r>
            <a:r>
              <a:rPr sz="1200" i="1" spc="-25" dirty="0">
                <a:solidFill>
                  <a:srgbClr val="A6A6A6"/>
                </a:solidFill>
                <a:latin typeface="Calibri"/>
                <a:cs typeface="Calibri"/>
              </a:rPr>
              <a:t>IDE</a:t>
            </a:r>
            <a:endParaRPr sz="1200" dirty="0">
              <a:latin typeface="Calibri"/>
              <a:cs typeface="Calibri"/>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32</a:t>
            </a:fld>
            <a:endParaRPr spc="-25" dirty="0"/>
          </a:p>
        </p:txBody>
      </p:sp>
      <p:sp>
        <p:nvSpPr>
          <p:cNvPr id="14" name="object 14"/>
          <p:cNvSpPr txBox="1">
            <a:spLocks noGrp="1"/>
          </p:cNvSpPr>
          <p:nvPr>
            <p:ph type="title"/>
          </p:nvPr>
        </p:nvSpPr>
        <p:spPr>
          <a:xfrm>
            <a:off x="263753" y="332308"/>
            <a:ext cx="11664492" cy="699659"/>
          </a:xfrm>
          <a:prstGeom prst="rect">
            <a:avLst/>
          </a:prstGeom>
        </p:spPr>
        <p:txBody>
          <a:bodyPr vert="horz" wrap="square" lIns="0" tIns="144252" rIns="0" bIns="0" rtlCol="0">
            <a:spAutoFit/>
          </a:bodyPr>
          <a:lstStyle/>
          <a:p>
            <a:pPr marL="12700">
              <a:lnSpc>
                <a:spcPct val="100000"/>
              </a:lnSpc>
              <a:spcBef>
                <a:spcPts val="250"/>
              </a:spcBef>
            </a:pPr>
            <a:r>
              <a:rPr dirty="0" smtClean="0">
                <a:solidFill>
                  <a:srgbClr val="007842"/>
                </a:solidFill>
              </a:rPr>
              <a:t>0</a:t>
            </a:r>
            <a:r>
              <a:rPr lang="fr-FR" dirty="0" smtClean="0">
                <a:solidFill>
                  <a:srgbClr val="007842"/>
                </a:solidFill>
              </a:rPr>
              <a:t>5 </a:t>
            </a:r>
            <a:r>
              <a:rPr dirty="0" smtClean="0">
                <a:solidFill>
                  <a:srgbClr val="007842"/>
                </a:solidFill>
              </a:rPr>
              <a:t>–</a:t>
            </a:r>
            <a:r>
              <a:rPr spc="-20" dirty="0" smtClean="0">
                <a:solidFill>
                  <a:srgbClr val="007842"/>
                </a:solidFill>
              </a:rPr>
              <a:t> </a:t>
            </a:r>
            <a:r>
              <a:rPr lang="fr-FR" dirty="0">
                <a:solidFill>
                  <a:srgbClr val="007842"/>
                </a:solidFill>
              </a:rPr>
              <a:t>Décrire des disques </a:t>
            </a:r>
            <a:r>
              <a:rPr lang="fr-FR" dirty="0" smtClean="0">
                <a:solidFill>
                  <a:srgbClr val="007842"/>
                </a:solidFill>
              </a:rPr>
              <a:t>durs</a:t>
            </a:r>
            <a:br>
              <a:rPr lang="fr-FR" dirty="0" smtClean="0">
                <a:solidFill>
                  <a:srgbClr val="007842"/>
                </a:solidFill>
              </a:rPr>
            </a:br>
            <a:r>
              <a:rPr lang="en-US" sz="1600" spc="-20" dirty="0" err="1" smtClean="0">
                <a:solidFill>
                  <a:srgbClr val="007842"/>
                </a:solidFill>
              </a:rPr>
              <a:t>Disques</a:t>
            </a:r>
            <a:r>
              <a:rPr lang="en-US" sz="1600" spc="-20" dirty="0" smtClean="0">
                <a:solidFill>
                  <a:srgbClr val="007842"/>
                </a:solidFill>
              </a:rPr>
              <a:t> </a:t>
            </a:r>
            <a:r>
              <a:rPr lang="en-US" sz="1600" spc="-20" dirty="0" err="1">
                <a:solidFill>
                  <a:srgbClr val="007842"/>
                </a:solidFill>
              </a:rPr>
              <a:t>durs</a:t>
            </a:r>
            <a:r>
              <a:rPr lang="en-US" sz="1600" spc="-20" dirty="0">
                <a:solidFill>
                  <a:srgbClr val="007842"/>
                </a:solidFill>
              </a:rPr>
              <a:t> HDD (hard disk drive)</a:t>
            </a:r>
            <a:endParaRPr sz="1600" dirty="0"/>
          </a:p>
        </p:txBody>
      </p:sp>
      <p:sp>
        <p:nvSpPr>
          <p:cNvPr id="17"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33</a:t>
            </a:fld>
            <a:endParaRPr spc="-25" dirty="0"/>
          </a:p>
        </p:txBody>
      </p:sp>
      <p:sp>
        <p:nvSpPr>
          <p:cNvPr id="14" name="object 14"/>
          <p:cNvSpPr txBox="1">
            <a:spLocks noGrp="1"/>
          </p:cNvSpPr>
          <p:nvPr>
            <p:ph type="title"/>
          </p:nvPr>
        </p:nvSpPr>
        <p:spPr>
          <a:xfrm>
            <a:off x="263753" y="332308"/>
            <a:ext cx="11664492" cy="699659"/>
          </a:xfrm>
          <a:prstGeom prst="rect">
            <a:avLst/>
          </a:prstGeom>
        </p:spPr>
        <p:txBody>
          <a:bodyPr vert="horz" wrap="square" lIns="0" tIns="144252" rIns="0" bIns="0" rtlCol="0">
            <a:spAutoFit/>
          </a:bodyPr>
          <a:lstStyle/>
          <a:p>
            <a:pPr marL="12700">
              <a:lnSpc>
                <a:spcPct val="100000"/>
              </a:lnSpc>
              <a:spcBef>
                <a:spcPts val="250"/>
              </a:spcBef>
            </a:pPr>
            <a:r>
              <a:rPr dirty="0" smtClean="0">
                <a:solidFill>
                  <a:srgbClr val="007842"/>
                </a:solidFill>
              </a:rPr>
              <a:t>0</a:t>
            </a:r>
            <a:r>
              <a:rPr lang="fr-FR" dirty="0" smtClean="0">
                <a:solidFill>
                  <a:srgbClr val="007842"/>
                </a:solidFill>
              </a:rPr>
              <a:t>5 </a:t>
            </a:r>
            <a:r>
              <a:rPr dirty="0" smtClean="0">
                <a:solidFill>
                  <a:srgbClr val="007842"/>
                </a:solidFill>
              </a:rPr>
              <a:t>–</a:t>
            </a:r>
            <a:r>
              <a:rPr spc="-20" dirty="0" smtClean="0">
                <a:solidFill>
                  <a:srgbClr val="007842"/>
                </a:solidFill>
              </a:rPr>
              <a:t> </a:t>
            </a:r>
            <a:r>
              <a:rPr lang="fr-FR" dirty="0">
                <a:solidFill>
                  <a:srgbClr val="007842"/>
                </a:solidFill>
              </a:rPr>
              <a:t>Décrire des disques </a:t>
            </a:r>
            <a:r>
              <a:rPr lang="fr-FR" dirty="0" smtClean="0">
                <a:solidFill>
                  <a:srgbClr val="007842"/>
                </a:solidFill>
              </a:rPr>
              <a:t>durs</a:t>
            </a:r>
            <a:br>
              <a:rPr lang="fr-FR" dirty="0" smtClean="0">
                <a:solidFill>
                  <a:srgbClr val="007842"/>
                </a:solidFill>
              </a:rPr>
            </a:br>
            <a:r>
              <a:rPr lang="en-US" sz="1600" spc="-20" dirty="0" smtClean="0">
                <a:solidFill>
                  <a:srgbClr val="007842"/>
                </a:solidFill>
              </a:rPr>
              <a:t>IDE vs SATA</a:t>
            </a:r>
            <a:endParaRPr sz="1600" dirty="0"/>
          </a:p>
        </p:txBody>
      </p:sp>
      <p:sp>
        <p:nvSpPr>
          <p:cNvPr id="17"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graphicFrame>
        <p:nvGraphicFramePr>
          <p:cNvPr id="7" name="Tableau 6"/>
          <p:cNvGraphicFramePr>
            <a:graphicFrameLocks noGrp="1"/>
          </p:cNvGraphicFramePr>
          <p:nvPr>
            <p:extLst>
              <p:ext uri="{D42A27DB-BD31-4B8C-83A1-F6EECF244321}">
                <p14:modId xmlns:p14="http://schemas.microsoft.com/office/powerpoint/2010/main" val="2122541799"/>
              </p:ext>
            </p:extLst>
          </p:nvPr>
        </p:nvGraphicFramePr>
        <p:xfrm>
          <a:off x="1600200" y="1779878"/>
          <a:ext cx="8610600" cy="4498150"/>
        </p:xfrm>
        <a:graphic>
          <a:graphicData uri="http://schemas.openxmlformats.org/drawingml/2006/table">
            <a:tbl>
              <a:tblPr/>
              <a:tblGrid>
                <a:gridCol w="1290194">
                  <a:extLst>
                    <a:ext uri="{9D8B030D-6E8A-4147-A177-3AD203B41FA5}">
                      <a16:colId xmlns:a16="http://schemas.microsoft.com/office/drawing/2014/main" val="2250689545"/>
                    </a:ext>
                  </a:extLst>
                </a:gridCol>
                <a:gridCol w="3660203">
                  <a:extLst>
                    <a:ext uri="{9D8B030D-6E8A-4147-A177-3AD203B41FA5}">
                      <a16:colId xmlns:a16="http://schemas.microsoft.com/office/drawing/2014/main" val="3141536362"/>
                    </a:ext>
                  </a:extLst>
                </a:gridCol>
                <a:gridCol w="3660203">
                  <a:extLst>
                    <a:ext uri="{9D8B030D-6E8A-4147-A177-3AD203B41FA5}">
                      <a16:colId xmlns:a16="http://schemas.microsoft.com/office/drawing/2014/main" val="3196963363"/>
                    </a:ext>
                  </a:extLst>
                </a:gridCol>
              </a:tblGrid>
              <a:tr h="193565">
                <a:tc>
                  <a:txBody>
                    <a:bodyPr/>
                    <a:lstStyle/>
                    <a:p>
                      <a:pPr algn="ctr" fontAlgn="base"/>
                      <a:r>
                        <a:rPr lang="fr-FR" sz="1200" b="1" dirty="0" smtClean="0">
                          <a:solidFill>
                            <a:schemeClr val="tx1"/>
                          </a:solidFill>
                          <a:effectLst/>
                          <a:latin typeface="+mj-lt"/>
                        </a:rPr>
                        <a:t>Table de comparaison</a:t>
                      </a:r>
                      <a:endParaRPr lang="fr-FR" sz="1200" b="1" dirty="0">
                        <a:solidFill>
                          <a:schemeClr val="tx1"/>
                        </a:solidFill>
                        <a:effectLst/>
                        <a:latin typeface="+mj-lt"/>
                      </a:endParaRPr>
                    </a:p>
                  </a:txBody>
                  <a:tcPr marL="8472" marR="8472" marT="12708" marB="12708" anchor="ctr">
                    <a:lnL>
                      <a:noFill/>
                    </a:lnL>
                    <a:lnR w="15240" cap="flat" cmpd="sng" algn="ctr">
                      <a:solidFill>
                        <a:srgbClr val="D0E4F5"/>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EEEEEE"/>
                    </a:solidFill>
                  </a:tcPr>
                </a:tc>
                <a:tc>
                  <a:txBody>
                    <a:bodyPr/>
                    <a:lstStyle/>
                    <a:p>
                      <a:pPr algn="ctr" fontAlgn="base"/>
                      <a:r>
                        <a:rPr lang="fr-FR" sz="1200" b="1">
                          <a:solidFill>
                            <a:schemeClr val="tx1"/>
                          </a:solidFill>
                          <a:effectLst/>
                          <a:latin typeface="+mj-lt"/>
                        </a:rPr>
                        <a:t>IDE</a:t>
                      </a:r>
                    </a:p>
                  </a:txBody>
                  <a:tcPr marL="8472" marR="8472" marT="12708" marB="12708" anchor="ctr">
                    <a:lnL w="15240" cap="flat" cmpd="sng" algn="ctr">
                      <a:solidFill>
                        <a:srgbClr val="D0E4F5"/>
                      </a:solidFill>
                      <a:prstDash val="solid"/>
                      <a:round/>
                      <a:headEnd type="none" w="med" len="med"/>
                      <a:tailEnd type="none" w="med" len="med"/>
                    </a:lnL>
                    <a:lnR w="15240" cap="flat" cmpd="sng" algn="ctr">
                      <a:solidFill>
                        <a:srgbClr val="D0E4F5"/>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EEEEEE"/>
                    </a:solidFill>
                  </a:tcPr>
                </a:tc>
                <a:tc>
                  <a:txBody>
                    <a:bodyPr/>
                    <a:lstStyle/>
                    <a:p>
                      <a:pPr algn="ctr" fontAlgn="base"/>
                      <a:r>
                        <a:rPr lang="fr-FR" sz="1200" b="1" dirty="0">
                          <a:solidFill>
                            <a:schemeClr val="tx1"/>
                          </a:solidFill>
                          <a:effectLst/>
                          <a:latin typeface="+mj-lt"/>
                        </a:rPr>
                        <a:t>SATA</a:t>
                      </a:r>
                    </a:p>
                  </a:txBody>
                  <a:tcPr marL="8472" marR="8472" marT="12708" marB="12708" anchor="ctr">
                    <a:lnL w="15240" cap="flat" cmpd="sng" algn="ctr">
                      <a:solidFill>
                        <a:srgbClr val="D0E4F5"/>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EEEEEE"/>
                    </a:solidFill>
                  </a:tcPr>
                </a:tc>
                <a:extLst>
                  <a:ext uri="{0D108BD9-81ED-4DB2-BD59-A6C34878D82A}">
                    <a16:rowId xmlns:a16="http://schemas.microsoft.com/office/drawing/2014/main" val="2108723923"/>
                  </a:ext>
                </a:extLst>
              </a:tr>
              <a:tr h="433514">
                <a:tc>
                  <a:txBody>
                    <a:bodyPr/>
                    <a:lstStyle/>
                    <a:p>
                      <a:pPr algn="ctr" fontAlgn="base"/>
                      <a:r>
                        <a:rPr lang="fr-FR" sz="1200" b="1">
                          <a:effectLst/>
                          <a:latin typeface="+mj-lt"/>
                        </a:rPr>
                        <a:t>Les avantages</a:t>
                      </a:r>
                      <a:endParaRPr lang="fr-FR" sz="1200">
                        <a:effectLst/>
                        <a:latin typeface="+mj-lt"/>
                      </a:endParaRP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EEEEEE"/>
                    </a:solidFill>
                  </a:tcPr>
                </a:tc>
                <a:tc>
                  <a:txBody>
                    <a:bodyPr/>
                    <a:lstStyle/>
                    <a:p>
                      <a:pPr algn="l" fontAlgn="base"/>
                      <a:r>
                        <a:rPr lang="fr-FR" sz="1000">
                          <a:effectLst/>
                          <a:latin typeface="+mj-lt"/>
                        </a:rPr>
                        <a:t>Compatibilité maximale</a:t>
                      </a: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EEEEEE"/>
                    </a:solidFill>
                  </a:tcPr>
                </a:tc>
                <a:tc>
                  <a:txBody>
                    <a:bodyPr/>
                    <a:lstStyle/>
                    <a:p>
                      <a:pPr algn="l" fontAlgn="base"/>
                      <a:r>
                        <a:rPr lang="fr-FR" sz="1000" dirty="0">
                          <a:effectLst/>
                          <a:latin typeface="+mj-lt"/>
                        </a:rPr>
                        <a:t>Peu coûteux, grande capacité de stockage.</a:t>
                      </a: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EEEEEE"/>
                    </a:solidFill>
                  </a:tcPr>
                </a:tc>
                <a:extLst>
                  <a:ext uri="{0D108BD9-81ED-4DB2-BD59-A6C34878D82A}">
                    <a16:rowId xmlns:a16="http://schemas.microsoft.com/office/drawing/2014/main" val="2228875356"/>
                  </a:ext>
                </a:extLst>
              </a:tr>
              <a:tr h="296615">
                <a:tc>
                  <a:txBody>
                    <a:bodyPr/>
                    <a:lstStyle/>
                    <a:p>
                      <a:pPr algn="ctr" fontAlgn="base"/>
                      <a:r>
                        <a:rPr lang="fr-FR" sz="1200" b="1">
                          <a:effectLst/>
                          <a:latin typeface="+mj-lt"/>
                        </a:rPr>
                        <a:t>La vitesse</a:t>
                      </a:r>
                      <a:endParaRPr lang="fr-FR" sz="1200">
                        <a:effectLst/>
                        <a:latin typeface="+mj-lt"/>
                      </a:endParaRP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D0E4F5"/>
                    </a:solidFill>
                  </a:tcPr>
                </a:tc>
                <a:tc>
                  <a:txBody>
                    <a:bodyPr/>
                    <a:lstStyle/>
                    <a:p>
                      <a:pPr algn="l" fontAlgn="base"/>
                      <a:r>
                        <a:rPr lang="fr-FR" sz="1000">
                          <a:effectLst/>
                          <a:latin typeface="+mj-lt"/>
                        </a:rPr>
                        <a:t>Transferts de données jusqu’à 133 Mo/s</a:t>
                      </a: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D0E4F5"/>
                    </a:solidFill>
                  </a:tcPr>
                </a:tc>
                <a:tc>
                  <a:txBody>
                    <a:bodyPr/>
                    <a:lstStyle/>
                    <a:p>
                      <a:pPr algn="l" fontAlgn="base"/>
                      <a:r>
                        <a:rPr lang="fr-FR" sz="1000" dirty="0">
                          <a:effectLst/>
                          <a:latin typeface="+mj-lt"/>
                        </a:rPr>
                        <a:t>Transferts de données jusqu’à 6 Gb/s</a:t>
                      </a: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D0E4F5"/>
                    </a:solidFill>
                  </a:tcPr>
                </a:tc>
                <a:extLst>
                  <a:ext uri="{0D108BD9-81ED-4DB2-BD59-A6C34878D82A}">
                    <a16:rowId xmlns:a16="http://schemas.microsoft.com/office/drawing/2014/main" val="978256516"/>
                  </a:ext>
                </a:extLst>
              </a:tr>
              <a:tr h="707312">
                <a:tc>
                  <a:txBody>
                    <a:bodyPr/>
                    <a:lstStyle/>
                    <a:p>
                      <a:pPr algn="ctr" fontAlgn="base"/>
                      <a:r>
                        <a:rPr lang="fr-FR" sz="1200" b="1">
                          <a:effectLst/>
                          <a:latin typeface="+mj-lt"/>
                        </a:rPr>
                        <a:t>Câble de données</a:t>
                      </a:r>
                      <a:endParaRPr lang="fr-FR" sz="1200">
                        <a:effectLst/>
                        <a:latin typeface="+mj-lt"/>
                      </a:endParaRP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EEEEEE"/>
                    </a:solidFill>
                  </a:tcPr>
                </a:tc>
                <a:tc>
                  <a:txBody>
                    <a:bodyPr/>
                    <a:lstStyle/>
                    <a:p>
                      <a:pPr algn="l" fontAlgn="base"/>
                      <a:r>
                        <a:rPr lang="fr-FR" sz="1000" dirty="0">
                          <a:effectLst/>
                          <a:latin typeface="+mj-lt"/>
                        </a:rPr>
                        <a:t>En forme de ruban, large, peut atteindre 18 pouces de long</a:t>
                      </a: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EEEEEE"/>
                    </a:solidFill>
                  </a:tcPr>
                </a:tc>
                <a:tc>
                  <a:txBody>
                    <a:bodyPr/>
                    <a:lstStyle/>
                    <a:p>
                      <a:pPr algn="l" fontAlgn="base"/>
                      <a:r>
                        <a:rPr lang="fr-FR" sz="1000">
                          <a:effectLst/>
                          <a:latin typeface="+mj-lt"/>
                        </a:rPr>
                        <a:t>Étroit, il peut atteindre un mètre de long. L’alimentation et les données sont divisées en deux connexions.</a:t>
                      </a: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EEEEEE"/>
                    </a:solidFill>
                  </a:tcPr>
                </a:tc>
                <a:extLst>
                  <a:ext uri="{0D108BD9-81ED-4DB2-BD59-A6C34878D82A}">
                    <a16:rowId xmlns:a16="http://schemas.microsoft.com/office/drawing/2014/main" val="2339797098"/>
                  </a:ext>
                </a:extLst>
              </a:tr>
              <a:tr h="296615">
                <a:tc>
                  <a:txBody>
                    <a:bodyPr/>
                    <a:lstStyle/>
                    <a:p>
                      <a:pPr algn="ctr" fontAlgn="base"/>
                      <a:r>
                        <a:rPr lang="fr-FR" sz="1200" b="1">
                          <a:effectLst/>
                          <a:latin typeface="+mj-lt"/>
                        </a:rPr>
                        <a:t>Remplacement</a:t>
                      </a:r>
                      <a:endParaRPr lang="fr-FR" sz="1200">
                        <a:effectLst/>
                        <a:latin typeface="+mj-lt"/>
                      </a:endParaRP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D0E4F5"/>
                    </a:solidFill>
                  </a:tcPr>
                </a:tc>
                <a:tc>
                  <a:txBody>
                    <a:bodyPr/>
                    <a:lstStyle/>
                    <a:p>
                      <a:pPr algn="l" fontAlgn="base"/>
                      <a:r>
                        <a:rPr lang="fr-FR" sz="1000" dirty="0">
                          <a:effectLst/>
                          <a:latin typeface="+mj-lt"/>
                        </a:rPr>
                        <a:t>Remplacé par SATA</a:t>
                      </a: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D0E4F5"/>
                    </a:solidFill>
                  </a:tcPr>
                </a:tc>
                <a:tc>
                  <a:txBody>
                    <a:bodyPr/>
                    <a:lstStyle/>
                    <a:p>
                      <a:pPr algn="l" fontAlgn="base"/>
                      <a:r>
                        <a:rPr lang="fr-FR" sz="1000">
                          <a:effectLst/>
                          <a:latin typeface="+mj-lt"/>
                        </a:rPr>
                        <a:t>Remplace Parallel ATA (PATA) aka IDE</a:t>
                      </a: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D0E4F5"/>
                    </a:solidFill>
                  </a:tcPr>
                </a:tc>
                <a:extLst>
                  <a:ext uri="{0D108BD9-81ED-4DB2-BD59-A6C34878D82A}">
                    <a16:rowId xmlns:a16="http://schemas.microsoft.com/office/drawing/2014/main" val="488209353"/>
                  </a:ext>
                </a:extLst>
              </a:tr>
              <a:tr h="570413">
                <a:tc>
                  <a:txBody>
                    <a:bodyPr/>
                    <a:lstStyle/>
                    <a:p>
                      <a:pPr algn="ctr" fontAlgn="base"/>
                      <a:r>
                        <a:rPr lang="fr-FR" sz="1200" b="1">
                          <a:effectLst/>
                          <a:latin typeface="+mj-lt"/>
                        </a:rPr>
                        <a:t>Année de création</a:t>
                      </a:r>
                      <a:endParaRPr lang="fr-FR" sz="1200">
                        <a:effectLst/>
                        <a:latin typeface="+mj-lt"/>
                      </a:endParaRP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EEEEEE"/>
                    </a:solidFill>
                  </a:tcPr>
                </a:tc>
                <a:tc>
                  <a:txBody>
                    <a:bodyPr/>
                    <a:lstStyle/>
                    <a:p>
                      <a:pPr algn="l" fontAlgn="base"/>
                      <a:r>
                        <a:rPr lang="fr-FR" sz="1000" dirty="0">
                          <a:effectLst/>
                          <a:latin typeface="+mj-lt"/>
                        </a:rPr>
                        <a:t>1986</a:t>
                      </a: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EEEEEE"/>
                    </a:solidFill>
                  </a:tcPr>
                </a:tc>
                <a:tc>
                  <a:txBody>
                    <a:bodyPr/>
                    <a:lstStyle/>
                    <a:p>
                      <a:pPr algn="l" fontAlgn="base"/>
                      <a:r>
                        <a:rPr lang="fr-FR" sz="1000">
                          <a:effectLst/>
                          <a:latin typeface="+mj-lt"/>
                        </a:rPr>
                        <a:t>2003</a:t>
                      </a: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EEEEEE"/>
                    </a:solidFill>
                  </a:tcPr>
                </a:tc>
                <a:extLst>
                  <a:ext uri="{0D108BD9-81ED-4DB2-BD59-A6C34878D82A}">
                    <a16:rowId xmlns:a16="http://schemas.microsoft.com/office/drawing/2014/main" val="49874450"/>
                  </a:ext>
                </a:extLst>
              </a:tr>
              <a:tr h="1802505">
                <a:tc>
                  <a:txBody>
                    <a:bodyPr/>
                    <a:lstStyle/>
                    <a:p>
                      <a:pPr algn="ctr" fontAlgn="base"/>
                      <a:r>
                        <a:rPr lang="fr-FR" sz="1200" b="1" dirty="0" err="1">
                          <a:effectLst/>
                          <a:latin typeface="+mj-lt"/>
                        </a:rPr>
                        <a:t>Jumpers</a:t>
                      </a:r>
                      <a:endParaRPr lang="fr-FR" sz="1200" dirty="0">
                        <a:effectLst/>
                        <a:latin typeface="+mj-lt"/>
                      </a:endParaRP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D0E4F5"/>
                    </a:solidFill>
                  </a:tcPr>
                </a:tc>
                <a:tc>
                  <a:txBody>
                    <a:bodyPr/>
                    <a:lstStyle/>
                    <a:p>
                      <a:pPr algn="l" fontAlgn="base"/>
                      <a:r>
                        <a:rPr lang="fr-FR" sz="1000" dirty="0">
                          <a:effectLst/>
                          <a:latin typeface="+mj-lt"/>
                        </a:rPr>
                        <a:t>Dans un système informatique, il est possible d’avoir plus d’un disque dur. Pour connecter plusieurs lecteurs IDE, vous devez chaîner les câbles ruban de l’un à l’autre. Le système informatique n’a aucune idée du lecteur principal sur lequel charger le système d’exploitation.</a:t>
                      </a: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D0E4F5"/>
                    </a:solidFill>
                  </a:tcPr>
                </a:tc>
                <a:tc>
                  <a:txBody>
                    <a:bodyPr/>
                    <a:lstStyle/>
                    <a:p>
                      <a:pPr algn="l" fontAlgn="base"/>
                      <a:r>
                        <a:rPr lang="fr-FR" sz="1000" dirty="0">
                          <a:effectLst/>
                          <a:latin typeface="+mj-lt"/>
                        </a:rPr>
                        <a:t>Les disques SATA n’utilisent pas de </a:t>
                      </a:r>
                      <a:r>
                        <a:rPr lang="fr-FR" sz="1000" dirty="0" err="1">
                          <a:effectLst/>
                          <a:latin typeface="+mj-lt"/>
                        </a:rPr>
                        <a:t>Jumpers</a:t>
                      </a:r>
                      <a:r>
                        <a:rPr lang="fr-FR" sz="1000" dirty="0">
                          <a:effectLst/>
                          <a:latin typeface="+mj-lt"/>
                        </a:rPr>
                        <a:t>. Chaque lecteur se connecte directement à la carte mère. Pour définir le lecteur principal, vous pouvez accéder aux paramètres à partir du BIOS de l’ordinateur (logiciel spécial qui s’exécute au démarrage de l’ordinateur).</a:t>
                      </a:r>
                    </a:p>
                  </a:txBody>
                  <a:tcPr marL="8472" marR="8472" marT="12708" marB="1270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D0E4F5"/>
                    </a:solidFill>
                  </a:tcPr>
                </a:tc>
                <a:extLst>
                  <a:ext uri="{0D108BD9-81ED-4DB2-BD59-A6C34878D82A}">
                    <a16:rowId xmlns:a16="http://schemas.microsoft.com/office/drawing/2014/main" val="2903470239"/>
                  </a:ext>
                </a:extLst>
              </a:tr>
            </a:tbl>
          </a:graphicData>
        </a:graphic>
      </p:graphicFrame>
    </p:spTree>
    <p:extLst>
      <p:ext uri="{BB962C8B-B14F-4D97-AF65-F5344CB8AC3E}">
        <p14:creationId xmlns:p14="http://schemas.microsoft.com/office/powerpoint/2010/main" val="1134144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2"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grpSp>
        <p:nvGrpSpPr>
          <p:cNvPr id="8" name="object 8"/>
          <p:cNvGrpSpPr/>
          <p:nvPr/>
        </p:nvGrpSpPr>
        <p:grpSpPr>
          <a:xfrm>
            <a:off x="4065778" y="3199765"/>
            <a:ext cx="3627754" cy="2820035"/>
            <a:chOff x="4065778" y="3178809"/>
            <a:chExt cx="3627754" cy="2820035"/>
          </a:xfrm>
        </p:grpSpPr>
        <p:pic>
          <p:nvPicPr>
            <p:cNvPr id="11" name="object 11"/>
            <p:cNvPicPr/>
            <p:nvPr/>
          </p:nvPicPr>
          <p:blipFill>
            <a:blip r:embed="rId3" cstate="print"/>
            <a:stretch>
              <a:fillRect/>
            </a:stretch>
          </p:blipFill>
          <p:spPr>
            <a:xfrm>
              <a:off x="4072128" y="3185159"/>
              <a:ext cx="3614928" cy="2807208"/>
            </a:xfrm>
            <a:prstGeom prst="rect">
              <a:avLst/>
            </a:prstGeom>
          </p:spPr>
        </p:pic>
        <p:sp>
          <p:nvSpPr>
            <p:cNvPr id="12" name="object 12"/>
            <p:cNvSpPr/>
            <p:nvPr/>
          </p:nvSpPr>
          <p:spPr>
            <a:xfrm>
              <a:off x="4065778" y="3178809"/>
              <a:ext cx="3627754" cy="2820035"/>
            </a:xfrm>
            <a:custGeom>
              <a:avLst/>
              <a:gdLst/>
              <a:ahLst/>
              <a:cxnLst/>
              <a:rect l="l" t="t" r="r" b="b"/>
              <a:pathLst>
                <a:path w="3627754" h="2820035">
                  <a:moveTo>
                    <a:pt x="0" y="2819908"/>
                  </a:moveTo>
                  <a:lnTo>
                    <a:pt x="3627628" y="2819908"/>
                  </a:lnTo>
                  <a:lnTo>
                    <a:pt x="3627628" y="0"/>
                  </a:lnTo>
                  <a:lnTo>
                    <a:pt x="0" y="0"/>
                  </a:lnTo>
                  <a:lnTo>
                    <a:pt x="0" y="2819908"/>
                  </a:lnTo>
                  <a:close/>
                </a:path>
              </a:pathLst>
            </a:custGeom>
            <a:ln w="12700">
              <a:solidFill>
                <a:srgbClr val="000000"/>
              </a:solidFill>
            </a:ln>
          </p:spPr>
          <p:txBody>
            <a:bodyPr wrap="square" lIns="0" tIns="0" rIns="0" bIns="0" rtlCol="0"/>
            <a:lstStyle/>
            <a:p>
              <a:endParaRPr/>
            </a:p>
          </p:txBody>
        </p:sp>
      </p:grpSp>
      <p:sp>
        <p:nvSpPr>
          <p:cNvPr id="13" name="object 13"/>
          <p:cNvSpPr txBox="1"/>
          <p:nvPr/>
        </p:nvSpPr>
        <p:spPr>
          <a:xfrm>
            <a:off x="798982" y="1602105"/>
            <a:ext cx="10595610" cy="1245790"/>
          </a:xfrm>
          <a:prstGeom prst="rect">
            <a:avLst/>
          </a:prstGeom>
        </p:spPr>
        <p:txBody>
          <a:bodyPr vert="horz" wrap="square" lIns="0" tIns="13335" rIns="0" bIns="0" rtlCol="0">
            <a:spAutoFit/>
          </a:bodyPr>
          <a:lstStyle/>
          <a:p>
            <a:pPr marL="12700" marR="5080" algn="just">
              <a:lnSpc>
                <a:spcPct val="200000"/>
              </a:lnSpc>
              <a:spcBef>
                <a:spcPts val="545"/>
              </a:spcBef>
            </a:pPr>
            <a:r>
              <a:rPr sz="1400" dirty="0" smtClean="0">
                <a:solidFill>
                  <a:srgbClr val="585858"/>
                </a:solidFill>
                <a:latin typeface="Calibri"/>
                <a:cs typeface="Calibri"/>
              </a:rPr>
              <a:t>Les</a:t>
            </a:r>
            <a:r>
              <a:rPr sz="1400" spc="20" dirty="0" smtClean="0">
                <a:solidFill>
                  <a:srgbClr val="585858"/>
                </a:solidFill>
                <a:latin typeface="Calibri"/>
                <a:cs typeface="Calibri"/>
              </a:rPr>
              <a:t> </a:t>
            </a:r>
            <a:r>
              <a:rPr sz="1400" dirty="0">
                <a:solidFill>
                  <a:srgbClr val="585858"/>
                </a:solidFill>
                <a:latin typeface="Calibri"/>
                <a:cs typeface="Calibri"/>
              </a:rPr>
              <a:t>disques</a:t>
            </a:r>
            <a:r>
              <a:rPr sz="1400" spc="25" dirty="0">
                <a:solidFill>
                  <a:srgbClr val="585858"/>
                </a:solidFill>
                <a:latin typeface="Calibri"/>
                <a:cs typeface="Calibri"/>
              </a:rPr>
              <a:t> </a:t>
            </a:r>
            <a:r>
              <a:rPr sz="1400" dirty="0">
                <a:solidFill>
                  <a:srgbClr val="585858"/>
                </a:solidFill>
                <a:latin typeface="Calibri"/>
                <a:cs typeface="Calibri"/>
              </a:rPr>
              <a:t>SSD</a:t>
            </a:r>
            <a:r>
              <a:rPr sz="1400" spc="15" dirty="0">
                <a:solidFill>
                  <a:srgbClr val="585858"/>
                </a:solidFill>
                <a:latin typeface="Calibri"/>
                <a:cs typeface="Calibri"/>
              </a:rPr>
              <a:t> </a:t>
            </a:r>
            <a:r>
              <a:rPr sz="1400" dirty="0">
                <a:solidFill>
                  <a:srgbClr val="585858"/>
                </a:solidFill>
                <a:latin typeface="Calibri"/>
                <a:cs typeface="Calibri"/>
              </a:rPr>
              <a:t>(Solid</a:t>
            </a:r>
            <a:r>
              <a:rPr sz="1400" spc="5" dirty="0">
                <a:solidFill>
                  <a:srgbClr val="585858"/>
                </a:solidFill>
                <a:latin typeface="Calibri"/>
                <a:cs typeface="Calibri"/>
              </a:rPr>
              <a:t> </a:t>
            </a:r>
            <a:r>
              <a:rPr sz="1400" dirty="0">
                <a:solidFill>
                  <a:srgbClr val="585858"/>
                </a:solidFill>
                <a:latin typeface="Calibri"/>
                <a:cs typeface="Calibri"/>
              </a:rPr>
              <a:t>State</a:t>
            </a:r>
            <a:r>
              <a:rPr sz="1400" spc="20" dirty="0">
                <a:solidFill>
                  <a:srgbClr val="585858"/>
                </a:solidFill>
                <a:latin typeface="Calibri"/>
                <a:cs typeface="Calibri"/>
              </a:rPr>
              <a:t> </a:t>
            </a:r>
            <a:r>
              <a:rPr sz="1400" dirty="0">
                <a:solidFill>
                  <a:srgbClr val="585858"/>
                </a:solidFill>
                <a:latin typeface="Calibri"/>
                <a:cs typeface="Calibri"/>
              </a:rPr>
              <a:t>Drive)</a:t>
            </a:r>
            <a:r>
              <a:rPr sz="1400" spc="-5" dirty="0">
                <a:solidFill>
                  <a:srgbClr val="585858"/>
                </a:solidFill>
                <a:latin typeface="Calibri"/>
                <a:cs typeface="Calibri"/>
              </a:rPr>
              <a:t> </a:t>
            </a:r>
            <a:r>
              <a:rPr sz="1400" dirty="0">
                <a:solidFill>
                  <a:srgbClr val="585858"/>
                </a:solidFill>
                <a:latin typeface="Calibri"/>
                <a:cs typeface="Calibri"/>
              </a:rPr>
              <a:t>sont</a:t>
            </a:r>
            <a:r>
              <a:rPr sz="1400" spc="20" dirty="0">
                <a:solidFill>
                  <a:srgbClr val="585858"/>
                </a:solidFill>
                <a:latin typeface="Calibri"/>
                <a:cs typeface="Calibri"/>
              </a:rPr>
              <a:t> </a:t>
            </a:r>
            <a:r>
              <a:rPr sz="1400" spc="-10" dirty="0">
                <a:solidFill>
                  <a:srgbClr val="585858"/>
                </a:solidFill>
                <a:latin typeface="Calibri"/>
                <a:cs typeface="Calibri"/>
              </a:rPr>
              <a:t>rapidement</a:t>
            </a:r>
            <a:r>
              <a:rPr sz="1400" spc="20" dirty="0">
                <a:solidFill>
                  <a:srgbClr val="585858"/>
                </a:solidFill>
                <a:latin typeface="Calibri"/>
                <a:cs typeface="Calibri"/>
              </a:rPr>
              <a:t> </a:t>
            </a:r>
            <a:r>
              <a:rPr sz="1400" dirty="0">
                <a:solidFill>
                  <a:srgbClr val="585858"/>
                </a:solidFill>
                <a:latin typeface="Calibri"/>
                <a:cs typeface="Calibri"/>
              </a:rPr>
              <a:t>devenus</a:t>
            </a:r>
            <a:r>
              <a:rPr sz="1400" spc="25" dirty="0">
                <a:solidFill>
                  <a:srgbClr val="585858"/>
                </a:solidFill>
                <a:latin typeface="Calibri"/>
                <a:cs typeface="Calibri"/>
              </a:rPr>
              <a:t> </a:t>
            </a:r>
            <a:r>
              <a:rPr sz="1400" dirty="0">
                <a:solidFill>
                  <a:srgbClr val="585858"/>
                </a:solidFill>
                <a:latin typeface="Calibri"/>
                <a:cs typeface="Calibri"/>
              </a:rPr>
              <a:t>la</a:t>
            </a:r>
            <a:r>
              <a:rPr sz="1400" spc="15" dirty="0">
                <a:solidFill>
                  <a:srgbClr val="585858"/>
                </a:solidFill>
                <a:latin typeface="Calibri"/>
                <a:cs typeface="Calibri"/>
              </a:rPr>
              <a:t> </a:t>
            </a:r>
            <a:r>
              <a:rPr sz="1400" dirty="0">
                <a:solidFill>
                  <a:srgbClr val="585858"/>
                </a:solidFill>
                <a:latin typeface="Calibri"/>
                <a:cs typeface="Calibri"/>
              </a:rPr>
              <a:t>norme</a:t>
            </a:r>
            <a:r>
              <a:rPr sz="1400" spc="15" dirty="0">
                <a:solidFill>
                  <a:srgbClr val="585858"/>
                </a:solidFill>
                <a:latin typeface="Calibri"/>
                <a:cs typeface="Calibri"/>
              </a:rPr>
              <a:t> </a:t>
            </a:r>
            <a:r>
              <a:rPr sz="1400" dirty="0">
                <a:solidFill>
                  <a:srgbClr val="585858"/>
                </a:solidFill>
                <a:latin typeface="Calibri"/>
                <a:cs typeface="Calibri"/>
              </a:rPr>
              <a:t>et</a:t>
            </a:r>
            <a:r>
              <a:rPr sz="1400" spc="25" dirty="0">
                <a:solidFill>
                  <a:srgbClr val="585858"/>
                </a:solidFill>
                <a:latin typeface="Calibri"/>
                <a:cs typeface="Calibri"/>
              </a:rPr>
              <a:t> </a:t>
            </a:r>
            <a:r>
              <a:rPr sz="1400" dirty="0">
                <a:solidFill>
                  <a:srgbClr val="585858"/>
                </a:solidFill>
                <a:latin typeface="Calibri"/>
                <a:cs typeface="Calibri"/>
              </a:rPr>
              <a:t>le</a:t>
            </a:r>
            <a:r>
              <a:rPr sz="1400" spc="15" dirty="0">
                <a:solidFill>
                  <a:srgbClr val="585858"/>
                </a:solidFill>
                <a:latin typeface="Calibri"/>
                <a:cs typeface="Calibri"/>
              </a:rPr>
              <a:t> </a:t>
            </a:r>
            <a:r>
              <a:rPr sz="1400" dirty="0">
                <a:solidFill>
                  <a:srgbClr val="585858"/>
                </a:solidFill>
                <a:latin typeface="Calibri"/>
                <a:cs typeface="Calibri"/>
              </a:rPr>
              <a:t>successeur</a:t>
            </a:r>
            <a:r>
              <a:rPr sz="1400" spc="5" dirty="0">
                <a:solidFill>
                  <a:srgbClr val="585858"/>
                </a:solidFill>
                <a:latin typeface="Calibri"/>
                <a:cs typeface="Calibri"/>
              </a:rPr>
              <a:t> </a:t>
            </a:r>
            <a:r>
              <a:rPr sz="1400" dirty="0">
                <a:solidFill>
                  <a:srgbClr val="585858"/>
                </a:solidFill>
                <a:latin typeface="Calibri"/>
                <a:cs typeface="Calibri"/>
              </a:rPr>
              <a:t>des</a:t>
            </a:r>
            <a:r>
              <a:rPr sz="1400" spc="25" dirty="0">
                <a:solidFill>
                  <a:srgbClr val="585858"/>
                </a:solidFill>
                <a:latin typeface="Calibri"/>
                <a:cs typeface="Calibri"/>
              </a:rPr>
              <a:t> </a:t>
            </a:r>
            <a:r>
              <a:rPr sz="1400" dirty="0">
                <a:solidFill>
                  <a:srgbClr val="585858"/>
                </a:solidFill>
                <a:latin typeface="Calibri"/>
                <a:cs typeface="Calibri"/>
              </a:rPr>
              <a:t>disques</a:t>
            </a:r>
            <a:r>
              <a:rPr sz="1400" spc="5" dirty="0">
                <a:solidFill>
                  <a:srgbClr val="585858"/>
                </a:solidFill>
                <a:latin typeface="Calibri"/>
                <a:cs typeface="Calibri"/>
              </a:rPr>
              <a:t> </a:t>
            </a:r>
            <a:r>
              <a:rPr sz="1400" dirty="0">
                <a:solidFill>
                  <a:srgbClr val="585858"/>
                </a:solidFill>
                <a:latin typeface="Calibri"/>
                <a:cs typeface="Calibri"/>
              </a:rPr>
              <a:t>durs</a:t>
            </a:r>
            <a:r>
              <a:rPr sz="1400" spc="20" dirty="0">
                <a:solidFill>
                  <a:srgbClr val="585858"/>
                </a:solidFill>
                <a:latin typeface="Calibri"/>
                <a:cs typeface="Calibri"/>
              </a:rPr>
              <a:t> </a:t>
            </a:r>
            <a:r>
              <a:rPr sz="1400" dirty="0">
                <a:solidFill>
                  <a:srgbClr val="585858"/>
                </a:solidFill>
                <a:latin typeface="Calibri"/>
                <a:cs typeface="Calibri"/>
              </a:rPr>
              <a:t>traditionnels.</a:t>
            </a:r>
            <a:r>
              <a:rPr sz="1400" spc="315" dirty="0">
                <a:solidFill>
                  <a:srgbClr val="585858"/>
                </a:solidFill>
                <a:latin typeface="Calibri"/>
                <a:cs typeface="Calibri"/>
              </a:rPr>
              <a:t> </a:t>
            </a:r>
            <a:r>
              <a:rPr sz="1400" dirty="0">
                <a:solidFill>
                  <a:srgbClr val="585858"/>
                </a:solidFill>
                <a:latin typeface="Calibri"/>
                <a:cs typeface="Calibri"/>
              </a:rPr>
              <a:t>Le</a:t>
            </a:r>
            <a:r>
              <a:rPr sz="1400" spc="20" dirty="0">
                <a:solidFill>
                  <a:srgbClr val="585858"/>
                </a:solidFill>
                <a:latin typeface="Calibri"/>
                <a:cs typeface="Calibri"/>
              </a:rPr>
              <a:t> </a:t>
            </a:r>
            <a:r>
              <a:rPr sz="1400" dirty="0">
                <a:solidFill>
                  <a:srgbClr val="585858"/>
                </a:solidFill>
                <a:latin typeface="Calibri"/>
                <a:cs typeface="Calibri"/>
              </a:rPr>
              <a:t>SSD</a:t>
            </a:r>
            <a:r>
              <a:rPr sz="1400" spc="15" dirty="0">
                <a:solidFill>
                  <a:srgbClr val="585858"/>
                </a:solidFill>
                <a:latin typeface="Calibri"/>
                <a:cs typeface="Calibri"/>
              </a:rPr>
              <a:t> </a:t>
            </a:r>
            <a:r>
              <a:rPr sz="1400" dirty="0">
                <a:solidFill>
                  <a:srgbClr val="585858"/>
                </a:solidFill>
                <a:latin typeface="Calibri"/>
                <a:cs typeface="Calibri"/>
              </a:rPr>
              <a:t>utilise</a:t>
            </a:r>
            <a:r>
              <a:rPr sz="1400" spc="10" dirty="0">
                <a:solidFill>
                  <a:srgbClr val="585858"/>
                </a:solidFill>
                <a:latin typeface="Calibri"/>
                <a:cs typeface="Calibri"/>
              </a:rPr>
              <a:t> </a:t>
            </a:r>
            <a:r>
              <a:rPr sz="1400" dirty="0">
                <a:solidFill>
                  <a:srgbClr val="585858"/>
                </a:solidFill>
                <a:latin typeface="Calibri"/>
                <a:cs typeface="Calibri"/>
              </a:rPr>
              <a:t>une</a:t>
            </a:r>
            <a:r>
              <a:rPr sz="1400" spc="15" dirty="0">
                <a:solidFill>
                  <a:srgbClr val="585858"/>
                </a:solidFill>
                <a:latin typeface="Calibri"/>
                <a:cs typeface="Calibri"/>
              </a:rPr>
              <a:t> </a:t>
            </a:r>
            <a:r>
              <a:rPr sz="1400" dirty="0">
                <a:solidFill>
                  <a:srgbClr val="585858"/>
                </a:solidFill>
                <a:latin typeface="Calibri"/>
                <a:cs typeface="Calibri"/>
              </a:rPr>
              <a:t>mémoire</a:t>
            </a:r>
            <a:r>
              <a:rPr sz="1400" spc="20" dirty="0">
                <a:solidFill>
                  <a:srgbClr val="585858"/>
                </a:solidFill>
                <a:latin typeface="Calibri"/>
                <a:cs typeface="Calibri"/>
              </a:rPr>
              <a:t> </a:t>
            </a:r>
            <a:r>
              <a:rPr sz="1400" spc="-10" dirty="0">
                <a:solidFill>
                  <a:srgbClr val="585858"/>
                </a:solidFill>
                <a:latin typeface="Calibri"/>
                <a:cs typeface="Calibri"/>
              </a:rPr>
              <a:t>NAND-</a:t>
            </a:r>
            <a:r>
              <a:rPr sz="1400" dirty="0">
                <a:solidFill>
                  <a:srgbClr val="585858"/>
                </a:solidFill>
                <a:latin typeface="Calibri"/>
                <a:cs typeface="Calibri"/>
              </a:rPr>
              <a:t>Flash</a:t>
            </a:r>
            <a:r>
              <a:rPr sz="1400" spc="-15" dirty="0">
                <a:solidFill>
                  <a:srgbClr val="585858"/>
                </a:solidFill>
                <a:latin typeface="Calibri"/>
                <a:cs typeface="Calibri"/>
              </a:rPr>
              <a:t> </a:t>
            </a:r>
            <a:r>
              <a:rPr sz="1400" dirty="0">
                <a:solidFill>
                  <a:srgbClr val="585858"/>
                </a:solidFill>
                <a:latin typeface="Calibri"/>
                <a:cs typeface="Calibri"/>
              </a:rPr>
              <a:t>similaire</a:t>
            </a:r>
            <a:r>
              <a:rPr sz="1400" spc="20" dirty="0">
                <a:solidFill>
                  <a:srgbClr val="585858"/>
                </a:solidFill>
                <a:latin typeface="Calibri"/>
                <a:cs typeface="Calibri"/>
              </a:rPr>
              <a:t> </a:t>
            </a:r>
            <a:r>
              <a:rPr sz="1400" spc="-50" dirty="0">
                <a:solidFill>
                  <a:srgbClr val="585858"/>
                </a:solidFill>
                <a:latin typeface="Calibri"/>
                <a:cs typeface="Calibri"/>
              </a:rPr>
              <a:t>à </a:t>
            </a:r>
            <a:r>
              <a:rPr sz="1400" dirty="0">
                <a:solidFill>
                  <a:srgbClr val="585858"/>
                </a:solidFill>
                <a:latin typeface="Calibri"/>
                <a:cs typeface="Calibri"/>
              </a:rPr>
              <a:t>celle</a:t>
            </a:r>
            <a:r>
              <a:rPr sz="1400" spc="-35" dirty="0">
                <a:solidFill>
                  <a:srgbClr val="585858"/>
                </a:solidFill>
                <a:latin typeface="Calibri"/>
                <a:cs typeface="Calibri"/>
              </a:rPr>
              <a:t> </a:t>
            </a:r>
            <a:r>
              <a:rPr sz="1400" spc="-10" dirty="0">
                <a:solidFill>
                  <a:srgbClr val="585858"/>
                </a:solidFill>
                <a:latin typeface="Calibri"/>
                <a:cs typeface="Calibri"/>
              </a:rPr>
              <a:t>utilisée</a:t>
            </a:r>
            <a:r>
              <a:rPr sz="1400" spc="-25" dirty="0">
                <a:solidFill>
                  <a:srgbClr val="585858"/>
                </a:solidFill>
                <a:latin typeface="Calibri"/>
                <a:cs typeface="Calibri"/>
              </a:rPr>
              <a:t> </a:t>
            </a:r>
            <a:r>
              <a:rPr sz="1400" dirty="0">
                <a:solidFill>
                  <a:srgbClr val="585858"/>
                </a:solidFill>
                <a:latin typeface="Calibri"/>
                <a:cs typeface="Calibri"/>
              </a:rPr>
              <a:t>dans</a:t>
            </a:r>
            <a:r>
              <a:rPr sz="1400" spc="-30" dirty="0">
                <a:solidFill>
                  <a:srgbClr val="585858"/>
                </a:solidFill>
                <a:latin typeface="Calibri"/>
                <a:cs typeface="Calibri"/>
              </a:rPr>
              <a:t> </a:t>
            </a:r>
            <a:r>
              <a:rPr sz="1400" dirty="0">
                <a:solidFill>
                  <a:srgbClr val="585858"/>
                </a:solidFill>
                <a:latin typeface="Calibri"/>
                <a:cs typeface="Calibri"/>
              </a:rPr>
              <a:t>les</a:t>
            </a:r>
            <a:r>
              <a:rPr sz="1400" spc="-20" dirty="0">
                <a:solidFill>
                  <a:srgbClr val="585858"/>
                </a:solidFill>
                <a:latin typeface="Calibri"/>
                <a:cs typeface="Calibri"/>
              </a:rPr>
              <a:t> </a:t>
            </a:r>
            <a:r>
              <a:rPr sz="1400" dirty="0">
                <a:solidFill>
                  <a:srgbClr val="585858"/>
                </a:solidFill>
                <a:latin typeface="Calibri"/>
                <a:cs typeface="Calibri"/>
              </a:rPr>
              <a:t>clés</a:t>
            </a:r>
            <a:r>
              <a:rPr sz="1400" spc="-25" dirty="0">
                <a:solidFill>
                  <a:srgbClr val="585858"/>
                </a:solidFill>
                <a:latin typeface="Calibri"/>
                <a:cs typeface="Calibri"/>
              </a:rPr>
              <a:t> </a:t>
            </a:r>
            <a:r>
              <a:rPr sz="1400" dirty="0">
                <a:solidFill>
                  <a:srgbClr val="585858"/>
                </a:solidFill>
                <a:latin typeface="Calibri"/>
                <a:cs typeface="Calibri"/>
              </a:rPr>
              <a:t>USB.</a:t>
            </a:r>
            <a:r>
              <a:rPr sz="1400" spc="-25" dirty="0">
                <a:solidFill>
                  <a:srgbClr val="585858"/>
                </a:solidFill>
                <a:latin typeface="Calibri"/>
                <a:cs typeface="Calibri"/>
              </a:rPr>
              <a:t> </a:t>
            </a:r>
            <a:r>
              <a:rPr sz="1400" dirty="0">
                <a:solidFill>
                  <a:srgbClr val="585858"/>
                </a:solidFill>
                <a:latin typeface="Calibri"/>
                <a:cs typeface="Calibri"/>
              </a:rPr>
              <a:t>Les</a:t>
            </a:r>
            <a:r>
              <a:rPr sz="1400" spc="-25" dirty="0">
                <a:solidFill>
                  <a:srgbClr val="585858"/>
                </a:solidFill>
                <a:latin typeface="Calibri"/>
                <a:cs typeface="Calibri"/>
              </a:rPr>
              <a:t> </a:t>
            </a:r>
            <a:r>
              <a:rPr sz="1400" dirty="0">
                <a:solidFill>
                  <a:srgbClr val="585858"/>
                </a:solidFill>
                <a:latin typeface="Calibri"/>
                <a:cs typeface="Calibri"/>
              </a:rPr>
              <a:t>SSD</a:t>
            </a:r>
            <a:r>
              <a:rPr sz="1400" spc="-30" dirty="0">
                <a:solidFill>
                  <a:srgbClr val="585858"/>
                </a:solidFill>
                <a:latin typeface="Calibri"/>
                <a:cs typeface="Calibri"/>
              </a:rPr>
              <a:t> </a:t>
            </a:r>
            <a:r>
              <a:rPr sz="1400" spc="-10" dirty="0">
                <a:solidFill>
                  <a:srgbClr val="585858"/>
                </a:solidFill>
                <a:latin typeface="Calibri"/>
                <a:cs typeface="Calibri"/>
              </a:rPr>
              <a:t>peuvent</a:t>
            </a:r>
            <a:r>
              <a:rPr sz="1400" spc="-50" dirty="0">
                <a:solidFill>
                  <a:srgbClr val="585858"/>
                </a:solidFill>
                <a:latin typeface="Calibri"/>
                <a:cs typeface="Calibri"/>
              </a:rPr>
              <a:t> </a:t>
            </a:r>
            <a:r>
              <a:rPr sz="1400" spc="-10" dirty="0">
                <a:solidFill>
                  <a:srgbClr val="585858"/>
                </a:solidFill>
                <a:latin typeface="Calibri"/>
                <a:cs typeface="Calibri"/>
              </a:rPr>
              <a:t>généralement</a:t>
            </a:r>
            <a:r>
              <a:rPr sz="1400" spc="-30" dirty="0">
                <a:solidFill>
                  <a:srgbClr val="585858"/>
                </a:solidFill>
                <a:latin typeface="Calibri"/>
                <a:cs typeface="Calibri"/>
              </a:rPr>
              <a:t> </a:t>
            </a:r>
            <a:r>
              <a:rPr sz="1400" spc="-10" dirty="0">
                <a:solidFill>
                  <a:srgbClr val="585858"/>
                </a:solidFill>
                <a:latin typeface="Calibri"/>
                <a:cs typeface="Calibri"/>
              </a:rPr>
              <a:t>coûter</a:t>
            </a:r>
            <a:r>
              <a:rPr sz="1400" spc="-45" dirty="0">
                <a:solidFill>
                  <a:srgbClr val="585858"/>
                </a:solidFill>
                <a:latin typeface="Calibri"/>
                <a:cs typeface="Calibri"/>
              </a:rPr>
              <a:t> </a:t>
            </a:r>
            <a:r>
              <a:rPr sz="1400" dirty="0">
                <a:solidFill>
                  <a:srgbClr val="585858"/>
                </a:solidFill>
                <a:latin typeface="Calibri"/>
                <a:cs typeface="Calibri"/>
              </a:rPr>
              <a:t>le</a:t>
            </a:r>
            <a:r>
              <a:rPr sz="1400" spc="-30" dirty="0">
                <a:solidFill>
                  <a:srgbClr val="585858"/>
                </a:solidFill>
                <a:latin typeface="Calibri"/>
                <a:cs typeface="Calibri"/>
              </a:rPr>
              <a:t> </a:t>
            </a:r>
            <a:r>
              <a:rPr sz="1400" dirty="0">
                <a:solidFill>
                  <a:srgbClr val="585858"/>
                </a:solidFill>
                <a:latin typeface="Calibri"/>
                <a:cs typeface="Calibri"/>
              </a:rPr>
              <a:t>même</a:t>
            </a:r>
            <a:r>
              <a:rPr sz="1400" spc="-35" dirty="0">
                <a:solidFill>
                  <a:srgbClr val="585858"/>
                </a:solidFill>
                <a:latin typeface="Calibri"/>
                <a:cs typeface="Calibri"/>
              </a:rPr>
              <a:t> </a:t>
            </a:r>
            <a:r>
              <a:rPr sz="1400" dirty="0">
                <a:solidFill>
                  <a:srgbClr val="585858"/>
                </a:solidFill>
                <a:latin typeface="Calibri"/>
                <a:cs typeface="Calibri"/>
              </a:rPr>
              <a:t>prix</a:t>
            </a:r>
            <a:r>
              <a:rPr sz="1400" spc="-25" dirty="0">
                <a:solidFill>
                  <a:srgbClr val="585858"/>
                </a:solidFill>
                <a:latin typeface="Calibri"/>
                <a:cs typeface="Calibri"/>
              </a:rPr>
              <a:t> </a:t>
            </a:r>
            <a:r>
              <a:rPr sz="1400" dirty="0">
                <a:solidFill>
                  <a:srgbClr val="585858"/>
                </a:solidFill>
                <a:latin typeface="Calibri"/>
                <a:cs typeface="Calibri"/>
              </a:rPr>
              <a:t>que</a:t>
            </a:r>
            <a:r>
              <a:rPr sz="1400" spc="-35" dirty="0">
                <a:solidFill>
                  <a:srgbClr val="585858"/>
                </a:solidFill>
                <a:latin typeface="Calibri"/>
                <a:cs typeface="Calibri"/>
              </a:rPr>
              <a:t> </a:t>
            </a:r>
            <a:r>
              <a:rPr sz="1400" dirty="0">
                <a:solidFill>
                  <a:srgbClr val="585858"/>
                </a:solidFill>
                <a:latin typeface="Calibri"/>
                <a:cs typeface="Calibri"/>
              </a:rPr>
              <a:t>les</a:t>
            </a:r>
            <a:r>
              <a:rPr sz="1400" spc="-25" dirty="0">
                <a:solidFill>
                  <a:srgbClr val="585858"/>
                </a:solidFill>
                <a:latin typeface="Calibri"/>
                <a:cs typeface="Calibri"/>
              </a:rPr>
              <a:t> </a:t>
            </a:r>
            <a:r>
              <a:rPr sz="1400" dirty="0">
                <a:solidFill>
                  <a:srgbClr val="585858"/>
                </a:solidFill>
                <a:latin typeface="Calibri"/>
                <a:cs typeface="Calibri"/>
              </a:rPr>
              <a:t>disques</a:t>
            </a:r>
            <a:r>
              <a:rPr sz="1400" spc="-20" dirty="0">
                <a:solidFill>
                  <a:srgbClr val="585858"/>
                </a:solidFill>
                <a:latin typeface="Calibri"/>
                <a:cs typeface="Calibri"/>
              </a:rPr>
              <a:t> </a:t>
            </a:r>
            <a:r>
              <a:rPr sz="1400" dirty="0">
                <a:solidFill>
                  <a:srgbClr val="585858"/>
                </a:solidFill>
                <a:latin typeface="Calibri"/>
                <a:cs typeface="Calibri"/>
              </a:rPr>
              <a:t>durs</a:t>
            </a:r>
            <a:r>
              <a:rPr sz="1400" spc="-30" dirty="0">
                <a:solidFill>
                  <a:srgbClr val="585858"/>
                </a:solidFill>
                <a:latin typeface="Calibri"/>
                <a:cs typeface="Calibri"/>
              </a:rPr>
              <a:t> </a:t>
            </a:r>
            <a:r>
              <a:rPr sz="1400" dirty="0">
                <a:solidFill>
                  <a:srgbClr val="585858"/>
                </a:solidFill>
                <a:latin typeface="Calibri"/>
                <a:cs typeface="Calibri"/>
              </a:rPr>
              <a:t>pour</a:t>
            </a:r>
            <a:r>
              <a:rPr sz="1400" spc="-40" dirty="0">
                <a:solidFill>
                  <a:srgbClr val="585858"/>
                </a:solidFill>
                <a:latin typeface="Calibri"/>
                <a:cs typeface="Calibri"/>
              </a:rPr>
              <a:t> </a:t>
            </a:r>
            <a:r>
              <a:rPr sz="1400" dirty="0">
                <a:solidFill>
                  <a:srgbClr val="585858"/>
                </a:solidFill>
                <a:latin typeface="Calibri"/>
                <a:cs typeface="Calibri"/>
              </a:rPr>
              <a:t>les</a:t>
            </a:r>
            <a:r>
              <a:rPr sz="1400" spc="-25" dirty="0">
                <a:solidFill>
                  <a:srgbClr val="585858"/>
                </a:solidFill>
                <a:latin typeface="Calibri"/>
                <a:cs typeface="Calibri"/>
              </a:rPr>
              <a:t> </a:t>
            </a:r>
            <a:r>
              <a:rPr sz="1400" spc="-10" dirty="0">
                <a:solidFill>
                  <a:srgbClr val="585858"/>
                </a:solidFill>
                <a:latin typeface="Calibri"/>
                <a:cs typeface="Calibri"/>
              </a:rPr>
              <a:t>tailles</a:t>
            </a:r>
            <a:r>
              <a:rPr sz="1400" spc="-20" dirty="0">
                <a:solidFill>
                  <a:srgbClr val="585858"/>
                </a:solidFill>
                <a:latin typeface="Calibri"/>
                <a:cs typeface="Calibri"/>
              </a:rPr>
              <a:t> </a:t>
            </a:r>
            <a:r>
              <a:rPr sz="1400" dirty="0">
                <a:solidFill>
                  <a:srgbClr val="585858"/>
                </a:solidFill>
                <a:latin typeface="Calibri"/>
                <a:cs typeface="Calibri"/>
              </a:rPr>
              <a:t>de</a:t>
            </a:r>
            <a:r>
              <a:rPr sz="1400" spc="-35" dirty="0">
                <a:solidFill>
                  <a:srgbClr val="585858"/>
                </a:solidFill>
                <a:latin typeface="Calibri"/>
                <a:cs typeface="Calibri"/>
              </a:rPr>
              <a:t> </a:t>
            </a:r>
            <a:r>
              <a:rPr sz="1400" spc="-10" dirty="0">
                <a:solidFill>
                  <a:srgbClr val="585858"/>
                </a:solidFill>
                <a:latin typeface="Calibri"/>
                <a:cs typeface="Calibri"/>
              </a:rPr>
              <a:t>stockage</a:t>
            </a:r>
            <a:r>
              <a:rPr sz="1400" spc="-35" dirty="0">
                <a:solidFill>
                  <a:srgbClr val="585858"/>
                </a:solidFill>
                <a:latin typeface="Calibri"/>
                <a:cs typeface="Calibri"/>
              </a:rPr>
              <a:t> </a:t>
            </a:r>
            <a:r>
              <a:rPr sz="1400" spc="-10" dirty="0">
                <a:solidFill>
                  <a:srgbClr val="585858"/>
                </a:solidFill>
                <a:latin typeface="Calibri"/>
                <a:cs typeface="Calibri"/>
              </a:rPr>
              <a:t>typiques,</a:t>
            </a:r>
            <a:r>
              <a:rPr sz="1400" spc="-45" dirty="0">
                <a:solidFill>
                  <a:srgbClr val="585858"/>
                </a:solidFill>
                <a:latin typeface="Calibri"/>
                <a:cs typeface="Calibri"/>
              </a:rPr>
              <a:t> </a:t>
            </a:r>
            <a:r>
              <a:rPr sz="1400" dirty="0">
                <a:solidFill>
                  <a:srgbClr val="585858"/>
                </a:solidFill>
                <a:latin typeface="Calibri"/>
                <a:cs typeface="Calibri"/>
              </a:rPr>
              <a:t>ce</a:t>
            </a:r>
            <a:r>
              <a:rPr sz="1400" spc="-30" dirty="0">
                <a:solidFill>
                  <a:srgbClr val="585858"/>
                </a:solidFill>
                <a:latin typeface="Calibri"/>
                <a:cs typeface="Calibri"/>
              </a:rPr>
              <a:t> </a:t>
            </a:r>
            <a:r>
              <a:rPr sz="1400" dirty="0">
                <a:solidFill>
                  <a:srgbClr val="585858"/>
                </a:solidFill>
                <a:latin typeface="Calibri"/>
                <a:cs typeface="Calibri"/>
              </a:rPr>
              <a:t>qui</a:t>
            </a:r>
            <a:r>
              <a:rPr sz="1400" spc="-50" dirty="0">
                <a:solidFill>
                  <a:srgbClr val="585858"/>
                </a:solidFill>
                <a:latin typeface="Calibri"/>
                <a:cs typeface="Calibri"/>
              </a:rPr>
              <a:t> </a:t>
            </a:r>
            <a:r>
              <a:rPr sz="1400" dirty="0">
                <a:solidFill>
                  <a:srgbClr val="585858"/>
                </a:solidFill>
                <a:latin typeface="Calibri"/>
                <a:cs typeface="Calibri"/>
              </a:rPr>
              <a:t>en</a:t>
            </a:r>
            <a:r>
              <a:rPr sz="1400" spc="-20" dirty="0">
                <a:solidFill>
                  <a:srgbClr val="585858"/>
                </a:solidFill>
                <a:latin typeface="Calibri"/>
                <a:cs typeface="Calibri"/>
              </a:rPr>
              <a:t> </a:t>
            </a:r>
            <a:r>
              <a:rPr sz="1400" dirty="0">
                <a:solidFill>
                  <a:srgbClr val="585858"/>
                </a:solidFill>
                <a:latin typeface="Calibri"/>
                <a:cs typeface="Calibri"/>
              </a:rPr>
              <a:t>fait</a:t>
            </a:r>
            <a:r>
              <a:rPr sz="1400" spc="-30" dirty="0">
                <a:solidFill>
                  <a:srgbClr val="585858"/>
                </a:solidFill>
                <a:latin typeface="Calibri"/>
                <a:cs typeface="Calibri"/>
              </a:rPr>
              <a:t> </a:t>
            </a:r>
            <a:r>
              <a:rPr sz="1400" dirty="0">
                <a:solidFill>
                  <a:srgbClr val="585858"/>
                </a:solidFill>
                <a:latin typeface="Calibri"/>
                <a:cs typeface="Calibri"/>
              </a:rPr>
              <a:t>un</a:t>
            </a:r>
            <a:r>
              <a:rPr sz="1400" spc="-40" dirty="0">
                <a:solidFill>
                  <a:srgbClr val="585858"/>
                </a:solidFill>
                <a:latin typeface="Calibri"/>
                <a:cs typeface="Calibri"/>
              </a:rPr>
              <a:t> </a:t>
            </a:r>
            <a:r>
              <a:rPr sz="1400" dirty="0">
                <a:solidFill>
                  <a:srgbClr val="585858"/>
                </a:solidFill>
                <a:latin typeface="Calibri"/>
                <a:cs typeface="Calibri"/>
              </a:rPr>
              <a:t>choix</a:t>
            </a:r>
            <a:r>
              <a:rPr sz="1400" spc="-30" dirty="0">
                <a:solidFill>
                  <a:srgbClr val="585858"/>
                </a:solidFill>
                <a:latin typeface="Calibri"/>
                <a:cs typeface="Calibri"/>
              </a:rPr>
              <a:t> </a:t>
            </a:r>
            <a:r>
              <a:rPr sz="1400" dirty="0">
                <a:solidFill>
                  <a:srgbClr val="585858"/>
                </a:solidFill>
                <a:latin typeface="Calibri"/>
                <a:cs typeface="Calibri"/>
              </a:rPr>
              <a:t>facile</a:t>
            </a:r>
            <a:r>
              <a:rPr sz="1400" spc="-10" dirty="0">
                <a:solidFill>
                  <a:srgbClr val="585858"/>
                </a:solidFill>
                <a:latin typeface="Calibri"/>
                <a:cs typeface="Calibri"/>
              </a:rPr>
              <a:t> </a:t>
            </a:r>
            <a:r>
              <a:rPr sz="1400" spc="-25" dirty="0">
                <a:solidFill>
                  <a:srgbClr val="585858"/>
                </a:solidFill>
                <a:latin typeface="Calibri"/>
                <a:cs typeface="Calibri"/>
              </a:rPr>
              <a:t>en </a:t>
            </a:r>
            <a:r>
              <a:rPr sz="1400" spc="-10" dirty="0">
                <a:solidFill>
                  <a:srgbClr val="585858"/>
                </a:solidFill>
                <a:latin typeface="Calibri"/>
                <a:cs typeface="Calibri"/>
              </a:rPr>
              <a:t>raison</a:t>
            </a:r>
            <a:r>
              <a:rPr sz="1400" spc="-15" dirty="0">
                <a:solidFill>
                  <a:srgbClr val="585858"/>
                </a:solidFill>
                <a:latin typeface="Calibri"/>
                <a:cs typeface="Calibri"/>
              </a:rPr>
              <a:t> </a:t>
            </a:r>
            <a:r>
              <a:rPr sz="1400" dirty="0">
                <a:solidFill>
                  <a:srgbClr val="585858"/>
                </a:solidFill>
                <a:latin typeface="Calibri"/>
                <a:cs typeface="Calibri"/>
              </a:rPr>
              <a:t>de</a:t>
            </a:r>
            <a:r>
              <a:rPr sz="1400" spc="-10" dirty="0">
                <a:solidFill>
                  <a:srgbClr val="585858"/>
                </a:solidFill>
                <a:latin typeface="Calibri"/>
                <a:cs typeface="Calibri"/>
              </a:rPr>
              <a:t> </a:t>
            </a:r>
            <a:r>
              <a:rPr sz="1400" dirty="0">
                <a:solidFill>
                  <a:srgbClr val="585858"/>
                </a:solidFill>
                <a:latin typeface="Calibri"/>
                <a:cs typeface="Calibri"/>
              </a:rPr>
              <a:t>ses</a:t>
            </a:r>
            <a:r>
              <a:rPr sz="1400" spc="-20" dirty="0">
                <a:solidFill>
                  <a:srgbClr val="585858"/>
                </a:solidFill>
                <a:latin typeface="Calibri"/>
                <a:cs typeface="Calibri"/>
              </a:rPr>
              <a:t> </a:t>
            </a:r>
            <a:r>
              <a:rPr sz="1400" spc="-10" dirty="0">
                <a:solidFill>
                  <a:srgbClr val="585858"/>
                </a:solidFill>
                <a:latin typeface="Calibri"/>
                <a:cs typeface="Calibri"/>
              </a:rPr>
              <a:t>vitesses</a:t>
            </a:r>
            <a:r>
              <a:rPr sz="1400" spc="-35" dirty="0">
                <a:solidFill>
                  <a:srgbClr val="585858"/>
                </a:solidFill>
                <a:latin typeface="Calibri"/>
                <a:cs typeface="Calibri"/>
              </a:rPr>
              <a:t> </a:t>
            </a:r>
            <a:r>
              <a:rPr sz="1400" spc="-10" dirty="0">
                <a:solidFill>
                  <a:srgbClr val="585858"/>
                </a:solidFill>
                <a:latin typeface="Calibri"/>
                <a:cs typeface="Calibri"/>
              </a:rPr>
              <a:t>beaucoup</a:t>
            </a:r>
            <a:r>
              <a:rPr sz="1400" spc="-40" dirty="0">
                <a:solidFill>
                  <a:srgbClr val="585858"/>
                </a:solidFill>
                <a:latin typeface="Calibri"/>
                <a:cs typeface="Calibri"/>
              </a:rPr>
              <a:t> </a:t>
            </a:r>
            <a:r>
              <a:rPr sz="1400" dirty="0">
                <a:solidFill>
                  <a:srgbClr val="585858"/>
                </a:solidFill>
                <a:latin typeface="Calibri"/>
                <a:cs typeface="Calibri"/>
              </a:rPr>
              <a:t>plus </a:t>
            </a:r>
            <a:r>
              <a:rPr sz="1400" spc="-10" dirty="0">
                <a:solidFill>
                  <a:srgbClr val="585858"/>
                </a:solidFill>
                <a:latin typeface="Calibri"/>
                <a:cs typeface="Calibri"/>
              </a:rPr>
              <a:t>rapides.</a:t>
            </a:r>
            <a:endParaRPr sz="1400" dirty="0">
              <a:latin typeface="Calibri"/>
              <a:cs typeface="Calibri"/>
            </a:endParaRP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34</a:t>
            </a:fld>
            <a:endParaRPr spc="-25" dirty="0"/>
          </a:p>
        </p:txBody>
      </p:sp>
      <p:sp>
        <p:nvSpPr>
          <p:cNvPr id="14" name="object 14"/>
          <p:cNvSpPr txBox="1"/>
          <p:nvPr/>
        </p:nvSpPr>
        <p:spPr>
          <a:xfrm>
            <a:off x="4743958" y="6096000"/>
            <a:ext cx="192278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35" dirty="0">
                <a:solidFill>
                  <a:srgbClr val="A6A6A6"/>
                </a:solidFill>
                <a:latin typeface="Calibri"/>
                <a:cs typeface="Calibri"/>
              </a:rPr>
              <a:t> </a:t>
            </a:r>
            <a:r>
              <a:rPr sz="1200" i="1" spc="10" dirty="0" smtClean="0">
                <a:solidFill>
                  <a:srgbClr val="A6A6A6"/>
                </a:solidFill>
                <a:latin typeface="Calibri"/>
                <a:cs typeface="Calibri"/>
              </a:rPr>
              <a:t> </a:t>
            </a:r>
            <a:r>
              <a:rPr sz="1200" i="1" dirty="0">
                <a:solidFill>
                  <a:srgbClr val="A6A6A6"/>
                </a:solidFill>
                <a:latin typeface="Calibri"/>
                <a:cs typeface="Calibri"/>
              </a:rPr>
              <a:t>:</a:t>
            </a:r>
            <a:r>
              <a:rPr sz="1200" i="1" spc="-10" dirty="0">
                <a:solidFill>
                  <a:srgbClr val="A6A6A6"/>
                </a:solidFill>
                <a:latin typeface="Calibri"/>
                <a:cs typeface="Calibri"/>
              </a:rPr>
              <a:t> </a:t>
            </a:r>
            <a:r>
              <a:rPr sz="1200" i="1" dirty="0">
                <a:solidFill>
                  <a:srgbClr val="A6A6A6"/>
                </a:solidFill>
                <a:latin typeface="Calibri"/>
                <a:cs typeface="Calibri"/>
              </a:rPr>
              <a:t>Un</a:t>
            </a:r>
            <a:r>
              <a:rPr sz="1200" i="1" spc="-15" dirty="0">
                <a:solidFill>
                  <a:srgbClr val="A6A6A6"/>
                </a:solidFill>
                <a:latin typeface="Calibri"/>
                <a:cs typeface="Calibri"/>
              </a:rPr>
              <a:t> </a:t>
            </a:r>
            <a:r>
              <a:rPr sz="1200" i="1" dirty="0">
                <a:solidFill>
                  <a:srgbClr val="A6A6A6"/>
                </a:solidFill>
                <a:latin typeface="Calibri"/>
                <a:cs typeface="Calibri"/>
              </a:rPr>
              <a:t>disque</a:t>
            </a:r>
            <a:r>
              <a:rPr sz="1200" i="1" spc="-20" dirty="0">
                <a:solidFill>
                  <a:srgbClr val="A6A6A6"/>
                </a:solidFill>
                <a:latin typeface="Calibri"/>
                <a:cs typeface="Calibri"/>
              </a:rPr>
              <a:t> </a:t>
            </a:r>
            <a:r>
              <a:rPr sz="1200" i="1" spc="-60" dirty="0">
                <a:solidFill>
                  <a:srgbClr val="A6A6A6"/>
                </a:solidFill>
                <a:latin typeface="Calibri"/>
                <a:cs typeface="Calibri"/>
              </a:rPr>
              <a:t>SATA</a:t>
            </a:r>
            <a:r>
              <a:rPr sz="1200" i="1" spc="-10" dirty="0">
                <a:solidFill>
                  <a:srgbClr val="A6A6A6"/>
                </a:solidFill>
                <a:latin typeface="Calibri"/>
                <a:cs typeface="Calibri"/>
              </a:rPr>
              <a:t> </a:t>
            </a:r>
            <a:r>
              <a:rPr sz="1200" i="1" spc="-25" dirty="0">
                <a:solidFill>
                  <a:srgbClr val="A6A6A6"/>
                </a:solidFill>
                <a:latin typeface="Calibri"/>
                <a:cs typeface="Calibri"/>
              </a:rPr>
              <a:t>SSD</a:t>
            </a:r>
            <a:endParaRPr sz="1200" dirty="0">
              <a:latin typeface="Calibri"/>
              <a:cs typeface="Calibri"/>
            </a:endParaRPr>
          </a:p>
        </p:txBody>
      </p:sp>
      <p:sp>
        <p:nvSpPr>
          <p:cNvPr id="15" name="object 15"/>
          <p:cNvSpPr txBox="1">
            <a:spLocks noGrp="1"/>
          </p:cNvSpPr>
          <p:nvPr>
            <p:ph type="title"/>
          </p:nvPr>
        </p:nvSpPr>
        <p:spPr>
          <a:xfrm>
            <a:off x="263753" y="332308"/>
            <a:ext cx="11664492" cy="699659"/>
          </a:xfrm>
          <a:prstGeom prst="rect">
            <a:avLst/>
          </a:prstGeom>
        </p:spPr>
        <p:txBody>
          <a:bodyPr vert="horz" wrap="square" lIns="0" tIns="144252" rIns="0" bIns="0" rtlCol="0">
            <a:spAutoFit/>
          </a:bodyPr>
          <a:lstStyle/>
          <a:p>
            <a:pPr marL="12700">
              <a:lnSpc>
                <a:spcPct val="100000"/>
              </a:lnSpc>
              <a:spcBef>
                <a:spcPts val="250"/>
              </a:spcBef>
            </a:pPr>
            <a:r>
              <a:rPr dirty="0" smtClean="0">
                <a:solidFill>
                  <a:srgbClr val="007842"/>
                </a:solidFill>
              </a:rPr>
              <a:t>0</a:t>
            </a:r>
            <a:r>
              <a:rPr lang="fr-FR" dirty="0" smtClean="0">
                <a:solidFill>
                  <a:srgbClr val="007842"/>
                </a:solidFill>
              </a:rPr>
              <a:t>5</a:t>
            </a:r>
            <a:r>
              <a:rPr spc="-40" dirty="0" smtClean="0">
                <a:solidFill>
                  <a:srgbClr val="007842"/>
                </a:solidFill>
              </a:rPr>
              <a:t> </a:t>
            </a:r>
            <a:r>
              <a:rPr dirty="0">
                <a:solidFill>
                  <a:srgbClr val="007842"/>
                </a:solidFill>
              </a:rPr>
              <a:t>–</a:t>
            </a:r>
            <a:r>
              <a:rPr spc="-20" dirty="0">
                <a:solidFill>
                  <a:srgbClr val="007842"/>
                </a:solidFill>
              </a:rPr>
              <a:t> </a:t>
            </a:r>
            <a:r>
              <a:rPr lang="fr-FR" dirty="0">
                <a:solidFill>
                  <a:srgbClr val="007842"/>
                </a:solidFill>
              </a:rPr>
              <a:t>Décrire des disques </a:t>
            </a:r>
            <a:r>
              <a:rPr lang="fr-FR" dirty="0" smtClean="0">
                <a:solidFill>
                  <a:srgbClr val="007842"/>
                </a:solidFill>
              </a:rPr>
              <a:t>durs</a:t>
            </a:r>
            <a:br>
              <a:rPr lang="fr-FR" dirty="0" smtClean="0">
                <a:solidFill>
                  <a:srgbClr val="007842"/>
                </a:solidFill>
              </a:rPr>
            </a:br>
            <a:r>
              <a:rPr lang="fr-FR" sz="1600" dirty="0">
                <a:solidFill>
                  <a:srgbClr val="007842"/>
                </a:solidFill>
              </a:rPr>
              <a:t>Disques durs SSD </a:t>
            </a:r>
            <a:endParaRPr sz="1600" dirty="0"/>
          </a:p>
        </p:txBody>
      </p:sp>
      <p:sp>
        <p:nvSpPr>
          <p:cNvPr id="18"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a:spLocks noGrp="1"/>
          </p:cNvSpPr>
          <p:nvPr>
            <p:ph type="body" idx="1"/>
          </p:nvPr>
        </p:nvSpPr>
        <p:spPr>
          <a:xfrm>
            <a:off x="838200" y="2020571"/>
            <a:ext cx="9640418" cy="1737014"/>
          </a:xfrm>
          <a:prstGeom prst="rect">
            <a:avLst/>
          </a:prstGeom>
        </p:spPr>
        <p:txBody>
          <a:bodyPr vert="horz" wrap="square" lIns="0" tIns="13335" rIns="0" bIns="0" rtlCol="0">
            <a:spAutoFit/>
          </a:bodyPr>
          <a:lstStyle/>
          <a:p>
            <a:pPr marL="298450" indent="-285750">
              <a:lnSpc>
                <a:spcPct val="200000"/>
              </a:lnSpc>
              <a:buFont typeface="Wingdings" panose="05000000000000000000" pitchFamily="2" charset="2"/>
              <a:buChar char="§"/>
            </a:pPr>
            <a:r>
              <a:rPr sz="1400" b="0" dirty="0" smtClean="0">
                <a:solidFill>
                  <a:srgbClr val="555555"/>
                </a:solidFill>
              </a:rPr>
              <a:t>Les </a:t>
            </a:r>
            <a:r>
              <a:rPr sz="1400" b="0" dirty="0" err="1" smtClean="0">
                <a:solidFill>
                  <a:srgbClr val="555555"/>
                </a:solidFill>
              </a:rPr>
              <a:t>disques</a:t>
            </a:r>
            <a:r>
              <a:rPr sz="1400" b="0" spc="5" dirty="0" smtClean="0">
                <a:solidFill>
                  <a:srgbClr val="555555"/>
                </a:solidFill>
              </a:rPr>
              <a:t> </a:t>
            </a:r>
            <a:r>
              <a:rPr sz="1400" b="0" dirty="0" smtClean="0">
                <a:solidFill>
                  <a:srgbClr val="555555"/>
                </a:solidFill>
              </a:rPr>
              <a:t>SSD</a:t>
            </a:r>
            <a:r>
              <a:rPr sz="1400" b="0" spc="-5" dirty="0" smtClean="0">
                <a:solidFill>
                  <a:srgbClr val="555555"/>
                </a:solidFill>
              </a:rPr>
              <a:t> </a:t>
            </a:r>
            <a:r>
              <a:rPr sz="1400" b="0" dirty="0" err="1" smtClean="0">
                <a:solidFill>
                  <a:srgbClr val="555555"/>
                </a:solidFill>
              </a:rPr>
              <a:t>NVMe</a:t>
            </a:r>
            <a:r>
              <a:rPr sz="1400" b="0" spc="-10" dirty="0" smtClean="0">
                <a:solidFill>
                  <a:srgbClr val="555555"/>
                </a:solidFill>
              </a:rPr>
              <a:t> </a:t>
            </a:r>
            <a:r>
              <a:rPr lang="fr-FR" sz="1400" b="0" spc="-10" dirty="0">
                <a:solidFill>
                  <a:srgbClr val="555555"/>
                </a:solidFill>
              </a:rPr>
              <a:t>(Non-Volatile Memory </a:t>
            </a:r>
            <a:r>
              <a:rPr lang="fr-FR" sz="1400" b="0" spc="-10" dirty="0" smtClean="0">
                <a:solidFill>
                  <a:srgbClr val="555555"/>
                </a:solidFill>
              </a:rPr>
              <a:t>Express) </a:t>
            </a:r>
            <a:r>
              <a:rPr sz="1400" b="0" dirty="0" err="1" smtClean="0">
                <a:solidFill>
                  <a:srgbClr val="555555"/>
                </a:solidFill>
              </a:rPr>
              <a:t>sont</a:t>
            </a:r>
            <a:r>
              <a:rPr sz="1400" b="0" spc="-5" dirty="0" smtClean="0">
                <a:solidFill>
                  <a:srgbClr val="555555"/>
                </a:solidFill>
              </a:rPr>
              <a:t> </a:t>
            </a:r>
            <a:r>
              <a:rPr sz="1400" b="0" dirty="0" smtClean="0">
                <a:solidFill>
                  <a:srgbClr val="555555"/>
                </a:solidFill>
              </a:rPr>
              <a:t>la</a:t>
            </a:r>
            <a:r>
              <a:rPr sz="1400" b="0" spc="15" dirty="0" smtClean="0">
                <a:solidFill>
                  <a:srgbClr val="555555"/>
                </a:solidFill>
              </a:rPr>
              <a:t> </a:t>
            </a:r>
            <a:r>
              <a:rPr sz="1400" b="0" dirty="0" err="1" smtClean="0">
                <a:solidFill>
                  <a:srgbClr val="555555"/>
                </a:solidFill>
              </a:rPr>
              <a:t>dernière</a:t>
            </a:r>
            <a:r>
              <a:rPr sz="1400" b="0" spc="-20" dirty="0" smtClean="0">
                <a:solidFill>
                  <a:srgbClr val="555555"/>
                </a:solidFill>
              </a:rPr>
              <a:t> </a:t>
            </a:r>
            <a:r>
              <a:rPr sz="1400" b="0" dirty="0" err="1" smtClean="0">
                <a:solidFill>
                  <a:srgbClr val="555555"/>
                </a:solidFill>
              </a:rPr>
              <a:t>technologie</a:t>
            </a:r>
            <a:r>
              <a:rPr sz="1400" b="0" dirty="0" smtClean="0">
                <a:solidFill>
                  <a:srgbClr val="555555"/>
                </a:solidFill>
              </a:rPr>
              <a:t> et</a:t>
            </a:r>
            <a:r>
              <a:rPr sz="1400" b="0" spc="-5" dirty="0" smtClean="0">
                <a:solidFill>
                  <a:srgbClr val="555555"/>
                </a:solidFill>
              </a:rPr>
              <a:t> </a:t>
            </a:r>
            <a:r>
              <a:rPr sz="1400" b="0" dirty="0" err="1" smtClean="0">
                <a:solidFill>
                  <a:srgbClr val="555555"/>
                </a:solidFill>
              </a:rPr>
              <a:t>offrent</a:t>
            </a:r>
            <a:r>
              <a:rPr sz="1400" b="0" spc="-5" dirty="0" smtClean="0">
                <a:solidFill>
                  <a:srgbClr val="555555"/>
                </a:solidFill>
              </a:rPr>
              <a:t> </a:t>
            </a:r>
            <a:r>
              <a:rPr sz="1400" b="0" dirty="0" smtClean="0">
                <a:solidFill>
                  <a:srgbClr val="555555"/>
                </a:solidFill>
              </a:rPr>
              <a:t>les</a:t>
            </a:r>
            <a:r>
              <a:rPr sz="1400" b="0" spc="25" dirty="0" smtClean="0">
                <a:solidFill>
                  <a:srgbClr val="555555"/>
                </a:solidFill>
              </a:rPr>
              <a:t> </a:t>
            </a:r>
            <a:r>
              <a:rPr sz="1400" b="0" dirty="0" err="1" smtClean="0">
                <a:solidFill>
                  <a:srgbClr val="555555"/>
                </a:solidFill>
              </a:rPr>
              <a:t>vitesses</a:t>
            </a:r>
            <a:r>
              <a:rPr sz="1400" b="0" spc="10" dirty="0" smtClean="0">
                <a:solidFill>
                  <a:srgbClr val="555555"/>
                </a:solidFill>
              </a:rPr>
              <a:t> </a:t>
            </a:r>
            <a:r>
              <a:rPr sz="1400" b="0" dirty="0" smtClean="0">
                <a:solidFill>
                  <a:srgbClr val="555555"/>
                </a:solidFill>
              </a:rPr>
              <a:t>de</a:t>
            </a:r>
            <a:r>
              <a:rPr sz="1400" b="0" spc="-10" dirty="0" smtClean="0">
                <a:solidFill>
                  <a:srgbClr val="555555"/>
                </a:solidFill>
              </a:rPr>
              <a:t> </a:t>
            </a:r>
            <a:r>
              <a:rPr sz="1400" b="0" spc="-10" dirty="0" err="1" smtClean="0">
                <a:solidFill>
                  <a:srgbClr val="555555"/>
                </a:solidFill>
              </a:rPr>
              <a:t>transfert</a:t>
            </a:r>
            <a:r>
              <a:rPr sz="1400" b="0" dirty="0" smtClean="0">
                <a:solidFill>
                  <a:srgbClr val="555555"/>
                </a:solidFill>
              </a:rPr>
              <a:t> et</a:t>
            </a:r>
            <a:r>
              <a:rPr sz="1400" b="0" spc="-5" dirty="0" smtClean="0">
                <a:solidFill>
                  <a:srgbClr val="555555"/>
                </a:solidFill>
              </a:rPr>
              <a:t> </a:t>
            </a:r>
            <a:r>
              <a:rPr sz="1400" b="0" dirty="0" err="1" smtClean="0">
                <a:solidFill>
                  <a:srgbClr val="555555"/>
                </a:solidFill>
              </a:rPr>
              <a:t>d'E</a:t>
            </a:r>
            <a:r>
              <a:rPr sz="1400" b="0" dirty="0" smtClean="0">
                <a:solidFill>
                  <a:srgbClr val="555555"/>
                </a:solidFill>
              </a:rPr>
              <a:t>/S</a:t>
            </a:r>
            <a:r>
              <a:rPr sz="1400" b="0" spc="15" dirty="0" smtClean="0">
                <a:solidFill>
                  <a:srgbClr val="555555"/>
                </a:solidFill>
              </a:rPr>
              <a:t> </a:t>
            </a:r>
            <a:r>
              <a:rPr sz="1400" b="0" dirty="0" smtClean="0">
                <a:solidFill>
                  <a:srgbClr val="555555"/>
                </a:solidFill>
              </a:rPr>
              <a:t>les plus </a:t>
            </a:r>
            <a:r>
              <a:rPr sz="1400" b="0" dirty="0" err="1" smtClean="0">
                <a:solidFill>
                  <a:srgbClr val="555555"/>
                </a:solidFill>
              </a:rPr>
              <a:t>rapides</a:t>
            </a:r>
            <a:r>
              <a:rPr sz="1400" b="0" dirty="0" smtClean="0">
                <a:solidFill>
                  <a:srgbClr val="555555"/>
                </a:solidFill>
              </a:rPr>
              <a:t>. </a:t>
            </a:r>
            <a:r>
              <a:rPr sz="1400" b="0" dirty="0" err="1" smtClean="0">
                <a:solidFill>
                  <a:srgbClr val="555555"/>
                </a:solidFill>
              </a:rPr>
              <a:t>En</a:t>
            </a:r>
            <a:r>
              <a:rPr sz="1400" b="0" spc="5" dirty="0" smtClean="0">
                <a:solidFill>
                  <a:srgbClr val="555555"/>
                </a:solidFill>
              </a:rPr>
              <a:t> </a:t>
            </a:r>
            <a:r>
              <a:rPr sz="1400" b="0" dirty="0" smtClean="0">
                <a:solidFill>
                  <a:srgbClr val="555555"/>
                </a:solidFill>
              </a:rPr>
              <a:t>fait,</a:t>
            </a:r>
            <a:r>
              <a:rPr sz="1400" b="0" spc="-15" dirty="0" smtClean="0">
                <a:solidFill>
                  <a:srgbClr val="555555"/>
                </a:solidFill>
              </a:rPr>
              <a:t> </a:t>
            </a:r>
            <a:r>
              <a:rPr sz="1400" b="0" dirty="0" err="1" smtClean="0">
                <a:solidFill>
                  <a:srgbClr val="555555"/>
                </a:solidFill>
              </a:rPr>
              <a:t>ils</a:t>
            </a:r>
            <a:r>
              <a:rPr sz="1400" b="0" dirty="0" smtClean="0">
                <a:solidFill>
                  <a:srgbClr val="555555"/>
                </a:solidFill>
              </a:rPr>
              <a:t> </a:t>
            </a:r>
            <a:r>
              <a:rPr sz="1400" b="0" dirty="0" err="1" smtClean="0">
                <a:solidFill>
                  <a:srgbClr val="555555"/>
                </a:solidFill>
              </a:rPr>
              <a:t>sont</a:t>
            </a:r>
            <a:r>
              <a:rPr sz="1400" b="0" spc="-5" dirty="0" smtClean="0">
                <a:solidFill>
                  <a:srgbClr val="555555"/>
                </a:solidFill>
              </a:rPr>
              <a:t> </a:t>
            </a:r>
            <a:r>
              <a:rPr sz="1400" b="0" dirty="0" smtClean="0">
                <a:solidFill>
                  <a:srgbClr val="555555"/>
                </a:solidFill>
              </a:rPr>
              <a:t>environ 6</a:t>
            </a:r>
            <a:r>
              <a:rPr sz="1400" b="0" spc="5" dirty="0" smtClean="0">
                <a:solidFill>
                  <a:srgbClr val="555555"/>
                </a:solidFill>
              </a:rPr>
              <a:t> </a:t>
            </a:r>
            <a:r>
              <a:rPr sz="1400" b="0" dirty="0" err="1" smtClean="0">
                <a:solidFill>
                  <a:srgbClr val="555555"/>
                </a:solidFill>
              </a:rPr>
              <a:t>fois</a:t>
            </a:r>
            <a:r>
              <a:rPr sz="1400" b="0" dirty="0" smtClean="0">
                <a:solidFill>
                  <a:srgbClr val="555555"/>
                </a:solidFill>
              </a:rPr>
              <a:t> plus </a:t>
            </a:r>
            <a:r>
              <a:rPr sz="1400" b="0" dirty="0" err="1" smtClean="0">
                <a:solidFill>
                  <a:srgbClr val="555555"/>
                </a:solidFill>
              </a:rPr>
              <a:t>rapides</a:t>
            </a:r>
            <a:r>
              <a:rPr sz="1400" b="0" spc="5" dirty="0" smtClean="0">
                <a:solidFill>
                  <a:srgbClr val="555555"/>
                </a:solidFill>
              </a:rPr>
              <a:t> </a:t>
            </a:r>
            <a:r>
              <a:rPr sz="1400" b="0" dirty="0" smtClean="0">
                <a:solidFill>
                  <a:srgbClr val="555555"/>
                </a:solidFill>
              </a:rPr>
              <a:t>que</a:t>
            </a:r>
            <a:r>
              <a:rPr sz="1400" b="0" spc="-5" dirty="0" smtClean="0">
                <a:solidFill>
                  <a:srgbClr val="555555"/>
                </a:solidFill>
              </a:rPr>
              <a:t> </a:t>
            </a:r>
            <a:r>
              <a:rPr sz="1400" b="0" dirty="0" smtClean="0">
                <a:solidFill>
                  <a:srgbClr val="555555"/>
                </a:solidFill>
              </a:rPr>
              <a:t>les</a:t>
            </a:r>
            <a:r>
              <a:rPr sz="1400" b="0" spc="20" dirty="0" smtClean="0">
                <a:solidFill>
                  <a:srgbClr val="555555"/>
                </a:solidFill>
              </a:rPr>
              <a:t> </a:t>
            </a:r>
            <a:r>
              <a:rPr sz="1400" b="0" dirty="0" smtClean="0">
                <a:solidFill>
                  <a:srgbClr val="555555"/>
                </a:solidFill>
              </a:rPr>
              <a:t>SSD</a:t>
            </a:r>
            <a:r>
              <a:rPr sz="1400" b="0" spc="-5" dirty="0" smtClean="0">
                <a:solidFill>
                  <a:srgbClr val="555555"/>
                </a:solidFill>
              </a:rPr>
              <a:t> </a:t>
            </a:r>
            <a:r>
              <a:rPr sz="1400" b="0" spc="-20" dirty="0" smtClean="0">
                <a:solidFill>
                  <a:srgbClr val="555555"/>
                </a:solidFill>
              </a:rPr>
              <a:t>SATA</a:t>
            </a:r>
            <a:r>
              <a:rPr lang="fr-FR" sz="1400" b="0" spc="-20" dirty="0" smtClean="0">
                <a:solidFill>
                  <a:srgbClr val="555555"/>
                </a:solidFill>
              </a:rPr>
              <a:t> </a:t>
            </a:r>
            <a:r>
              <a:rPr sz="1400" b="0" spc="-10" dirty="0" err="1" smtClean="0">
                <a:solidFill>
                  <a:srgbClr val="555555"/>
                </a:solidFill>
              </a:rPr>
              <a:t>traditionnels</a:t>
            </a:r>
            <a:r>
              <a:rPr sz="1400" b="0" spc="-10" dirty="0">
                <a:solidFill>
                  <a:srgbClr val="555555"/>
                </a:solidFill>
              </a:rPr>
              <a:t>.</a:t>
            </a:r>
          </a:p>
          <a:p>
            <a:pPr marL="298450" marR="7620" indent="-285750">
              <a:lnSpc>
                <a:spcPct val="200000"/>
              </a:lnSpc>
              <a:buFont typeface="Wingdings" panose="05000000000000000000" pitchFamily="2" charset="2"/>
              <a:buChar char="§"/>
            </a:pPr>
            <a:r>
              <a:rPr sz="1400" b="0" dirty="0" smtClean="0">
                <a:solidFill>
                  <a:srgbClr val="555555"/>
                </a:solidFill>
              </a:rPr>
              <a:t>Le</a:t>
            </a:r>
            <a:r>
              <a:rPr sz="1400" b="0" spc="30" dirty="0" smtClean="0">
                <a:solidFill>
                  <a:srgbClr val="555555"/>
                </a:solidFill>
              </a:rPr>
              <a:t> </a:t>
            </a:r>
            <a:r>
              <a:rPr sz="1400" b="0" dirty="0">
                <a:solidFill>
                  <a:srgbClr val="555555"/>
                </a:solidFill>
              </a:rPr>
              <a:t>SSD</a:t>
            </a:r>
            <a:r>
              <a:rPr sz="1400" b="0" spc="30" dirty="0">
                <a:solidFill>
                  <a:srgbClr val="555555"/>
                </a:solidFill>
              </a:rPr>
              <a:t> </a:t>
            </a:r>
            <a:r>
              <a:rPr sz="1400" b="0" dirty="0" err="1" smtClean="0">
                <a:solidFill>
                  <a:srgbClr val="555555"/>
                </a:solidFill>
              </a:rPr>
              <a:t>NVMe</a:t>
            </a:r>
            <a:r>
              <a:rPr lang="fr-FR" sz="1400" b="0" dirty="0" smtClean="0">
                <a:solidFill>
                  <a:srgbClr val="555555"/>
                </a:solidFill>
              </a:rPr>
              <a:t> </a:t>
            </a:r>
            <a:r>
              <a:rPr sz="1400" b="0" dirty="0" err="1" smtClean="0">
                <a:solidFill>
                  <a:srgbClr val="555555"/>
                </a:solidFill>
              </a:rPr>
              <a:t>utilise</a:t>
            </a:r>
            <a:r>
              <a:rPr sz="1400" b="0" spc="35" dirty="0" smtClean="0">
                <a:solidFill>
                  <a:srgbClr val="555555"/>
                </a:solidFill>
              </a:rPr>
              <a:t> </a:t>
            </a:r>
            <a:r>
              <a:rPr sz="1400" b="0" dirty="0">
                <a:solidFill>
                  <a:srgbClr val="555555"/>
                </a:solidFill>
              </a:rPr>
              <a:t>plusieurs</a:t>
            </a:r>
            <a:r>
              <a:rPr sz="1400" b="0" spc="40" dirty="0">
                <a:solidFill>
                  <a:srgbClr val="555555"/>
                </a:solidFill>
              </a:rPr>
              <a:t> </a:t>
            </a:r>
            <a:r>
              <a:rPr sz="1400" b="0" dirty="0">
                <a:solidFill>
                  <a:srgbClr val="555555"/>
                </a:solidFill>
              </a:rPr>
              <a:t>voies</a:t>
            </a:r>
            <a:r>
              <a:rPr sz="1400" b="0" spc="40" dirty="0">
                <a:solidFill>
                  <a:srgbClr val="555555"/>
                </a:solidFill>
              </a:rPr>
              <a:t> </a:t>
            </a:r>
            <a:r>
              <a:rPr sz="1400" b="0" dirty="0">
                <a:solidFill>
                  <a:srgbClr val="555555"/>
                </a:solidFill>
              </a:rPr>
              <a:t>PCI-e</a:t>
            </a:r>
            <a:r>
              <a:rPr sz="1400" b="0" spc="30" dirty="0">
                <a:solidFill>
                  <a:srgbClr val="555555"/>
                </a:solidFill>
              </a:rPr>
              <a:t> </a:t>
            </a:r>
            <a:r>
              <a:rPr sz="1400" b="0" dirty="0">
                <a:solidFill>
                  <a:srgbClr val="555555"/>
                </a:solidFill>
              </a:rPr>
              <a:t>qui</a:t>
            </a:r>
            <a:r>
              <a:rPr sz="1400" b="0" spc="20" dirty="0">
                <a:solidFill>
                  <a:srgbClr val="555555"/>
                </a:solidFill>
              </a:rPr>
              <a:t> </a:t>
            </a:r>
            <a:r>
              <a:rPr sz="1400" b="0" dirty="0">
                <a:solidFill>
                  <a:srgbClr val="555555"/>
                </a:solidFill>
              </a:rPr>
              <a:t>lui</a:t>
            </a:r>
            <a:r>
              <a:rPr sz="1400" b="0" spc="20" dirty="0">
                <a:solidFill>
                  <a:srgbClr val="555555"/>
                </a:solidFill>
              </a:rPr>
              <a:t> </a:t>
            </a:r>
            <a:r>
              <a:rPr sz="1400" b="0" dirty="0">
                <a:solidFill>
                  <a:srgbClr val="555555"/>
                </a:solidFill>
              </a:rPr>
              <a:t>permettent</a:t>
            </a:r>
            <a:r>
              <a:rPr sz="1400" b="0" spc="40" dirty="0">
                <a:solidFill>
                  <a:srgbClr val="555555"/>
                </a:solidFill>
              </a:rPr>
              <a:t> </a:t>
            </a:r>
            <a:r>
              <a:rPr sz="1400" b="0" dirty="0">
                <a:solidFill>
                  <a:srgbClr val="555555"/>
                </a:solidFill>
              </a:rPr>
              <a:t>de</a:t>
            </a:r>
            <a:r>
              <a:rPr sz="1400" b="0" spc="30" dirty="0">
                <a:solidFill>
                  <a:srgbClr val="555555"/>
                </a:solidFill>
              </a:rPr>
              <a:t> </a:t>
            </a:r>
            <a:r>
              <a:rPr sz="1400" b="0" dirty="0">
                <a:solidFill>
                  <a:srgbClr val="555555"/>
                </a:solidFill>
              </a:rPr>
              <a:t>fournir</a:t>
            </a:r>
            <a:r>
              <a:rPr sz="1400" b="0" spc="20" dirty="0">
                <a:solidFill>
                  <a:srgbClr val="555555"/>
                </a:solidFill>
              </a:rPr>
              <a:t> </a:t>
            </a:r>
            <a:r>
              <a:rPr sz="1400" b="0" dirty="0">
                <a:solidFill>
                  <a:srgbClr val="555555"/>
                </a:solidFill>
              </a:rPr>
              <a:t>des</a:t>
            </a:r>
            <a:r>
              <a:rPr sz="1400" b="0" spc="45" dirty="0">
                <a:solidFill>
                  <a:srgbClr val="555555"/>
                </a:solidFill>
              </a:rPr>
              <a:t> </a:t>
            </a:r>
            <a:r>
              <a:rPr sz="1400" b="0" dirty="0">
                <a:solidFill>
                  <a:srgbClr val="555555"/>
                </a:solidFill>
              </a:rPr>
              <a:t>vitesses</a:t>
            </a:r>
            <a:r>
              <a:rPr sz="1400" b="0" spc="45" dirty="0">
                <a:solidFill>
                  <a:srgbClr val="555555"/>
                </a:solidFill>
              </a:rPr>
              <a:t> </a:t>
            </a:r>
            <a:r>
              <a:rPr sz="1400" b="0" dirty="0">
                <a:solidFill>
                  <a:srgbClr val="555555"/>
                </a:solidFill>
              </a:rPr>
              <a:t>de</a:t>
            </a:r>
            <a:r>
              <a:rPr sz="1400" b="0" spc="30" dirty="0">
                <a:solidFill>
                  <a:srgbClr val="555555"/>
                </a:solidFill>
              </a:rPr>
              <a:t> </a:t>
            </a:r>
            <a:r>
              <a:rPr sz="1400" b="0" dirty="0">
                <a:solidFill>
                  <a:srgbClr val="555555"/>
                </a:solidFill>
              </a:rPr>
              <a:t>débit</a:t>
            </a:r>
            <a:r>
              <a:rPr sz="1400" b="0" spc="40" dirty="0">
                <a:solidFill>
                  <a:srgbClr val="555555"/>
                </a:solidFill>
              </a:rPr>
              <a:t> </a:t>
            </a:r>
            <a:r>
              <a:rPr sz="1400" b="0" dirty="0">
                <a:solidFill>
                  <a:srgbClr val="555555"/>
                </a:solidFill>
              </a:rPr>
              <a:t>pouvant</a:t>
            </a:r>
            <a:r>
              <a:rPr sz="1400" b="0" spc="35" dirty="0">
                <a:solidFill>
                  <a:srgbClr val="555555"/>
                </a:solidFill>
              </a:rPr>
              <a:t> </a:t>
            </a:r>
            <a:r>
              <a:rPr sz="1400" b="0" dirty="0">
                <a:solidFill>
                  <a:srgbClr val="555555"/>
                </a:solidFill>
              </a:rPr>
              <a:t>atteindre</a:t>
            </a:r>
            <a:r>
              <a:rPr sz="1400" b="0" spc="30" dirty="0">
                <a:solidFill>
                  <a:srgbClr val="555555"/>
                </a:solidFill>
              </a:rPr>
              <a:t> </a:t>
            </a:r>
            <a:r>
              <a:rPr sz="1400" b="0" dirty="0">
                <a:solidFill>
                  <a:srgbClr val="555555"/>
                </a:solidFill>
              </a:rPr>
              <a:t>3</a:t>
            </a:r>
            <a:r>
              <a:rPr sz="1400" b="0" spc="45" dirty="0">
                <a:solidFill>
                  <a:srgbClr val="555555"/>
                </a:solidFill>
              </a:rPr>
              <a:t> </a:t>
            </a:r>
            <a:r>
              <a:rPr sz="1400" b="0" dirty="0">
                <a:solidFill>
                  <a:srgbClr val="555555"/>
                </a:solidFill>
              </a:rPr>
              <a:t>500</a:t>
            </a:r>
            <a:r>
              <a:rPr sz="1400" b="0" spc="15" dirty="0">
                <a:solidFill>
                  <a:srgbClr val="555555"/>
                </a:solidFill>
              </a:rPr>
              <a:t> </a:t>
            </a:r>
            <a:r>
              <a:rPr sz="1400" b="0" dirty="0">
                <a:solidFill>
                  <a:srgbClr val="555555"/>
                </a:solidFill>
              </a:rPr>
              <a:t>Mo/s.</a:t>
            </a:r>
            <a:r>
              <a:rPr sz="1400" b="0" spc="40" dirty="0">
                <a:solidFill>
                  <a:srgbClr val="555555"/>
                </a:solidFill>
              </a:rPr>
              <a:t> </a:t>
            </a:r>
            <a:r>
              <a:rPr sz="1400" b="0" dirty="0">
                <a:solidFill>
                  <a:srgbClr val="555555"/>
                </a:solidFill>
              </a:rPr>
              <a:t>C'est</a:t>
            </a:r>
            <a:r>
              <a:rPr sz="1400" b="0" spc="35" dirty="0">
                <a:solidFill>
                  <a:srgbClr val="555555"/>
                </a:solidFill>
              </a:rPr>
              <a:t> </a:t>
            </a:r>
            <a:r>
              <a:rPr sz="1400" b="0" dirty="0">
                <a:solidFill>
                  <a:srgbClr val="555555"/>
                </a:solidFill>
              </a:rPr>
              <a:t>35</a:t>
            </a:r>
            <a:r>
              <a:rPr sz="1400" b="0" spc="20" dirty="0">
                <a:solidFill>
                  <a:srgbClr val="555555"/>
                </a:solidFill>
              </a:rPr>
              <a:t> </a:t>
            </a:r>
            <a:r>
              <a:rPr sz="1400" b="0" dirty="0">
                <a:solidFill>
                  <a:srgbClr val="555555"/>
                </a:solidFill>
              </a:rPr>
              <a:t>fois</a:t>
            </a:r>
            <a:r>
              <a:rPr sz="1400" b="0" spc="40" dirty="0">
                <a:solidFill>
                  <a:srgbClr val="555555"/>
                </a:solidFill>
              </a:rPr>
              <a:t> </a:t>
            </a:r>
            <a:r>
              <a:rPr sz="1400" b="0" dirty="0">
                <a:solidFill>
                  <a:srgbClr val="555555"/>
                </a:solidFill>
              </a:rPr>
              <a:t>plus</a:t>
            </a:r>
            <a:r>
              <a:rPr sz="1400" b="0" spc="40" dirty="0">
                <a:solidFill>
                  <a:srgbClr val="555555"/>
                </a:solidFill>
              </a:rPr>
              <a:t> </a:t>
            </a:r>
            <a:r>
              <a:rPr sz="1400" b="0" dirty="0">
                <a:solidFill>
                  <a:srgbClr val="555555"/>
                </a:solidFill>
              </a:rPr>
              <a:t>rapide</a:t>
            </a:r>
            <a:r>
              <a:rPr sz="1400" b="0" spc="30" dirty="0">
                <a:solidFill>
                  <a:srgbClr val="555555"/>
                </a:solidFill>
              </a:rPr>
              <a:t> </a:t>
            </a:r>
            <a:r>
              <a:rPr sz="1400" b="0" dirty="0">
                <a:solidFill>
                  <a:srgbClr val="555555"/>
                </a:solidFill>
              </a:rPr>
              <a:t>que</a:t>
            </a:r>
            <a:r>
              <a:rPr sz="1400" b="0" spc="35" dirty="0">
                <a:solidFill>
                  <a:srgbClr val="555555"/>
                </a:solidFill>
              </a:rPr>
              <a:t> </a:t>
            </a:r>
            <a:r>
              <a:rPr sz="1400" b="0" spc="-25" dirty="0">
                <a:solidFill>
                  <a:srgbClr val="555555"/>
                </a:solidFill>
              </a:rPr>
              <a:t>les </a:t>
            </a:r>
            <a:r>
              <a:rPr sz="1400" b="0" dirty="0">
                <a:solidFill>
                  <a:srgbClr val="555555"/>
                </a:solidFill>
              </a:rPr>
              <a:t>disques</a:t>
            </a:r>
            <a:r>
              <a:rPr sz="1400" b="0" spc="-15" dirty="0">
                <a:solidFill>
                  <a:srgbClr val="555555"/>
                </a:solidFill>
              </a:rPr>
              <a:t> </a:t>
            </a:r>
            <a:r>
              <a:rPr sz="1400" b="0" dirty="0">
                <a:solidFill>
                  <a:srgbClr val="555555"/>
                </a:solidFill>
              </a:rPr>
              <a:t>durs</a:t>
            </a:r>
            <a:r>
              <a:rPr sz="1400" b="0" spc="-30" dirty="0">
                <a:solidFill>
                  <a:srgbClr val="555555"/>
                </a:solidFill>
              </a:rPr>
              <a:t> </a:t>
            </a:r>
            <a:r>
              <a:rPr sz="1400" b="0" dirty="0">
                <a:solidFill>
                  <a:srgbClr val="555555"/>
                </a:solidFill>
              </a:rPr>
              <a:t>et</a:t>
            </a:r>
            <a:r>
              <a:rPr sz="1400" b="0" spc="-40" dirty="0">
                <a:solidFill>
                  <a:srgbClr val="555555"/>
                </a:solidFill>
              </a:rPr>
              <a:t> </a:t>
            </a:r>
            <a:r>
              <a:rPr sz="1400" b="0" dirty="0">
                <a:solidFill>
                  <a:srgbClr val="555555"/>
                </a:solidFill>
              </a:rPr>
              <a:t>7</a:t>
            </a:r>
            <a:r>
              <a:rPr sz="1400" b="0" spc="-30" dirty="0">
                <a:solidFill>
                  <a:srgbClr val="555555"/>
                </a:solidFill>
              </a:rPr>
              <a:t> </a:t>
            </a:r>
            <a:r>
              <a:rPr sz="1400" b="0" dirty="0">
                <a:solidFill>
                  <a:srgbClr val="555555"/>
                </a:solidFill>
              </a:rPr>
              <a:t>fois</a:t>
            </a:r>
            <a:r>
              <a:rPr sz="1400" b="0" spc="-10" dirty="0">
                <a:solidFill>
                  <a:srgbClr val="555555"/>
                </a:solidFill>
              </a:rPr>
              <a:t> </a:t>
            </a:r>
            <a:r>
              <a:rPr sz="1400" b="0" dirty="0">
                <a:solidFill>
                  <a:srgbClr val="555555"/>
                </a:solidFill>
              </a:rPr>
              <a:t>plus</a:t>
            </a:r>
            <a:r>
              <a:rPr sz="1400" b="0" spc="-15" dirty="0">
                <a:solidFill>
                  <a:srgbClr val="555555"/>
                </a:solidFill>
              </a:rPr>
              <a:t> </a:t>
            </a:r>
            <a:r>
              <a:rPr sz="1400" b="0" dirty="0">
                <a:solidFill>
                  <a:srgbClr val="555555"/>
                </a:solidFill>
              </a:rPr>
              <a:t>rapide</a:t>
            </a:r>
            <a:r>
              <a:rPr sz="1400" b="0" spc="-15" dirty="0">
                <a:solidFill>
                  <a:srgbClr val="555555"/>
                </a:solidFill>
              </a:rPr>
              <a:t> </a:t>
            </a:r>
            <a:r>
              <a:rPr sz="1400" b="0" dirty="0">
                <a:solidFill>
                  <a:srgbClr val="555555"/>
                </a:solidFill>
              </a:rPr>
              <a:t>que</a:t>
            </a:r>
            <a:r>
              <a:rPr sz="1400" b="0" spc="-20" dirty="0">
                <a:solidFill>
                  <a:srgbClr val="555555"/>
                </a:solidFill>
              </a:rPr>
              <a:t> </a:t>
            </a:r>
            <a:r>
              <a:rPr sz="1400" b="0" dirty="0">
                <a:solidFill>
                  <a:srgbClr val="555555"/>
                </a:solidFill>
              </a:rPr>
              <a:t>les</a:t>
            </a:r>
            <a:r>
              <a:rPr sz="1400" b="0" spc="-5" dirty="0">
                <a:solidFill>
                  <a:srgbClr val="555555"/>
                </a:solidFill>
              </a:rPr>
              <a:t> </a:t>
            </a:r>
            <a:r>
              <a:rPr sz="1400" b="0" dirty="0">
                <a:solidFill>
                  <a:srgbClr val="555555"/>
                </a:solidFill>
              </a:rPr>
              <a:t>SSD</a:t>
            </a:r>
            <a:r>
              <a:rPr sz="1400" b="0" spc="-40" dirty="0">
                <a:solidFill>
                  <a:srgbClr val="555555"/>
                </a:solidFill>
              </a:rPr>
              <a:t> </a:t>
            </a:r>
            <a:r>
              <a:rPr sz="1400" b="0" spc="-55" dirty="0">
                <a:solidFill>
                  <a:srgbClr val="555555"/>
                </a:solidFill>
              </a:rPr>
              <a:t>SATA</a:t>
            </a:r>
            <a:r>
              <a:rPr sz="1400" b="0" spc="-15" dirty="0">
                <a:solidFill>
                  <a:srgbClr val="555555"/>
                </a:solidFill>
              </a:rPr>
              <a:t> </a:t>
            </a:r>
            <a:endParaRPr sz="1400" b="0" spc="-50" dirty="0">
              <a:solidFill>
                <a:srgbClr val="555555"/>
              </a:solidFill>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35</a:t>
            </a:fld>
            <a:endParaRPr spc="-25" dirty="0"/>
          </a:p>
        </p:txBody>
      </p:sp>
      <p:sp>
        <p:nvSpPr>
          <p:cNvPr id="12" name="object 12"/>
          <p:cNvSpPr txBox="1">
            <a:spLocks noGrp="1"/>
          </p:cNvSpPr>
          <p:nvPr>
            <p:ph type="title"/>
          </p:nvPr>
        </p:nvSpPr>
        <p:spPr>
          <a:xfrm>
            <a:off x="263753" y="332308"/>
            <a:ext cx="11664492" cy="699659"/>
          </a:xfrm>
          <a:prstGeom prst="rect">
            <a:avLst/>
          </a:prstGeom>
        </p:spPr>
        <p:txBody>
          <a:bodyPr vert="horz" wrap="square" lIns="0" tIns="144252" rIns="0" bIns="0" rtlCol="0">
            <a:spAutoFit/>
          </a:bodyPr>
          <a:lstStyle/>
          <a:p>
            <a:pPr marL="12700">
              <a:lnSpc>
                <a:spcPct val="100000"/>
              </a:lnSpc>
              <a:spcBef>
                <a:spcPts val="250"/>
              </a:spcBef>
            </a:pPr>
            <a:r>
              <a:rPr lang="fr-FR" dirty="0">
                <a:solidFill>
                  <a:srgbClr val="007842"/>
                </a:solidFill>
              </a:rPr>
              <a:t>05 –</a:t>
            </a:r>
            <a:r>
              <a:rPr lang="fr-FR" spc="-20" dirty="0">
                <a:solidFill>
                  <a:srgbClr val="007842"/>
                </a:solidFill>
              </a:rPr>
              <a:t> </a:t>
            </a:r>
            <a:r>
              <a:rPr lang="fr-FR" dirty="0">
                <a:solidFill>
                  <a:srgbClr val="007842"/>
                </a:solidFill>
              </a:rPr>
              <a:t>Décrire des disques durs </a:t>
            </a:r>
            <a:r>
              <a:rPr lang="fr-FR" dirty="0" smtClean="0">
                <a:solidFill>
                  <a:srgbClr val="007842"/>
                </a:solidFill>
              </a:rPr>
              <a:t/>
            </a:r>
            <a:br>
              <a:rPr lang="fr-FR" dirty="0" smtClean="0">
                <a:solidFill>
                  <a:srgbClr val="007842"/>
                </a:solidFill>
              </a:rPr>
            </a:br>
            <a:r>
              <a:rPr lang="fr-FR" sz="1600" dirty="0" smtClean="0">
                <a:solidFill>
                  <a:srgbClr val="007842"/>
                </a:solidFill>
              </a:rPr>
              <a:t>Disques </a:t>
            </a:r>
            <a:r>
              <a:rPr lang="fr-FR" sz="1600" dirty="0">
                <a:solidFill>
                  <a:srgbClr val="007842"/>
                </a:solidFill>
              </a:rPr>
              <a:t>durs SSD </a:t>
            </a:r>
            <a:r>
              <a:rPr lang="fr-FR" sz="1600" dirty="0" err="1">
                <a:solidFill>
                  <a:srgbClr val="007842"/>
                </a:solidFill>
              </a:rPr>
              <a:t>NVMe</a:t>
            </a:r>
            <a:r>
              <a:rPr lang="fr-FR" sz="1600" dirty="0">
                <a:solidFill>
                  <a:srgbClr val="007842"/>
                </a:solidFill>
              </a:rPr>
              <a:t> SSD</a:t>
            </a:r>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pic>
        <p:nvPicPr>
          <p:cNvPr id="7" name="Image 6"/>
          <p:cNvPicPr>
            <a:picLocks noChangeAspect="1"/>
          </p:cNvPicPr>
          <p:nvPr/>
        </p:nvPicPr>
        <p:blipFill>
          <a:blip r:embed="rId4"/>
          <a:stretch>
            <a:fillRect/>
          </a:stretch>
        </p:blipFill>
        <p:spPr>
          <a:xfrm>
            <a:off x="7010400" y="3657600"/>
            <a:ext cx="2600325" cy="2543175"/>
          </a:xfrm>
          <a:prstGeom prst="rect">
            <a:avLst/>
          </a:prstGeom>
        </p:spPr>
      </p:pic>
      <p:sp>
        <p:nvSpPr>
          <p:cNvPr id="13" name="object 14"/>
          <p:cNvSpPr txBox="1"/>
          <p:nvPr/>
        </p:nvSpPr>
        <p:spPr>
          <a:xfrm>
            <a:off x="7010400" y="6224980"/>
            <a:ext cx="192278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35" dirty="0">
                <a:solidFill>
                  <a:srgbClr val="A6A6A6"/>
                </a:solidFill>
                <a:latin typeface="Calibri"/>
                <a:cs typeface="Calibri"/>
              </a:rPr>
              <a:t> </a:t>
            </a:r>
            <a:r>
              <a:rPr sz="1200" i="1" spc="10" dirty="0" smtClean="0">
                <a:solidFill>
                  <a:srgbClr val="A6A6A6"/>
                </a:solidFill>
                <a:latin typeface="Calibri"/>
                <a:cs typeface="Calibri"/>
              </a:rPr>
              <a:t> </a:t>
            </a:r>
            <a:r>
              <a:rPr sz="1200" i="1" dirty="0">
                <a:solidFill>
                  <a:srgbClr val="A6A6A6"/>
                </a:solidFill>
                <a:latin typeface="Calibri"/>
                <a:cs typeface="Calibri"/>
              </a:rPr>
              <a:t>:</a:t>
            </a:r>
            <a:r>
              <a:rPr sz="1200" i="1" spc="-10" dirty="0">
                <a:solidFill>
                  <a:srgbClr val="A6A6A6"/>
                </a:solidFill>
                <a:latin typeface="Calibri"/>
                <a:cs typeface="Calibri"/>
              </a:rPr>
              <a:t> </a:t>
            </a:r>
            <a:r>
              <a:rPr sz="1200" i="1" dirty="0">
                <a:solidFill>
                  <a:srgbClr val="A6A6A6"/>
                </a:solidFill>
                <a:latin typeface="Calibri"/>
                <a:cs typeface="Calibri"/>
              </a:rPr>
              <a:t>Un</a:t>
            </a:r>
            <a:r>
              <a:rPr sz="1200" i="1" spc="-15" dirty="0">
                <a:solidFill>
                  <a:srgbClr val="A6A6A6"/>
                </a:solidFill>
                <a:latin typeface="Calibri"/>
                <a:cs typeface="Calibri"/>
              </a:rPr>
              <a:t> </a:t>
            </a:r>
            <a:r>
              <a:rPr sz="1200" i="1" dirty="0" err="1">
                <a:solidFill>
                  <a:srgbClr val="A6A6A6"/>
                </a:solidFill>
                <a:latin typeface="Calibri"/>
                <a:cs typeface="Calibri"/>
              </a:rPr>
              <a:t>disque</a:t>
            </a:r>
            <a:r>
              <a:rPr sz="1200" i="1" spc="-20" dirty="0">
                <a:solidFill>
                  <a:srgbClr val="A6A6A6"/>
                </a:solidFill>
                <a:latin typeface="Calibri"/>
                <a:cs typeface="Calibri"/>
              </a:rPr>
              <a:t> </a:t>
            </a:r>
            <a:r>
              <a:rPr lang="fr-FR" sz="1200" i="1" spc="-60" dirty="0">
                <a:solidFill>
                  <a:srgbClr val="A6A6A6"/>
                </a:solidFill>
                <a:latin typeface="Calibri"/>
                <a:cs typeface="Calibri"/>
              </a:rPr>
              <a:t> </a:t>
            </a:r>
            <a:r>
              <a:rPr lang="fr-FR" sz="1200" i="1" spc="-60" dirty="0" smtClean="0">
                <a:solidFill>
                  <a:srgbClr val="A6A6A6"/>
                </a:solidFill>
                <a:latin typeface="Calibri"/>
                <a:cs typeface="Calibri"/>
              </a:rPr>
              <a:t>S</a:t>
            </a:r>
            <a:r>
              <a:rPr sz="1200" i="1" spc="-25" dirty="0" smtClean="0">
                <a:solidFill>
                  <a:srgbClr val="A6A6A6"/>
                </a:solidFill>
                <a:latin typeface="Calibri"/>
                <a:cs typeface="Calibri"/>
              </a:rPr>
              <a:t>SD</a:t>
            </a:r>
            <a:r>
              <a:rPr lang="fr-FR" sz="1200" i="1" spc="-25" dirty="0" smtClean="0">
                <a:solidFill>
                  <a:srgbClr val="A6A6A6"/>
                </a:solidFill>
                <a:latin typeface="Calibri"/>
                <a:cs typeface="Calibri"/>
              </a:rPr>
              <a:t> </a:t>
            </a:r>
            <a:r>
              <a:rPr lang="fr-FR" sz="1200" i="1" spc="-25" dirty="0" err="1" smtClean="0">
                <a:solidFill>
                  <a:srgbClr val="A6A6A6"/>
                </a:solidFill>
                <a:latin typeface="Calibri"/>
                <a:cs typeface="Calibri"/>
              </a:rPr>
              <a:t>NVMe</a:t>
            </a:r>
            <a:endParaRPr sz="1200" dirty="0">
              <a:latin typeface="Calibri"/>
              <a:cs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685800" y="1600200"/>
            <a:ext cx="10594975" cy="3903633"/>
          </a:xfrm>
          <a:prstGeom prst="rect">
            <a:avLst/>
          </a:prstGeom>
        </p:spPr>
        <p:txBody>
          <a:bodyPr vert="horz" wrap="square" lIns="0" tIns="12700" rIns="0" bIns="0" rtlCol="0">
            <a:spAutoFit/>
          </a:bodyPr>
          <a:lstStyle/>
          <a:p>
            <a:pPr marL="331470" indent="-285750">
              <a:lnSpc>
                <a:spcPct val="200000"/>
              </a:lnSpc>
              <a:spcBef>
                <a:spcPts val="100"/>
              </a:spcBef>
              <a:buFont typeface="Arial" panose="020B0604020202020204" pitchFamily="34" charset="0"/>
              <a:buChar char="•"/>
            </a:pPr>
            <a:r>
              <a:rPr sz="1400" dirty="0" smtClean="0">
                <a:solidFill>
                  <a:srgbClr val="585858"/>
                </a:solidFill>
                <a:latin typeface="Calibri"/>
                <a:cs typeface="Calibri"/>
              </a:rPr>
              <a:t>Pour</a:t>
            </a:r>
            <a:r>
              <a:rPr sz="1400" spc="-25" dirty="0" smtClean="0">
                <a:solidFill>
                  <a:srgbClr val="585858"/>
                </a:solidFill>
                <a:latin typeface="Calibri"/>
                <a:cs typeface="Calibri"/>
              </a:rPr>
              <a:t> </a:t>
            </a:r>
            <a:r>
              <a:rPr sz="1400" dirty="0">
                <a:solidFill>
                  <a:srgbClr val="585858"/>
                </a:solidFill>
                <a:latin typeface="Calibri"/>
                <a:cs typeface="Calibri"/>
              </a:rPr>
              <a:t>installer</a:t>
            </a:r>
            <a:r>
              <a:rPr sz="1400" spc="-20" dirty="0">
                <a:solidFill>
                  <a:srgbClr val="585858"/>
                </a:solidFill>
                <a:latin typeface="Calibri"/>
                <a:cs typeface="Calibri"/>
              </a:rPr>
              <a:t> </a:t>
            </a:r>
            <a:r>
              <a:rPr sz="1400" dirty="0">
                <a:solidFill>
                  <a:srgbClr val="585858"/>
                </a:solidFill>
                <a:latin typeface="Calibri"/>
                <a:cs typeface="Calibri"/>
              </a:rPr>
              <a:t>un</a:t>
            </a:r>
            <a:r>
              <a:rPr sz="1400" spc="-20" dirty="0">
                <a:solidFill>
                  <a:srgbClr val="585858"/>
                </a:solidFill>
                <a:latin typeface="Calibri"/>
                <a:cs typeface="Calibri"/>
              </a:rPr>
              <a:t> </a:t>
            </a:r>
            <a:r>
              <a:rPr sz="1400" dirty="0">
                <a:solidFill>
                  <a:srgbClr val="585858"/>
                </a:solidFill>
                <a:latin typeface="Calibri"/>
                <a:cs typeface="Calibri"/>
              </a:rPr>
              <a:t>ou</a:t>
            </a:r>
            <a:r>
              <a:rPr sz="1400" spc="-20" dirty="0">
                <a:solidFill>
                  <a:srgbClr val="585858"/>
                </a:solidFill>
                <a:latin typeface="Calibri"/>
                <a:cs typeface="Calibri"/>
              </a:rPr>
              <a:t> </a:t>
            </a:r>
            <a:r>
              <a:rPr sz="1400" dirty="0">
                <a:solidFill>
                  <a:srgbClr val="585858"/>
                </a:solidFill>
                <a:latin typeface="Calibri"/>
                <a:cs typeface="Calibri"/>
              </a:rPr>
              <a:t>des </a:t>
            </a:r>
            <a:r>
              <a:rPr sz="1400" spc="-10" dirty="0">
                <a:solidFill>
                  <a:srgbClr val="585858"/>
                </a:solidFill>
                <a:latin typeface="Calibri"/>
                <a:cs typeface="Calibri"/>
              </a:rPr>
              <a:t>systèmes</a:t>
            </a:r>
            <a:r>
              <a:rPr sz="1400" spc="-15" dirty="0">
                <a:solidFill>
                  <a:srgbClr val="585858"/>
                </a:solidFill>
                <a:latin typeface="Calibri"/>
                <a:cs typeface="Calibri"/>
              </a:rPr>
              <a:t> </a:t>
            </a:r>
            <a:r>
              <a:rPr sz="1400" spc="-10" dirty="0">
                <a:solidFill>
                  <a:srgbClr val="585858"/>
                </a:solidFill>
                <a:latin typeface="Calibri"/>
                <a:cs typeface="Calibri"/>
              </a:rPr>
              <a:t>d’exploitation</a:t>
            </a:r>
            <a:r>
              <a:rPr sz="1400" spc="-15" dirty="0">
                <a:solidFill>
                  <a:srgbClr val="585858"/>
                </a:solidFill>
                <a:latin typeface="Calibri"/>
                <a:cs typeface="Calibri"/>
              </a:rPr>
              <a:t> </a:t>
            </a:r>
            <a:r>
              <a:rPr sz="1400" dirty="0">
                <a:solidFill>
                  <a:srgbClr val="585858"/>
                </a:solidFill>
                <a:latin typeface="Calibri"/>
                <a:cs typeface="Calibri"/>
              </a:rPr>
              <a:t>différents</a:t>
            </a:r>
            <a:r>
              <a:rPr sz="1400" spc="-20" dirty="0">
                <a:solidFill>
                  <a:srgbClr val="585858"/>
                </a:solidFill>
                <a:latin typeface="Calibri"/>
                <a:cs typeface="Calibri"/>
              </a:rPr>
              <a:t> </a:t>
            </a:r>
            <a:r>
              <a:rPr sz="1400" dirty="0">
                <a:solidFill>
                  <a:srgbClr val="585858"/>
                </a:solidFill>
                <a:latin typeface="Calibri"/>
                <a:cs typeface="Calibri"/>
              </a:rPr>
              <a:t>qui</a:t>
            </a:r>
            <a:r>
              <a:rPr sz="1400" spc="-45" dirty="0">
                <a:solidFill>
                  <a:srgbClr val="585858"/>
                </a:solidFill>
                <a:latin typeface="Calibri"/>
                <a:cs typeface="Calibri"/>
              </a:rPr>
              <a:t> </a:t>
            </a:r>
            <a:r>
              <a:rPr sz="1400" dirty="0">
                <a:solidFill>
                  <a:srgbClr val="585858"/>
                </a:solidFill>
                <a:latin typeface="Calibri"/>
                <a:cs typeface="Calibri"/>
              </a:rPr>
              <a:t>n’utilisent</a:t>
            </a:r>
            <a:r>
              <a:rPr sz="1400" spc="-25" dirty="0">
                <a:solidFill>
                  <a:srgbClr val="585858"/>
                </a:solidFill>
                <a:latin typeface="Calibri"/>
                <a:cs typeface="Calibri"/>
              </a:rPr>
              <a:t> </a:t>
            </a:r>
            <a:r>
              <a:rPr sz="1400" dirty="0">
                <a:solidFill>
                  <a:srgbClr val="585858"/>
                </a:solidFill>
                <a:latin typeface="Calibri"/>
                <a:cs typeface="Calibri"/>
              </a:rPr>
              <a:t>pas</a:t>
            </a:r>
            <a:r>
              <a:rPr sz="1400" spc="-25" dirty="0">
                <a:solidFill>
                  <a:srgbClr val="585858"/>
                </a:solidFill>
                <a:latin typeface="Calibri"/>
                <a:cs typeface="Calibri"/>
              </a:rPr>
              <a:t> </a:t>
            </a:r>
            <a:r>
              <a:rPr sz="1400" dirty="0">
                <a:solidFill>
                  <a:srgbClr val="585858"/>
                </a:solidFill>
                <a:latin typeface="Calibri"/>
                <a:cs typeface="Calibri"/>
              </a:rPr>
              <a:t>le</a:t>
            </a:r>
            <a:r>
              <a:rPr sz="1400" spc="-10" dirty="0">
                <a:solidFill>
                  <a:srgbClr val="585858"/>
                </a:solidFill>
                <a:latin typeface="Calibri"/>
                <a:cs typeface="Calibri"/>
              </a:rPr>
              <a:t> </a:t>
            </a:r>
            <a:r>
              <a:rPr sz="1400" dirty="0">
                <a:solidFill>
                  <a:srgbClr val="585858"/>
                </a:solidFill>
                <a:latin typeface="Calibri"/>
                <a:cs typeface="Calibri"/>
              </a:rPr>
              <a:t>même</a:t>
            </a:r>
            <a:r>
              <a:rPr sz="1400" spc="-15" dirty="0">
                <a:solidFill>
                  <a:srgbClr val="585858"/>
                </a:solidFill>
                <a:latin typeface="Calibri"/>
                <a:cs typeface="Calibri"/>
              </a:rPr>
              <a:t> </a:t>
            </a:r>
            <a:r>
              <a:rPr sz="1400" spc="-10" dirty="0">
                <a:solidFill>
                  <a:srgbClr val="585858"/>
                </a:solidFill>
                <a:latin typeface="Calibri"/>
                <a:cs typeface="Calibri"/>
              </a:rPr>
              <a:t>système</a:t>
            </a:r>
            <a:r>
              <a:rPr sz="1400" spc="-25" dirty="0">
                <a:solidFill>
                  <a:srgbClr val="585858"/>
                </a:solidFill>
                <a:latin typeface="Calibri"/>
                <a:cs typeface="Calibri"/>
              </a:rPr>
              <a:t> </a:t>
            </a:r>
            <a:r>
              <a:rPr sz="1400" dirty="0">
                <a:solidFill>
                  <a:srgbClr val="585858"/>
                </a:solidFill>
                <a:latin typeface="Calibri"/>
                <a:cs typeface="Calibri"/>
              </a:rPr>
              <a:t>de</a:t>
            </a:r>
            <a:r>
              <a:rPr sz="1400" spc="-15" dirty="0">
                <a:solidFill>
                  <a:srgbClr val="585858"/>
                </a:solidFill>
                <a:latin typeface="Calibri"/>
                <a:cs typeface="Calibri"/>
              </a:rPr>
              <a:t> </a:t>
            </a:r>
            <a:r>
              <a:rPr sz="1400" dirty="0">
                <a:solidFill>
                  <a:srgbClr val="585858"/>
                </a:solidFill>
                <a:latin typeface="Calibri"/>
                <a:cs typeface="Calibri"/>
              </a:rPr>
              <a:t>fichiers,</a:t>
            </a:r>
            <a:r>
              <a:rPr sz="1400" spc="-20" dirty="0">
                <a:solidFill>
                  <a:srgbClr val="585858"/>
                </a:solidFill>
                <a:latin typeface="Calibri"/>
                <a:cs typeface="Calibri"/>
              </a:rPr>
              <a:t> </a:t>
            </a:r>
            <a:r>
              <a:rPr sz="1400" dirty="0">
                <a:solidFill>
                  <a:srgbClr val="585858"/>
                </a:solidFill>
                <a:latin typeface="Calibri"/>
                <a:cs typeface="Calibri"/>
              </a:rPr>
              <a:t>il</a:t>
            </a:r>
            <a:r>
              <a:rPr sz="1400" spc="-25" dirty="0">
                <a:solidFill>
                  <a:srgbClr val="585858"/>
                </a:solidFill>
                <a:latin typeface="Calibri"/>
                <a:cs typeface="Calibri"/>
              </a:rPr>
              <a:t> </a:t>
            </a:r>
            <a:r>
              <a:rPr sz="1400" dirty="0">
                <a:solidFill>
                  <a:srgbClr val="585858"/>
                </a:solidFill>
                <a:latin typeface="Calibri"/>
                <a:cs typeface="Calibri"/>
              </a:rPr>
              <a:t>faut</a:t>
            </a:r>
            <a:r>
              <a:rPr sz="1400" spc="-30" dirty="0">
                <a:solidFill>
                  <a:srgbClr val="585858"/>
                </a:solidFill>
                <a:latin typeface="Calibri"/>
                <a:cs typeface="Calibri"/>
              </a:rPr>
              <a:t> </a:t>
            </a:r>
            <a:r>
              <a:rPr sz="1400" dirty="0">
                <a:solidFill>
                  <a:srgbClr val="585858"/>
                </a:solidFill>
                <a:latin typeface="Calibri"/>
                <a:cs typeface="Calibri"/>
              </a:rPr>
              <a:t>partitionner</a:t>
            </a:r>
            <a:r>
              <a:rPr sz="1400" spc="-20" dirty="0">
                <a:solidFill>
                  <a:srgbClr val="585858"/>
                </a:solidFill>
                <a:latin typeface="Calibri"/>
                <a:cs typeface="Calibri"/>
              </a:rPr>
              <a:t> </a:t>
            </a:r>
            <a:r>
              <a:rPr sz="1400" dirty="0">
                <a:solidFill>
                  <a:srgbClr val="585858"/>
                </a:solidFill>
                <a:latin typeface="Calibri"/>
                <a:cs typeface="Calibri"/>
              </a:rPr>
              <a:t>le</a:t>
            </a:r>
            <a:r>
              <a:rPr sz="1400" spc="-15" dirty="0">
                <a:solidFill>
                  <a:srgbClr val="585858"/>
                </a:solidFill>
                <a:latin typeface="Calibri"/>
                <a:cs typeface="Calibri"/>
              </a:rPr>
              <a:t> </a:t>
            </a:r>
            <a:r>
              <a:rPr sz="1400" dirty="0">
                <a:solidFill>
                  <a:srgbClr val="585858"/>
                </a:solidFill>
                <a:latin typeface="Calibri"/>
                <a:cs typeface="Calibri"/>
              </a:rPr>
              <a:t>disque.</a:t>
            </a:r>
            <a:r>
              <a:rPr sz="1400" spc="-25" dirty="0">
                <a:solidFill>
                  <a:srgbClr val="585858"/>
                </a:solidFill>
                <a:latin typeface="Calibri"/>
                <a:cs typeface="Calibri"/>
              </a:rPr>
              <a:t> </a:t>
            </a:r>
            <a:endParaRPr lang="fr-FR" sz="1400" spc="-25" dirty="0" smtClean="0">
              <a:solidFill>
                <a:srgbClr val="585858"/>
              </a:solidFill>
              <a:latin typeface="Calibri"/>
              <a:cs typeface="Calibri"/>
            </a:endParaRPr>
          </a:p>
          <a:p>
            <a:pPr marL="331470" indent="-285750">
              <a:lnSpc>
                <a:spcPct val="200000"/>
              </a:lnSpc>
              <a:spcBef>
                <a:spcPts val="100"/>
              </a:spcBef>
              <a:buFont typeface="Arial" panose="020B0604020202020204" pitchFamily="34" charset="0"/>
              <a:buChar char="•"/>
            </a:pPr>
            <a:r>
              <a:rPr sz="1400" dirty="0" smtClean="0">
                <a:solidFill>
                  <a:srgbClr val="585858"/>
                </a:solidFill>
                <a:latin typeface="Calibri"/>
                <a:cs typeface="Calibri"/>
              </a:rPr>
              <a:t>Le</a:t>
            </a:r>
            <a:r>
              <a:rPr sz="1400" spc="-30" dirty="0" smtClean="0">
                <a:solidFill>
                  <a:srgbClr val="585858"/>
                </a:solidFill>
                <a:latin typeface="Calibri"/>
                <a:cs typeface="Calibri"/>
              </a:rPr>
              <a:t> </a:t>
            </a:r>
            <a:r>
              <a:rPr sz="1400" dirty="0">
                <a:solidFill>
                  <a:srgbClr val="585858"/>
                </a:solidFill>
                <a:latin typeface="Calibri"/>
                <a:cs typeface="Calibri"/>
              </a:rPr>
              <a:t>partitionnement</a:t>
            </a:r>
            <a:r>
              <a:rPr sz="1400" spc="-25" dirty="0">
                <a:solidFill>
                  <a:srgbClr val="585858"/>
                </a:solidFill>
                <a:latin typeface="Calibri"/>
                <a:cs typeface="Calibri"/>
              </a:rPr>
              <a:t> </a:t>
            </a:r>
            <a:r>
              <a:rPr sz="1400" spc="-10" dirty="0">
                <a:solidFill>
                  <a:srgbClr val="585858"/>
                </a:solidFill>
                <a:latin typeface="Calibri"/>
                <a:cs typeface="Calibri"/>
              </a:rPr>
              <a:t>consiste</a:t>
            </a:r>
            <a:r>
              <a:rPr sz="1400" spc="-5" dirty="0">
                <a:solidFill>
                  <a:srgbClr val="585858"/>
                </a:solidFill>
                <a:latin typeface="Calibri"/>
                <a:cs typeface="Calibri"/>
              </a:rPr>
              <a:t> </a:t>
            </a:r>
            <a:r>
              <a:rPr sz="1400" dirty="0">
                <a:solidFill>
                  <a:srgbClr val="585858"/>
                </a:solidFill>
                <a:latin typeface="Calibri"/>
                <a:cs typeface="Calibri"/>
              </a:rPr>
              <a:t>à</a:t>
            </a:r>
            <a:r>
              <a:rPr sz="1400" spc="-10" dirty="0">
                <a:solidFill>
                  <a:srgbClr val="585858"/>
                </a:solidFill>
                <a:latin typeface="Calibri"/>
                <a:cs typeface="Calibri"/>
              </a:rPr>
              <a:t> </a:t>
            </a:r>
            <a:r>
              <a:rPr sz="1400" spc="-10" dirty="0" err="1" smtClean="0">
                <a:solidFill>
                  <a:srgbClr val="585858"/>
                </a:solidFill>
                <a:latin typeface="Calibri"/>
                <a:cs typeface="Calibri"/>
              </a:rPr>
              <a:t>créer</a:t>
            </a:r>
            <a:r>
              <a:rPr lang="fr-FR" sz="1400" dirty="0">
                <a:latin typeface="Calibri"/>
                <a:cs typeface="Calibri"/>
              </a:rPr>
              <a:t> </a:t>
            </a:r>
            <a:r>
              <a:rPr sz="1400" dirty="0" smtClean="0">
                <a:solidFill>
                  <a:srgbClr val="585858"/>
                </a:solidFill>
                <a:latin typeface="Calibri"/>
                <a:cs typeface="Calibri"/>
              </a:rPr>
              <a:t>des</a:t>
            </a:r>
            <a:r>
              <a:rPr sz="1400" spc="15" dirty="0" smtClean="0">
                <a:solidFill>
                  <a:srgbClr val="585858"/>
                </a:solidFill>
                <a:latin typeface="Calibri"/>
                <a:cs typeface="Calibri"/>
              </a:rPr>
              <a:t> </a:t>
            </a:r>
            <a:r>
              <a:rPr sz="1400" dirty="0">
                <a:solidFill>
                  <a:srgbClr val="585858"/>
                </a:solidFill>
                <a:latin typeface="Calibri"/>
                <a:cs typeface="Calibri"/>
              </a:rPr>
              <a:t>zones</a:t>
            </a:r>
            <a:r>
              <a:rPr sz="1400" spc="20" dirty="0">
                <a:solidFill>
                  <a:srgbClr val="585858"/>
                </a:solidFill>
                <a:latin typeface="Calibri"/>
                <a:cs typeface="Calibri"/>
              </a:rPr>
              <a:t> </a:t>
            </a:r>
            <a:r>
              <a:rPr sz="1400" dirty="0">
                <a:solidFill>
                  <a:srgbClr val="585858"/>
                </a:solidFill>
                <a:latin typeface="Calibri"/>
                <a:cs typeface="Calibri"/>
              </a:rPr>
              <a:t>de</a:t>
            </a:r>
            <a:r>
              <a:rPr sz="1400" spc="30" dirty="0">
                <a:solidFill>
                  <a:srgbClr val="585858"/>
                </a:solidFill>
                <a:latin typeface="Calibri"/>
                <a:cs typeface="Calibri"/>
              </a:rPr>
              <a:t> </a:t>
            </a:r>
            <a:r>
              <a:rPr sz="1400" dirty="0">
                <a:solidFill>
                  <a:srgbClr val="585858"/>
                </a:solidFill>
                <a:latin typeface="Calibri"/>
                <a:cs typeface="Calibri"/>
              </a:rPr>
              <a:t>stockage</a:t>
            </a:r>
            <a:r>
              <a:rPr sz="1400" spc="15" dirty="0">
                <a:solidFill>
                  <a:srgbClr val="585858"/>
                </a:solidFill>
                <a:latin typeface="Calibri"/>
                <a:cs typeface="Calibri"/>
              </a:rPr>
              <a:t> </a:t>
            </a:r>
            <a:r>
              <a:rPr sz="1400" dirty="0">
                <a:solidFill>
                  <a:srgbClr val="585858"/>
                </a:solidFill>
                <a:latin typeface="Calibri"/>
                <a:cs typeface="Calibri"/>
              </a:rPr>
              <a:t>indépendantes</a:t>
            </a:r>
            <a:r>
              <a:rPr sz="1400" spc="20" dirty="0">
                <a:solidFill>
                  <a:srgbClr val="585858"/>
                </a:solidFill>
                <a:latin typeface="Calibri"/>
                <a:cs typeface="Calibri"/>
              </a:rPr>
              <a:t> </a:t>
            </a:r>
            <a:r>
              <a:rPr sz="1400" dirty="0">
                <a:solidFill>
                  <a:srgbClr val="585858"/>
                </a:solidFill>
                <a:latin typeface="Calibri"/>
                <a:cs typeface="Calibri"/>
              </a:rPr>
              <a:t>appelées</a:t>
            </a:r>
            <a:r>
              <a:rPr sz="1400" spc="20" dirty="0">
                <a:solidFill>
                  <a:srgbClr val="585858"/>
                </a:solidFill>
                <a:latin typeface="Calibri"/>
                <a:cs typeface="Calibri"/>
              </a:rPr>
              <a:t> </a:t>
            </a:r>
            <a:r>
              <a:rPr sz="1400" dirty="0">
                <a:solidFill>
                  <a:srgbClr val="585858"/>
                </a:solidFill>
                <a:latin typeface="Calibri"/>
                <a:cs typeface="Calibri"/>
              </a:rPr>
              <a:t>partitions,</a:t>
            </a:r>
            <a:r>
              <a:rPr sz="1400" spc="20" dirty="0">
                <a:solidFill>
                  <a:srgbClr val="585858"/>
                </a:solidFill>
                <a:latin typeface="Calibri"/>
                <a:cs typeface="Calibri"/>
              </a:rPr>
              <a:t> </a:t>
            </a:r>
            <a:r>
              <a:rPr sz="1400" dirty="0">
                <a:solidFill>
                  <a:srgbClr val="585858"/>
                </a:solidFill>
                <a:latin typeface="Calibri"/>
                <a:cs typeface="Calibri"/>
              </a:rPr>
              <a:t>sur</a:t>
            </a:r>
            <a:r>
              <a:rPr sz="1400" spc="25" dirty="0">
                <a:solidFill>
                  <a:srgbClr val="585858"/>
                </a:solidFill>
                <a:latin typeface="Calibri"/>
                <a:cs typeface="Calibri"/>
              </a:rPr>
              <a:t> </a:t>
            </a:r>
            <a:r>
              <a:rPr sz="1400" dirty="0">
                <a:solidFill>
                  <a:srgbClr val="585858"/>
                </a:solidFill>
                <a:latin typeface="Calibri"/>
                <a:cs typeface="Calibri"/>
              </a:rPr>
              <a:t>le</a:t>
            </a:r>
            <a:r>
              <a:rPr sz="1400" spc="30" dirty="0">
                <a:solidFill>
                  <a:srgbClr val="585858"/>
                </a:solidFill>
                <a:latin typeface="Calibri"/>
                <a:cs typeface="Calibri"/>
              </a:rPr>
              <a:t> </a:t>
            </a:r>
            <a:r>
              <a:rPr sz="1400" dirty="0">
                <a:solidFill>
                  <a:srgbClr val="585858"/>
                </a:solidFill>
                <a:latin typeface="Calibri"/>
                <a:cs typeface="Calibri"/>
              </a:rPr>
              <a:t>disque</a:t>
            </a:r>
            <a:r>
              <a:rPr sz="1400" spc="35" dirty="0">
                <a:solidFill>
                  <a:srgbClr val="585858"/>
                </a:solidFill>
                <a:latin typeface="Calibri"/>
                <a:cs typeface="Calibri"/>
              </a:rPr>
              <a:t> </a:t>
            </a:r>
            <a:r>
              <a:rPr sz="1400" dirty="0">
                <a:solidFill>
                  <a:srgbClr val="585858"/>
                </a:solidFill>
                <a:latin typeface="Calibri"/>
                <a:cs typeface="Calibri"/>
              </a:rPr>
              <a:t>et</a:t>
            </a:r>
            <a:r>
              <a:rPr sz="1400" spc="15" dirty="0">
                <a:solidFill>
                  <a:srgbClr val="585858"/>
                </a:solidFill>
                <a:latin typeface="Calibri"/>
                <a:cs typeface="Calibri"/>
              </a:rPr>
              <a:t> </a:t>
            </a:r>
            <a:r>
              <a:rPr sz="1400" dirty="0">
                <a:solidFill>
                  <a:srgbClr val="585858"/>
                </a:solidFill>
                <a:latin typeface="Calibri"/>
                <a:cs typeface="Calibri"/>
              </a:rPr>
              <a:t>dont</a:t>
            </a:r>
            <a:r>
              <a:rPr sz="1400" spc="15" dirty="0">
                <a:solidFill>
                  <a:srgbClr val="585858"/>
                </a:solidFill>
                <a:latin typeface="Calibri"/>
                <a:cs typeface="Calibri"/>
              </a:rPr>
              <a:t> </a:t>
            </a:r>
            <a:r>
              <a:rPr sz="1400" dirty="0">
                <a:solidFill>
                  <a:srgbClr val="585858"/>
                </a:solidFill>
                <a:latin typeface="Calibri"/>
                <a:cs typeface="Calibri"/>
              </a:rPr>
              <a:t>les</a:t>
            </a:r>
            <a:r>
              <a:rPr sz="1400" spc="40" dirty="0">
                <a:solidFill>
                  <a:srgbClr val="585858"/>
                </a:solidFill>
                <a:latin typeface="Calibri"/>
                <a:cs typeface="Calibri"/>
              </a:rPr>
              <a:t> </a:t>
            </a:r>
            <a:r>
              <a:rPr sz="1400" dirty="0">
                <a:solidFill>
                  <a:srgbClr val="585858"/>
                </a:solidFill>
                <a:latin typeface="Calibri"/>
                <a:cs typeface="Calibri"/>
              </a:rPr>
              <a:t>données</a:t>
            </a:r>
            <a:r>
              <a:rPr sz="1400" spc="40" dirty="0">
                <a:solidFill>
                  <a:srgbClr val="585858"/>
                </a:solidFill>
                <a:latin typeface="Calibri"/>
                <a:cs typeface="Calibri"/>
              </a:rPr>
              <a:t> </a:t>
            </a:r>
            <a:r>
              <a:rPr sz="1400" dirty="0">
                <a:solidFill>
                  <a:srgbClr val="585858"/>
                </a:solidFill>
                <a:latin typeface="Calibri"/>
                <a:cs typeface="Calibri"/>
              </a:rPr>
              <a:t>ne</a:t>
            </a:r>
            <a:r>
              <a:rPr sz="1400" spc="30" dirty="0">
                <a:solidFill>
                  <a:srgbClr val="585858"/>
                </a:solidFill>
                <a:latin typeface="Calibri"/>
                <a:cs typeface="Calibri"/>
              </a:rPr>
              <a:t> </a:t>
            </a:r>
            <a:r>
              <a:rPr sz="1400" dirty="0">
                <a:solidFill>
                  <a:srgbClr val="585858"/>
                </a:solidFill>
                <a:latin typeface="Calibri"/>
                <a:cs typeface="Calibri"/>
              </a:rPr>
              <a:t>seront</a:t>
            </a:r>
            <a:r>
              <a:rPr sz="1400" spc="15" dirty="0">
                <a:solidFill>
                  <a:srgbClr val="585858"/>
                </a:solidFill>
                <a:latin typeface="Calibri"/>
                <a:cs typeface="Calibri"/>
              </a:rPr>
              <a:t> </a:t>
            </a:r>
            <a:r>
              <a:rPr sz="1400" dirty="0">
                <a:solidFill>
                  <a:srgbClr val="585858"/>
                </a:solidFill>
                <a:latin typeface="Calibri"/>
                <a:cs typeface="Calibri"/>
              </a:rPr>
              <a:t>pas</a:t>
            </a:r>
            <a:r>
              <a:rPr sz="1400" spc="20" dirty="0">
                <a:solidFill>
                  <a:srgbClr val="585858"/>
                </a:solidFill>
                <a:latin typeface="Calibri"/>
                <a:cs typeface="Calibri"/>
              </a:rPr>
              <a:t> </a:t>
            </a:r>
            <a:r>
              <a:rPr sz="1400" dirty="0">
                <a:solidFill>
                  <a:srgbClr val="585858"/>
                </a:solidFill>
                <a:latin typeface="Calibri"/>
                <a:cs typeface="Calibri"/>
              </a:rPr>
              <a:t>mélangées.</a:t>
            </a:r>
            <a:r>
              <a:rPr sz="1400" spc="10" dirty="0">
                <a:solidFill>
                  <a:srgbClr val="585858"/>
                </a:solidFill>
                <a:latin typeface="Calibri"/>
                <a:cs typeface="Calibri"/>
              </a:rPr>
              <a:t> </a:t>
            </a:r>
            <a:r>
              <a:rPr sz="1400" dirty="0">
                <a:solidFill>
                  <a:srgbClr val="585858"/>
                </a:solidFill>
                <a:latin typeface="Calibri"/>
                <a:cs typeface="Calibri"/>
              </a:rPr>
              <a:t>On va</a:t>
            </a:r>
            <a:r>
              <a:rPr sz="1400" spc="35" dirty="0">
                <a:solidFill>
                  <a:srgbClr val="585858"/>
                </a:solidFill>
                <a:latin typeface="Calibri"/>
                <a:cs typeface="Calibri"/>
              </a:rPr>
              <a:t> </a:t>
            </a:r>
            <a:r>
              <a:rPr sz="1400" dirty="0">
                <a:solidFill>
                  <a:srgbClr val="585858"/>
                </a:solidFill>
                <a:latin typeface="Calibri"/>
                <a:cs typeface="Calibri"/>
              </a:rPr>
              <a:t>créé</a:t>
            </a:r>
            <a:r>
              <a:rPr sz="1400" spc="25" dirty="0">
                <a:solidFill>
                  <a:srgbClr val="585858"/>
                </a:solidFill>
                <a:latin typeface="Calibri"/>
                <a:cs typeface="Calibri"/>
              </a:rPr>
              <a:t> </a:t>
            </a:r>
            <a:r>
              <a:rPr sz="1400" dirty="0">
                <a:solidFill>
                  <a:srgbClr val="585858"/>
                </a:solidFill>
                <a:latin typeface="Calibri"/>
                <a:cs typeface="Calibri"/>
              </a:rPr>
              <a:t>donc</a:t>
            </a:r>
            <a:r>
              <a:rPr sz="1400" spc="30" dirty="0">
                <a:solidFill>
                  <a:srgbClr val="585858"/>
                </a:solidFill>
                <a:latin typeface="Calibri"/>
                <a:cs typeface="Calibri"/>
              </a:rPr>
              <a:t> </a:t>
            </a:r>
            <a:r>
              <a:rPr sz="1400" dirty="0">
                <a:solidFill>
                  <a:srgbClr val="585858"/>
                </a:solidFill>
                <a:latin typeface="Calibri"/>
                <a:cs typeface="Calibri"/>
              </a:rPr>
              <a:t>au minimum</a:t>
            </a:r>
            <a:r>
              <a:rPr sz="1400" spc="35" dirty="0">
                <a:solidFill>
                  <a:srgbClr val="585858"/>
                </a:solidFill>
                <a:latin typeface="Calibri"/>
                <a:cs typeface="Calibri"/>
              </a:rPr>
              <a:t> </a:t>
            </a:r>
            <a:r>
              <a:rPr sz="1400" dirty="0">
                <a:solidFill>
                  <a:srgbClr val="585858"/>
                </a:solidFill>
                <a:latin typeface="Calibri"/>
                <a:cs typeface="Calibri"/>
              </a:rPr>
              <a:t>autant</a:t>
            </a:r>
            <a:r>
              <a:rPr sz="1400" spc="15" dirty="0">
                <a:solidFill>
                  <a:srgbClr val="585858"/>
                </a:solidFill>
                <a:latin typeface="Calibri"/>
                <a:cs typeface="Calibri"/>
              </a:rPr>
              <a:t> </a:t>
            </a:r>
            <a:r>
              <a:rPr sz="1400" dirty="0">
                <a:solidFill>
                  <a:srgbClr val="585858"/>
                </a:solidFill>
                <a:latin typeface="Calibri"/>
                <a:cs typeface="Calibri"/>
              </a:rPr>
              <a:t>de</a:t>
            </a:r>
            <a:r>
              <a:rPr sz="1400" spc="30" dirty="0">
                <a:solidFill>
                  <a:srgbClr val="585858"/>
                </a:solidFill>
                <a:latin typeface="Calibri"/>
                <a:cs typeface="Calibri"/>
              </a:rPr>
              <a:t> </a:t>
            </a:r>
            <a:r>
              <a:rPr sz="1400" spc="-10" dirty="0">
                <a:solidFill>
                  <a:srgbClr val="585858"/>
                </a:solidFill>
                <a:latin typeface="Calibri"/>
                <a:cs typeface="Calibri"/>
              </a:rPr>
              <a:t>partitions </a:t>
            </a:r>
            <a:r>
              <a:rPr sz="1400" dirty="0">
                <a:solidFill>
                  <a:srgbClr val="585858"/>
                </a:solidFill>
                <a:latin typeface="Calibri"/>
                <a:cs typeface="Calibri"/>
              </a:rPr>
              <a:t>que</a:t>
            </a:r>
            <a:r>
              <a:rPr sz="1400" spc="-5" dirty="0">
                <a:solidFill>
                  <a:srgbClr val="585858"/>
                </a:solidFill>
                <a:latin typeface="Calibri"/>
                <a:cs typeface="Calibri"/>
              </a:rPr>
              <a:t> </a:t>
            </a:r>
            <a:r>
              <a:rPr sz="1400" dirty="0">
                <a:solidFill>
                  <a:srgbClr val="585858"/>
                </a:solidFill>
                <a:latin typeface="Calibri"/>
                <a:cs typeface="Calibri"/>
              </a:rPr>
              <a:t>de</a:t>
            </a:r>
            <a:r>
              <a:rPr sz="1400" spc="-5" dirty="0">
                <a:solidFill>
                  <a:srgbClr val="585858"/>
                </a:solidFill>
                <a:latin typeface="Calibri"/>
                <a:cs typeface="Calibri"/>
              </a:rPr>
              <a:t> </a:t>
            </a:r>
            <a:r>
              <a:rPr sz="1400" dirty="0">
                <a:solidFill>
                  <a:srgbClr val="585858"/>
                </a:solidFill>
                <a:latin typeface="Calibri"/>
                <a:cs typeface="Calibri"/>
              </a:rPr>
              <a:t>systèmes</a:t>
            </a:r>
            <a:r>
              <a:rPr sz="1400" spc="15" dirty="0">
                <a:solidFill>
                  <a:srgbClr val="585858"/>
                </a:solidFill>
                <a:latin typeface="Calibri"/>
                <a:cs typeface="Calibri"/>
              </a:rPr>
              <a:t> </a:t>
            </a:r>
            <a:r>
              <a:rPr sz="1400" spc="-10" dirty="0">
                <a:solidFill>
                  <a:srgbClr val="585858"/>
                </a:solidFill>
                <a:latin typeface="Calibri"/>
                <a:cs typeface="Calibri"/>
              </a:rPr>
              <a:t>d'exploitation.</a:t>
            </a:r>
            <a:r>
              <a:rPr sz="1400" spc="5" dirty="0">
                <a:solidFill>
                  <a:srgbClr val="585858"/>
                </a:solidFill>
                <a:latin typeface="Calibri"/>
                <a:cs typeface="Calibri"/>
              </a:rPr>
              <a:t> </a:t>
            </a:r>
            <a:r>
              <a:rPr sz="1400" dirty="0">
                <a:solidFill>
                  <a:srgbClr val="585858"/>
                </a:solidFill>
                <a:latin typeface="Calibri"/>
                <a:cs typeface="Calibri"/>
              </a:rPr>
              <a:t>Dans</a:t>
            </a:r>
            <a:r>
              <a:rPr sz="1400" spc="5" dirty="0">
                <a:solidFill>
                  <a:srgbClr val="585858"/>
                </a:solidFill>
                <a:latin typeface="Calibri"/>
                <a:cs typeface="Calibri"/>
              </a:rPr>
              <a:t> </a:t>
            </a:r>
            <a:r>
              <a:rPr sz="1400" dirty="0">
                <a:solidFill>
                  <a:srgbClr val="585858"/>
                </a:solidFill>
                <a:latin typeface="Calibri"/>
                <a:cs typeface="Calibri"/>
              </a:rPr>
              <a:t>le</a:t>
            </a:r>
            <a:r>
              <a:rPr sz="1400" spc="-5" dirty="0">
                <a:solidFill>
                  <a:srgbClr val="585858"/>
                </a:solidFill>
                <a:latin typeface="Calibri"/>
                <a:cs typeface="Calibri"/>
              </a:rPr>
              <a:t> </a:t>
            </a:r>
            <a:r>
              <a:rPr sz="1400" dirty="0">
                <a:solidFill>
                  <a:srgbClr val="585858"/>
                </a:solidFill>
                <a:latin typeface="Calibri"/>
                <a:cs typeface="Calibri"/>
              </a:rPr>
              <a:t>cas</a:t>
            </a:r>
            <a:r>
              <a:rPr sz="1400" spc="30" dirty="0">
                <a:solidFill>
                  <a:srgbClr val="585858"/>
                </a:solidFill>
                <a:latin typeface="Calibri"/>
                <a:cs typeface="Calibri"/>
              </a:rPr>
              <a:t> </a:t>
            </a:r>
            <a:r>
              <a:rPr sz="1400" dirty="0">
                <a:solidFill>
                  <a:srgbClr val="585858"/>
                </a:solidFill>
                <a:latin typeface="Calibri"/>
                <a:cs typeface="Calibri"/>
              </a:rPr>
              <a:t>où</a:t>
            </a:r>
            <a:r>
              <a:rPr sz="1400" spc="-15" dirty="0">
                <a:solidFill>
                  <a:srgbClr val="585858"/>
                </a:solidFill>
                <a:latin typeface="Calibri"/>
                <a:cs typeface="Calibri"/>
              </a:rPr>
              <a:t> </a:t>
            </a:r>
            <a:r>
              <a:rPr sz="1400" dirty="0">
                <a:solidFill>
                  <a:srgbClr val="585858"/>
                </a:solidFill>
                <a:latin typeface="Calibri"/>
                <a:cs typeface="Calibri"/>
              </a:rPr>
              <a:t>un</a:t>
            </a:r>
            <a:r>
              <a:rPr sz="1400" spc="15" dirty="0">
                <a:solidFill>
                  <a:srgbClr val="585858"/>
                </a:solidFill>
                <a:latin typeface="Calibri"/>
                <a:cs typeface="Calibri"/>
              </a:rPr>
              <a:t> </a:t>
            </a:r>
            <a:r>
              <a:rPr sz="1400" dirty="0">
                <a:solidFill>
                  <a:srgbClr val="585858"/>
                </a:solidFill>
                <a:latin typeface="Calibri"/>
                <a:cs typeface="Calibri"/>
              </a:rPr>
              <a:t>seul</a:t>
            </a:r>
            <a:r>
              <a:rPr sz="1400" spc="-15" dirty="0">
                <a:solidFill>
                  <a:srgbClr val="585858"/>
                </a:solidFill>
                <a:latin typeface="Calibri"/>
                <a:cs typeface="Calibri"/>
              </a:rPr>
              <a:t> </a:t>
            </a:r>
            <a:r>
              <a:rPr sz="1400" dirty="0">
                <a:solidFill>
                  <a:srgbClr val="585858"/>
                </a:solidFill>
                <a:latin typeface="Calibri"/>
                <a:cs typeface="Calibri"/>
              </a:rPr>
              <a:t>système </a:t>
            </a:r>
            <a:r>
              <a:rPr sz="1400" spc="-10" dirty="0">
                <a:solidFill>
                  <a:srgbClr val="585858"/>
                </a:solidFill>
                <a:latin typeface="Calibri"/>
                <a:cs typeface="Calibri"/>
              </a:rPr>
              <a:t>d'exploitation </a:t>
            </a:r>
            <a:r>
              <a:rPr sz="1400" dirty="0">
                <a:solidFill>
                  <a:srgbClr val="585858"/>
                </a:solidFill>
                <a:latin typeface="Calibri"/>
                <a:cs typeface="Calibri"/>
              </a:rPr>
              <a:t>est utilisé,</a:t>
            </a:r>
            <a:r>
              <a:rPr sz="1400" spc="-10" dirty="0">
                <a:solidFill>
                  <a:srgbClr val="585858"/>
                </a:solidFill>
                <a:latin typeface="Calibri"/>
                <a:cs typeface="Calibri"/>
              </a:rPr>
              <a:t> </a:t>
            </a:r>
            <a:r>
              <a:rPr sz="1400" dirty="0">
                <a:solidFill>
                  <a:srgbClr val="585858"/>
                </a:solidFill>
                <a:latin typeface="Calibri"/>
                <a:cs typeface="Calibri"/>
              </a:rPr>
              <a:t>une</a:t>
            </a:r>
            <a:r>
              <a:rPr sz="1400" spc="-10" dirty="0">
                <a:solidFill>
                  <a:srgbClr val="585858"/>
                </a:solidFill>
                <a:latin typeface="Calibri"/>
                <a:cs typeface="Calibri"/>
              </a:rPr>
              <a:t> </a:t>
            </a:r>
            <a:r>
              <a:rPr sz="1400" dirty="0">
                <a:solidFill>
                  <a:srgbClr val="585858"/>
                </a:solidFill>
                <a:latin typeface="Calibri"/>
                <a:cs typeface="Calibri"/>
              </a:rPr>
              <a:t>seule partition</a:t>
            </a:r>
            <a:r>
              <a:rPr sz="1400" spc="-5" dirty="0">
                <a:solidFill>
                  <a:srgbClr val="585858"/>
                </a:solidFill>
                <a:latin typeface="Calibri"/>
                <a:cs typeface="Calibri"/>
              </a:rPr>
              <a:t> </a:t>
            </a:r>
            <a:r>
              <a:rPr sz="1400" dirty="0">
                <a:solidFill>
                  <a:srgbClr val="585858"/>
                </a:solidFill>
                <a:latin typeface="Calibri"/>
                <a:cs typeface="Calibri"/>
              </a:rPr>
              <a:t>de</a:t>
            </a:r>
            <a:r>
              <a:rPr sz="1400" spc="20" dirty="0">
                <a:solidFill>
                  <a:srgbClr val="585858"/>
                </a:solidFill>
                <a:latin typeface="Calibri"/>
                <a:cs typeface="Calibri"/>
              </a:rPr>
              <a:t> </a:t>
            </a:r>
            <a:r>
              <a:rPr sz="1400" dirty="0">
                <a:solidFill>
                  <a:srgbClr val="585858"/>
                </a:solidFill>
                <a:latin typeface="Calibri"/>
                <a:cs typeface="Calibri"/>
              </a:rPr>
              <a:t>la</a:t>
            </a:r>
            <a:r>
              <a:rPr sz="1400" spc="-5" dirty="0">
                <a:solidFill>
                  <a:srgbClr val="585858"/>
                </a:solidFill>
                <a:latin typeface="Calibri"/>
                <a:cs typeface="Calibri"/>
              </a:rPr>
              <a:t> </a:t>
            </a:r>
            <a:r>
              <a:rPr sz="1400" dirty="0">
                <a:solidFill>
                  <a:srgbClr val="585858"/>
                </a:solidFill>
                <a:latin typeface="Calibri"/>
                <a:cs typeface="Calibri"/>
              </a:rPr>
              <a:t>taille</a:t>
            </a:r>
            <a:r>
              <a:rPr sz="1400" spc="-5" dirty="0">
                <a:solidFill>
                  <a:srgbClr val="585858"/>
                </a:solidFill>
                <a:latin typeface="Calibri"/>
                <a:cs typeface="Calibri"/>
              </a:rPr>
              <a:t> </a:t>
            </a:r>
            <a:r>
              <a:rPr sz="1400" dirty="0">
                <a:solidFill>
                  <a:srgbClr val="585858"/>
                </a:solidFill>
                <a:latin typeface="Calibri"/>
                <a:cs typeface="Calibri"/>
              </a:rPr>
              <a:t>du</a:t>
            </a:r>
            <a:r>
              <a:rPr sz="1400" spc="-15" dirty="0">
                <a:solidFill>
                  <a:srgbClr val="585858"/>
                </a:solidFill>
                <a:latin typeface="Calibri"/>
                <a:cs typeface="Calibri"/>
              </a:rPr>
              <a:t> </a:t>
            </a:r>
            <a:r>
              <a:rPr sz="1400" dirty="0">
                <a:solidFill>
                  <a:srgbClr val="585858"/>
                </a:solidFill>
                <a:latin typeface="Calibri"/>
                <a:cs typeface="Calibri"/>
              </a:rPr>
              <a:t>disque</a:t>
            </a:r>
            <a:r>
              <a:rPr sz="1400" spc="5" dirty="0">
                <a:solidFill>
                  <a:srgbClr val="585858"/>
                </a:solidFill>
                <a:latin typeface="Calibri"/>
                <a:cs typeface="Calibri"/>
              </a:rPr>
              <a:t> </a:t>
            </a:r>
            <a:r>
              <a:rPr sz="1400" dirty="0">
                <a:solidFill>
                  <a:srgbClr val="585858"/>
                </a:solidFill>
                <a:latin typeface="Calibri"/>
                <a:cs typeface="Calibri"/>
              </a:rPr>
              <a:t>est suffisante,</a:t>
            </a:r>
            <a:r>
              <a:rPr sz="1400" spc="10" dirty="0">
                <a:solidFill>
                  <a:srgbClr val="585858"/>
                </a:solidFill>
                <a:latin typeface="Calibri"/>
                <a:cs typeface="Calibri"/>
              </a:rPr>
              <a:t> </a:t>
            </a:r>
            <a:r>
              <a:rPr sz="1400" dirty="0">
                <a:solidFill>
                  <a:srgbClr val="585858"/>
                </a:solidFill>
                <a:latin typeface="Calibri"/>
                <a:cs typeface="Calibri"/>
              </a:rPr>
              <a:t>sauf</a:t>
            </a:r>
            <a:r>
              <a:rPr sz="1400" spc="-10" dirty="0">
                <a:solidFill>
                  <a:srgbClr val="585858"/>
                </a:solidFill>
                <a:latin typeface="Calibri"/>
                <a:cs typeface="Calibri"/>
              </a:rPr>
              <a:t> </a:t>
            </a:r>
            <a:r>
              <a:rPr sz="1400" dirty="0">
                <a:solidFill>
                  <a:srgbClr val="585858"/>
                </a:solidFill>
                <a:latin typeface="Calibri"/>
                <a:cs typeface="Calibri"/>
              </a:rPr>
              <a:t>si</a:t>
            </a:r>
            <a:r>
              <a:rPr sz="1400" spc="5" dirty="0">
                <a:solidFill>
                  <a:srgbClr val="585858"/>
                </a:solidFill>
                <a:latin typeface="Calibri"/>
                <a:cs typeface="Calibri"/>
              </a:rPr>
              <a:t> </a:t>
            </a:r>
            <a:r>
              <a:rPr sz="1400" dirty="0">
                <a:solidFill>
                  <a:srgbClr val="585858"/>
                </a:solidFill>
                <a:latin typeface="Calibri"/>
                <a:cs typeface="Calibri"/>
              </a:rPr>
              <a:t>l'utilisateur</a:t>
            </a:r>
            <a:r>
              <a:rPr sz="1400" spc="-15" dirty="0">
                <a:solidFill>
                  <a:srgbClr val="585858"/>
                </a:solidFill>
                <a:latin typeface="Calibri"/>
                <a:cs typeface="Calibri"/>
              </a:rPr>
              <a:t> </a:t>
            </a:r>
            <a:r>
              <a:rPr sz="1400" dirty="0">
                <a:solidFill>
                  <a:srgbClr val="585858"/>
                </a:solidFill>
                <a:latin typeface="Calibri"/>
                <a:cs typeface="Calibri"/>
              </a:rPr>
              <a:t>veut</a:t>
            </a:r>
            <a:r>
              <a:rPr sz="1400" spc="5" dirty="0">
                <a:solidFill>
                  <a:srgbClr val="585858"/>
                </a:solidFill>
                <a:latin typeface="Calibri"/>
                <a:cs typeface="Calibri"/>
              </a:rPr>
              <a:t> </a:t>
            </a:r>
            <a:r>
              <a:rPr sz="1400" spc="-25" dirty="0">
                <a:solidFill>
                  <a:srgbClr val="585858"/>
                </a:solidFill>
                <a:latin typeface="Calibri"/>
                <a:cs typeface="Calibri"/>
              </a:rPr>
              <a:t>en </a:t>
            </a:r>
            <a:r>
              <a:rPr sz="1400" dirty="0">
                <a:solidFill>
                  <a:srgbClr val="585858"/>
                </a:solidFill>
                <a:latin typeface="Calibri"/>
                <a:cs typeface="Calibri"/>
              </a:rPr>
              <a:t>créer</a:t>
            </a:r>
            <a:r>
              <a:rPr sz="1400" spc="-20" dirty="0">
                <a:solidFill>
                  <a:srgbClr val="585858"/>
                </a:solidFill>
                <a:latin typeface="Calibri"/>
                <a:cs typeface="Calibri"/>
              </a:rPr>
              <a:t> </a:t>
            </a:r>
            <a:r>
              <a:rPr sz="1400" spc="-10" dirty="0">
                <a:solidFill>
                  <a:srgbClr val="585858"/>
                </a:solidFill>
                <a:latin typeface="Calibri"/>
                <a:cs typeface="Calibri"/>
              </a:rPr>
              <a:t>plusieurs</a:t>
            </a:r>
            <a:r>
              <a:rPr sz="1400" spc="-20" dirty="0">
                <a:solidFill>
                  <a:srgbClr val="585858"/>
                </a:solidFill>
                <a:latin typeface="Calibri"/>
                <a:cs typeface="Calibri"/>
              </a:rPr>
              <a:t> </a:t>
            </a:r>
            <a:r>
              <a:rPr sz="1400" dirty="0">
                <a:solidFill>
                  <a:srgbClr val="585858"/>
                </a:solidFill>
                <a:latin typeface="Calibri"/>
                <a:cs typeface="Calibri"/>
              </a:rPr>
              <a:t>pour</a:t>
            </a:r>
            <a:r>
              <a:rPr sz="1400" spc="-40" dirty="0">
                <a:solidFill>
                  <a:srgbClr val="585858"/>
                </a:solidFill>
                <a:latin typeface="Calibri"/>
                <a:cs typeface="Calibri"/>
              </a:rPr>
              <a:t> </a:t>
            </a:r>
            <a:r>
              <a:rPr sz="1400" dirty="0">
                <a:solidFill>
                  <a:srgbClr val="585858"/>
                </a:solidFill>
                <a:latin typeface="Calibri"/>
                <a:cs typeface="Calibri"/>
              </a:rPr>
              <a:t>séparer</a:t>
            </a:r>
            <a:r>
              <a:rPr sz="1400" spc="-35" dirty="0">
                <a:solidFill>
                  <a:srgbClr val="585858"/>
                </a:solidFill>
                <a:latin typeface="Calibri"/>
                <a:cs typeface="Calibri"/>
              </a:rPr>
              <a:t> </a:t>
            </a:r>
            <a:r>
              <a:rPr sz="1400" dirty="0">
                <a:solidFill>
                  <a:srgbClr val="585858"/>
                </a:solidFill>
                <a:latin typeface="Calibri"/>
                <a:cs typeface="Calibri"/>
              </a:rPr>
              <a:t>les</a:t>
            </a:r>
            <a:r>
              <a:rPr sz="1400" spc="-20" dirty="0">
                <a:solidFill>
                  <a:srgbClr val="585858"/>
                </a:solidFill>
                <a:latin typeface="Calibri"/>
                <a:cs typeface="Calibri"/>
              </a:rPr>
              <a:t> </a:t>
            </a:r>
            <a:r>
              <a:rPr sz="1400" dirty="0">
                <a:solidFill>
                  <a:srgbClr val="585858"/>
                </a:solidFill>
                <a:latin typeface="Calibri"/>
                <a:cs typeface="Calibri"/>
              </a:rPr>
              <a:t>données</a:t>
            </a:r>
            <a:r>
              <a:rPr sz="1400" spc="-25" dirty="0">
                <a:solidFill>
                  <a:srgbClr val="585858"/>
                </a:solidFill>
                <a:latin typeface="Calibri"/>
                <a:cs typeface="Calibri"/>
              </a:rPr>
              <a:t> </a:t>
            </a:r>
            <a:r>
              <a:rPr sz="1400" dirty="0">
                <a:solidFill>
                  <a:srgbClr val="585858"/>
                </a:solidFill>
                <a:latin typeface="Calibri"/>
                <a:cs typeface="Calibri"/>
              </a:rPr>
              <a:t>dans</a:t>
            </a:r>
            <a:r>
              <a:rPr sz="1400" spc="-45" dirty="0">
                <a:solidFill>
                  <a:srgbClr val="585858"/>
                </a:solidFill>
                <a:latin typeface="Calibri"/>
                <a:cs typeface="Calibri"/>
              </a:rPr>
              <a:t> </a:t>
            </a:r>
            <a:r>
              <a:rPr sz="1400" dirty="0">
                <a:solidFill>
                  <a:srgbClr val="585858"/>
                </a:solidFill>
                <a:latin typeface="Calibri"/>
                <a:cs typeface="Calibri"/>
              </a:rPr>
              <a:t>plusieurs</a:t>
            </a:r>
            <a:r>
              <a:rPr sz="1400" spc="5" dirty="0">
                <a:solidFill>
                  <a:srgbClr val="585858"/>
                </a:solidFill>
                <a:latin typeface="Calibri"/>
                <a:cs typeface="Calibri"/>
              </a:rPr>
              <a:t> </a:t>
            </a:r>
            <a:r>
              <a:rPr sz="1400" spc="-10" dirty="0">
                <a:solidFill>
                  <a:srgbClr val="585858"/>
                </a:solidFill>
                <a:latin typeface="Calibri"/>
                <a:cs typeface="Calibri"/>
              </a:rPr>
              <a:t>lecteurs.</a:t>
            </a:r>
            <a:endParaRPr sz="1400" dirty="0">
              <a:latin typeface="Calibri"/>
              <a:cs typeface="Calibri"/>
            </a:endParaRPr>
          </a:p>
          <a:p>
            <a:pPr marL="298450" marR="9525" indent="-285750" algn="just">
              <a:lnSpc>
                <a:spcPct val="200000"/>
              </a:lnSpc>
              <a:buFont typeface="Arial" panose="020B0604020202020204" pitchFamily="34" charset="0"/>
              <a:buChar char="•"/>
            </a:pPr>
            <a:r>
              <a:rPr lang="fr-FR" sz="1400" dirty="0">
                <a:solidFill>
                  <a:srgbClr val="585858"/>
                </a:solidFill>
                <a:latin typeface="Calibri"/>
                <a:cs typeface="Calibri"/>
              </a:rPr>
              <a:t>L</a:t>
            </a:r>
            <a:r>
              <a:rPr sz="1400" b="1" dirty="0" smtClean="0">
                <a:solidFill>
                  <a:srgbClr val="585858"/>
                </a:solidFill>
                <a:latin typeface="Calibri"/>
                <a:cs typeface="Calibri"/>
              </a:rPr>
              <a:t>a</a:t>
            </a:r>
            <a:r>
              <a:rPr sz="1400" b="1" spc="30" dirty="0" smtClean="0">
                <a:solidFill>
                  <a:srgbClr val="585858"/>
                </a:solidFill>
                <a:latin typeface="Calibri"/>
                <a:cs typeface="Calibri"/>
              </a:rPr>
              <a:t> </a:t>
            </a:r>
            <a:r>
              <a:rPr sz="1400" b="1" dirty="0">
                <a:solidFill>
                  <a:srgbClr val="585858"/>
                </a:solidFill>
                <a:latin typeface="Calibri"/>
                <a:cs typeface="Calibri"/>
              </a:rPr>
              <a:t>table</a:t>
            </a:r>
            <a:r>
              <a:rPr sz="1400" b="1" spc="20" dirty="0">
                <a:solidFill>
                  <a:srgbClr val="585858"/>
                </a:solidFill>
                <a:latin typeface="Calibri"/>
                <a:cs typeface="Calibri"/>
              </a:rPr>
              <a:t> </a:t>
            </a:r>
            <a:r>
              <a:rPr sz="1400" b="1" dirty="0">
                <a:solidFill>
                  <a:srgbClr val="585858"/>
                </a:solidFill>
                <a:latin typeface="Calibri"/>
                <a:cs typeface="Calibri"/>
              </a:rPr>
              <a:t>de</a:t>
            </a:r>
            <a:r>
              <a:rPr sz="1400" b="1" spc="15" dirty="0">
                <a:solidFill>
                  <a:srgbClr val="585858"/>
                </a:solidFill>
                <a:latin typeface="Calibri"/>
                <a:cs typeface="Calibri"/>
              </a:rPr>
              <a:t> </a:t>
            </a:r>
            <a:r>
              <a:rPr sz="1400" b="1" dirty="0" err="1">
                <a:solidFill>
                  <a:srgbClr val="585858"/>
                </a:solidFill>
                <a:latin typeface="Calibri"/>
                <a:cs typeface="Calibri"/>
              </a:rPr>
              <a:t>partitionnement</a:t>
            </a:r>
            <a:r>
              <a:rPr sz="1400" b="1" spc="25" dirty="0">
                <a:solidFill>
                  <a:srgbClr val="585858"/>
                </a:solidFill>
                <a:latin typeface="Calibri"/>
                <a:cs typeface="Calibri"/>
              </a:rPr>
              <a:t> </a:t>
            </a:r>
            <a:r>
              <a:rPr sz="1400" dirty="0" err="1" smtClean="0">
                <a:solidFill>
                  <a:srgbClr val="585858"/>
                </a:solidFill>
                <a:latin typeface="Calibri"/>
                <a:cs typeface="Calibri"/>
              </a:rPr>
              <a:t>existe</a:t>
            </a:r>
            <a:r>
              <a:rPr sz="1400" spc="30" dirty="0" smtClean="0">
                <a:solidFill>
                  <a:srgbClr val="585858"/>
                </a:solidFill>
                <a:latin typeface="Calibri"/>
                <a:cs typeface="Calibri"/>
              </a:rPr>
              <a:t> </a:t>
            </a:r>
            <a:r>
              <a:rPr sz="1400" dirty="0">
                <a:solidFill>
                  <a:srgbClr val="585858"/>
                </a:solidFill>
                <a:latin typeface="Calibri"/>
                <a:cs typeface="Calibri"/>
              </a:rPr>
              <a:t>dans</a:t>
            </a:r>
            <a:r>
              <a:rPr sz="1400" spc="30" dirty="0">
                <a:solidFill>
                  <a:srgbClr val="585858"/>
                </a:solidFill>
                <a:latin typeface="Calibri"/>
                <a:cs typeface="Calibri"/>
              </a:rPr>
              <a:t> </a:t>
            </a:r>
            <a:r>
              <a:rPr sz="1400" dirty="0">
                <a:solidFill>
                  <a:srgbClr val="585858"/>
                </a:solidFill>
                <a:latin typeface="Calibri"/>
                <a:cs typeface="Calibri"/>
              </a:rPr>
              <a:t>le</a:t>
            </a:r>
            <a:r>
              <a:rPr sz="1400" spc="25" dirty="0">
                <a:solidFill>
                  <a:srgbClr val="585858"/>
                </a:solidFill>
                <a:latin typeface="Calibri"/>
                <a:cs typeface="Calibri"/>
              </a:rPr>
              <a:t> </a:t>
            </a:r>
            <a:r>
              <a:rPr sz="1400" dirty="0">
                <a:solidFill>
                  <a:srgbClr val="585858"/>
                </a:solidFill>
                <a:latin typeface="Calibri"/>
                <a:cs typeface="Calibri"/>
              </a:rPr>
              <a:t>premier</a:t>
            </a:r>
            <a:r>
              <a:rPr sz="1400" spc="15" dirty="0">
                <a:solidFill>
                  <a:srgbClr val="585858"/>
                </a:solidFill>
                <a:latin typeface="Calibri"/>
                <a:cs typeface="Calibri"/>
              </a:rPr>
              <a:t> </a:t>
            </a:r>
            <a:r>
              <a:rPr sz="1400" dirty="0">
                <a:solidFill>
                  <a:srgbClr val="585858"/>
                </a:solidFill>
                <a:latin typeface="Calibri"/>
                <a:cs typeface="Calibri"/>
              </a:rPr>
              <a:t>secteur</a:t>
            </a:r>
            <a:r>
              <a:rPr sz="1400" spc="15" dirty="0">
                <a:solidFill>
                  <a:srgbClr val="585858"/>
                </a:solidFill>
                <a:latin typeface="Calibri"/>
                <a:cs typeface="Calibri"/>
              </a:rPr>
              <a:t> </a:t>
            </a:r>
            <a:r>
              <a:rPr sz="1400" spc="-10" dirty="0">
                <a:solidFill>
                  <a:srgbClr val="585858"/>
                </a:solidFill>
                <a:latin typeface="Calibri"/>
                <a:cs typeface="Calibri"/>
              </a:rPr>
              <a:t>disque </a:t>
            </a:r>
            <a:r>
              <a:rPr sz="1400" dirty="0">
                <a:solidFill>
                  <a:srgbClr val="585858"/>
                </a:solidFill>
                <a:latin typeface="Calibri"/>
                <a:cs typeface="Calibri"/>
              </a:rPr>
              <a:t>dur</a:t>
            </a:r>
            <a:r>
              <a:rPr sz="1400" spc="-30" dirty="0">
                <a:solidFill>
                  <a:srgbClr val="585858"/>
                </a:solidFill>
                <a:latin typeface="Calibri"/>
                <a:cs typeface="Calibri"/>
              </a:rPr>
              <a:t> </a:t>
            </a:r>
            <a:r>
              <a:rPr sz="1400" dirty="0">
                <a:solidFill>
                  <a:srgbClr val="585858"/>
                </a:solidFill>
                <a:latin typeface="Calibri"/>
                <a:cs typeface="Calibri"/>
              </a:rPr>
              <a:t>physique.</a:t>
            </a:r>
            <a:r>
              <a:rPr sz="1400" spc="-10" dirty="0">
                <a:solidFill>
                  <a:srgbClr val="585858"/>
                </a:solidFill>
                <a:latin typeface="Calibri"/>
                <a:cs typeface="Calibri"/>
              </a:rPr>
              <a:t> </a:t>
            </a:r>
            <a:r>
              <a:rPr sz="1400" dirty="0">
                <a:solidFill>
                  <a:srgbClr val="585858"/>
                </a:solidFill>
                <a:latin typeface="Calibri"/>
                <a:cs typeface="Calibri"/>
              </a:rPr>
              <a:t>Elle</a:t>
            </a:r>
            <a:r>
              <a:rPr sz="1400" spc="5" dirty="0">
                <a:solidFill>
                  <a:srgbClr val="585858"/>
                </a:solidFill>
                <a:latin typeface="Calibri"/>
                <a:cs typeface="Calibri"/>
              </a:rPr>
              <a:t> </a:t>
            </a:r>
            <a:r>
              <a:rPr sz="1400" dirty="0">
                <a:solidFill>
                  <a:srgbClr val="585858"/>
                </a:solidFill>
                <a:latin typeface="Calibri"/>
                <a:cs typeface="Calibri"/>
              </a:rPr>
              <a:t>contient</a:t>
            </a:r>
            <a:r>
              <a:rPr sz="1400" spc="10" dirty="0">
                <a:solidFill>
                  <a:srgbClr val="585858"/>
                </a:solidFill>
                <a:latin typeface="Calibri"/>
                <a:cs typeface="Calibri"/>
              </a:rPr>
              <a:t> </a:t>
            </a:r>
            <a:r>
              <a:rPr sz="1400" dirty="0">
                <a:solidFill>
                  <a:srgbClr val="585858"/>
                </a:solidFill>
                <a:latin typeface="Calibri"/>
                <a:cs typeface="Calibri"/>
              </a:rPr>
              <a:t>les</a:t>
            </a:r>
            <a:r>
              <a:rPr sz="1400" spc="15" dirty="0">
                <a:solidFill>
                  <a:srgbClr val="585858"/>
                </a:solidFill>
                <a:latin typeface="Calibri"/>
                <a:cs typeface="Calibri"/>
              </a:rPr>
              <a:t> </a:t>
            </a:r>
            <a:r>
              <a:rPr sz="1400" spc="-10" dirty="0">
                <a:solidFill>
                  <a:srgbClr val="585858"/>
                </a:solidFill>
                <a:latin typeface="Calibri"/>
                <a:cs typeface="Calibri"/>
              </a:rPr>
              <a:t>informations</a:t>
            </a:r>
            <a:r>
              <a:rPr sz="1400" spc="-5" dirty="0">
                <a:solidFill>
                  <a:srgbClr val="585858"/>
                </a:solidFill>
                <a:latin typeface="Calibri"/>
                <a:cs typeface="Calibri"/>
              </a:rPr>
              <a:t> </a:t>
            </a:r>
            <a:r>
              <a:rPr sz="1400" dirty="0">
                <a:solidFill>
                  <a:srgbClr val="585858"/>
                </a:solidFill>
                <a:latin typeface="Calibri"/>
                <a:cs typeface="Calibri"/>
              </a:rPr>
              <a:t>qui</a:t>
            </a:r>
            <a:r>
              <a:rPr sz="1400" spc="-5" dirty="0">
                <a:solidFill>
                  <a:srgbClr val="585858"/>
                </a:solidFill>
                <a:latin typeface="Calibri"/>
                <a:cs typeface="Calibri"/>
              </a:rPr>
              <a:t> </a:t>
            </a:r>
            <a:r>
              <a:rPr sz="1400" dirty="0">
                <a:solidFill>
                  <a:srgbClr val="585858"/>
                </a:solidFill>
                <a:latin typeface="Calibri"/>
                <a:cs typeface="Calibri"/>
              </a:rPr>
              <a:t>concernent</a:t>
            </a:r>
            <a:r>
              <a:rPr sz="1400" spc="270" dirty="0">
                <a:solidFill>
                  <a:srgbClr val="585858"/>
                </a:solidFill>
                <a:latin typeface="Calibri"/>
                <a:cs typeface="Calibri"/>
              </a:rPr>
              <a:t> </a:t>
            </a:r>
            <a:r>
              <a:rPr sz="1400" dirty="0">
                <a:solidFill>
                  <a:srgbClr val="585858"/>
                </a:solidFill>
                <a:latin typeface="Calibri"/>
                <a:cs typeface="Calibri"/>
              </a:rPr>
              <a:t>les partitions</a:t>
            </a:r>
            <a:r>
              <a:rPr sz="1400" spc="20" dirty="0">
                <a:solidFill>
                  <a:srgbClr val="585858"/>
                </a:solidFill>
                <a:latin typeface="Calibri"/>
                <a:cs typeface="Calibri"/>
              </a:rPr>
              <a:t> </a:t>
            </a:r>
            <a:r>
              <a:rPr sz="1400" dirty="0">
                <a:solidFill>
                  <a:srgbClr val="585858"/>
                </a:solidFill>
                <a:latin typeface="Calibri"/>
                <a:cs typeface="Calibri"/>
              </a:rPr>
              <a:t>d’un</a:t>
            </a:r>
            <a:r>
              <a:rPr sz="1400" spc="-5" dirty="0">
                <a:solidFill>
                  <a:srgbClr val="585858"/>
                </a:solidFill>
                <a:latin typeface="Calibri"/>
                <a:cs typeface="Calibri"/>
              </a:rPr>
              <a:t> </a:t>
            </a:r>
            <a:r>
              <a:rPr sz="1400" dirty="0">
                <a:solidFill>
                  <a:srgbClr val="585858"/>
                </a:solidFill>
                <a:latin typeface="Calibri"/>
                <a:cs typeface="Calibri"/>
              </a:rPr>
              <a:t>disque</a:t>
            </a:r>
            <a:r>
              <a:rPr sz="1400" spc="-15" dirty="0">
                <a:solidFill>
                  <a:srgbClr val="585858"/>
                </a:solidFill>
                <a:latin typeface="Calibri"/>
                <a:cs typeface="Calibri"/>
              </a:rPr>
              <a:t> </a:t>
            </a:r>
            <a:r>
              <a:rPr sz="1400" spc="-10" dirty="0" err="1">
                <a:solidFill>
                  <a:srgbClr val="585858"/>
                </a:solidFill>
                <a:latin typeface="Calibri"/>
                <a:cs typeface="Calibri"/>
              </a:rPr>
              <a:t>dur</a:t>
            </a:r>
            <a:r>
              <a:rPr sz="1400" spc="-10" dirty="0" smtClean="0">
                <a:solidFill>
                  <a:srgbClr val="585858"/>
                </a:solidFill>
                <a:latin typeface="Calibri"/>
                <a:cs typeface="Calibri"/>
              </a:rPr>
              <a:t>.</a:t>
            </a:r>
            <a:endParaRPr lang="fr-FR" sz="1400" spc="-10" dirty="0" smtClean="0">
              <a:solidFill>
                <a:srgbClr val="585858"/>
              </a:solidFill>
              <a:latin typeface="Calibri"/>
              <a:cs typeface="Calibri"/>
            </a:endParaRPr>
          </a:p>
          <a:p>
            <a:pPr marL="298450" marR="9525" indent="-285750" algn="just">
              <a:lnSpc>
                <a:spcPct val="200000"/>
              </a:lnSpc>
              <a:buFont typeface="Arial" panose="020B0604020202020204" pitchFamily="34" charset="0"/>
              <a:buChar char="•"/>
            </a:pPr>
            <a:r>
              <a:rPr sz="1400" spc="-5" dirty="0" smtClean="0">
                <a:solidFill>
                  <a:srgbClr val="585858"/>
                </a:solidFill>
                <a:latin typeface="Calibri"/>
                <a:cs typeface="Calibri"/>
              </a:rPr>
              <a:t> </a:t>
            </a:r>
            <a:r>
              <a:rPr sz="1400" dirty="0">
                <a:solidFill>
                  <a:srgbClr val="585858"/>
                </a:solidFill>
                <a:latin typeface="Calibri"/>
                <a:cs typeface="Calibri"/>
              </a:rPr>
              <a:t>Il</a:t>
            </a:r>
            <a:r>
              <a:rPr sz="1400" spc="-10" dirty="0">
                <a:solidFill>
                  <a:srgbClr val="585858"/>
                </a:solidFill>
                <a:latin typeface="Calibri"/>
                <a:cs typeface="Calibri"/>
              </a:rPr>
              <a:t> </a:t>
            </a:r>
            <a:r>
              <a:rPr sz="1400" dirty="0">
                <a:solidFill>
                  <a:srgbClr val="585858"/>
                </a:solidFill>
                <a:latin typeface="Calibri"/>
                <a:cs typeface="Calibri"/>
              </a:rPr>
              <a:t>existe</a:t>
            </a:r>
            <a:r>
              <a:rPr sz="1400" spc="-10" dirty="0">
                <a:solidFill>
                  <a:srgbClr val="585858"/>
                </a:solidFill>
                <a:latin typeface="Calibri"/>
                <a:cs typeface="Calibri"/>
              </a:rPr>
              <a:t> </a:t>
            </a:r>
            <a:r>
              <a:rPr sz="1400" dirty="0">
                <a:solidFill>
                  <a:srgbClr val="585858"/>
                </a:solidFill>
                <a:latin typeface="Calibri"/>
                <a:cs typeface="Calibri"/>
              </a:rPr>
              <a:t>deux</a:t>
            </a:r>
            <a:r>
              <a:rPr sz="1400" spc="-10" dirty="0">
                <a:solidFill>
                  <a:srgbClr val="585858"/>
                </a:solidFill>
                <a:latin typeface="Calibri"/>
                <a:cs typeface="Calibri"/>
              </a:rPr>
              <a:t> </a:t>
            </a:r>
            <a:r>
              <a:rPr sz="1400" dirty="0">
                <a:solidFill>
                  <a:srgbClr val="585858"/>
                </a:solidFill>
                <a:latin typeface="Calibri"/>
                <a:cs typeface="Calibri"/>
              </a:rPr>
              <a:t>tables</a:t>
            </a:r>
            <a:r>
              <a:rPr sz="1400" spc="20" dirty="0">
                <a:solidFill>
                  <a:srgbClr val="585858"/>
                </a:solidFill>
                <a:latin typeface="Calibri"/>
                <a:cs typeface="Calibri"/>
              </a:rPr>
              <a:t> </a:t>
            </a:r>
            <a:r>
              <a:rPr sz="1400" dirty="0">
                <a:solidFill>
                  <a:srgbClr val="585858"/>
                </a:solidFill>
                <a:latin typeface="Calibri"/>
                <a:cs typeface="Calibri"/>
              </a:rPr>
              <a:t>de</a:t>
            </a:r>
            <a:r>
              <a:rPr sz="1400" spc="5" dirty="0">
                <a:solidFill>
                  <a:srgbClr val="585858"/>
                </a:solidFill>
                <a:latin typeface="Calibri"/>
                <a:cs typeface="Calibri"/>
              </a:rPr>
              <a:t> </a:t>
            </a:r>
            <a:r>
              <a:rPr sz="1400" dirty="0">
                <a:solidFill>
                  <a:srgbClr val="585858"/>
                </a:solidFill>
                <a:latin typeface="Calibri"/>
                <a:cs typeface="Calibri"/>
              </a:rPr>
              <a:t>partitionnement</a:t>
            </a:r>
            <a:r>
              <a:rPr sz="1400" spc="-5" dirty="0">
                <a:solidFill>
                  <a:srgbClr val="585858"/>
                </a:solidFill>
                <a:latin typeface="Calibri"/>
                <a:cs typeface="Calibri"/>
              </a:rPr>
              <a:t> </a:t>
            </a:r>
            <a:r>
              <a:rPr sz="1400" dirty="0">
                <a:solidFill>
                  <a:srgbClr val="585858"/>
                </a:solidFill>
                <a:latin typeface="Calibri"/>
                <a:cs typeface="Calibri"/>
              </a:rPr>
              <a:t>:</a:t>
            </a:r>
            <a:r>
              <a:rPr sz="1400" spc="-5" dirty="0">
                <a:solidFill>
                  <a:srgbClr val="585858"/>
                </a:solidFill>
                <a:latin typeface="Calibri"/>
                <a:cs typeface="Calibri"/>
              </a:rPr>
              <a:t> </a:t>
            </a:r>
            <a:r>
              <a:rPr sz="1400" dirty="0">
                <a:solidFill>
                  <a:srgbClr val="585858"/>
                </a:solidFill>
                <a:latin typeface="Calibri"/>
                <a:cs typeface="Calibri"/>
              </a:rPr>
              <a:t>celle</a:t>
            </a:r>
            <a:r>
              <a:rPr sz="1400" spc="5" dirty="0">
                <a:solidFill>
                  <a:srgbClr val="585858"/>
                </a:solidFill>
                <a:latin typeface="Calibri"/>
                <a:cs typeface="Calibri"/>
              </a:rPr>
              <a:t> </a:t>
            </a:r>
            <a:r>
              <a:rPr sz="1400" dirty="0">
                <a:solidFill>
                  <a:srgbClr val="585858"/>
                </a:solidFill>
                <a:latin typeface="Calibri"/>
                <a:cs typeface="Calibri"/>
              </a:rPr>
              <a:t>du </a:t>
            </a:r>
            <a:r>
              <a:rPr sz="1400" b="1" dirty="0">
                <a:solidFill>
                  <a:srgbClr val="585858"/>
                </a:solidFill>
                <a:latin typeface="Calibri"/>
                <a:cs typeface="Calibri"/>
              </a:rPr>
              <a:t>MBR </a:t>
            </a:r>
            <a:r>
              <a:rPr sz="1400" spc="-10" dirty="0">
                <a:solidFill>
                  <a:srgbClr val="585858"/>
                </a:solidFill>
                <a:latin typeface="Calibri"/>
                <a:cs typeface="Calibri"/>
              </a:rPr>
              <a:t>(l’abréviation</a:t>
            </a:r>
            <a:r>
              <a:rPr sz="1400" spc="-40" dirty="0">
                <a:solidFill>
                  <a:srgbClr val="585858"/>
                </a:solidFill>
                <a:latin typeface="Calibri"/>
                <a:cs typeface="Calibri"/>
              </a:rPr>
              <a:t> </a:t>
            </a:r>
            <a:r>
              <a:rPr sz="1400" dirty="0">
                <a:solidFill>
                  <a:srgbClr val="585858"/>
                </a:solidFill>
                <a:latin typeface="Calibri"/>
                <a:cs typeface="Calibri"/>
              </a:rPr>
              <a:t>de</a:t>
            </a:r>
            <a:r>
              <a:rPr sz="1400" spc="5" dirty="0">
                <a:solidFill>
                  <a:srgbClr val="585858"/>
                </a:solidFill>
                <a:latin typeface="Calibri"/>
                <a:cs typeface="Calibri"/>
              </a:rPr>
              <a:t> </a:t>
            </a:r>
            <a:r>
              <a:rPr sz="1400" spc="-10" dirty="0">
                <a:solidFill>
                  <a:srgbClr val="585858"/>
                </a:solidFill>
                <a:latin typeface="Calibri"/>
                <a:cs typeface="Calibri"/>
              </a:rPr>
              <a:t>Master </a:t>
            </a:r>
            <a:r>
              <a:rPr sz="1400" dirty="0">
                <a:solidFill>
                  <a:srgbClr val="585858"/>
                </a:solidFill>
                <a:latin typeface="Calibri"/>
                <a:cs typeface="Calibri"/>
              </a:rPr>
              <a:t>Boot</a:t>
            </a:r>
            <a:r>
              <a:rPr sz="1400" spc="-10" dirty="0">
                <a:solidFill>
                  <a:srgbClr val="585858"/>
                </a:solidFill>
                <a:latin typeface="Calibri"/>
                <a:cs typeface="Calibri"/>
              </a:rPr>
              <a:t> </a:t>
            </a:r>
            <a:r>
              <a:rPr sz="1400" dirty="0">
                <a:solidFill>
                  <a:srgbClr val="585858"/>
                </a:solidFill>
                <a:latin typeface="Calibri"/>
                <a:cs typeface="Calibri"/>
              </a:rPr>
              <a:t>Record)</a:t>
            </a:r>
            <a:r>
              <a:rPr sz="1400" spc="10" dirty="0">
                <a:solidFill>
                  <a:srgbClr val="585858"/>
                </a:solidFill>
                <a:latin typeface="Calibri"/>
                <a:cs typeface="Calibri"/>
              </a:rPr>
              <a:t> </a:t>
            </a:r>
            <a:r>
              <a:rPr sz="1400" dirty="0">
                <a:solidFill>
                  <a:srgbClr val="585858"/>
                </a:solidFill>
                <a:latin typeface="Calibri"/>
                <a:cs typeface="Calibri"/>
              </a:rPr>
              <a:t>et</a:t>
            </a:r>
            <a:r>
              <a:rPr sz="1400" spc="-30" dirty="0">
                <a:solidFill>
                  <a:srgbClr val="585858"/>
                </a:solidFill>
                <a:latin typeface="Calibri"/>
                <a:cs typeface="Calibri"/>
              </a:rPr>
              <a:t> </a:t>
            </a:r>
            <a:r>
              <a:rPr sz="1400" dirty="0">
                <a:solidFill>
                  <a:srgbClr val="585858"/>
                </a:solidFill>
                <a:latin typeface="Calibri"/>
                <a:cs typeface="Calibri"/>
              </a:rPr>
              <a:t>du</a:t>
            </a:r>
            <a:r>
              <a:rPr sz="1400" spc="-20" dirty="0">
                <a:solidFill>
                  <a:srgbClr val="585858"/>
                </a:solidFill>
                <a:latin typeface="Calibri"/>
                <a:cs typeface="Calibri"/>
              </a:rPr>
              <a:t> </a:t>
            </a:r>
            <a:r>
              <a:rPr sz="1400" b="1" dirty="0">
                <a:solidFill>
                  <a:srgbClr val="585858"/>
                </a:solidFill>
                <a:latin typeface="Calibri"/>
                <a:cs typeface="Calibri"/>
              </a:rPr>
              <a:t>GPT</a:t>
            </a:r>
            <a:r>
              <a:rPr sz="1400" b="1" spc="-45" dirty="0">
                <a:solidFill>
                  <a:srgbClr val="585858"/>
                </a:solidFill>
                <a:latin typeface="Calibri"/>
                <a:cs typeface="Calibri"/>
              </a:rPr>
              <a:t> </a:t>
            </a:r>
            <a:r>
              <a:rPr sz="1400" spc="-10" dirty="0">
                <a:solidFill>
                  <a:srgbClr val="585858"/>
                </a:solidFill>
                <a:latin typeface="Calibri"/>
                <a:cs typeface="Calibri"/>
              </a:rPr>
              <a:t>(l’abréviation</a:t>
            </a:r>
            <a:r>
              <a:rPr sz="1400" spc="5" dirty="0">
                <a:solidFill>
                  <a:srgbClr val="585858"/>
                </a:solidFill>
                <a:latin typeface="Calibri"/>
                <a:cs typeface="Calibri"/>
              </a:rPr>
              <a:t> </a:t>
            </a:r>
            <a:r>
              <a:rPr sz="1400" dirty="0">
                <a:solidFill>
                  <a:srgbClr val="585858"/>
                </a:solidFill>
                <a:latin typeface="Calibri"/>
                <a:cs typeface="Calibri"/>
              </a:rPr>
              <a:t>de</a:t>
            </a:r>
            <a:r>
              <a:rPr sz="1400" spc="-15" dirty="0">
                <a:solidFill>
                  <a:srgbClr val="585858"/>
                </a:solidFill>
                <a:latin typeface="Calibri"/>
                <a:cs typeface="Calibri"/>
              </a:rPr>
              <a:t> </a:t>
            </a:r>
            <a:r>
              <a:rPr sz="1400" dirty="0">
                <a:solidFill>
                  <a:srgbClr val="585858"/>
                </a:solidFill>
                <a:latin typeface="Calibri"/>
                <a:cs typeface="Calibri"/>
              </a:rPr>
              <a:t>GUID</a:t>
            </a:r>
            <a:r>
              <a:rPr sz="1400" spc="-25" dirty="0">
                <a:solidFill>
                  <a:srgbClr val="585858"/>
                </a:solidFill>
                <a:latin typeface="Calibri"/>
                <a:cs typeface="Calibri"/>
              </a:rPr>
              <a:t> </a:t>
            </a:r>
            <a:r>
              <a:rPr sz="1400" spc="-10" dirty="0">
                <a:solidFill>
                  <a:srgbClr val="585858"/>
                </a:solidFill>
                <a:latin typeface="Calibri"/>
                <a:cs typeface="Calibri"/>
              </a:rPr>
              <a:t>Partition</a:t>
            </a:r>
            <a:r>
              <a:rPr sz="1400" spc="-15" dirty="0">
                <a:solidFill>
                  <a:srgbClr val="585858"/>
                </a:solidFill>
                <a:latin typeface="Calibri"/>
                <a:cs typeface="Calibri"/>
              </a:rPr>
              <a:t> </a:t>
            </a:r>
            <a:r>
              <a:rPr sz="1400" spc="-10" dirty="0">
                <a:solidFill>
                  <a:srgbClr val="585858"/>
                </a:solidFill>
                <a:latin typeface="Calibri"/>
                <a:cs typeface="Calibri"/>
              </a:rPr>
              <a:t>Table).</a:t>
            </a:r>
            <a:endParaRPr sz="14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36</a:t>
            </a:fld>
            <a:endParaRPr spc="-25" dirty="0"/>
          </a:p>
        </p:txBody>
      </p:sp>
      <p:sp>
        <p:nvSpPr>
          <p:cNvPr id="12" name="object 12"/>
          <p:cNvSpPr txBox="1">
            <a:spLocks noGrp="1"/>
          </p:cNvSpPr>
          <p:nvPr>
            <p:ph type="title"/>
          </p:nvPr>
        </p:nvSpPr>
        <p:spPr>
          <a:xfrm>
            <a:off x="263753" y="452632"/>
            <a:ext cx="4597400" cy="537968"/>
          </a:xfrm>
          <a:prstGeom prst="rect">
            <a:avLst/>
          </a:prstGeom>
        </p:spPr>
        <p:txBody>
          <a:bodyPr vert="horz" wrap="square" lIns="0" tIns="12065" rIns="0" bIns="0" rtlCol="0">
            <a:spAutoFit/>
          </a:bodyPr>
          <a:lstStyle/>
          <a:p>
            <a:pPr marL="12700">
              <a:lnSpc>
                <a:spcPts val="2300"/>
              </a:lnSpc>
              <a:spcBef>
                <a:spcPts val="95"/>
              </a:spcBef>
            </a:pPr>
            <a:r>
              <a:rPr dirty="0" smtClean="0">
                <a:solidFill>
                  <a:srgbClr val="007842"/>
                </a:solidFill>
              </a:rPr>
              <a:t>0</a:t>
            </a:r>
            <a:r>
              <a:rPr lang="fr-FR" dirty="0" smtClean="0">
                <a:solidFill>
                  <a:srgbClr val="007842"/>
                </a:solidFill>
              </a:rPr>
              <a:t>5</a:t>
            </a:r>
            <a:r>
              <a:rPr spc="-40" dirty="0" smtClean="0">
                <a:solidFill>
                  <a:srgbClr val="007842"/>
                </a:solidFill>
              </a:rPr>
              <a:t> </a:t>
            </a:r>
            <a:r>
              <a:rPr dirty="0">
                <a:solidFill>
                  <a:srgbClr val="007842"/>
                </a:solidFill>
              </a:rPr>
              <a:t>–</a:t>
            </a:r>
            <a:r>
              <a:rPr spc="-25" dirty="0">
                <a:solidFill>
                  <a:srgbClr val="007842"/>
                </a:solidFill>
              </a:rPr>
              <a:t> </a:t>
            </a:r>
            <a:r>
              <a:rPr dirty="0">
                <a:solidFill>
                  <a:srgbClr val="007842"/>
                </a:solidFill>
              </a:rPr>
              <a:t>Préparer</a:t>
            </a:r>
            <a:r>
              <a:rPr spc="-50" dirty="0">
                <a:solidFill>
                  <a:srgbClr val="007842"/>
                </a:solidFill>
              </a:rPr>
              <a:t> </a:t>
            </a:r>
            <a:r>
              <a:rPr dirty="0">
                <a:solidFill>
                  <a:srgbClr val="007842"/>
                </a:solidFill>
              </a:rPr>
              <a:t>les</a:t>
            </a:r>
            <a:r>
              <a:rPr spc="-20" dirty="0">
                <a:solidFill>
                  <a:srgbClr val="007842"/>
                </a:solidFill>
              </a:rPr>
              <a:t> </a:t>
            </a:r>
            <a:r>
              <a:rPr dirty="0">
                <a:solidFill>
                  <a:srgbClr val="007842"/>
                </a:solidFill>
              </a:rPr>
              <a:t>disques</a:t>
            </a:r>
            <a:r>
              <a:rPr spc="-40" dirty="0">
                <a:solidFill>
                  <a:srgbClr val="007842"/>
                </a:solidFill>
              </a:rPr>
              <a:t> </a:t>
            </a:r>
            <a:r>
              <a:rPr spc="-20" dirty="0">
                <a:solidFill>
                  <a:srgbClr val="007842"/>
                </a:solidFill>
              </a:rPr>
              <a:t>durs</a:t>
            </a:r>
          </a:p>
          <a:p>
            <a:pPr marL="12700" marR="5080">
              <a:lnSpc>
                <a:spcPts val="1730"/>
              </a:lnSpc>
              <a:spcBef>
                <a:spcPts val="114"/>
              </a:spcBef>
            </a:pPr>
            <a:r>
              <a:rPr lang="fr-FR" sz="1600" dirty="0">
                <a:solidFill>
                  <a:srgbClr val="007842"/>
                </a:solidFill>
              </a:rPr>
              <a:t>P</a:t>
            </a:r>
            <a:r>
              <a:rPr sz="1600" spc="-10" dirty="0" err="1" smtClean="0">
                <a:solidFill>
                  <a:srgbClr val="007842"/>
                </a:solidFill>
              </a:rPr>
              <a:t>artitionnement</a:t>
            </a:r>
            <a:r>
              <a:rPr sz="1600" spc="-50" dirty="0" smtClean="0">
                <a:solidFill>
                  <a:srgbClr val="007842"/>
                </a:solidFill>
              </a:rPr>
              <a:t> </a:t>
            </a:r>
            <a:r>
              <a:rPr sz="1600" dirty="0">
                <a:solidFill>
                  <a:srgbClr val="007842"/>
                </a:solidFill>
              </a:rPr>
              <a:t>et</a:t>
            </a:r>
            <a:r>
              <a:rPr sz="1600" spc="-25" dirty="0">
                <a:solidFill>
                  <a:srgbClr val="007842"/>
                </a:solidFill>
              </a:rPr>
              <a:t> </a:t>
            </a:r>
            <a:r>
              <a:rPr sz="1600" spc="-10" dirty="0">
                <a:solidFill>
                  <a:srgbClr val="007842"/>
                </a:solidFill>
              </a:rPr>
              <a:t>formatage</a:t>
            </a:r>
            <a:r>
              <a:rPr sz="1600" spc="-15" dirty="0">
                <a:solidFill>
                  <a:srgbClr val="007842"/>
                </a:solidFill>
              </a:rPr>
              <a:t> </a:t>
            </a:r>
            <a:r>
              <a:rPr sz="1600" dirty="0">
                <a:solidFill>
                  <a:srgbClr val="007842"/>
                </a:solidFill>
              </a:rPr>
              <a:t>des</a:t>
            </a:r>
            <a:r>
              <a:rPr sz="1600" spc="-15" dirty="0">
                <a:solidFill>
                  <a:srgbClr val="007842"/>
                </a:solidFill>
              </a:rPr>
              <a:t> </a:t>
            </a:r>
            <a:r>
              <a:rPr sz="1600" spc="-10" dirty="0">
                <a:solidFill>
                  <a:srgbClr val="007842"/>
                </a:solidFill>
              </a:rPr>
              <a:t>disques </a:t>
            </a:r>
            <a:r>
              <a:rPr sz="1600" spc="-20" dirty="0">
                <a:solidFill>
                  <a:srgbClr val="007842"/>
                </a:solidFill>
              </a:rPr>
              <a:t>durs</a:t>
            </a:r>
            <a:endParaRPr sz="1600"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1602105"/>
            <a:ext cx="10591165" cy="3080972"/>
          </a:xfrm>
          <a:prstGeom prst="rect">
            <a:avLst/>
          </a:prstGeom>
        </p:spPr>
        <p:txBody>
          <a:bodyPr vert="horz" wrap="square" lIns="0" tIns="13335" rIns="0" bIns="0" rtlCol="0">
            <a:spAutoFit/>
          </a:bodyPr>
          <a:lstStyle/>
          <a:p>
            <a:pPr marL="58419" algn="just">
              <a:lnSpc>
                <a:spcPct val="100000"/>
              </a:lnSpc>
              <a:spcBef>
                <a:spcPts val="105"/>
              </a:spcBef>
            </a:pPr>
            <a:r>
              <a:rPr sz="1600" b="1" dirty="0">
                <a:solidFill>
                  <a:srgbClr val="FF7800"/>
                </a:solidFill>
                <a:latin typeface="Calibri"/>
                <a:cs typeface="Calibri"/>
              </a:rPr>
              <a:t>Le</a:t>
            </a:r>
            <a:r>
              <a:rPr sz="1600" b="1" spc="-15" dirty="0">
                <a:solidFill>
                  <a:srgbClr val="FF7800"/>
                </a:solidFill>
                <a:latin typeface="Calibri"/>
                <a:cs typeface="Calibri"/>
              </a:rPr>
              <a:t> </a:t>
            </a:r>
            <a:r>
              <a:rPr sz="1600" b="1" dirty="0">
                <a:solidFill>
                  <a:srgbClr val="FF7800"/>
                </a:solidFill>
                <a:latin typeface="Calibri"/>
                <a:cs typeface="Calibri"/>
              </a:rPr>
              <a:t>main</a:t>
            </a:r>
            <a:r>
              <a:rPr sz="1600" b="1" spc="-45" dirty="0">
                <a:solidFill>
                  <a:srgbClr val="FF7800"/>
                </a:solidFill>
                <a:latin typeface="Calibri"/>
                <a:cs typeface="Calibri"/>
              </a:rPr>
              <a:t> </a:t>
            </a:r>
            <a:r>
              <a:rPr sz="1600" b="1" dirty="0">
                <a:solidFill>
                  <a:srgbClr val="FF7800"/>
                </a:solidFill>
                <a:latin typeface="Calibri"/>
                <a:cs typeface="Calibri"/>
              </a:rPr>
              <a:t>boot</a:t>
            </a:r>
            <a:r>
              <a:rPr sz="1600" b="1" spc="-30" dirty="0">
                <a:solidFill>
                  <a:srgbClr val="FF7800"/>
                </a:solidFill>
                <a:latin typeface="Calibri"/>
                <a:cs typeface="Calibri"/>
              </a:rPr>
              <a:t> </a:t>
            </a:r>
            <a:r>
              <a:rPr sz="1600" b="1" dirty="0">
                <a:solidFill>
                  <a:srgbClr val="FF7800"/>
                </a:solidFill>
                <a:latin typeface="Calibri"/>
                <a:cs typeface="Calibri"/>
              </a:rPr>
              <a:t>record</a:t>
            </a:r>
            <a:r>
              <a:rPr sz="1600" b="1" spc="-30" dirty="0">
                <a:solidFill>
                  <a:srgbClr val="FF7800"/>
                </a:solidFill>
                <a:latin typeface="Calibri"/>
                <a:cs typeface="Calibri"/>
              </a:rPr>
              <a:t> </a:t>
            </a:r>
            <a:r>
              <a:rPr sz="1600" b="1" spc="-20" dirty="0">
                <a:solidFill>
                  <a:srgbClr val="FF7800"/>
                </a:solidFill>
                <a:latin typeface="Calibri"/>
                <a:cs typeface="Calibri"/>
              </a:rPr>
              <a:t>(MBR)</a:t>
            </a:r>
            <a:endParaRPr sz="1600" dirty="0">
              <a:latin typeface="Calibri"/>
              <a:cs typeface="Calibri"/>
            </a:endParaRPr>
          </a:p>
          <a:p>
            <a:pPr marL="298450" marR="1617345" indent="-285750" algn="just">
              <a:lnSpc>
                <a:spcPts val="2620"/>
              </a:lnSpc>
              <a:spcBef>
                <a:spcPts val="130"/>
              </a:spcBef>
              <a:buFont typeface="Wingdings" panose="05000000000000000000" pitchFamily="2" charset="2"/>
              <a:buChar char="§"/>
            </a:pPr>
            <a:r>
              <a:rPr lang="fr-FR" sz="1400" dirty="0" smtClean="0">
                <a:solidFill>
                  <a:srgbClr val="585858"/>
                </a:solidFill>
                <a:latin typeface="Calibri"/>
                <a:cs typeface="Calibri"/>
              </a:rPr>
              <a:t>P</a:t>
            </a:r>
            <a:r>
              <a:rPr sz="1400" dirty="0" err="1" smtClean="0">
                <a:solidFill>
                  <a:srgbClr val="585858"/>
                </a:solidFill>
                <a:latin typeface="Calibri"/>
                <a:cs typeface="Calibri"/>
              </a:rPr>
              <a:t>remier</a:t>
            </a:r>
            <a:r>
              <a:rPr sz="1400" spc="-5" dirty="0" smtClean="0">
                <a:solidFill>
                  <a:srgbClr val="585858"/>
                </a:solidFill>
                <a:latin typeface="Calibri"/>
                <a:cs typeface="Calibri"/>
              </a:rPr>
              <a:t> </a:t>
            </a:r>
            <a:r>
              <a:rPr sz="1400" dirty="0">
                <a:solidFill>
                  <a:srgbClr val="585858"/>
                </a:solidFill>
                <a:latin typeface="Calibri"/>
                <a:cs typeface="Calibri"/>
              </a:rPr>
              <a:t>secteur</a:t>
            </a:r>
            <a:r>
              <a:rPr sz="1400" spc="-25" dirty="0">
                <a:solidFill>
                  <a:srgbClr val="585858"/>
                </a:solidFill>
                <a:latin typeface="Calibri"/>
                <a:cs typeface="Calibri"/>
              </a:rPr>
              <a:t> </a:t>
            </a:r>
            <a:r>
              <a:rPr sz="1400" spc="-10" dirty="0">
                <a:solidFill>
                  <a:srgbClr val="585858"/>
                </a:solidFill>
                <a:latin typeface="Calibri"/>
                <a:cs typeface="Calibri"/>
              </a:rPr>
              <a:t>physique</a:t>
            </a:r>
            <a:r>
              <a:rPr sz="1400" spc="-35" dirty="0">
                <a:solidFill>
                  <a:srgbClr val="585858"/>
                </a:solidFill>
                <a:latin typeface="Calibri"/>
                <a:cs typeface="Calibri"/>
              </a:rPr>
              <a:t> </a:t>
            </a:r>
            <a:r>
              <a:rPr sz="1400" dirty="0">
                <a:solidFill>
                  <a:srgbClr val="585858"/>
                </a:solidFill>
                <a:latin typeface="Calibri"/>
                <a:cs typeface="Calibri"/>
              </a:rPr>
              <a:t>de</a:t>
            </a:r>
            <a:r>
              <a:rPr sz="1400" spc="-40" dirty="0">
                <a:solidFill>
                  <a:srgbClr val="585858"/>
                </a:solidFill>
                <a:latin typeface="Calibri"/>
                <a:cs typeface="Calibri"/>
              </a:rPr>
              <a:t> </a:t>
            </a:r>
            <a:r>
              <a:rPr sz="1400" dirty="0">
                <a:solidFill>
                  <a:srgbClr val="585858"/>
                </a:solidFill>
                <a:latin typeface="Calibri"/>
                <a:cs typeface="Calibri"/>
              </a:rPr>
              <a:t>tout</a:t>
            </a:r>
            <a:r>
              <a:rPr sz="1400" spc="-35" dirty="0">
                <a:solidFill>
                  <a:srgbClr val="585858"/>
                </a:solidFill>
                <a:latin typeface="Calibri"/>
                <a:cs typeface="Calibri"/>
              </a:rPr>
              <a:t> </a:t>
            </a:r>
            <a:r>
              <a:rPr sz="1400" dirty="0">
                <a:solidFill>
                  <a:srgbClr val="585858"/>
                </a:solidFill>
                <a:latin typeface="Calibri"/>
                <a:cs typeface="Calibri"/>
              </a:rPr>
              <a:t>disque.</a:t>
            </a:r>
            <a:r>
              <a:rPr sz="1400" spc="-30" dirty="0">
                <a:solidFill>
                  <a:srgbClr val="585858"/>
                </a:solidFill>
                <a:latin typeface="Calibri"/>
                <a:cs typeface="Calibri"/>
              </a:rPr>
              <a:t> </a:t>
            </a:r>
            <a:endParaRPr lang="fr-FR" sz="1400" spc="-30" dirty="0" smtClean="0">
              <a:solidFill>
                <a:srgbClr val="585858"/>
              </a:solidFill>
              <a:latin typeface="Calibri"/>
              <a:cs typeface="Calibri"/>
            </a:endParaRPr>
          </a:p>
          <a:p>
            <a:pPr marL="298450" marR="1617345" indent="-285750" algn="just">
              <a:lnSpc>
                <a:spcPts val="2620"/>
              </a:lnSpc>
              <a:spcBef>
                <a:spcPts val="130"/>
              </a:spcBef>
              <a:buFont typeface="Wingdings" panose="05000000000000000000" pitchFamily="2" charset="2"/>
              <a:buChar char="§"/>
            </a:pPr>
            <a:r>
              <a:rPr sz="1400" dirty="0" smtClean="0">
                <a:solidFill>
                  <a:srgbClr val="585858"/>
                </a:solidFill>
                <a:latin typeface="Calibri"/>
                <a:cs typeface="Calibri"/>
              </a:rPr>
              <a:t>Il</a:t>
            </a:r>
            <a:r>
              <a:rPr sz="1400" spc="-35" dirty="0" smtClean="0">
                <a:solidFill>
                  <a:srgbClr val="585858"/>
                </a:solidFill>
                <a:latin typeface="Calibri"/>
                <a:cs typeface="Calibri"/>
              </a:rPr>
              <a:t> </a:t>
            </a:r>
            <a:r>
              <a:rPr sz="1400" dirty="0">
                <a:solidFill>
                  <a:srgbClr val="585858"/>
                </a:solidFill>
                <a:latin typeface="Calibri"/>
                <a:cs typeface="Calibri"/>
              </a:rPr>
              <a:t>a</a:t>
            </a:r>
            <a:r>
              <a:rPr sz="1400" spc="-40" dirty="0">
                <a:solidFill>
                  <a:srgbClr val="585858"/>
                </a:solidFill>
                <a:latin typeface="Calibri"/>
                <a:cs typeface="Calibri"/>
              </a:rPr>
              <a:t> </a:t>
            </a:r>
            <a:r>
              <a:rPr sz="1400" dirty="0">
                <a:solidFill>
                  <a:srgbClr val="585858"/>
                </a:solidFill>
                <a:latin typeface="Calibri"/>
                <a:cs typeface="Calibri"/>
              </a:rPr>
              <a:t>une</a:t>
            </a:r>
            <a:r>
              <a:rPr sz="1400" spc="-20" dirty="0">
                <a:solidFill>
                  <a:srgbClr val="585858"/>
                </a:solidFill>
                <a:latin typeface="Calibri"/>
                <a:cs typeface="Calibri"/>
              </a:rPr>
              <a:t> </a:t>
            </a:r>
            <a:r>
              <a:rPr sz="1400" dirty="0">
                <a:solidFill>
                  <a:srgbClr val="585858"/>
                </a:solidFill>
                <a:latin typeface="Calibri"/>
                <a:cs typeface="Calibri"/>
              </a:rPr>
              <a:t>taille</a:t>
            </a:r>
            <a:r>
              <a:rPr sz="1400" spc="5" dirty="0">
                <a:solidFill>
                  <a:srgbClr val="585858"/>
                </a:solidFill>
                <a:latin typeface="Calibri"/>
                <a:cs typeface="Calibri"/>
              </a:rPr>
              <a:t> </a:t>
            </a:r>
            <a:r>
              <a:rPr sz="1400" dirty="0">
                <a:solidFill>
                  <a:srgbClr val="585858"/>
                </a:solidFill>
                <a:latin typeface="Calibri"/>
                <a:cs typeface="Calibri"/>
              </a:rPr>
              <a:t>de</a:t>
            </a:r>
            <a:r>
              <a:rPr sz="1400" spc="-40" dirty="0">
                <a:solidFill>
                  <a:srgbClr val="585858"/>
                </a:solidFill>
                <a:latin typeface="Calibri"/>
                <a:cs typeface="Calibri"/>
              </a:rPr>
              <a:t> </a:t>
            </a:r>
            <a:r>
              <a:rPr sz="1400" dirty="0">
                <a:solidFill>
                  <a:srgbClr val="585858"/>
                </a:solidFill>
                <a:latin typeface="Calibri"/>
                <a:cs typeface="Calibri"/>
              </a:rPr>
              <a:t>512</a:t>
            </a:r>
            <a:r>
              <a:rPr sz="1400" spc="-5" dirty="0">
                <a:solidFill>
                  <a:srgbClr val="585858"/>
                </a:solidFill>
                <a:latin typeface="Calibri"/>
                <a:cs typeface="Calibri"/>
              </a:rPr>
              <a:t> </a:t>
            </a:r>
            <a:r>
              <a:rPr sz="1400" dirty="0">
                <a:solidFill>
                  <a:srgbClr val="585858"/>
                </a:solidFill>
                <a:latin typeface="Calibri"/>
                <a:cs typeface="Calibri"/>
              </a:rPr>
              <a:t>octets</a:t>
            </a:r>
            <a:r>
              <a:rPr sz="1400" spc="-10" dirty="0">
                <a:solidFill>
                  <a:srgbClr val="585858"/>
                </a:solidFill>
                <a:latin typeface="Calibri"/>
                <a:cs typeface="Calibri"/>
              </a:rPr>
              <a:t> </a:t>
            </a:r>
            <a:r>
              <a:rPr sz="1400" dirty="0">
                <a:solidFill>
                  <a:srgbClr val="585858"/>
                </a:solidFill>
                <a:latin typeface="Calibri"/>
                <a:cs typeface="Calibri"/>
              </a:rPr>
              <a:t>qui</a:t>
            </a:r>
            <a:r>
              <a:rPr sz="1400" spc="-30" dirty="0">
                <a:solidFill>
                  <a:srgbClr val="585858"/>
                </a:solidFill>
                <a:latin typeface="Calibri"/>
                <a:cs typeface="Calibri"/>
              </a:rPr>
              <a:t> </a:t>
            </a:r>
            <a:r>
              <a:rPr sz="1400" dirty="0">
                <a:solidFill>
                  <a:srgbClr val="585858"/>
                </a:solidFill>
                <a:latin typeface="Calibri"/>
                <a:cs typeface="Calibri"/>
              </a:rPr>
              <a:t>contient</a:t>
            </a:r>
            <a:r>
              <a:rPr sz="1400" spc="-35" dirty="0">
                <a:solidFill>
                  <a:srgbClr val="585858"/>
                </a:solidFill>
                <a:latin typeface="Calibri"/>
                <a:cs typeface="Calibri"/>
              </a:rPr>
              <a:t> </a:t>
            </a:r>
            <a:r>
              <a:rPr sz="1400" dirty="0">
                <a:solidFill>
                  <a:srgbClr val="585858"/>
                </a:solidFill>
                <a:latin typeface="Calibri"/>
                <a:cs typeface="Calibri"/>
              </a:rPr>
              <a:t>les</a:t>
            </a:r>
            <a:r>
              <a:rPr sz="1400" spc="-30" dirty="0">
                <a:solidFill>
                  <a:srgbClr val="585858"/>
                </a:solidFill>
                <a:latin typeface="Calibri"/>
                <a:cs typeface="Calibri"/>
              </a:rPr>
              <a:t> </a:t>
            </a:r>
            <a:r>
              <a:rPr sz="1400" spc="-10" dirty="0">
                <a:solidFill>
                  <a:srgbClr val="585858"/>
                </a:solidFill>
                <a:latin typeface="Calibri"/>
                <a:cs typeface="Calibri"/>
              </a:rPr>
              <a:t>informations</a:t>
            </a:r>
            <a:r>
              <a:rPr sz="1400" spc="15" dirty="0">
                <a:solidFill>
                  <a:srgbClr val="585858"/>
                </a:solidFill>
                <a:latin typeface="Calibri"/>
                <a:cs typeface="Calibri"/>
              </a:rPr>
              <a:t> </a:t>
            </a:r>
            <a:r>
              <a:rPr sz="1400" dirty="0">
                <a:solidFill>
                  <a:srgbClr val="585858"/>
                </a:solidFill>
                <a:latin typeface="Calibri"/>
                <a:cs typeface="Calibri"/>
              </a:rPr>
              <a:t>principales</a:t>
            </a:r>
            <a:r>
              <a:rPr sz="1400" spc="15" dirty="0">
                <a:solidFill>
                  <a:srgbClr val="585858"/>
                </a:solidFill>
                <a:latin typeface="Calibri"/>
                <a:cs typeface="Calibri"/>
              </a:rPr>
              <a:t> </a:t>
            </a:r>
            <a:r>
              <a:rPr sz="1400" dirty="0">
                <a:solidFill>
                  <a:srgbClr val="585858"/>
                </a:solidFill>
                <a:latin typeface="Calibri"/>
                <a:cs typeface="Calibri"/>
              </a:rPr>
              <a:t>sur</a:t>
            </a:r>
            <a:r>
              <a:rPr sz="1400" spc="-30" dirty="0">
                <a:solidFill>
                  <a:srgbClr val="585858"/>
                </a:solidFill>
                <a:latin typeface="Calibri"/>
                <a:cs typeface="Calibri"/>
              </a:rPr>
              <a:t> </a:t>
            </a:r>
            <a:r>
              <a:rPr sz="1400" dirty="0">
                <a:solidFill>
                  <a:srgbClr val="585858"/>
                </a:solidFill>
                <a:latin typeface="Calibri"/>
                <a:cs typeface="Calibri"/>
              </a:rPr>
              <a:t>la</a:t>
            </a:r>
            <a:r>
              <a:rPr sz="1400" spc="-20" dirty="0">
                <a:solidFill>
                  <a:srgbClr val="585858"/>
                </a:solidFill>
                <a:latin typeface="Calibri"/>
                <a:cs typeface="Calibri"/>
              </a:rPr>
              <a:t> </a:t>
            </a:r>
            <a:r>
              <a:rPr sz="1400" spc="-10" dirty="0">
                <a:solidFill>
                  <a:srgbClr val="585858"/>
                </a:solidFill>
                <a:latin typeface="Calibri"/>
                <a:cs typeface="Calibri"/>
              </a:rPr>
              <a:t>structure</a:t>
            </a:r>
            <a:r>
              <a:rPr sz="1400" spc="-15" dirty="0">
                <a:solidFill>
                  <a:srgbClr val="585858"/>
                </a:solidFill>
                <a:latin typeface="Calibri"/>
                <a:cs typeface="Calibri"/>
              </a:rPr>
              <a:t> </a:t>
            </a:r>
            <a:r>
              <a:rPr sz="1400" dirty="0">
                <a:solidFill>
                  <a:srgbClr val="585858"/>
                </a:solidFill>
                <a:latin typeface="Calibri"/>
                <a:cs typeface="Calibri"/>
              </a:rPr>
              <a:t>du</a:t>
            </a:r>
            <a:r>
              <a:rPr sz="1400" spc="-45" dirty="0">
                <a:solidFill>
                  <a:srgbClr val="585858"/>
                </a:solidFill>
                <a:latin typeface="Calibri"/>
                <a:cs typeface="Calibri"/>
              </a:rPr>
              <a:t> </a:t>
            </a:r>
            <a:r>
              <a:rPr sz="1400" spc="-10" dirty="0">
                <a:solidFill>
                  <a:srgbClr val="585858"/>
                </a:solidFill>
                <a:latin typeface="Calibri"/>
                <a:cs typeface="Calibri"/>
              </a:rPr>
              <a:t>support. </a:t>
            </a:r>
            <a:endParaRPr lang="fr-FR" sz="1400" dirty="0">
              <a:solidFill>
                <a:srgbClr val="585858"/>
              </a:solidFill>
              <a:latin typeface="Calibri"/>
              <a:cs typeface="Calibri"/>
            </a:endParaRPr>
          </a:p>
          <a:p>
            <a:pPr marL="298450" marR="1617345" indent="-285750" algn="just">
              <a:lnSpc>
                <a:spcPts val="2620"/>
              </a:lnSpc>
              <a:spcBef>
                <a:spcPts val="130"/>
              </a:spcBef>
              <a:buFont typeface="Wingdings" panose="05000000000000000000" pitchFamily="2" charset="2"/>
              <a:buChar char="§"/>
            </a:pPr>
            <a:r>
              <a:rPr lang="fr-FR" sz="1400" spc="155" dirty="0" smtClean="0">
                <a:solidFill>
                  <a:srgbClr val="585858"/>
                </a:solidFill>
                <a:latin typeface="Calibri"/>
                <a:cs typeface="Calibri"/>
              </a:rPr>
              <a:t>Il</a:t>
            </a:r>
            <a:r>
              <a:rPr sz="1400" spc="155" dirty="0" smtClean="0">
                <a:solidFill>
                  <a:srgbClr val="585858"/>
                </a:solidFill>
                <a:latin typeface="Calibri"/>
                <a:cs typeface="Calibri"/>
              </a:rPr>
              <a:t> </a:t>
            </a:r>
            <a:r>
              <a:rPr sz="1400" spc="-10" dirty="0">
                <a:solidFill>
                  <a:srgbClr val="585858"/>
                </a:solidFill>
                <a:latin typeface="Calibri"/>
                <a:cs typeface="Calibri"/>
              </a:rPr>
              <a:t>permet </a:t>
            </a:r>
            <a:r>
              <a:rPr sz="1400" dirty="0">
                <a:solidFill>
                  <a:srgbClr val="585858"/>
                </a:solidFill>
                <a:latin typeface="Calibri"/>
                <a:cs typeface="Calibri"/>
              </a:rPr>
              <a:t>uniquement</a:t>
            </a:r>
            <a:r>
              <a:rPr sz="1400" spc="-35" dirty="0">
                <a:solidFill>
                  <a:srgbClr val="585858"/>
                </a:solidFill>
                <a:latin typeface="Calibri"/>
                <a:cs typeface="Calibri"/>
              </a:rPr>
              <a:t> </a:t>
            </a:r>
            <a:r>
              <a:rPr sz="1400" dirty="0">
                <a:solidFill>
                  <a:srgbClr val="585858"/>
                </a:solidFill>
                <a:latin typeface="Calibri"/>
                <a:cs typeface="Calibri"/>
              </a:rPr>
              <a:t>4</a:t>
            </a:r>
            <a:r>
              <a:rPr sz="1400" spc="-25" dirty="0">
                <a:solidFill>
                  <a:srgbClr val="585858"/>
                </a:solidFill>
                <a:latin typeface="Calibri"/>
                <a:cs typeface="Calibri"/>
              </a:rPr>
              <a:t> </a:t>
            </a:r>
            <a:r>
              <a:rPr sz="1400" spc="-10" dirty="0" smtClean="0">
                <a:solidFill>
                  <a:srgbClr val="585858"/>
                </a:solidFill>
                <a:latin typeface="Calibri"/>
                <a:cs typeface="Calibri"/>
              </a:rPr>
              <a:t>partitions.</a:t>
            </a:r>
            <a:endParaRPr lang="fr-FR" sz="1400" spc="-10" dirty="0">
              <a:solidFill>
                <a:srgbClr val="585858"/>
              </a:solidFill>
              <a:latin typeface="Calibri"/>
              <a:cs typeface="Calibri"/>
            </a:endParaRPr>
          </a:p>
          <a:p>
            <a:pPr marL="298450" marR="1617345" indent="-285750" algn="just">
              <a:lnSpc>
                <a:spcPts val="2620"/>
              </a:lnSpc>
              <a:spcBef>
                <a:spcPts val="130"/>
              </a:spcBef>
              <a:buFont typeface="Wingdings" panose="05000000000000000000" pitchFamily="2" charset="2"/>
              <a:buChar char="§"/>
            </a:pPr>
            <a:endParaRPr lang="fr-FR" sz="1400" b="1" spc="-10" dirty="0" smtClean="0">
              <a:solidFill>
                <a:srgbClr val="585858"/>
              </a:solidFill>
              <a:latin typeface="Calibri"/>
              <a:cs typeface="Calibri"/>
            </a:endParaRPr>
          </a:p>
          <a:p>
            <a:pPr marL="12700" marR="1617345" algn="just">
              <a:lnSpc>
                <a:spcPts val="2620"/>
              </a:lnSpc>
              <a:spcBef>
                <a:spcPts val="130"/>
              </a:spcBef>
            </a:pPr>
            <a:r>
              <a:rPr lang="fr-FR" sz="1600" b="1" dirty="0">
                <a:solidFill>
                  <a:srgbClr val="FF7800"/>
                </a:solidFill>
                <a:latin typeface="Calibri"/>
                <a:cs typeface="Calibri"/>
              </a:rPr>
              <a:t>L</a:t>
            </a:r>
            <a:r>
              <a:rPr lang="fr-FR" sz="1600" b="1" dirty="0" smtClean="0">
                <a:solidFill>
                  <a:srgbClr val="FF7800"/>
                </a:solidFill>
                <a:latin typeface="Calibri"/>
                <a:cs typeface="Calibri"/>
              </a:rPr>
              <a:t>e</a:t>
            </a:r>
            <a:r>
              <a:rPr lang="fr-FR" sz="1600" b="1" spc="-25" dirty="0" smtClean="0">
                <a:solidFill>
                  <a:srgbClr val="FF7800"/>
                </a:solidFill>
                <a:latin typeface="Calibri"/>
                <a:cs typeface="Calibri"/>
              </a:rPr>
              <a:t> </a:t>
            </a:r>
            <a:r>
              <a:rPr lang="fr-FR" sz="1600" b="1" dirty="0" smtClean="0">
                <a:solidFill>
                  <a:srgbClr val="FF7800"/>
                </a:solidFill>
                <a:latin typeface="Calibri"/>
                <a:cs typeface="Calibri"/>
              </a:rPr>
              <a:t>GUID</a:t>
            </a:r>
            <a:r>
              <a:rPr lang="fr-FR" sz="1600" b="1" spc="-55" dirty="0" smtClean="0">
                <a:solidFill>
                  <a:srgbClr val="FF7800"/>
                </a:solidFill>
                <a:latin typeface="Calibri"/>
                <a:cs typeface="Calibri"/>
              </a:rPr>
              <a:t> </a:t>
            </a:r>
            <a:r>
              <a:rPr lang="fr-FR" sz="1600" b="1" dirty="0" smtClean="0">
                <a:solidFill>
                  <a:srgbClr val="FF7800"/>
                </a:solidFill>
                <a:latin typeface="Calibri"/>
                <a:cs typeface="Calibri"/>
              </a:rPr>
              <a:t>Partition</a:t>
            </a:r>
            <a:r>
              <a:rPr lang="fr-FR" sz="1600" b="1" spc="-45" dirty="0" smtClean="0">
                <a:solidFill>
                  <a:srgbClr val="FF7800"/>
                </a:solidFill>
                <a:latin typeface="Calibri"/>
                <a:cs typeface="Calibri"/>
              </a:rPr>
              <a:t> </a:t>
            </a:r>
            <a:r>
              <a:rPr lang="fr-FR" sz="1600" b="1" spc="-20" dirty="0" smtClean="0">
                <a:solidFill>
                  <a:srgbClr val="FF7800"/>
                </a:solidFill>
                <a:latin typeface="Calibri"/>
                <a:cs typeface="Calibri"/>
              </a:rPr>
              <a:t>Table</a:t>
            </a:r>
            <a:r>
              <a:rPr lang="fr-FR" sz="1600" b="1" spc="-50" dirty="0" smtClean="0">
                <a:solidFill>
                  <a:srgbClr val="FF7800"/>
                </a:solidFill>
                <a:latin typeface="Calibri"/>
                <a:cs typeface="Calibri"/>
              </a:rPr>
              <a:t> </a:t>
            </a:r>
            <a:r>
              <a:rPr lang="fr-FR" sz="1600" b="1" spc="-20" dirty="0" smtClean="0">
                <a:solidFill>
                  <a:srgbClr val="FF7800"/>
                </a:solidFill>
                <a:latin typeface="Calibri"/>
                <a:cs typeface="Calibri"/>
              </a:rPr>
              <a:t>(GPT)</a:t>
            </a:r>
          </a:p>
          <a:p>
            <a:pPr marL="412750" indent="-285750" algn="just">
              <a:lnSpc>
                <a:spcPct val="100000"/>
              </a:lnSpc>
              <a:spcBef>
                <a:spcPts val="100"/>
              </a:spcBef>
              <a:buFont typeface="Wingdings" panose="05000000000000000000" pitchFamily="2" charset="2"/>
              <a:buChar char="§"/>
            </a:pPr>
            <a:r>
              <a:rPr lang="fr-FR" sz="1400" dirty="0">
                <a:solidFill>
                  <a:srgbClr val="585858"/>
                </a:solidFill>
                <a:latin typeface="Calibri"/>
                <a:cs typeface="Calibri"/>
              </a:rPr>
              <a:t>S</a:t>
            </a:r>
            <a:r>
              <a:rPr lang="fr-FR" sz="1400" dirty="0" smtClean="0">
                <a:solidFill>
                  <a:srgbClr val="585858"/>
                </a:solidFill>
                <a:latin typeface="Calibri"/>
                <a:cs typeface="Calibri"/>
              </a:rPr>
              <a:t>oit</a:t>
            </a:r>
            <a:r>
              <a:rPr lang="fr-FR" sz="1400" spc="130" dirty="0" smtClean="0">
                <a:solidFill>
                  <a:srgbClr val="585858"/>
                </a:solidFill>
                <a:latin typeface="Calibri"/>
                <a:cs typeface="Calibri"/>
              </a:rPr>
              <a:t> </a:t>
            </a:r>
            <a:r>
              <a:rPr lang="fr-FR" sz="1400" i="1" dirty="0" err="1" smtClean="0">
                <a:solidFill>
                  <a:srgbClr val="585858"/>
                </a:solidFill>
                <a:latin typeface="Calibri"/>
                <a:cs typeface="Calibri"/>
              </a:rPr>
              <a:t>Globally</a:t>
            </a:r>
            <a:r>
              <a:rPr lang="fr-FR" sz="1400" i="1" spc="140" dirty="0" smtClean="0">
                <a:solidFill>
                  <a:srgbClr val="585858"/>
                </a:solidFill>
                <a:latin typeface="Calibri"/>
                <a:cs typeface="Calibri"/>
              </a:rPr>
              <a:t> </a:t>
            </a:r>
            <a:r>
              <a:rPr lang="fr-FR" sz="1400" i="1" spc="-10" dirty="0" smtClean="0">
                <a:solidFill>
                  <a:srgbClr val="585858"/>
                </a:solidFill>
                <a:latin typeface="Calibri"/>
                <a:cs typeface="Calibri"/>
              </a:rPr>
              <a:t>Unique</a:t>
            </a:r>
            <a:r>
              <a:rPr lang="fr-FR" sz="1400" dirty="0">
                <a:latin typeface="Calibri"/>
                <a:cs typeface="Calibri"/>
              </a:rPr>
              <a:t> </a:t>
            </a:r>
            <a:r>
              <a:rPr lang="fr-FR" sz="1400" i="1" dirty="0" smtClean="0">
                <a:solidFill>
                  <a:srgbClr val="585858"/>
                </a:solidFill>
                <a:latin typeface="Calibri"/>
                <a:cs typeface="Calibri"/>
              </a:rPr>
              <a:t>Identifier</a:t>
            </a:r>
            <a:r>
              <a:rPr lang="fr-FR" sz="1400" i="1" spc="170" dirty="0" smtClean="0">
                <a:solidFill>
                  <a:srgbClr val="585858"/>
                </a:solidFill>
                <a:latin typeface="Calibri"/>
                <a:cs typeface="Calibri"/>
              </a:rPr>
              <a:t> </a:t>
            </a:r>
            <a:r>
              <a:rPr lang="fr-FR" sz="1400" i="1" dirty="0" smtClean="0">
                <a:solidFill>
                  <a:srgbClr val="585858"/>
                </a:solidFill>
                <a:latin typeface="Calibri"/>
                <a:cs typeface="Calibri"/>
              </a:rPr>
              <a:t>Partition</a:t>
            </a:r>
            <a:r>
              <a:rPr lang="fr-FR" sz="1400" i="1" spc="185" dirty="0" smtClean="0">
                <a:solidFill>
                  <a:srgbClr val="585858"/>
                </a:solidFill>
                <a:latin typeface="Calibri"/>
                <a:cs typeface="Calibri"/>
              </a:rPr>
              <a:t> </a:t>
            </a:r>
            <a:r>
              <a:rPr lang="fr-FR" sz="1400" i="1" dirty="0" smtClean="0">
                <a:solidFill>
                  <a:srgbClr val="585858"/>
                </a:solidFill>
                <a:latin typeface="Calibri"/>
                <a:cs typeface="Calibri"/>
              </a:rPr>
              <a:t>Table</a:t>
            </a:r>
            <a:r>
              <a:rPr lang="fr-FR" sz="1400" dirty="0" smtClean="0">
                <a:solidFill>
                  <a:srgbClr val="585858"/>
                </a:solidFill>
                <a:latin typeface="Calibri"/>
                <a:cs typeface="Calibri"/>
              </a:rPr>
              <a:t>,</a:t>
            </a:r>
            <a:r>
              <a:rPr lang="fr-FR" sz="1400" spc="165" dirty="0" smtClean="0">
                <a:solidFill>
                  <a:srgbClr val="585858"/>
                </a:solidFill>
                <a:latin typeface="Calibri"/>
                <a:cs typeface="Calibri"/>
              </a:rPr>
              <a:t> </a:t>
            </a:r>
            <a:r>
              <a:rPr lang="fr-FR" sz="1400" dirty="0" smtClean="0">
                <a:solidFill>
                  <a:srgbClr val="585858"/>
                </a:solidFill>
                <a:latin typeface="Calibri"/>
                <a:cs typeface="Calibri"/>
              </a:rPr>
              <a:t>qui</a:t>
            </a:r>
            <a:r>
              <a:rPr lang="fr-FR" sz="1400" spc="160" dirty="0" smtClean="0">
                <a:solidFill>
                  <a:srgbClr val="585858"/>
                </a:solidFill>
                <a:latin typeface="Calibri"/>
                <a:cs typeface="Calibri"/>
              </a:rPr>
              <a:t> </a:t>
            </a:r>
            <a:r>
              <a:rPr lang="fr-FR" sz="1400" dirty="0" smtClean="0">
                <a:solidFill>
                  <a:srgbClr val="585858"/>
                </a:solidFill>
                <a:latin typeface="Calibri"/>
                <a:cs typeface="Calibri"/>
              </a:rPr>
              <a:t>est</a:t>
            </a:r>
            <a:r>
              <a:rPr lang="fr-FR" sz="1400" spc="175" dirty="0" smtClean="0">
                <a:solidFill>
                  <a:srgbClr val="585858"/>
                </a:solidFill>
                <a:latin typeface="Calibri"/>
                <a:cs typeface="Calibri"/>
              </a:rPr>
              <a:t> </a:t>
            </a:r>
            <a:r>
              <a:rPr lang="fr-FR" sz="1400" dirty="0" smtClean="0">
                <a:solidFill>
                  <a:srgbClr val="585858"/>
                </a:solidFill>
                <a:latin typeface="Calibri"/>
                <a:cs typeface="Calibri"/>
              </a:rPr>
              <a:t>un</a:t>
            </a:r>
            <a:r>
              <a:rPr lang="fr-FR" sz="1400" spc="165" dirty="0" smtClean="0">
                <a:solidFill>
                  <a:srgbClr val="585858"/>
                </a:solidFill>
                <a:latin typeface="Calibri"/>
                <a:cs typeface="Calibri"/>
              </a:rPr>
              <a:t> </a:t>
            </a:r>
            <a:r>
              <a:rPr lang="fr-FR" sz="1400" dirty="0" smtClean="0">
                <a:solidFill>
                  <a:srgbClr val="585858"/>
                </a:solidFill>
                <a:latin typeface="Calibri"/>
                <a:cs typeface="Calibri"/>
              </a:rPr>
              <a:t>standard</a:t>
            </a:r>
            <a:r>
              <a:rPr lang="fr-FR" sz="1400" spc="165" dirty="0" smtClean="0">
                <a:solidFill>
                  <a:srgbClr val="585858"/>
                </a:solidFill>
                <a:latin typeface="Calibri"/>
                <a:cs typeface="Calibri"/>
              </a:rPr>
              <a:t> </a:t>
            </a:r>
            <a:r>
              <a:rPr lang="fr-FR" sz="1400" dirty="0" smtClean="0">
                <a:solidFill>
                  <a:srgbClr val="585858"/>
                </a:solidFill>
                <a:latin typeface="Calibri"/>
                <a:cs typeface="Calibri"/>
              </a:rPr>
              <a:t>pour</a:t>
            </a:r>
            <a:r>
              <a:rPr lang="fr-FR" sz="1400" spc="165" dirty="0" smtClean="0">
                <a:solidFill>
                  <a:srgbClr val="585858"/>
                </a:solidFill>
                <a:latin typeface="Calibri"/>
                <a:cs typeface="Calibri"/>
              </a:rPr>
              <a:t> </a:t>
            </a:r>
            <a:r>
              <a:rPr lang="fr-FR" sz="1400" dirty="0" smtClean="0">
                <a:solidFill>
                  <a:srgbClr val="585858"/>
                </a:solidFill>
                <a:latin typeface="Calibri"/>
                <a:cs typeface="Calibri"/>
              </a:rPr>
              <a:t>la</a:t>
            </a:r>
            <a:r>
              <a:rPr lang="fr-FR" sz="1400" spc="170" dirty="0" smtClean="0">
                <a:solidFill>
                  <a:srgbClr val="585858"/>
                </a:solidFill>
                <a:latin typeface="Calibri"/>
                <a:cs typeface="Calibri"/>
              </a:rPr>
              <a:t> </a:t>
            </a:r>
            <a:r>
              <a:rPr lang="fr-FR" sz="1400" dirty="0" smtClean="0">
                <a:solidFill>
                  <a:srgbClr val="585858"/>
                </a:solidFill>
                <a:latin typeface="Calibri"/>
                <a:cs typeface="Calibri"/>
              </a:rPr>
              <a:t>description</a:t>
            </a:r>
            <a:r>
              <a:rPr lang="fr-FR" sz="1400" spc="175"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170" dirty="0" smtClean="0">
                <a:solidFill>
                  <a:srgbClr val="585858"/>
                </a:solidFill>
                <a:latin typeface="Calibri"/>
                <a:cs typeface="Calibri"/>
              </a:rPr>
              <a:t> </a:t>
            </a:r>
            <a:r>
              <a:rPr lang="fr-FR" sz="1400" dirty="0" smtClean="0">
                <a:solidFill>
                  <a:srgbClr val="585858"/>
                </a:solidFill>
                <a:latin typeface="Calibri"/>
                <a:cs typeface="Calibri"/>
              </a:rPr>
              <a:t>la</a:t>
            </a:r>
            <a:r>
              <a:rPr lang="fr-FR" sz="1400" spc="175" dirty="0" smtClean="0">
                <a:solidFill>
                  <a:srgbClr val="585858"/>
                </a:solidFill>
                <a:latin typeface="Calibri"/>
                <a:cs typeface="Calibri"/>
              </a:rPr>
              <a:t> </a:t>
            </a:r>
            <a:r>
              <a:rPr lang="fr-FR" sz="1400" dirty="0" smtClean="0">
                <a:solidFill>
                  <a:srgbClr val="585858"/>
                </a:solidFill>
                <a:latin typeface="Calibri"/>
                <a:cs typeface="Calibri"/>
              </a:rPr>
              <a:t>table</a:t>
            </a:r>
            <a:r>
              <a:rPr lang="fr-FR" sz="1400" spc="175"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170" dirty="0" smtClean="0">
                <a:solidFill>
                  <a:srgbClr val="585858"/>
                </a:solidFill>
                <a:latin typeface="Calibri"/>
                <a:cs typeface="Calibri"/>
              </a:rPr>
              <a:t> </a:t>
            </a:r>
            <a:r>
              <a:rPr lang="fr-FR" sz="1400" dirty="0" smtClean="0">
                <a:solidFill>
                  <a:srgbClr val="585858"/>
                </a:solidFill>
                <a:latin typeface="Calibri"/>
                <a:cs typeface="Calibri"/>
              </a:rPr>
              <a:t>partitionnement</a:t>
            </a:r>
            <a:r>
              <a:rPr lang="fr-FR" sz="1400" spc="185" dirty="0" smtClean="0">
                <a:solidFill>
                  <a:srgbClr val="585858"/>
                </a:solidFill>
                <a:latin typeface="Calibri"/>
                <a:cs typeface="Calibri"/>
              </a:rPr>
              <a:t> </a:t>
            </a:r>
            <a:r>
              <a:rPr lang="fr-FR" sz="1400" spc="-20" dirty="0" smtClean="0">
                <a:solidFill>
                  <a:srgbClr val="585858"/>
                </a:solidFill>
                <a:latin typeface="Calibri"/>
                <a:cs typeface="Calibri"/>
              </a:rPr>
              <a:t>d’un</a:t>
            </a:r>
            <a:r>
              <a:rPr lang="fr-FR" sz="1400" dirty="0">
                <a:latin typeface="Calibri"/>
                <a:cs typeface="Calibri"/>
              </a:rPr>
              <a:t> </a:t>
            </a:r>
            <a:r>
              <a:rPr lang="fr-FR" sz="1400" dirty="0" smtClean="0">
                <a:solidFill>
                  <a:srgbClr val="585858"/>
                </a:solidFill>
                <a:latin typeface="Calibri"/>
                <a:cs typeface="Calibri"/>
              </a:rPr>
              <a:t>disque</a:t>
            </a:r>
            <a:r>
              <a:rPr lang="fr-FR" sz="1400" spc="-10" dirty="0" smtClean="0">
                <a:solidFill>
                  <a:srgbClr val="585858"/>
                </a:solidFill>
                <a:latin typeface="Calibri"/>
                <a:cs typeface="Calibri"/>
              </a:rPr>
              <a:t> </a:t>
            </a:r>
            <a:r>
              <a:rPr lang="fr-FR" sz="1400" spc="-20" dirty="0" smtClean="0">
                <a:solidFill>
                  <a:srgbClr val="585858"/>
                </a:solidFill>
                <a:latin typeface="Calibri"/>
                <a:cs typeface="Calibri"/>
              </a:rPr>
              <a:t>dur.</a:t>
            </a:r>
            <a:r>
              <a:rPr lang="fr-FR" sz="1400" spc="-5" dirty="0" smtClean="0">
                <a:solidFill>
                  <a:srgbClr val="585858"/>
                </a:solidFill>
                <a:latin typeface="Calibri"/>
                <a:cs typeface="Calibri"/>
              </a:rPr>
              <a:t> </a:t>
            </a:r>
          </a:p>
          <a:p>
            <a:pPr marL="412750" marR="2775585" indent="-285750" algn="just">
              <a:lnSpc>
                <a:spcPct val="200100"/>
              </a:lnSpc>
              <a:buFont typeface="Wingdings" panose="05000000000000000000" pitchFamily="2" charset="2"/>
              <a:buChar char="§"/>
            </a:pPr>
            <a:r>
              <a:rPr lang="fr-FR" sz="1400" dirty="0" smtClean="0">
                <a:solidFill>
                  <a:srgbClr val="585858"/>
                </a:solidFill>
                <a:latin typeface="Calibri"/>
                <a:cs typeface="Calibri"/>
              </a:rPr>
              <a:t>GPT</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gère</a:t>
            </a:r>
            <a:r>
              <a:rPr lang="fr-FR" sz="1400" spc="-10" dirty="0" smtClean="0">
                <a:solidFill>
                  <a:srgbClr val="585858"/>
                </a:solidFill>
                <a:latin typeface="Calibri"/>
                <a:cs typeface="Calibri"/>
              </a:rPr>
              <a:t> </a:t>
            </a:r>
            <a:r>
              <a:rPr lang="fr-FR" sz="1400" dirty="0" smtClean="0">
                <a:solidFill>
                  <a:srgbClr val="585858"/>
                </a:solidFill>
                <a:latin typeface="Calibri"/>
                <a:cs typeface="Calibri"/>
              </a:rPr>
              <a:t>les</a:t>
            </a:r>
            <a:r>
              <a:rPr lang="fr-FR" sz="1400" spc="20" dirty="0" smtClean="0">
                <a:solidFill>
                  <a:srgbClr val="585858"/>
                </a:solidFill>
                <a:latin typeface="Calibri"/>
                <a:cs typeface="Calibri"/>
              </a:rPr>
              <a:t> </a:t>
            </a:r>
            <a:r>
              <a:rPr lang="fr-FR" sz="1400" dirty="0" smtClean="0">
                <a:solidFill>
                  <a:srgbClr val="585858"/>
                </a:solidFill>
                <a:latin typeface="Calibri"/>
                <a:cs typeface="Calibri"/>
              </a:rPr>
              <a:t>disques </a:t>
            </a:r>
            <a:r>
              <a:rPr lang="fr-FR" sz="1400" spc="-20" dirty="0" smtClean="0">
                <a:solidFill>
                  <a:srgbClr val="585858"/>
                </a:solidFill>
                <a:latin typeface="Calibri"/>
                <a:cs typeface="Calibri"/>
              </a:rPr>
              <a:t>durs </a:t>
            </a:r>
            <a:r>
              <a:rPr lang="fr-FR" sz="1400" dirty="0" smtClean="0">
                <a:solidFill>
                  <a:srgbClr val="585858"/>
                </a:solidFill>
                <a:latin typeface="Calibri"/>
                <a:cs typeface="Calibri"/>
              </a:rPr>
              <a:t>et</a:t>
            </a:r>
            <a:r>
              <a:rPr lang="fr-FR" sz="1400" spc="200" dirty="0" smtClean="0">
                <a:solidFill>
                  <a:srgbClr val="585858"/>
                </a:solidFill>
                <a:latin typeface="Calibri"/>
                <a:cs typeface="Calibri"/>
              </a:rPr>
              <a:t> </a:t>
            </a:r>
            <a:r>
              <a:rPr lang="fr-FR" sz="1400" dirty="0" smtClean="0">
                <a:solidFill>
                  <a:srgbClr val="585858"/>
                </a:solidFill>
                <a:latin typeface="Calibri"/>
                <a:cs typeface="Calibri"/>
              </a:rPr>
              <a:t>partitions</a:t>
            </a:r>
            <a:r>
              <a:rPr lang="fr-FR" sz="1400" spc="235" dirty="0" smtClean="0">
                <a:solidFill>
                  <a:srgbClr val="585858"/>
                </a:solidFill>
                <a:latin typeface="Calibri"/>
                <a:cs typeface="Calibri"/>
              </a:rPr>
              <a:t> </a:t>
            </a:r>
            <a:r>
              <a:rPr lang="fr-FR" sz="1400" dirty="0" smtClean="0">
                <a:solidFill>
                  <a:srgbClr val="585858"/>
                </a:solidFill>
                <a:latin typeface="Calibri"/>
                <a:cs typeface="Calibri"/>
              </a:rPr>
              <a:t>jusqu'à</a:t>
            </a:r>
            <a:r>
              <a:rPr lang="fr-FR" sz="1400" spc="225" dirty="0" smtClean="0">
                <a:solidFill>
                  <a:srgbClr val="585858"/>
                </a:solidFill>
                <a:latin typeface="Calibri"/>
                <a:cs typeface="Calibri"/>
              </a:rPr>
              <a:t> </a:t>
            </a:r>
            <a:r>
              <a:rPr lang="fr-FR" sz="1400" dirty="0" smtClean="0">
                <a:solidFill>
                  <a:srgbClr val="585858"/>
                </a:solidFill>
                <a:latin typeface="Calibri"/>
                <a:cs typeface="Calibri"/>
              </a:rPr>
              <a:t>9,4</a:t>
            </a:r>
            <a:r>
              <a:rPr lang="fr-FR" sz="1400" spc="215" dirty="0" smtClean="0">
                <a:solidFill>
                  <a:srgbClr val="585858"/>
                </a:solidFill>
                <a:latin typeface="Calibri"/>
                <a:cs typeface="Calibri"/>
              </a:rPr>
              <a:t> </a:t>
            </a:r>
            <a:r>
              <a:rPr lang="fr-FR" sz="1400" u="sng" dirty="0" err="1" smtClean="0">
                <a:solidFill>
                  <a:srgbClr val="0462C1"/>
                </a:solidFill>
                <a:uFill>
                  <a:solidFill>
                    <a:srgbClr val="0462C1"/>
                  </a:solidFill>
                </a:uFill>
                <a:latin typeface="Calibri"/>
                <a:cs typeface="Calibri"/>
                <a:hlinkClick r:id="rId4"/>
              </a:rPr>
              <a:t>Zetta</a:t>
            </a:r>
            <a:r>
              <a:rPr lang="fr-FR" sz="1400" u="sng" spc="220" dirty="0" smtClean="0">
                <a:solidFill>
                  <a:srgbClr val="0462C1"/>
                </a:solidFill>
                <a:uFill>
                  <a:solidFill>
                    <a:srgbClr val="0462C1"/>
                  </a:solidFill>
                </a:uFill>
                <a:latin typeface="Calibri"/>
                <a:cs typeface="Calibri"/>
                <a:hlinkClick r:id="rId4"/>
              </a:rPr>
              <a:t> </a:t>
            </a:r>
            <a:r>
              <a:rPr lang="fr-FR" sz="1400" u="sng" dirty="0" smtClean="0">
                <a:solidFill>
                  <a:srgbClr val="0462C1"/>
                </a:solidFill>
                <a:uFill>
                  <a:solidFill>
                    <a:srgbClr val="0462C1"/>
                  </a:solidFill>
                </a:uFill>
                <a:latin typeface="Calibri"/>
                <a:cs typeface="Calibri"/>
                <a:hlinkClick r:id="rId4"/>
              </a:rPr>
              <a:t>o</a:t>
            </a:r>
            <a:r>
              <a:rPr lang="fr-FR" sz="1400" dirty="0" smtClean="0">
                <a:solidFill>
                  <a:srgbClr val="0545AC"/>
                </a:solidFill>
                <a:latin typeface="Calibri"/>
                <a:cs typeface="Calibri"/>
              </a:rPr>
              <a:t>ctets</a:t>
            </a:r>
            <a:r>
              <a:rPr lang="fr-FR" sz="1400" spc="210" dirty="0" smtClean="0">
                <a:solidFill>
                  <a:srgbClr val="0545AC"/>
                </a:solidFill>
                <a:latin typeface="Calibri"/>
                <a:cs typeface="Calibri"/>
              </a:rPr>
              <a:t> </a:t>
            </a:r>
            <a:r>
              <a:rPr lang="fr-FR" sz="1400" dirty="0" smtClean="0">
                <a:solidFill>
                  <a:srgbClr val="585858"/>
                </a:solidFill>
                <a:latin typeface="Calibri"/>
                <a:cs typeface="Calibri"/>
              </a:rPr>
              <a:t>(9,4</a:t>
            </a:r>
            <a:r>
              <a:rPr lang="fr-FR" sz="1400" spc="240" dirty="0" smtClean="0">
                <a:solidFill>
                  <a:srgbClr val="585858"/>
                </a:solidFill>
                <a:latin typeface="Calibri"/>
                <a:cs typeface="Calibri"/>
              </a:rPr>
              <a:t> </a:t>
            </a:r>
            <a:r>
              <a:rPr lang="fr-FR" sz="1400" dirty="0" smtClean="0">
                <a:solidFill>
                  <a:srgbClr val="585858"/>
                </a:solidFill>
                <a:latin typeface="Calibri"/>
                <a:cs typeface="Calibri"/>
              </a:rPr>
              <a:t>×</a:t>
            </a:r>
            <a:r>
              <a:rPr lang="fr-FR" sz="1400" spc="-5" dirty="0" smtClean="0">
                <a:solidFill>
                  <a:srgbClr val="585858"/>
                </a:solidFill>
                <a:latin typeface="Calibri"/>
                <a:cs typeface="Calibri"/>
              </a:rPr>
              <a:t> </a:t>
            </a:r>
            <a:r>
              <a:rPr lang="fr-FR" sz="1400" dirty="0" smtClean="0">
                <a:solidFill>
                  <a:srgbClr val="585858"/>
                </a:solidFill>
                <a:latin typeface="Calibri"/>
                <a:cs typeface="Calibri"/>
              </a:rPr>
              <a:t>10</a:t>
            </a:r>
            <a:r>
              <a:rPr lang="fr-FR" sz="1400" baseline="24305" dirty="0" smtClean="0">
                <a:solidFill>
                  <a:srgbClr val="585858"/>
                </a:solidFill>
                <a:latin typeface="Calibri"/>
                <a:cs typeface="Calibri"/>
              </a:rPr>
              <a:t>21</a:t>
            </a:r>
            <a:r>
              <a:rPr lang="fr-FR" sz="1400" spc="419" baseline="24305" dirty="0" smtClean="0">
                <a:solidFill>
                  <a:srgbClr val="585858"/>
                </a:solidFill>
                <a:latin typeface="Calibri"/>
                <a:cs typeface="Calibri"/>
              </a:rPr>
              <a:t> </a:t>
            </a:r>
            <a:r>
              <a:rPr lang="fr-FR" sz="1400" dirty="0" smtClean="0">
                <a:solidFill>
                  <a:srgbClr val="585858"/>
                </a:solidFill>
                <a:latin typeface="Calibri"/>
                <a:cs typeface="Calibri"/>
              </a:rPr>
              <a:t>octets</a:t>
            </a:r>
            <a:r>
              <a:rPr lang="fr-FR" sz="1400" spc="235" dirty="0" smtClean="0">
                <a:solidFill>
                  <a:srgbClr val="585858"/>
                </a:solidFill>
                <a:latin typeface="Calibri"/>
                <a:cs typeface="Calibri"/>
              </a:rPr>
              <a:t> </a:t>
            </a:r>
            <a:r>
              <a:rPr lang="fr-FR" sz="1400" dirty="0" smtClean="0">
                <a:solidFill>
                  <a:srgbClr val="585858"/>
                </a:solidFill>
                <a:latin typeface="Calibri"/>
                <a:cs typeface="Calibri"/>
              </a:rPr>
              <a:t>ou</a:t>
            </a:r>
            <a:r>
              <a:rPr lang="fr-FR" sz="1400" spc="210" dirty="0" smtClean="0">
                <a:solidFill>
                  <a:srgbClr val="585858"/>
                </a:solidFill>
                <a:latin typeface="Calibri"/>
                <a:cs typeface="Calibri"/>
              </a:rPr>
              <a:t> </a:t>
            </a:r>
            <a:r>
              <a:rPr lang="fr-FR" sz="1400" dirty="0" smtClean="0">
                <a:solidFill>
                  <a:srgbClr val="585858"/>
                </a:solidFill>
                <a:latin typeface="Calibri"/>
                <a:cs typeface="Calibri"/>
              </a:rPr>
              <a:t>9,4</a:t>
            </a:r>
            <a:r>
              <a:rPr lang="fr-FR" sz="1400" spc="215" dirty="0" smtClean="0">
                <a:solidFill>
                  <a:srgbClr val="585858"/>
                </a:solidFill>
                <a:latin typeface="Calibri"/>
                <a:cs typeface="Calibri"/>
              </a:rPr>
              <a:t> </a:t>
            </a:r>
            <a:r>
              <a:rPr lang="fr-FR" sz="1400" dirty="0" err="1" smtClean="0">
                <a:solidFill>
                  <a:srgbClr val="585858"/>
                </a:solidFill>
                <a:latin typeface="Calibri"/>
                <a:cs typeface="Calibri"/>
              </a:rPr>
              <a:t>trilliards</a:t>
            </a:r>
            <a:r>
              <a:rPr lang="fr-FR" sz="1400" spc="240" dirty="0">
                <a:solidFill>
                  <a:srgbClr val="585858"/>
                </a:solidFill>
                <a:latin typeface="Calibri"/>
                <a:cs typeface="Calibri"/>
              </a:rPr>
              <a:t> </a:t>
            </a:r>
            <a:r>
              <a:rPr lang="fr-FR" sz="1400" dirty="0" smtClean="0">
                <a:solidFill>
                  <a:srgbClr val="585858"/>
                </a:solidFill>
                <a:latin typeface="Calibri"/>
                <a:cs typeface="Calibri"/>
              </a:rPr>
              <a:t>d'octets</a:t>
            </a:r>
            <a:r>
              <a:rPr lang="fr-FR" sz="1400" spc="215" dirty="0" smtClean="0">
                <a:solidFill>
                  <a:srgbClr val="585858"/>
                </a:solidFill>
                <a:latin typeface="Calibri"/>
                <a:cs typeface="Calibri"/>
              </a:rPr>
              <a:t> </a:t>
            </a:r>
            <a:r>
              <a:rPr lang="fr-FR" sz="1400" dirty="0" smtClean="0">
                <a:solidFill>
                  <a:srgbClr val="585858"/>
                </a:solidFill>
                <a:latin typeface="Calibri"/>
                <a:cs typeface="Calibri"/>
              </a:rPr>
              <a:t>soit</a:t>
            </a:r>
            <a:r>
              <a:rPr lang="fr-FR" sz="1400" spc="225" dirty="0" smtClean="0">
                <a:solidFill>
                  <a:srgbClr val="585858"/>
                </a:solidFill>
                <a:latin typeface="Calibri"/>
                <a:cs typeface="Calibri"/>
              </a:rPr>
              <a:t> </a:t>
            </a:r>
            <a:r>
              <a:rPr lang="fr-FR" sz="1400" dirty="0" smtClean="0">
                <a:solidFill>
                  <a:srgbClr val="585858"/>
                </a:solidFill>
                <a:latin typeface="Calibri"/>
                <a:cs typeface="Calibri"/>
              </a:rPr>
              <a:t>9,4</a:t>
            </a:r>
            <a:r>
              <a:rPr lang="fr-FR" sz="1400" spc="215" dirty="0" smtClean="0">
                <a:solidFill>
                  <a:srgbClr val="585858"/>
                </a:solidFill>
                <a:latin typeface="Calibri"/>
                <a:cs typeface="Calibri"/>
              </a:rPr>
              <a:t> </a:t>
            </a:r>
            <a:r>
              <a:rPr lang="fr-FR" sz="1400" dirty="0" smtClean="0">
                <a:solidFill>
                  <a:srgbClr val="585858"/>
                </a:solidFill>
                <a:latin typeface="Calibri"/>
                <a:cs typeface="Calibri"/>
              </a:rPr>
              <a:t>×</a:t>
            </a:r>
            <a:r>
              <a:rPr lang="fr-FR" sz="1400" spc="-5" dirty="0" smtClean="0">
                <a:solidFill>
                  <a:srgbClr val="585858"/>
                </a:solidFill>
                <a:latin typeface="Calibri"/>
                <a:cs typeface="Calibri"/>
              </a:rPr>
              <a:t> </a:t>
            </a:r>
            <a:r>
              <a:rPr lang="fr-FR" sz="1400" dirty="0" smtClean="0">
                <a:solidFill>
                  <a:srgbClr val="585858"/>
                </a:solidFill>
                <a:latin typeface="Calibri"/>
                <a:cs typeface="Calibri"/>
              </a:rPr>
              <a:t>10</a:t>
            </a:r>
            <a:r>
              <a:rPr lang="fr-FR" sz="1400" baseline="24305" dirty="0" smtClean="0">
                <a:solidFill>
                  <a:srgbClr val="585858"/>
                </a:solidFill>
                <a:latin typeface="Calibri"/>
                <a:cs typeface="Calibri"/>
              </a:rPr>
              <a:t>9</a:t>
            </a:r>
            <a:r>
              <a:rPr lang="fr-FR" sz="1400" spc="457" baseline="24305" dirty="0" smtClean="0">
                <a:solidFill>
                  <a:srgbClr val="585858"/>
                </a:solidFill>
                <a:latin typeface="Calibri"/>
                <a:cs typeface="Calibri"/>
              </a:rPr>
              <a:t> </a:t>
            </a:r>
            <a:r>
              <a:rPr lang="fr-FR" sz="1400" dirty="0" smtClean="0">
                <a:solidFill>
                  <a:srgbClr val="585858"/>
                </a:solidFill>
                <a:latin typeface="Calibri"/>
                <a:cs typeface="Calibri"/>
              </a:rPr>
              <a:t>To</a:t>
            </a:r>
            <a:r>
              <a:rPr lang="fr-FR" sz="1400" spc="235" dirty="0" smtClean="0">
                <a:solidFill>
                  <a:srgbClr val="585858"/>
                </a:solidFill>
                <a:latin typeface="Calibri"/>
                <a:cs typeface="Calibri"/>
              </a:rPr>
              <a:t> </a:t>
            </a:r>
            <a:r>
              <a:rPr lang="fr-FR" sz="1400" spc="-25" dirty="0" smtClean="0">
                <a:solidFill>
                  <a:srgbClr val="585858"/>
                </a:solidFill>
                <a:latin typeface="Calibri"/>
                <a:cs typeface="Calibri"/>
              </a:rPr>
              <a:t>ou </a:t>
            </a:r>
            <a:r>
              <a:rPr lang="fr-FR" sz="1400" dirty="0" smtClean="0">
                <a:solidFill>
                  <a:srgbClr val="585858"/>
                </a:solidFill>
                <a:latin typeface="Calibri"/>
                <a:cs typeface="Calibri"/>
              </a:rPr>
              <a:t>2 </a:t>
            </a:r>
            <a:r>
              <a:rPr lang="fr-FR" sz="1400" baseline="24305" dirty="0" smtClean="0">
                <a:solidFill>
                  <a:srgbClr val="585858"/>
                </a:solidFill>
                <a:latin typeface="Calibri"/>
                <a:cs typeface="Calibri"/>
              </a:rPr>
              <a:t>73</a:t>
            </a:r>
            <a:r>
              <a:rPr lang="fr-FR" sz="1400" spc="127" baseline="24305" dirty="0" smtClean="0">
                <a:solidFill>
                  <a:srgbClr val="585858"/>
                </a:solidFill>
                <a:latin typeface="Calibri"/>
                <a:cs typeface="Calibri"/>
              </a:rPr>
              <a:t> </a:t>
            </a:r>
            <a:r>
              <a:rPr lang="fr-FR" sz="1400" u="sng" spc="-10" dirty="0" smtClean="0">
                <a:solidFill>
                  <a:srgbClr val="0462C1"/>
                </a:solidFill>
                <a:uFill>
                  <a:solidFill>
                    <a:srgbClr val="0462C1"/>
                  </a:solidFill>
                </a:uFill>
                <a:latin typeface="Calibri"/>
                <a:cs typeface="Calibri"/>
                <a:hlinkClick r:id="rId5"/>
              </a:rPr>
              <a:t>octets</a:t>
            </a:r>
            <a:r>
              <a:rPr lang="fr-FR" sz="1400" spc="-10" dirty="0" smtClean="0">
                <a:solidFill>
                  <a:srgbClr val="1F2021"/>
                </a:solidFill>
                <a:latin typeface="Calibri"/>
                <a:cs typeface="Calibri"/>
              </a:rPr>
              <a:t>)</a:t>
            </a:r>
            <a:endParaRPr lang="fr-FR" sz="1400" dirty="0" smtClean="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37</a:t>
            </a:fld>
            <a:endParaRPr spc="-25" dirty="0"/>
          </a:p>
        </p:txBody>
      </p:sp>
      <p:sp>
        <p:nvSpPr>
          <p:cNvPr id="12" name="object 12"/>
          <p:cNvSpPr txBox="1">
            <a:spLocks noGrp="1"/>
          </p:cNvSpPr>
          <p:nvPr>
            <p:ph type="title"/>
          </p:nvPr>
        </p:nvSpPr>
        <p:spPr>
          <a:xfrm>
            <a:off x="263753" y="329260"/>
            <a:ext cx="4597400" cy="537968"/>
          </a:xfrm>
          <a:prstGeom prst="rect">
            <a:avLst/>
          </a:prstGeom>
        </p:spPr>
        <p:txBody>
          <a:bodyPr vert="horz" wrap="square" lIns="0" tIns="12065" rIns="0" bIns="0" rtlCol="0">
            <a:spAutoFit/>
          </a:bodyPr>
          <a:lstStyle/>
          <a:p>
            <a:pPr marL="12700">
              <a:lnSpc>
                <a:spcPts val="2315"/>
              </a:lnSpc>
              <a:spcBef>
                <a:spcPts val="95"/>
              </a:spcBef>
            </a:pPr>
            <a:r>
              <a:rPr dirty="0" smtClean="0">
                <a:solidFill>
                  <a:srgbClr val="007842"/>
                </a:solidFill>
              </a:rPr>
              <a:t>0</a:t>
            </a:r>
            <a:r>
              <a:rPr lang="fr-FR" dirty="0" smtClean="0">
                <a:solidFill>
                  <a:srgbClr val="007842"/>
                </a:solidFill>
              </a:rPr>
              <a:t>5</a:t>
            </a:r>
            <a:r>
              <a:rPr spc="-40" dirty="0" smtClean="0">
                <a:solidFill>
                  <a:srgbClr val="007842"/>
                </a:solidFill>
              </a:rPr>
              <a:t> </a:t>
            </a:r>
            <a:r>
              <a:rPr dirty="0">
                <a:solidFill>
                  <a:srgbClr val="007842"/>
                </a:solidFill>
              </a:rPr>
              <a:t>–</a:t>
            </a:r>
            <a:r>
              <a:rPr spc="-25" dirty="0">
                <a:solidFill>
                  <a:srgbClr val="007842"/>
                </a:solidFill>
              </a:rPr>
              <a:t> </a:t>
            </a:r>
            <a:r>
              <a:rPr dirty="0">
                <a:solidFill>
                  <a:srgbClr val="007842"/>
                </a:solidFill>
              </a:rPr>
              <a:t>Préparer</a:t>
            </a:r>
            <a:r>
              <a:rPr spc="-50" dirty="0">
                <a:solidFill>
                  <a:srgbClr val="007842"/>
                </a:solidFill>
              </a:rPr>
              <a:t> </a:t>
            </a:r>
            <a:r>
              <a:rPr dirty="0">
                <a:solidFill>
                  <a:srgbClr val="007842"/>
                </a:solidFill>
              </a:rPr>
              <a:t>les</a:t>
            </a:r>
            <a:r>
              <a:rPr spc="-20" dirty="0">
                <a:solidFill>
                  <a:srgbClr val="007842"/>
                </a:solidFill>
              </a:rPr>
              <a:t> </a:t>
            </a:r>
            <a:r>
              <a:rPr dirty="0">
                <a:solidFill>
                  <a:srgbClr val="007842"/>
                </a:solidFill>
              </a:rPr>
              <a:t>disques</a:t>
            </a:r>
            <a:r>
              <a:rPr spc="-40" dirty="0">
                <a:solidFill>
                  <a:srgbClr val="007842"/>
                </a:solidFill>
              </a:rPr>
              <a:t> </a:t>
            </a:r>
            <a:r>
              <a:rPr spc="-20" dirty="0">
                <a:solidFill>
                  <a:srgbClr val="007842"/>
                </a:solidFill>
              </a:rPr>
              <a:t>durs</a:t>
            </a:r>
          </a:p>
          <a:p>
            <a:pPr marL="12700" marR="5080">
              <a:lnSpc>
                <a:spcPts val="1730"/>
              </a:lnSpc>
              <a:spcBef>
                <a:spcPts val="125"/>
              </a:spcBef>
            </a:pPr>
            <a:r>
              <a:rPr lang="fr-FR" sz="1600" dirty="0">
                <a:solidFill>
                  <a:srgbClr val="007842"/>
                </a:solidFill>
              </a:rPr>
              <a:t>P</a:t>
            </a:r>
            <a:r>
              <a:rPr sz="1600" spc="-10" dirty="0" err="1" smtClean="0">
                <a:solidFill>
                  <a:srgbClr val="007842"/>
                </a:solidFill>
              </a:rPr>
              <a:t>artitionnement</a:t>
            </a:r>
            <a:r>
              <a:rPr sz="1600" spc="-50" dirty="0" smtClean="0">
                <a:solidFill>
                  <a:srgbClr val="007842"/>
                </a:solidFill>
              </a:rPr>
              <a:t> </a:t>
            </a:r>
            <a:r>
              <a:rPr sz="1600" dirty="0">
                <a:solidFill>
                  <a:srgbClr val="007842"/>
                </a:solidFill>
              </a:rPr>
              <a:t>et</a:t>
            </a:r>
            <a:r>
              <a:rPr sz="1600" spc="-25" dirty="0">
                <a:solidFill>
                  <a:srgbClr val="007842"/>
                </a:solidFill>
              </a:rPr>
              <a:t> </a:t>
            </a:r>
            <a:r>
              <a:rPr sz="1600" spc="-10" dirty="0">
                <a:solidFill>
                  <a:srgbClr val="007842"/>
                </a:solidFill>
              </a:rPr>
              <a:t>formatage</a:t>
            </a:r>
            <a:r>
              <a:rPr sz="1600" spc="-15" dirty="0">
                <a:solidFill>
                  <a:srgbClr val="007842"/>
                </a:solidFill>
              </a:rPr>
              <a:t> </a:t>
            </a:r>
            <a:r>
              <a:rPr sz="1600" dirty="0">
                <a:solidFill>
                  <a:srgbClr val="007842"/>
                </a:solidFill>
              </a:rPr>
              <a:t>des</a:t>
            </a:r>
            <a:r>
              <a:rPr sz="1600" spc="-15" dirty="0">
                <a:solidFill>
                  <a:srgbClr val="007842"/>
                </a:solidFill>
              </a:rPr>
              <a:t> </a:t>
            </a:r>
            <a:r>
              <a:rPr sz="1600" spc="-10" dirty="0">
                <a:solidFill>
                  <a:srgbClr val="007842"/>
                </a:solidFill>
              </a:rPr>
              <a:t>disques </a:t>
            </a:r>
            <a:r>
              <a:rPr sz="1600" spc="-20" dirty="0">
                <a:solidFill>
                  <a:srgbClr val="007842"/>
                </a:solidFill>
              </a:rPr>
              <a:t>durs</a:t>
            </a:r>
            <a:endParaRPr sz="1600" dirty="0"/>
          </a:p>
        </p:txBody>
      </p:sp>
      <p:sp>
        <p:nvSpPr>
          <p:cNvPr id="15"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grpSp>
        <p:nvGrpSpPr>
          <p:cNvPr id="8" name="object 8"/>
          <p:cNvGrpSpPr/>
          <p:nvPr/>
        </p:nvGrpSpPr>
        <p:grpSpPr>
          <a:xfrm>
            <a:off x="4276852" y="5148071"/>
            <a:ext cx="2874010" cy="591439"/>
            <a:chOff x="4276852" y="5148071"/>
            <a:chExt cx="2874010" cy="591439"/>
          </a:xfrm>
        </p:grpSpPr>
        <p:sp>
          <p:nvSpPr>
            <p:cNvPr id="11" name="object 11"/>
            <p:cNvSpPr/>
            <p:nvPr/>
          </p:nvSpPr>
          <p:spPr>
            <a:xfrm>
              <a:off x="4547616" y="5157215"/>
              <a:ext cx="1097280" cy="582295"/>
            </a:xfrm>
            <a:custGeom>
              <a:avLst/>
              <a:gdLst/>
              <a:ahLst/>
              <a:cxnLst/>
              <a:rect l="l" t="t" r="r" b="b"/>
              <a:pathLst>
                <a:path w="1097279" h="582295">
                  <a:moveTo>
                    <a:pt x="1097280" y="0"/>
                  </a:moveTo>
                  <a:lnTo>
                    <a:pt x="0" y="0"/>
                  </a:lnTo>
                  <a:lnTo>
                    <a:pt x="0" y="582168"/>
                  </a:lnTo>
                  <a:lnTo>
                    <a:pt x="1097280" y="582168"/>
                  </a:lnTo>
                  <a:lnTo>
                    <a:pt x="1097280" y="0"/>
                  </a:lnTo>
                  <a:close/>
                </a:path>
              </a:pathLst>
            </a:custGeom>
            <a:solidFill>
              <a:srgbClr val="FFC000"/>
            </a:solidFill>
          </p:spPr>
          <p:txBody>
            <a:bodyPr wrap="square" lIns="0" tIns="0" rIns="0" bIns="0" rtlCol="0"/>
            <a:lstStyle/>
            <a:p>
              <a:endParaRPr/>
            </a:p>
          </p:txBody>
        </p:sp>
        <p:sp>
          <p:nvSpPr>
            <p:cNvPr id="12" name="object 12"/>
            <p:cNvSpPr/>
            <p:nvPr/>
          </p:nvSpPr>
          <p:spPr>
            <a:xfrm>
              <a:off x="4547616" y="5157215"/>
              <a:ext cx="1097280" cy="582295"/>
            </a:xfrm>
            <a:custGeom>
              <a:avLst/>
              <a:gdLst/>
              <a:ahLst/>
              <a:cxnLst/>
              <a:rect l="l" t="t" r="r" b="b"/>
              <a:pathLst>
                <a:path w="1097279" h="582295">
                  <a:moveTo>
                    <a:pt x="0" y="582168"/>
                  </a:moveTo>
                  <a:lnTo>
                    <a:pt x="1097280" y="582168"/>
                  </a:lnTo>
                  <a:lnTo>
                    <a:pt x="1097280" y="0"/>
                  </a:lnTo>
                  <a:lnTo>
                    <a:pt x="0" y="0"/>
                  </a:lnTo>
                  <a:lnTo>
                    <a:pt x="0" y="582168"/>
                  </a:lnTo>
                  <a:close/>
                </a:path>
              </a:pathLst>
            </a:custGeom>
            <a:ln w="12700">
              <a:solidFill>
                <a:srgbClr val="000000"/>
              </a:solidFill>
            </a:ln>
          </p:spPr>
          <p:txBody>
            <a:bodyPr wrap="square" lIns="0" tIns="0" rIns="0" bIns="0" rtlCol="0"/>
            <a:lstStyle/>
            <a:p>
              <a:endParaRPr/>
            </a:p>
          </p:txBody>
        </p:sp>
        <p:pic>
          <p:nvPicPr>
            <p:cNvPr id="13" name="object 13"/>
            <p:cNvPicPr/>
            <p:nvPr/>
          </p:nvPicPr>
          <p:blipFill>
            <a:blip r:embed="rId4" cstate="print"/>
            <a:stretch>
              <a:fillRect/>
            </a:stretch>
          </p:blipFill>
          <p:spPr>
            <a:xfrm>
              <a:off x="5641848" y="5148071"/>
              <a:ext cx="390144" cy="585215"/>
            </a:xfrm>
            <a:prstGeom prst="rect">
              <a:avLst/>
            </a:prstGeom>
          </p:spPr>
        </p:pic>
        <p:sp>
          <p:nvSpPr>
            <p:cNvPr id="14" name="object 14"/>
            <p:cNvSpPr/>
            <p:nvPr/>
          </p:nvSpPr>
          <p:spPr>
            <a:xfrm>
              <a:off x="5641848" y="5148071"/>
              <a:ext cx="390525" cy="585470"/>
            </a:xfrm>
            <a:custGeom>
              <a:avLst/>
              <a:gdLst/>
              <a:ahLst/>
              <a:cxnLst/>
              <a:rect l="l" t="t" r="r" b="b"/>
              <a:pathLst>
                <a:path w="390525" h="585470">
                  <a:moveTo>
                    <a:pt x="0" y="585215"/>
                  </a:moveTo>
                  <a:lnTo>
                    <a:pt x="390144" y="585215"/>
                  </a:lnTo>
                  <a:lnTo>
                    <a:pt x="390144" y="0"/>
                  </a:lnTo>
                  <a:lnTo>
                    <a:pt x="0" y="0"/>
                  </a:lnTo>
                  <a:lnTo>
                    <a:pt x="0" y="585215"/>
                  </a:lnTo>
                  <a:close/>
                </a:path>
              </a:pathLst>
            </a:custGeom>
            <a:ln w="6350">
              <a:solidFill>
                <a:srgbClr val="000000"/>
              </a:solidFill>
            </a:ln>
          </p:spPr>
          <p:txBody>
            <a:bodyPr wrap="square" lIns="0" tIns="0" rIns="0" bIns="0" rtlCol="0"/>
            <a:lstStyle/>
            <a:p>
              <a:endParaRPr/>
            </a:p>
          </p:txBody>
        </p:sp>
        <p:sp>
          <p:nvSpPr>
            <p:cNvPr id="15" name="object 15"/>
            <p:cNvSpPr/>
            <p:nvPr/>
          </p:nvSpPr>
          <p:spPr>
            <a:xfrm>
              <a:off x="6031992" y="5157215"/>
              <a:ext cx="1118870" cy="582295"/>
            </a:xfrm>
            <a:custGeom>
              <a:avLst/>
              <a:gdLst/>
              <a:ahLst/>
              <a:cxnLst/>
              <a:rect l="l" t="t" r="r" b="b"/>
              <a:pathLst>
                <a:path w="1118870" h="582295">
                  <a:moveTo>
                    <a:pt x="1118615" y="0"/>
                  </a:moveTo>
                  <a:lnTo>
                    <a:pt x="0" y="0"/>
                  </a:lnTo>
                  <a:lnTo>
                    <a:pt x="0" y="582168"/>
                  </a:lnTo>
                  <a:lnTo>
                    <a:pt x="1118615" y="582168"/>
                  </a:lnTo>
                  <a:lnTo>
                    <a:pt x="1118615" y="0"/>
                  </a:lnTo>
                  <a:close/>
                </a:path>
              </a:pathLst>
            </a:custGeom>
            <a:solidFill>
              <a:srgbClr val="5B9BD4"/>
            </a:solidFill>
          </p:spPr>
          <p:txBody>
            <a:bodyPr wrap="square" lIns="0" tIns="0" rIns="0" bIns="0" rtlCol="0"/>
            <a:lstStyle/>
            <a:p>
              <a:endParaRPr/>
            </a:p>
          </p:txBody>
        </p:sp>
        <p:sp>
          <p:nvSpPr>
            <p:cNvPr id="16" name="object 16"/>
            <p:cNvSpPr/>
            <p:nvPr/>
          </p:nvSpPr>
          <p:spPr>
            <a:xfrm>
              <a:off x="6031992" y="5157215"/>
              <a:ext cx="1118870" cy="582295"/>
            </a:xfrm>
            <a:custGeom>
              <a:avLst/>
              <a:gdLst/>
              <a:ahLst/>
              <a:cxnLst/>
              <a:rect l="l" t="t" r="r" b="b"/>
              <a:pathLst>
                <a:path w="1118870" h="582295">
                  <a:moveTo>
                    <a:pt x="0" y="582168"/>
                  </a:moveTo>
                  <a:lnTo>
                    <a:pt x="1118615" y="582168"/>
                  </a:lnTo>
                  <a:lnTo>
                    <a:pt x="1118615" y="0"/>
                  </a:lnTo>
                  <a:lnTo>
                    <a:pt x="0" y="0"/>
                  </a:lnTo>
                  <a:lnTo>
                    <a:pt x="0" y="582168"/>
                  </a:lnTo>
                  <a:close/>
                </a:path>
              </a:pathLst>
            </a:custGeom>
            <a:ln w="12699">
              <a:solidFill>
                <a:srgbClr val="000000"/>
              </a:solidFill>
            </a:ln>
          </p:spPr>
          <p:txBody>
            <a:bodyPr wrap="square" lIns="0" tIns="0" rIns="0" bIns="0" rtlCol="0"/>
            <a:lstStyle/>
            <a:p>
              <a:endParaRPr/>
            </a:p>
          </p:txBody>
        </p:sp>
        <p:sp>
          <p:nvSpPr>
            <p:cNvPr id="17" name="object 17"/>
            <p:cNvSpPr/>
            <p:nvPr/>
          </p:nvSpPr>
          <p:spPr>
            <a:xfrm>
              <a:off x="4562856" y="5148071"/>
              <a:ext cx="0" cy="582930"/>
            </a:xfrm>
            <a:custGeom>
              <a:avLst/>
              <a:gdLst/>
              <a:ahLst/>
              <a:cxnLst/>
              <a:rect l="l" t="t" r="r" b="b"/>
              <a:pathLst>
                <a:path h="582929">
                  <a:moveTo>
                    <a:pt x="0" y="0"/>
                  </a:moveTo>
                  <a:lnTo>
                    <a:pt x="0" y="582929"/>
                  </a:lnTo>
                </a:path>
              </a:pathLst>
            </a:custGeom>
            <a:ln w="6350">
              <a:solidFill>
                <a:srgbClr val="4471C4"/>
              </a:solidFill>
            </a:ln>
          </p:spPr>
          <p:txBody>
            <a:bodyPr wrap="square" lIns="0" tIns="0" rIns="0" bIns="0" rtlCol="0"/>
            <a:lstStyle/>
            <a:p>
              <a:endParaRPr/>
            </a:p>
          </p:txBody>
        </p:sp>
        <p:sp>
          <p:nvSpPr>
            <p:cNvPr id="18" name="object 18"/>
            <p:cNvSpPr/>
            <p:nvPr/>
          </p:nvSpPr>
          <p:spPr>
            <a:xfrm>
              <a:off x="4276852" y="5446776"/>
              <a:ext cx="272415" cy="202565"/>
            </a:xfrm>
            <a:custGeom>
              <a:avLst/>
              <a:gdLst/>
              <a:ahLst/>
              <a:cxnLst/>
              <a:rect l="l" t="t" r="r" b="b"/>
              <a:pathLst>
                <a:path w="272414" h="202564">
                  <a:moveTo>
                    <a:pt x="204717" y="37229"/>
                  </a:moveTo>
                  <a:lnTo>
                    <a:pt x="0" y="186613"/>
                  </a:lnTo>
                  <a:lnTo>
                    <a:pt x="11175" y="202006"/>
                  </a:lnTo>
                  <a:lnTo>
                    <a:pt x="215920" y="52578"/>
                  </a:lnTo>
                  <a:lnTo>
                    <a:pt x="204717" y="37229"/>
                  </a:lnTo>
                  <a:close/>
                </a:path>
                <a:path w="272414" h="202564">
                  <a:moveTo>
                    <a:pt x="256549" y="29718"/>
                  </a:moveTo>
                  <a:lnTo>
                    <a:pt x="215011" y="29718"/>
                  </a:lnTo>
                  <a:lnTo>
                    <a:pt x="226187" y="45085"/>
                  </a:lnTo>
                  <a:lnTo>
                    <a:pt x="215920" y="52578"/>
                  </a:lnTo>
                  <a:lnTo>
                    <a:pt x="232790" y="75692"/>
                  </a:lnTo>
                  <a:lnTo>
                    <a:pt x="256549" y="29718"/>
                  </a:lnTo>
                  <a:close/>
                </a:path>
                <a:path w="272414" h="202564">
                  <a:moveTo>
                    <a:pt x="215011" y="29718"/>
                  </a:moveTo>
                  <a:lnTo>
                    <a:pt x="204717" y="37229"/>
                  </a:lnTo>
                  <a:lnTo>
                    <a:pt x="215920" y="52578"/>
                  </a:lnTo>
                  <a:lnTo>
                    <a:pt x="226187" y="45085"/>
                  </a:lnTo>
                  <a:lnTo>
                    <a:pt x="215011" y="29718"/>
                  </a:lnTo>
                  <a:close/>
                </a:path>
                <a:path w="272414" h="202564">
                  <a:moveTo>
                    <a:pt x="271907" y="0"/>
                  </a:moveTo>
                  <a:lnTo>
                    <a:pt x="187833" y="14096"/>
                  </a:lnTo>
                  <a:lnTo>
                    <a:pt x="204717" y="37229"/>
                  </a:lnTo>
                  <a:lnTo>
                    <a:pt x="215011" y="29718"/>
                  </a:lnTo>
                  <a:lnTo>
                    <a:pt x="256549" y="29718"/>
                  </a:lnTo>
                  <a:lnTo>
                    <a:pt x="271907" y="0"/>
                  </a:lnTo>
                  <a:close/>
                </a:path>
              </a:pathLst>
            </a:custGeom>
            <a:solidFill>
              <a:srgbClr val="000000"/>
            </a:solidFill>
          </p:spPr>
          <p:txBody>
            <a:bodyPr wrap="square" lIns="0" tIns="0" rIns="0" bIns="0" rtlCol="0"/>
            <a:lstStyle/>
            <a:p>
              <a:endParaRPr/>
            </a:p>
          </p:txBody>
        </p:sp>
      </p:grpSp>
      <p:sp>
        <p:nvSpPr>
          <p:cNvPr id="19" name="object 19"/>
          <p:cNvSpPr txBox="1"/>
          <p:nvPr/>
        </p:nvSpPr>
        <p:spPr>
          <a:xfrm>
            <a:off x="798982" y="1831975"/>
            <a:ext cx="10590530" cy="2272673"/>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585858"/>
                </a:solidFill>
                <a:latin typeface="Calibri"/>
                <a:cs typeface="Calibri"/>
              </a:rPr>
              <a:t>Il</a:t>
            </a:r>
            <a:r>
              <a:rPr sz="1600" spc="-40" dirty="0">
                <a:solidFill>
                  <a:srgbClr val="585858"/>
                </a:solidFill>
                <a:latin typeface="Calibri"/>
                <a:cs typeface="Calibri"/>
              </a:rPr>
              <a:t> </a:t>
            </a:r>
            <a:r>
              <a:rPr sz="1600" dirty="0">
                <a:solidFill>
                  <a:srgbClr val="585858"/>
                </a:solidFill>
                <a:latin typeface="Calibri"/>
                <a:cs typeface="Calibri"/>
              </a:rPr>
              <a:t>existe</a:t>
            </a:r>
            <a:r>
              <a:rPr sz="1600" spc="25" dirty="0">
                <a:solidFill>
                  <a:srgbClr val="585858"/>
                </a:solidFill>
                <a:latin typeface="Calibri"/>
                <a:cs typeface="Calibri"/>
              </a:rPr>
              <a:t> </a:t>
            </a:r>
            <a:r>
              <a:rPr sz="1600" dirty="0">
                <a:solidFill>
                  <a:srgbClr val="585858"/>
                </a:solidFill>
                <a:latin typeface="Calibri"/>
                <a:cs typeface="Calibri"/>
              </a:rPr>
              <a:t>deux</a:t>
            </a:r>
            <a:r>
              <a:rPr sz="1600" spc="-15" dirty="0">
                <a:solidFill>
                  <a:srgbClr val="585858"/>
                </a:solidFill>
                <a:latin typeface="Calibri"/>
                <a:cs typeface="Calibri"/>
              </a:rPr>
              <a:t> </a:t>
            </a:r>
            <a:r>
              <a:rPr sz="1600" dirty="0">
                <a:solidFill>
                  <a:srgbClr val="585858"/>
                </a:solidFill>
                <a:latin typeface="Calibri"/>
                <a:cs typeface="Calibri"/>
              </a:rPr>
              <a:t>type</a:t>
            </a:r>
            <a:r>
              <a:rPr sz="1600" spc="-20" dirty="0">
                <a:solidFill>
                  <a:srgbClr val="585858"/>
                </a:solidFill>
                <a:latin typeface="Calibri"/>
                <a:cs typeface="Calibri"/>
              </a:rPr>
              <a:t> </a:t>
            </a:r>
            <a:r>
              <a:rPr sz="1600" dirty="0">
                <a:solidFill>
                  <a:srgbClr val="585858"/>
                </a:solidFill>
                <a:latin typeface="Calibri"/>
                <a:cs typeface="Calibri"/>
              </a:rPr>
              <a:t>de</a:t>
            </a:r>
            <a:r>
              <a:rPr sz="1600" spc="-25" dirty="0">
                <a:solidFill>
                  <a:srgbClr val="585858"/>
                </a:solidFill>
                <a:latin typeface="Calibri"/>
                <a:cs typeface="Calibri"/>
              </a:rPr>
              <a:t> </a:t>
            </a:r>
            <a:r>
              <a:rPr sz="1600" spc="-10" dirty="0">
                <a:solidFill>
                  <a:srgbClr val="585858"/>
                </a:solidFill>
                <a:latin typeface="Calibri"/>
                <a:cs typeface="Calibri"/>
              </a:rPr>
              <a:t>partitionnement</a:t>
            </a:r>
            <a:r>
              <a:rPr sz="1600" spc="5" dirty="0">
                <a:solidFill>
                  <a:srgbClr val="585858"/>
                </a:solidFill>
                <a:latin typeface="Calibri"/>
                <a:cs typeface="Calibri"/>
              </a:rPr>
              <a:t> </a:t>
            </a:r>
            <a:r>
              <a:rPr sz="1600" spc="-50" dirty="0">
                <a:solidFill>
                  <a:srgbClr val="585858"/>
                </a:solidFill>
                <a:latin typeface="Calibri"/>
                <a:cs typeface="Calibri"/>
              </a:rPr>
              <a:t>:</a:t>
            </a:r>
            <a:endParaRPr sz="1600" dirty="0">
              <a:latin typeface="Calibri"/>
              <a:cs typeface="Calibri"/>
            </a:endParaRPr>
          </a:p>
          <a:p>
            <a:pPr marL="298450" indent="-285750">
              <a:lnSpc>
                <a:spcPct val="100000"/>
              </a:lnSpc>
              <a:spcBef>
                <a:spcPts val="1440"/>
              </a:spcBef>
              <a:buFont typeface="Wingdings" panose="05000000000000000000" pitchFamily="2" charset="2"/>
              <a:buChar char="§"/>
              <a:tabLst>
                <a:tab pos="94615" algn="l"/>
              </a:tabLst>
            </a:pPr>
            <a:r>
              <a:rPr sz="1600" b="1" dirty="0">
                <a:solidFill>
                  <a:srgbClr val="585858"/>
                </a:solidFill>
                <a:latin typeface="Calibri"/>
                <a:cs typeface="Calibri"/>
              </a:rPr>
              <a:t>Le</a:t>
            </a:r>
            <a:r>
              <a:rPr sz="1600" b="1" spc="-40" dirty="0">
                <a:solidFill>
                  <a:srgbClr val="585858"/>
                </a:solidFill>
                <a:latin typeface="Calibri"/>
                <a:cs typeface="Calibri"/>
              </a:rPr>
              <a:t> </a:t>
            </a:r>
            <a:r>
              <a:rPr sz="1600" b="1" spc="-10" dirty="0">
                <a:solidFill>
                  <a:srgbClr val="585858"/>
                </a:solidFill>
                <a:latin typeface="Calibri"/>
                <a:cs typeface="Calibri"/>
              </a:rPr>
              <a:t>partitionnement </a:t>
            </a:r>
            <a:r>
              <a:rPr sz="1600" b="1" dirty="0">
                <a:solidFill>
                  <a:srgbClr val="585858"/>
                </a:solidFill>
                <a:latin typeface="Calibri"/>
                <a:cs typeface="Calibri"/>
              </a:rPr>
              <a:t>Primaire</a:t>
            </a:r>
            <a:r>
              <a:rPr sz="1600" b="1" spc="-30" dirty="0">
                <a:solidFill>
                  <a:srgbClr val="585858"/>
                </a:solidFill>
                <a:latin typeface="Calibri"/>
                <a:cs typeface="Calibri"/>
              </a:rPr>
              <a:t> </a:t>
            </a:r>
            <a:r>
              <a:rPr sz="1600" dirty="0">
                <a:solidFill>
                  <a:srgbClr val="585858"/>
                </a:solidFill>
                <a:latin typeface="Calibri"/>
                <a:cs typeface="Calibri"/>
              </a:rPr>
              <a:t>permet</a:t>
            </a:r>
            <a:r>
              <a:rPr sz="1600" spc="-25" dirty="0">
                <a:solidFill>
                  <a:srgbClr val="585858"/>
                </a:solidFill>
                <a:latin typeface="Calibri"/>
                <a:cs typeface="Calibri"/>
              </a:rPr>
              <a:t> </a:t>
            </a:r>
            <a:r>
              <a:rPr sz="1600" dirty="0">
                <a:solidFill>
                  <a:srgbClr val="585858"/>
                </a:solidFill>
                <a:latin typeface="Calibri"/>
                <a:cs typeface="Calibri"/>
              </a:rPr>
              <a:t>la</a:t>
            </a:r>
            <a:r>
              <a:rPr sz="1600" spc="-10" dirty="0">
                <a:solidFill>
                  <a:srgbClr val="585858"/>
                </a:solidFill>
                <a:latin typeface="Calibri"/>
                <a:cs typeface="Calibri"/>
              </a:rPr>
              <a:t> </a:t>
            </a:r>
            <a:r>
              <a:rPr sz="1600" dirty="0">
                <a:solidFill>
                  <a:srgbClr val="585858"/>
                </a:solidFill>
                <a:latin typeface="Calibri"/>
                <a:cs typeface="Calibri"/>
              </a:rPr>
              <a:t>création</a:t>
            </a:r>
            <a:r>
              <a:rPr sz="1600" spc="10" dirty="0">
                <a:solidFill>
                  <a:srgbClr val="585858"/>
                </a:solidFill>
                <a:latin typeface="Calibri"/>
                <a:cs typeface="Calibri"/>
              </a:rPr>
              <a:t> </a:t>
            </a:r>
            <a:r>
              <a:rPr sz="1600" dirty="0">
                <a:solidFill>
                  <a:srgbClr val="585858"/>
                </a:solidFill>
                <a:latin typeface="Calibri"/>
                <a:cs typeface="Calibri"/>
              </a:rPr>
              <a:t>de</a:t>
            </a:r>
            <a:r>
              <a:rPr sz="1600" spc="-35" dirty="0">
                <a:solidFill>
                  <a:srgbClr val="585858"/>
                </a:solidFill>
                <a:latin typeface="Calibri"/>
                <a:cs typeface="Calibri"/>
              </a:rPr>
              <a:t> </a:t>
            </a:r>
            <a:r>
              <a:rPr sz="1600" spc="-10" dirty="0">
                <a:solidFill>
                  <a:srgbClr val="585858"/>
                </a:solidFill>
                <a:latin typeface="Calibri"/>
                <a:cs typeface="Calibri"/>
              </a:rPr>
              <a:t>jusqu’à</a:t>
            </a:r>
            <a:r>
              <a:rPr sz="1600" spc="-5" dirty="0">
                <a:solidFill>
                  <a:srgbClr val="585858"/>
                </a:solidFill>
                <a:latin typeface="Calibri"/>
                <a:cs typeface="Calibri"/>
              </a:rPr>
              <a:t> </a:t>
            </a:r>
            <a:r>
              <a:rPr sz="1600" dirty="0">
                <a:solidFill>
                  <a:srgbClr val="585858"/>
                </a:solidFill>
                <a:latin typeface="Calibri"/>
                <a:cs typeface="Calibri"/>
              </a:rPr>
              <a:t>4</a:t>
            </a:r>
            <a:r>
              <a:rPr sz="1600" spc="-20" dirty="0">
                <a:solidFill>
                  <a:srgbClr val="585858"/>
                </a:solidFill>
                <a:latin typeface="Calibri"/>
                <a:cs typeface="Calibri"/>
              </a:rPr>
              <a:t> </a:t>
            </a:r>
            <a:r>
              <a:rPr sz="1600" dirty="0">
                <a:solidFill>
                  <a:srgbClr val="585858"/>
                </a:solidFill>
                <a:latin typeface="Calibri"/>
                <a:cs typeface="Calibri"/>
              </a:rPr>
              <a:t>partitions</a:t>
            </a:r>
            <a:r>
              <a:rPr sz="1600" spc="30" dirty="0">
                <a:solidFill>
                  <a:srgbClr val="585858"/>
                </a:solidFill>
                <a:latin typeface="Calibri"/>
                <a:cs typeface="Calibri"/>
              </a:rPr>
              <a:t> </a:t>
            </a:r>
            <a:r>
              <a:rPr sz="1600" spc="-10" dirty="0">
                <a:solidFill>
                  <a:srgbClr val="585858"/>
                </a:solidFill>
                <a:latin typeface="Calibri"/>
                <a:cs typeface="Calibri"/>
              </a:rPr>
              <a:t>primaires</a:t>
            </a:r>
            <a:r>
              <a:rPr sz="1600" spc="20" dirty="0">
                <a:solidFill>
                  <a:srgbClr val="585858"/>
                </a:solidFill>
                <a:latin typeface="Calibri"/>
                <a:cs typeface="Calibri"/>
              </a:rPr>
              <a:t> </a:t>
            </a:r>
            <a:r>
              <a:rPr sz="1600" dirty="0">
                <a:solidFill>
                  <a:srgbClr val="585858"/>
                </a:solidFill>
                <a:latin typeface="Calibri"/>
                <a:cs typeface="Calibri"/>
              </a:rPr>
              <a:t>sur</a:t>
            </a:r>
            <a:r>
              <a:rPr sz="1600" spc="-40" dirty="0">
                <a:solidFill>
                  <a:srgbClr val="585858"/>
                </a:solidFill>
                <a:latin typeface="Calibri"/>
                <a:cs typeface="Calibri"/>
              </a:rPr>
              <a:t> </a:t>
            </a:r>
            <a:r>
              <a:rPr sz="1600" dirty="0">
                <a:solidFill>
                  <a:srgbClr val="585858"/>
                </a:solidFill>
                <a:latin typeface="Calibri"/>
                <a:cs typeface="Calibri"/>
              </a:rPr>
              <a:t>le</a:t>
            </a:r>
            <a:r>
              <a:rPr sz="1600" spc="-10" dirty="0">
                <a:solidFill>
                  <a:srgbClr val="585858"/>
                </a:solidFill>
                <a:latin typeface="Calibri"/>
                <a:cs typeface="Calibri"/>
              </a:rPr>
              <a:t> </a:t>
            </a:r>
            <a:r>
              <a:rPr sz="1600" dirty="0" err="1">
                <a:solidFill>
                  <a:srgbClr val="585858"/>
                </a:solidFill>
                <a:latin typeface="Calibri"/>
                <a:cs typeface="Calibri"/>
              </a:rPr>
              <a:t>même</a:t>
            </a:r>
            <a:r>
              <a:rPr sz="1600" spc="-10" dirty="0">
                <a:solidFill>
                  <a:srgbClr val="585858"/>
                </a:solidFill>
                <a:latin typeface="Calibri"/>
                <a:cs typeface="Calibri"/>
              </a:rPr>
              <a:t> </a:t>
            </a:r>
            <a:r>
              <a:rPr sz="1600" spc="-10" dirty="0" err="1" smtClean="0">
                <a:solidFill>
                  <a:srgbClr val="585858"/>
                </a:solidFill>
                <a:latin typeface="Calibri"/>
                <a:cs typeface="Calibri"/>
              </a:rPr>
              <a:t>disque</a:t>
            </a:r>
            <a:r>
              <a:rPr sz="1600" spc="-10" dirty="0" smtClean="0">
                <a:solidFill>
                  <a:srgbClr val="585858"/>
                </a:solidFill>
                <a:latin typeface="Calibri"/>
                <a:cs typeface="Calibri"/>
              </a:rPr>
              <a:t>.</a:t>
            </a:r>
            <a:endParaRPr lang="fr-FR" sz="1600" dirty="0">
              <a:latin typeface="Calibri"/>
              <a:cs typeface="Calibri"/>
            </a:endParaRPr>
          </a:p>
          <a:p>
            <a:pPr marL="298450" indent="-285750">
              <a:lnSpc>
                <a:spcPct val="200000"/>
              </a:lnSpc>
              <a:spcBef>
                <a:spcPts val="1440"/>
              </a:spcBef>
              <a:buFont typeface="Wingdings" panose="05000000000000000000" pitchFamily="2" charset="2"/>
              <a:buChar char="§"/>
              <a:tabLst>
                <a:tab pos="94615" algn="l"/>
              </a:tabLst>
            </a:pPr>
            <a:r>
              <a:rPr sz="1600" b="1" dirty="0" smtClean="0">
                <a:solidFill>
                  <a:srgbClr val="585858"/>
                </a:solidFill>
                <a:latin typeface="Calibri"/>
                <a:cs typeface="Calibri"/>
              </a:rPr>
              <a:t>Le</a:t>
            </a:r>
            <a:r>
              <a:rPr sz="1600" b="1" spc="120" dirty="0" smtClean="0">
                <a:solidFill>
                  <a:srgbClr val="585858"/>
                </a:solidFill>
                <a:latin typeface="Calibri"/>
                <a:cs typeface="Calibri"/>
              </a:rPr>
              <a:t> </a:t>
            </a:r>
            <a:r>
              <a:rPr sz="1600" b="1" dirty="0">
                <a:solidFill>
                  <a:srgbClr val="585858"/>
                </a:solidFill>
                <a:latin typeface="Calibri"/>
                <a:cs typeface="Calibri"/>
              </a:rPr>
              <a:t>partitionnement</a:t>
            </a:r>
            <a:r>
              <a:rPr sz="1600" b="1" spc="130" dirty="0">
                <a:solidFill>
                  <a:srgbClr val="585858"/>
                </a:solidFill>
                <a:latin typeface="Calibri"/>
                <a:cs typeface="Calibri"/>
              </a:rPr>
              <a:t> </a:t>
            </a:r>
            <a:r>
              <a:rPr sz="1600" b="1" dirty="0">
                <a:solidFill>
                  <a:srgbClr val="585858"/>
                </a:solidFill>
                <a:latin typeface="Calibri"/>
                <a:cs typeface="Calibri"/>
              </a:rPr>
              <a:t>Etendue</a:t>
            </a:r>
            <a:r>
              <a:rPr sz="1600" b="1" spc="125" dirty="0">
                <a:solidFill>
                  <a:srgbClr val="585858"/>
                </a:solidFill>
                <a:latin typeface="Calibri"/>
                <a:cs typeface="Calibri"/>
              </a:rPr>
              <a:t> </a:t>
            </a:r>
            <a:r>
              <a:rPr sz="1600" dirty="0">
                <a:solidFill>
                  <a:srgbClr val="585858"/>
                </a:solidFill>
                <a:latin typeface="Calibri"/>
                <a:cs typeface="Calibri"/>
              </a:rPr>
              <a:t>permet</a:t>
            </a:r>
            <a:r>
              <a:rPr sz="1600" spc="130" dirty="0">
                <a:solidFill>
                  <a:srgbClr val="585858"/>
                </a:solidFill>
                <a:latin typeface="Calibri"/>
                <a:cs typeface="Calibri"/>
              </a:rPr>
              <a:t> </a:t>
            </a:r>
            <a:r>
              <a:rPr sz="1600" dirty="0">
                <a:solidFill>
                  <a:srgbClr val="585858"/>
                </a:solidFill>
                <a:latin typeface="Calibri"/>
                <a:cs typeface="Calibri"/>
              </a:rPr>
              <a:t>la</a:t>
            </a:r>
            <a:r>
              <a:rPr sz="1600" spc="130" dirty="0">
                <a:solidFill>
                  <a:srgbClr val="585858"/>
                </a:solidFill>
                <a:latin typeface="Calibri"/>
                <a:cs typeface="Calibri"/>
              </a:rPr>
              <a:t> </a:t>
            </a:r>
            <a:r>
              <a:rPr sz="1600" dirty="0">
                <a:solidFill>
                  <a:srgbClr val="585858"/>
                </a:solidFill>
                <a:latin typeface="Calibri"/>
                <a:cs typeface="Calibri"/>
              </a:rPr>
              <a:t>division</a:t>
            </a:r>
            <a:r>
              <a:rPr sz="1600" spc="105" dirty="0">
                <a:solidFill>
                  <a:srgbClr val="585858"/>
                </a:solidFill>
                <a:latin typeface="Calibri"/>
                <a:cs typeface="Calibri"/>
              </a:rPr>
              <a:t> </a:t>
            </a:r>
            <a:r>
              <a:rPr sz="1600" dirty="0">
                <a:solidFill>
                  <a:srgbClr val="585858"/>
                </a:solidFill>
                <a:latin typeface="Calibri"/>
                <a:cs typeface="Calibri"/>
              </a:rPr>
              <a:t>d’une</a:t>
            </a:r>
            <a:r>
              <a:rPr sz="1600" spc="125" dirty="0">
                <a:solidFill>
                  <a:srgbClr val="585858"/>
                </a:solidFill>
                <a:latin typeface="Calibri"/>
                <a:cs typeface="Calibri"/>
              </a:rPr>
              <a:t> </a:t>
            </a:r>
            <a:r>
              <a:rPr sz="1600" dirty="0">
                <a:solidFill>
                  <a:srgbClr val="585858"/>
                </a:solidFill>
                <a:latin typeface="Calibri"/>
                <a:cs typeface="Calibri"/>
              </a:rPr>
              <a:t>partition</a:t>
            </a:r>
            <a:r>
              <a:rPr sz="1600" spc="120" dirty="0">
                <a:solidFill>
                  <a:srgbClr val="585858"/>
                </a:solidFill>
                <a:latin typeface="Calibri"/>
                <a:cs typeface="Calibri"/>
              </a:rPr>
              <a:t> </a:t>
            </a:r>
            <a:r>
              <a:rPr sz="1600" dirty="0">
                <a:solidFill>
                  <a:srgbClr val="585858"/>
                </a:solidFill>
                <a:latin typeface="Calibri"/>
                <a:cs typeface="Calibri"/>
              </a:rPr>
              <a:t>primaire</a:t>
            </a:r>
            <a:r>
              <a:rPr sz="1600" spc="130" dirty="0">
                <a:solidFill>
                  <a:srgbClr val="585858"/>
                </a:solidFill>
                <a:latin typeface="Calibri"/>
                <a:cs typeface="Calibri"/>
              </a:rPr>
              <a:t> </a:t>
            </a:r>
            <a:r>
              <a:rPr sz="1600" dirty="0">
                <a:solidFill>
                  <a:srgbClr val="585858"/>
                </a:solidFill>
                <a:latin typeface="Calibri"/>
                <a:cs typeface="Calibri"/>
              </a:rPr>
              <a:t>en</a:t>
            </a:r>
            <a:r>
              <a:rPr sz="1600" spc="120" dirty="0">
                <a:solidFill>
                  <a:srgbClr val="585858"/>
                </a:solidFill>
                <a:latin typeface="Calibri"/>
                <a:cs typeface="Calibri"/>
              </a:rPr>
              <a:t> </a:t>
            </a:r>
            <a:r>
              <a:rPr sz="1600" spc="-10" dirty="0">
                <a:solidFill>
                  <a:srgbClr val="585858"/>
                </a:solidFill>
                <a:latin typeface="Calibri"/>
                <a:cs typeface="Calibri"/>
              </a:rPr>
              <a:t>sous-</a:t>
            </a:r>
            <a:r>
              <a:rPr sz="1600" dirty="0">
                <a:solidFill>
                  <a:srgbClr val="585858"/>
                </a:solidFill>
                <a:latin typeface="Calibri"/>
                <a:cs typeface="Calibri"/>
              </a:rPr>
              <a:t>partitions</a:t>
            </a:r>
            <a:r>
              <a:rPr sz="1600" spc="140" dirty="0">
                <a:solidFill>
                  <a:srgbClr val="585858"/>
                </a:solidFill>
                <a:latin typeface="Calibri"/>
                <a:cs typeface="Calibri"/>
              </a:rPr>
              <a:t> </a:t>
            </a:r>
            <a:r>
              <a:rPr sz="1600" dirty="0">
                <a:solidFill>
                  <a:srgbClr val="585858"/>
                </a:solidFill>
                <a:latin typeface="Calibri"/>
                <a:cs typeface="Calibri"/>
              </a:rPr>
              <a:t>(une</a:t>
            </a:r>
            <a:r>
              <a:rPr sz="1600" spc="105" dirty="0">
                <a:solidFill>
                  <a:srgbClr val="585858"/>
                </a:solidFill>
                <a:latin typeface="Calibri"/>
                <a:cs typeface="Calibri"/>
              </a:rPr>
              <a:t> </a:t>
            </a:r>
            <a:r>
              <a:rPr sz="1600" dirty="0">
                <a:solidFill>
                  <a:srgbClr val="585858"/>
                </a:solidFill>
                <a:latin typeface="Calibri"/>
                <a:cs typeface="Calibri"/>
              </a:rPr>
              <a:t>ou</a:t>
            </a:r>
            <a:r>
              <a:rPr sz="1600" spc="120" dirty="0">
                <a:solidFill>
                  <a:srgbClr val="585858"/>
                </a:solidFill>
                <a:latin typeface="Calibri"/>
                <a:cs typeface="Calibri"/>
              </a:rPr>
              <a:t> </a:t>
            </a:r>
            <a:r>
              <a:rPr sz="1600" dirty="0">
                <a:solidFill>
                  <a:srgbClr val="585858"/>
                </a:solidFill>
                <a:latin typeface="Calibri"/>
                <a:cs typeface="Calibri"/>
              </a:rPr>
              <a:t>plusieurs</a:t>
            </a:r>
            <a:r>
              <a:rPr sz="1600" spc="140" dirty="0">
                <a:solidFill>
                  <a:srgbClr val="585858"/>
                </a:solidFill>
                <a:latin typeface="Calibri"/>
                <a:cs typeface="Calibri"/>
              </a:rPr>
              <a:t> </a:t>
            </a:r>
            <a:r>
              <a:rPr sz="1600" b="1" dirty="0">
                <a:solidFill>
                  <a:srgbClr val="585858"/>
                </a:solidFill>
                <a:latin typeface="Calibri"/>
                <a:cs typeface="Calibri"/>
              </a:rPr>
              <a:t>partitions</a:t>
            </a:r>
            <a:r>
              <a:rPr sz="1600" b="1" spc="130" dirty="0">
                <a:solidFill>
                  <a:srgbClr val="585858"/>
                </a:solidFill>
                <a:latin typeface="Calibri"/>
                <a:cs typeface="Calibri"/>
              </a:rPr>
              <a:t> </a:t>
            </a:r>
            <a:r>
              <a:rPr sz="1600" b="1" dirty="0">
                <a:solidFill>
                  <a:srgbClr val="585858"/>
                </a:solidFill>
                <a:latin typeface="Calibri"/>
                <a:cs typeface="Calibri"/>
              </a:rPr>
              <a:t>logiques</a:t>
            </a:r>
            <a:r>
              <a:rPr sz="1600" b="1" spc="135" dirty="0">
                <a:solidFill>
                  <a:srgbClr val="585858"/>
                </a:solidFill>
                <a:latin typeface="Calibri"/>
                <a:cs typeface="Calibri"/>
              </a:rPr>
              <a:t> </a:t>
            </a:r>
            <a:r>
              <a:rPr sz="1600" dirty="0">
                <a:solidFill>
                  <a:srgbClr val="585858"/>
                </a:solidFill>
                <a:latin typeface="Calibri"/>
                <a:cs typeface="Calibri"/>
              </a:rPr>
              <a:t>qui</a:t>
            </a:r>
            <a:r>
              <a:rPr sz="1600" spc="114" dirty="0">
                <a:solidFill>
                  <a:srgbClr val="585858"/>
                </a:solidFill>
                <a:latin typeface="Calibri"/>
                <a:cs typeface="Calibri"/>
              </a:rPr>
              <a:t> </a:t>
            </a:r>
            <a:r>
              <a:rPr sz="1600" dirty="0">
                <a:solidFill>
                  <a:srgbClr val="585858"/>
                </a:solidFill>
                <a:latin typeface="Calibri"/>
                <a:cs typeface="Calibri"/>
              </a:rPr>
              <a:t>sont</a:t>
            </a:r>
            <a:r>
              <a:rPr sz="1600" spc="105" dirty="0">
                <a:solidFill>
                  <a:srgbClr val="585858"/>
                </a:solidFill>
                <a:latin typeface="Calibri"/>
                <a:cs typeface="Calibri"/>
              </a:rPr>
              <a:t> </a:t>
            </a:r>
            <a:r>
              <a:rPr sz="1600" dirty="0">
                <a:solidFill>
                  <a:srgbClr val="585858"/>
                </a:solidFill>
                <a:latin typeface="Calibri"/>
                <a:cs typeface="Calibri"/>
              </a:rPr>
              <a:t>équivalents</a:t>
            </a:r>
            <a:r>
              <a:rPr sz="1600" spc="120" dirty="0">
                <a:solidFill>
                  <a:srgbClr val="585858"/>
                </a:solidFill>
                <a:latin typeface="Calibri"/>
                <a:cs typeface="Calibri"/>
              </a:rPr>
              <a:t> </a:t>
            </a:r>
            <a:r>
              <a:rPr sz="1600" dirty="0">
                <a:solidFill>
                  <a:srgbClr val="585858"/>
                </a:solidFill>
                <a:latin typeface="Calibri"/>
                <a:cs typeface="Calibri"/>
              </a:rPr>
              <a:t>aux</a:t>
            </a:r>
            <a:r>
              <a:rPr sz="1600" spc="110" dirty="0">
                <a:solidFill>
                  <a:srgbClr val="585858"/>
                </a:solidFill>
                <a:latin typeface="Calibri"/>
                <a:cs typeface="Calibri"/>
              </a:rPr>
              <a:t> </a:t>
            </a:r>
            <a:r>
              <a:rPr sz="1600" spc="-10" dirty="0">
                <a:solidFill>
                  <a:srgbClr val="585858"/>
                </a:solidFill>
                <a:latin typeface="Calibri"/>
                <a:cs typeface="Calibri"/>
              </a:rPr>
              <a:t>partitions primaires,</a:t>
            </a:r>
            <a:r>
              <a:rPr sz="1600" spc="-25" dirty="0">
                <a:solidFill>
                  <a:srgbClr val="585858"/>
                </a:solidFill>
                <a:latin typeface="Calibri"/>
                <a:cs typeface="Calibri"/>
              </a:rPr>
              <a:t> </a:t>
            </a:r>
            <a:r>
              <a:rPr sz="1600" dirty="0">
                <a:solidFill>
                  <a:srgbClr val="585858"/>
                </a:solidFill>
                <a:latin typeface="Calibri"/>
                <a:cs typeface="Calibri"/>
              </a:rPr>
              <a:t>mais</a:t>
            </a:r>
            <a:r>
              <a:rPr sz="1600" spc="-20" dirty="0">
                <a:solidFill>
                  <a:srgbClr val="585858"/>
                </a:solidFill>
                <a:latin typeface="Calibri"/>
                <a:cs typeface="Calibri"/>
              </a:rPr>
              <a:t> </a:t>
            </a:r>
            <a:r>
              <a:rPr sz="1600" dirty="0">
                <a:solidFill>
                  <a:srgbClr val="585858"/>
                </a:solidFill>
                <a:latin typeface="Calibri"/>
                <a:cs typeface="Calibri"/>
              </a:rPr>
              <a:t>qui</a:t>
            </a:r>
            <a:r>
              <a:rPr sz="1600" spc="-45" dirty="0">
                <a:solidFill>
                  <a:srgbClr val="585858"/>
                </a:solidFill>
                <a:latin typeface="Calibri"/>
                <a:cs typeface="Calibri"/>
              </a:rPr>
              <a:t> </a:t>
            </a:r>
            <a:r>
              <a:rPr sz="1600" dirty="0">
                <a:solidFill>
                  <a:srgbClr val="585858"/>
                </a:solidFill>
                <a:latin typeface="Calibri"/>
                <a:cs typeface="Calibri"/>
              </a:rPr>
              <a:t>sont</a:t>
            </a:r>
            <a:r>
              <a:rPr sz="1600" spc="-40" dirty="0">
                <a:solidFill>
                  <a:srgbClr val="585858"/>
                </a:solidFill>
                <a:latin typeface="Calibri"/>
                <a:cs typeface="Calibri"/>
              </a:rPr>
              <a:t> </a:t>
            </a:r>
            <a:r>
              <a:rPr sz="1600" dirty="0">
                <a:solidFill>
                  <a:srgbClr val="585858"/>
                </a:solidFill>
                <a:latin typeface="Calibri"/>
                <a:cs typeface="Calibri"/>
              </a:rPr>
              <a:t>créées</a:t>
            </a:r>
            <a:r>
              <a:rPr sz="1600" spc="-20" dirty="0">
                <a:solidFill>
                  <a:srgbClr val="585858"/>
                </a:solidFill>
                <a:latin typeface="Calibri"/>
                <a:cs typeface="Calibri"/>
              </a:rPr>
              <a:t> </a:t>
            </a:r>
            <a:r>
              <a:rPr sz="1600" dirty="0">
                <a:solidFill>
                  <a:srgbClr val="585858"/>
                </a:solidFill>
                <a:latin typeface="Calibri"/>
                <a:cs typeface="Calibri"/>
              </a:rPr>
              <a:t>d’une</a:t>
            </a:r>
            <a:r>
              <a:rPr sz="1600" spc="-30" dirty="0">
                <a:solidFill>
                  <a:srgbClr val="585858"/>
                </a:solidFill>
                <a:latin typeface="Calibri"/>
                <a:cs typeface="Calibri"/>
              </a:rPr>
              <a:t> </a:t>
            </a:r>
            <a:r>
              <a:rPr sz="1600" dirty="0">
                <a:solidFill>
                  <a:srgbClr val="585858"/>
                </a:solidFill>
                <a:latin typeface="Calibri"/>
                <a:cs typeface="Calibri"/>
              </a:rPr>
              <a:t>manière</a:t>
            </a:r>
            <a:r>
              <a:rPr sz="1600" spc="-10" dirty="0">
                <a:solidFill>
                  <a:srgbClr val="585858"/>
                </a:solidFill>
                <a:latin typeface="Calibri"/>
                <a:cs typeface="Calibri"/>
              </a:rPr>
              <a:t> </a:t>
            </a:r>
            <a:r>
              <a:rPr sz="1600" dirty="0">
                <a:solidFill>
                  <a:srgbClr val="585858"/>
                </a:solidFill>
                <a:latin typeface="Calibri"/>
                <a:cs typeface="Calibri"/>
              </a:rPr>
              <a:t>différente</a:t>
            </a:r>
            <a:r>
              <a:rPr sz="1600" spc="200" dirty="0">
                <a:solidFill>
                  <a:srgbClr val="585858"/>
                </a:solidFill>
                <a:latin typeface="Calibri"/>
                <a:cs typeface="Calibri"/>
              </a:rPr>
              <a:t> </a:t>
            </a:r>
            <a:r>
              <a:rPr sz="1600" dirty="0">
                <a:solidFill>
                  <a:srgbClr val="585858"/>
                </a:solidFill>
                <a:latin typeface="Calibri"/>
                <a:cs typeface="Calibri"/>
              </a:rPr>
              <a:t>(pas</a:t>
            </a:r>
            <a:r>
              <a:rPr sz="1600" spc="-40" dirty="0">
                <a:solidFill>
                  <a:srgbClr val="585858"/>
                </a:solidFill>
                <a:latin typeface="Calibri"/>
                <a:cs typeface="Calibri"/>
              </a:rPr>
              <a:t> </a:t>
            </a:r>
            <a:r>
              <a:rPr sz="1600" dirty="0">
                <a:solidFill>
                  <a:srgbClr val="585858"/>
                </a:solidFill>
                <a:latin typeface="Calibri"/>
                <a:cs typeface="Calibri"/>
              </a:rPr>
              <a:t>de</a:t>
            </a:r>
            <a:r>
              <a:rPr sz="1600" spc="-30" dirty="0">
                <a:solidFill>
                  <a:srgbClr val="585858"/>
                </a:solidFill>
                <a:latin typeface="Calibri"/>
                <a:cs typeface="Calibri"/>
              </a:rPr>
              <a:t> </a:t>
            </a:r>
            <a:r>
              <a:rPr sz="1600" dirty="0">
                <a:solidFill>
                  <a:srgbClr val="585858"/>
                </a:solidFill>
                <a:latin typeface="Calibri"/>
                <a:cs typeface="Calibri"/>
              </a:rPr>
              <a:t>secteurs</a:t>
            </a:r>
            <a:r>
              <a:rPr sz="1600" spc="-20" dirty="0">
                <a:solidFill>
                  <a:srgbClr val="585858"/>
                </a:solidFill>
                <a:latin typeface="Calibri"/>
                <a:cs typeface="Calibri"/>
              </a:rPr>
              <a:t> </a:t>
            </a:r>
            <a:r>
              <a:rPr sz="1600" dirty="0">
                <a:solidFill>
                  <a:srgbClr val="585858"/>
                </a:solidFill>
                <a:latin typeface="Calibri"/>
                <a:cs typeface="Calibri"/>
              </a:rPr>
              <a:t>de</a:t>
            </a:r>
            <a:r>
              <a:rPr sz="1600" spc="-50" dirty="0">
                <a:solidFill>
                  <a:srgbClr val="585858"/>
                </a:solidFill>
                <a:latin typeface="Calibri"/>
                <a:cs typeface="Calibri"/>
              </a:rPr>
              <a:t> </a:t>
            </a:r>
            <a:r>
              <a:rPr sz="1600" spc="-10" dirty="0">
                <a:solidFill>
                  <a:srgbClr val="585858"/>
                </a:solidFill>
                <a:latin typeface="Calibri"/>
                <a:cs typeface="Calibri"/>
              </a:rPr>
              <a:t>démarrage)).</a:t>
            </a:r>
            <a:endParaRPr sz="1600" dirty="0">
              <a:latin typeface="Calibri"/>
              <a:cs typeface="Calibri"/>
            </a:endParaRPr>
          </a:p>
        </p:txBody>
      </p:sp>
      <p:sp>
        <p:nvSpPr>
          <p:cNvPr id="20" name="object 20"/>
          <p:cNvSpPr txBox="1"/>
          <p:nvPr/>
        </p:nvSpPr>
        <p:spPr>
          <a:xfrm>
            <a:off x="798982" y="3661664"/>
            <a:ext cx="8950960" cy="197490"/>
          </a:xfrm>
          <a:prstGeom prst="rect">
            <a:avLst/>
          </a:prstGeom>
        </p:spPr>
        <p:txBody>
          <a:bodyPr vert="horz" wrap="square" lIns="0" tIns="12700" rIns="0" bIns="0" rtlCol="0">
            <a:spAutoFit/>
          </a:bodyPr>
          <a:lstStyle/>
          <a:p>
            <a:pPr marL="12700">
              <a:lnSpc>
                <a:spcPct val="100000"/>
              </a:lnSpc>
              <a:spcBef>
                <a:spcPts val="100"/>
              </a:spcBef>
            </a:pPr>
            <a:r>
              <a:rPr sz="1200" spc="-10" dirty="0" smtClean="0">
                <a:solidFill>
                  <a:srgbClr val="585858"/>
                </a:solidFill>
                <a:latin typeface="Calibri"/>
                <a:cs typeface="Calibri"/>
              </a:rPr>
              <a:t>.</a:t>
            </a:r>
            <a:endParaRPr sz="1200" dirty="0">
              <a:latin typeface="Calibri"/>
              <a:cs typeface="Calibri"/>
            </a:endParaRPr>
          </a:p>
        </p:txBody>
      </p:sp>
      <p:sp>
        <p:nvSpPr>
          <p:cNvPr id="21" name="object 21"/>
          <p:cNvSpPr txBox="1">
            <a:spLocks noGrp="1"/>
          </p:cNvSpPr>
          <p:nvPr>
            <p:ph type="title"/>
          </p:nvPr>
        </p:nvSpPr>
        <p:spPr>
          <a:xfrm>
            <a:off x="263753" y="336550"/>
            <a:ext cx="3174365" cy="329565"/>
          </a:xfrm>
          <a:prstGeom prst="rect">
            <a:avLst/>
          </a:prstGeom>
        </p:spPr>
        <p:txBody>
          <a:bodyPr vert="horz" wrap="square" lIns="0" tIns="11430" rIns="0" bIns="0" rtlCol="0">
            <a:spAutoFit/>
          </a:bodyPr>
          <a:lstStyle/>
          <a:p>
            <a:pPr marL="12700">
              <a:lnSpc>
                <a:spcPct val="100000"/>
              </a:lnSpc>
              <a:spcBef>
                <a:spcPts val="90"/>
              </a:spcBef>
            </a:pPr>
            <a:r>
              <a:rPr dirty="0" smtClean="0">
                <a:solidFill>
                  <a:srgbClr val="007842"/>
                </a:solidFill>
              </a:rPr>
              <a:t>0</a:t>
            </a:r>
            <a:r>
              <a:rPr lang="fr-FR" dirty="0" smtClean="0">
                <a:solidFill>
                  <a:srgbClr val="007842"/>
                </a:solidFill>
              </a:rPr>
              <a:t>5</a:t>
            </a:r>
            <a:r>
              <a:rPr spc="-40" dirty="0" smtClean="0">
                <a:solidFill>
                  <a:srgbClr val="007842"/>
                </a:solidFill>
              </a:rPr>
              <a:t> </a:t>
            </a:r>
            <a:r>
              <a:rPr dirty="0">
                <a:solidFill>
                  <a:srgbClr val="007842"/>
                </a:solidFill>
              </a:rPr>
              <a:t>–</a:t>
            </a:r>
            <a:r>
              <a:rPr spc="-20" dirty="0">
                <a:solidFill>
                  <a:srgbClr val="007842"/>
                </a:solidFill>
              </a:rPr>
              <a:t> </a:t>
            </a:r>
            <a:r>
              <a:rPr dirty="0">
                <a:solidFill>
                  <a:srgbClr val="007842"/>
                </a:solidFill>
              </a:rPr>
              <a:t>Préparer</a:t>
            </a:r>
            <a:r>
              <a:rPr spc="-50" dirty="0">
                <a:solidFill>
                  <a:srgbClr val="007842"/>
                </a:solidFill>
              </a:rPr>
              <a:t> </a:t>
            </a:r>
            <a:r>
              <a:rPr dirty="0">
                <a:solidFill>
                  <a:srgbClr val="007842"/>
                </a:solidFill>
              </a:rPr>
              <a:t>les</a:t>
            </a:r>
            <a:r>
              <a:rPr spc="-20" dirty="0">
                <a:solidFill>
                  <a:srgbClr val="007842"/>
                </a:solidFill>
              </a:rPr>
              <a:t> </a:t>
            </a:r>
            <a:r>
              <a:rPr dirty="0">
                <a:solidFill>
                  <a:srgbClr val="007842"/>
                </a:solidFill>
              </a:rPr>
              <a:t>disques</a:t>
            </a:r>
            <a:r>
              <a:rPr spc="-40" dirty="0">
                <a:solidFill>
                  <a:srgbClr val="007842"/>
                </a:solidFill>
              </a:rPr>
              <a:t> </a:t>
            </a:r>
            <a:r>
              <a:rPr spc="-20" dirty="0">
                <a:solidFill>
                  <a:srgbClr val="007842"/>
                </a:solidFill>
              </a:rPr>
              <a:t>durs</a:t>
            </a:r>
          </a:p>
        </p:txBody>
      </p:sp>
      <p:sp>
        <p:nvSpPr>
          <p:cNvPr id="22" name="object 22"/>
          <p:cNvSpPr txBox="1"/>
          <p:nvPr/>
        </p:nvSpPr>
        <p:spPr>
          <a:xfrm>
            <a:off x="263753" y="670102"/>
            <a:ext cx="6705752" cy="244298"/>
          </a:xfrm>
          <a:prstGeom prst="rect">
            <a:avLst/>
          </a:prstGeom>
        </p:spPr>
        <p:txBody>
          <a:bodyPr vert="horz" wrap="square" lIns="0" tIns="13335" rIns="0" bIns="0" rtlCol="0">
            <a:spAutoFit/>
          </a:bodyPr>
          <a:lstStyle/>
          <a:p>
            <a:pPr marL="12700">
              <a:lnSpc>
                <a:spcPts val="1825"/>
              </a:lnSpc>
              <a:spcBef>
                <a:spcPts val="105"/>
              </a:spcBef>
            </a:pPr>
            <a:r>
              <a:rPr lang="fr-FR" sz="1600" b="1" dirty="0">
                <a:solidFill>
                  <a:srgbClr val="007842"/>
                </a:solidFill>
                <a:latin typeface="Calibri"/>
                <a:cs typeface="Calibri"/>
              </a:rPr>
              <a:t>P</a:t>
            </a:r>
            <a:r>
              <a:rPr sz="1600" b="1" spc="-10" dirty="0" err="1" smtClean="0">
                <a:solidFill>
                  <a:srgbClr val="007842"/>
                </a:solidFill>
                <a:latin typeface="Calibri"/>
                <a:cs typeface="Calibri"/>
              </a:rPr>
              <a:t>artitionnement</a:t>
            </a:r>
            <a:r>
              <a:rPr sz="1600" b="1" spc="-50" dirty="0" smtClean="0">
                <a:solidFill>
                  <a:srgbClr val="007842"/>
                </a:solidFill>
                <a:latin typeface="Calibri"/>
                <a:cs typeface="Calibri"/>
              </a:rPr>
              <a:t> </a:t>
            </a:r>
            <a:r>
              <a:rPr sz="1600" b="1" dirty="0">
                <a:solidFill>
                  <a:srgbClr val="007842"/>
                </a:solidFill>
                <a:latin typeface="Calibri"/>
                <a:cs typeface="Calibri"/>
              </a:rPr>
              <a:t>et</a:t>
            </a:r>
            <a:r>
              <a:rPr sz="1600" b="1" spc="-25" dirty="0">
                <a:solidFill>
                  <a:srgbClr val="007842"/>
                </a:solidFill>
                <a:latin typeface="Calibri"/>
                <a:cs typeface="Calibri"/>
              </a:rPr>
              <a:t> </a:t>
            </a:r>
            <a:r>
              <a:rPr sz="1600" b="1" spc="-10" dirty="0">
                <a:solidFill>
                  <a:srgbClr val="007842"/>
                </a:solidFill>
                <a:latin typeface="Calibri"/>
                <a:cs typeface="Calibri"/>
              </a:rPr>
              <a:t>formatage</a:t>
            </a:r>
            <a:r>
              <a:rPr sz="1600" b="1" spc="-15" dirty="0">
                <a:solidFill>
                  <a:srgbClr val="007842"/>
                </a:solidFill>
                <a:latin typeface="Calibri"/>
                <a:cs typeface="Calibri"/>
              </a:rPr>
              <a:t> </a:t>
            </a:r>
            <a:r>
              <a:rPr sz="1600" b="1" dirty="0">
                <a:solidFill>
                  <a:srgbClr val="007842"/>
                </a:solidFill>
                <a:latin typeface="Calibri"/>
                <a:cs typeface="Calibri"/>
              </a:rPr>
              <a:t>des</a:t>
            </a:r>
            <a:r>
              <a:rPr sz="1600" b="1" spc="-15" dirty="0">
                <a:solidFill>
                  <a:srgbClr val="007842"/>
                </a:solidFill>
                <a:latin typeface="Calibri"/>
                <a:cs typeface="Calibri"/>
              </a:rPr>
              <a:t> </a:t>
            </a:r>
            <a:r>
              <a:rPr sz="1600" b="1" spc="-10" dirty="0" err="1" smtClean="0">
                <a:solidFill>
                  <a:srgbClr val="007842"/>
                </a:solidFill>
                <a:latin typeface="Calibri"/>
                <a:cs typeface="Calibri"/>
              </a:rPr>
              <a:t>disques</a:t>
            </a:r>
            <a:r>
              <a:rPr lang="fr-FR" sz="1600" b="1" spc="-10" dirty="0" smtClean="0">
                <a:solidFill>
                  <a:srgbClr val="007842"/>
                </a:solidFill>
                <a:latin typeface="Calibri"/>
                <a:cs typeface="Calibri"/>
              </a:rPr>
              <a:t> durs</a:t>
            </a:r>
            <a:endParaRPr sz="1600" dirty="0">
              <a:latin typeface="Calibri"/>
              <a:cs typeface="Calibri"/>
            </a:endParaRPr>
          </a:p>
        </p:txBody>
      </p:sp>
      <p:sp>
        <p:nvSpPr>
          <p:cNvPr id="23" name="object 23"/>
          <p:cNvSpPr txBox="1"/>
          <p:nvPr/>
        </p:nvSpPr>
        <p:spPr>
          <a:xfrm>
            <a:off x="5003800" y="6096000"/>
            <a:ext cx="231140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10" dirty="0">
                <a:solidFill>
                  <a:srgbClr val="A6A6A6"/>
                </a:solidFill>
                <a:latin typeface="Calibri"/>
                <a:cs typeface="Calibri"/>
              </a:rPr>
              <a:t> </a:t>
            </a:r>
            <a:r>
              <a:rPr sz="1200" i="1" spc="30" dirty="0" smtClean="0">
                <a:solidFill>
                  <a:srgbClr val="A6A6A6"/>
                </a:solidFill>
                <a:latin typeface="Calibri"/>
                <a:cs typeface="Calibri"/>
              </a:rPr>
              <a:t> </a:t>
            </a:r>
            <a:r>
              <a:rPr sz="1200" i="1" dirty="0">
                <a:solidFill>
                  <a:srgbClr val="A6A6A6"/>
                </a:solidFill>
                <a:latin typeface="Calibri"/>
                <a:cs typeface="Calibri"/>
              </a:rPr>
              <a:t>:</a:t>
            </a:r>
            <a:r>
              <a:rPr sz="1200" i="1" spc="-10" dirty="0">
                <a:solidFill>
                  <a:srgbClr val="A6A6A6"/>
                </a:solidFill>
                <a:latin typeface="Calibri"/>
                <a:cs typeface="Calibri"/>
              </a:rPr>
              <a:t> Multipartition</a:t>
            </a:r>
            <a:r>
              <a:rPr sz="1200" i="1" spc="-45" dirty="0">
                <a:solidFill>
                  <a:srgbClr val="A6A6A6"/>
                </a:solidFill>
                <a:latin typeface="Calibri"/>
                <a:cs typeface="Calibri"/>
              </a:rPr>
              <a:t> </a:t>
            </a:r>
            <a:r>
              <a:rPr sz="1200" i="1" spc="-10" dirty="0">
                <a:solidFill>
                  <a:srgbClr val="A6A6A6"/>
                </a:solidFill>
                <a:latin typeface="Calibri"/>
                <a:cs typeface="Calibri"/>
              </a:rPr>
              <a:t>d’un</a:t>
            </a:r>
            <a:r>
              <a:rPr sz="1200" i="1" spc="-5" dirty="0">
                <a:solidFill>
                  <a:srgbClr val="A6A6A6"/>
                </a:solidFill>
                <a:latin typeface="Calibri"/>
                <a:cs typeface="Calibri"/>
              </a:rPr>
              <a:t> </a:t>
            </a:r>
            <a:r>
              <a:rPr sz="1200" i="1" spc="-10" dirty="0">
                <a:solidFill>
                  <a:srgbClr val="A6A6A6"/>
                </a:solidFill>
                <a:latin typeface="Calibri"/>
                <a:cs typeface="Calibri"/>
              </a:rPr>
              <a:t>disque</a:t>
            </a:r>
            <a:endParaRPr sz="1200" dirty="0">
              <a:latin typeface="Calibri"/>
              <a:cs typeface="Calibri"/>
            </a:endParaRPr>
          </a:p>
        </p:txBody>
      </p:sp>
      <p:sp>
        <p:nvSpPr>
          <p:cNvPr id="24" name="object 24"/>
          <p:cNvSpPr txBox="1"/>
          <p:nvPr/>
        </p:nvSpPr>
        <p:spPr>
          <a:xfrm>
            <a:off x="3834129" y="5650788"/>
            <a:ext cx="483870" cy="300355"/>
          </a:xfrm>
          <a:prstGeom prst="rect">
            <a:avLst/>
          </a:prstGeom>
        </p:spPr>
        <p:txBody>
          <a:bodyPr vert="horz" wrap="square" lIns="0" tIns="12700" rIns="0" bIns="0" rtlCol="0">
            <a:spAutoFit/>
          </a:bodyPr>
          <a:lstStyle/>
          <a:p>
            <a:pPr marL="12700">
              <a:lnSpc>
                <a:spcPct val="100000"/>
              </a:lnSpc>
              <a:spcBef>
                <a:spcPts val="100"/>
              </a:spcBef>
            </a:pPr>
            <a:r>
              <a:rPr sz="1800" b="1" spc="-25" dirty="0">
                <a:latin typeface="Calibri"/>
                <a:cs typeface="Calibri"/>
              </a:rPr>
              <a:t>MBR</a:t>
            </a:r>
            <a:endParaRPr sz="1800">
              <a:latin typeface="Calibri"/>
              <a:cs typeface="Calibri"/>
            </a:endParaRPr>
          </a:p>
        </p:txBody>
      </p:sp>
      <p:sp>
        <p:nvSpPr>
          <p:cNvPr id="25" name="object 25"/>
          <p:cNvSpPr/>
          <p:nvPr/>
        </p:nvSpPr>
        <p:spPr>
          <a:xfrm>
            <a:off x="4555235" y="5161788"/>
            <a:ext cx="11430" cy="582930"/>
          </a:xfrm>
          <a:custGeom>
            <a:avLst/>
            <a:gdLst/>
            <a:ahLst/>
            <a:cxnLst/>
            <a:rect l="l" t="t" r="r" b="b"/>
            <a:pathLst>
              <a:path w="11429" h="582929">
                <a:moveTo>
                  <a:pt x="0" y="0"/>
                </a:moveTo>
                <a:lnTo>
                  <a:pt x="11429" y="582930"/>
                </a:lnTo>
              </a:path>
            </a:pathLst>
          </a:custGeom>
          <a:ln w="28575">
            <a:solidFill>
              <a:srgbClr val="000000"/>
            </a:solidFill>
          </a:ln>
        </p:spPr>
        <p:txBody>
          <a:bodyPr wrap="square" lIns="0" tIns="0" rIns="0" bIns="0" rtlCol="0"/>
          <a:lstStyle/>
          <a:p>
            <a:endParaRPr/>
          </a:p>
        </p:txBody>
      </p:sp>
      <p:sp>
        <p:nvSpPr>
          <p:cNvPr id="26" name="object 26"/>
          <p:cNvSpPr txBox="1"/>
          <p:nvPr/>
        </p:nvSpPr>
        <p:spPr>
          <a:xfrm>
            <a:off x="4461128" y="4466335"/>
            <a:ext cx="798195" cy="391795"/>
          </a:xfrm>
          <a:prstGeom prst="rect">
            <a:avLst/>
          </a:prstGeom>
        </p:spPr>
        <p:txBody>
          <a:bodyPr vert="horz" wrap="square" lIns="0" tIns="12700" rIns="0" bIns="0" rtlCol="0">
            <a:spAutoFit/>
          </a:bodyPr>
          <a:lstStyle/>
          <a:p>
            <a:pPr algn="ctr">
              <a:lnSpc>
                <a:spcPct val="100000"/>
              </a:lnSpc>
              <a:spcBef>
                <a:spcPts val="100"/>
              </a:spcBef>
            </a:pPr>
            <a:r>
              <a:rPr sz="1200" b="1" spc="-25" dirty="0">
                <a:latin typeface="Calibri"/>
                <a:cs typeface="Calibri"/>
              </a:rPr>
              <a:t>DOS</a:t>
            </a:r>
            <a:endParaRPr sz="1200">
              <a:latin typeface="Calibri"/>
              <a:cs typeface="Calibri"/>
            </a:endParaRPr>
          </a:p>
          <a:p>
            <a:pPr algn="ctr">
              <a:lnSpc>
                <a:spcPct val="100000"/>
              </a:lnSpc>
            </a:pPr>
            <a:r>
              <a:rPr sz="1200" b="1" spc="-10" dirty="0">
                <a:latin typeface="Calibri"/>
                <a:cs typeface="Calibri"/>
              </a:rPr>
              <a:t>(/dev/hda1)</a:t>
            </a:r>
            <a:endParaRPr sz="1200">
              <a:latin typeface="Calibri"/>
              <a:cs typeface="Calibri"/>
            </a:endParaRPr>
          </a:p>
        </p:txBody>
      </p:sp>
      <p:sp>
        <p:nvSpPr>
          <p:cNvPr id="27" name="object 27"/>
          <p:cNvSpPr txBox="1"/>
          <p:nvPr/>
        </p:nvSpPr>
        <p:spPr>
          <a:xfrm>
            <a:off x="6534404" y="4459935"/>
            <a:ext cx="798195" cy="391795"/>
          </a:xfrm>
          <a:prstGeom prst="rect">
            <a:avLst/>
          </a:prstGeom>
        </p:spPr>
        <p:txBody>
          <a:bodyPr vert="horz" wrap="square" lIns="0" tIns="12700" rIns="0" bIns="0" rtlCol="0">
            <a:spAutoFit/>
          </a:bodyPr>
          <a:lstStyle/>
          <a:p>
            <a:pPr algn="ctr">
              <a:lnSpc>
                <a:spcPct val="100000"/>
              </a:lnSpc>
              <a:spcBef>
                <a:spcPts val="100"/>
              </a:spcBef>
            </a:pPr>
            <a:r>
              <a:rPr sz="1200" b="1" spc="-10" dirty="0">
                <a:latin typeface="Calibri"/>
                <a:cs typeface="Calibri"/>
              </a:rPr>
              <a:t>LINUX</a:t>
            </a:r>
            <a:endParaRPr sz="1200">
              <a:latin typeface="Calibri"/>
              <a:cs typeface="Calibri"/>
            </a:endParaRPr>
          </a:p>
          <a:p>
            <a:pPr algn="ctr">
              <a:lnSpc>
                <a:spcPct val="100000"/>
              </a:lnSpc>
              <a:spcBef>
                <a:spcPts val="5"/>
              </a:spcBef>
            </a:pPr>
            <a:r>
              <a:rPr sz="1200" b="1" spc="-10" dirty="0">
                <a:latin typeface="Calibri"/>
                <a:cs typeface="Calibri"/>
              </a:rPr>
              <a:t>(/dev/hda3)</a:t>
            </a:r>
            <a:endParaRPr sz="1200">
              <a:latin typeface="Calibri"/>
              <a:cs typeface="Calibri"/>
            </a:endParaRPr>
          </a:p>
        </p:txBody>
      </p:sp>
      <p:sp>
        <p:nvSpPr>
          <p:cNvPr id="28" name="object 28"/>
          <p:cNvSpPr txBox="1"/>
          <p:nvPr/>
        </p:nvSpPr>
        <p:spPr>
          <a:xfrm>
            <a:off x="5425821" y="4459935"/>
            <a:ext cx="798830" cy="391795"/>
          </a:xfrm>
          <a:prstGeom prst="rect">
            <a:avLst/>
          </a:prstGeom>
        </p:spPr>
        <p:txBody>
          <a:bodyPr vert="horz" wrap="square" lIns="0" tIns="12700" rIns="0" bIns="0" rtlCol="0">
            <a:spAutoFit/>
          </a:bodyPr>
          <a:lstStyle/>
          <a:p>
            <a:pPr marL="635" algn="ctr">
              <a:lnSpc>
                <a:spcPct val="100000"/>
              </a:lnSpc>
              <a:spcBef>
                <a:spcPts val="100"/>
              </a:spcBef>
            </a:pPr>
            <a:r>
              <a:rPr sz="1200" b="1" spc="-25" dirty="0">
                <a:latin typeface="Calibri"/>
                <a:cs typeface="Calibri"/>
              </a:rPr>
              <a:t>DOS</a:t>
            </a:r>
            <a:endParaRPr sz="1200">
              <a:latin typeface="Calibri"/>
              <a:cs typeface="Calibri"/>
            </a:endParaRPr>
          </a:p>
          <a:p>
            <a:pPr algn="ctr">
              <a:lnSpc>
                <a:spcPct val="100000"/>
              </a:lnSpc>
              <a:spcBef>
                <a:spcPts val="5"/>
              </a:spcBef>
            </a:pPr>
            <a:r>
              <a:rPr sz="1200" b="1" spc="-10" dirty="0">
                <a:latin typeface="Calibri"/>
                <a:cs typeface="Calibri"/>
              </a:rPr>
              <a:t>(/dev/hda2)</a:t>
            </a:r>
            <a:endParaRPr sz="1200">
              <a:latin typeface="Calibri"/>
              <a:cs typeface="Calibri"/>
            </a:endParaRPr>
          </a:p>
        </p:txBody>
      </p:sp>
      <p:grpSp>
        <p:nvGrpSpPr>
          <p:cNvPr id="30" name="object 30"/>
          <p:cNvGrpSpPr/>
          <p:nvPr/>
        </p:nvGrpSpPr>
        <p:grpSpPr>
          <a:xfrm>
            <a:off x="4842002" y="4855464"/>
            <a:ext cx="2027555" cy="302260"/>
            <a:chOff x="4842002" y="4855464"/>
            <a:chExt cx="2027555" cy="302260"/>
          </a:xfrm>
        </p:grpSpPr>
        <p:sp>
          <p:nvSpPr>
            <p:cNvPr id="31" name="object 31"/>
            <p:cNvSpPr/>
            <p:nvPr/>
          </p:nvSpPr>
          <p:spPr>
            <a:xfrm>
              <a:off x="4842002" y="4855464"/>
              <a:ext cx="255270" cy="302260"/>
            </a:xfrm>
            <a:custGeom>
              <a:avLst/>
              <a:gdLst/>
              <a:ahLst/>
              <a:cxnLst/>
              <a:rect l="l" t="t" r="r" b="b"/>
              <a:pathLst>
                <a:path w="255270" h="302260">
                  <a:moveTo>
                    <a:pt x="198604" y="249346"/>
                  </a:moveTo>
                  <a:lnTo>
                    <a:pt x="176657" y="267716"/>
                  </a:lnTo>
                  <a:lnTo>
                    <a:pt x="254762" y="301752"/>
                  </a:lnTo>
                  <a:lnTo>
                    <a:pt x="244633" y="259080"/>
                  </a:lnTo>
                  <a:lnTo>
                    <a:pt x="206756" y="259080"/>
                  </a:lnTo>
                  <a:lnTo>
                    <a:pt x="198604" y="249346"/>
                  </a:lnTo>
                  <a:close/>
                </a:path>
                <a:path w="255270" h="302260">
                  <a:moveTo>
                    <a:pt x="213197" y="237133"/>
                  </a:moveTo>
                  <a:lnTo>
                    <a:pt x="198604" y="249346"/>
                  </a:lnTo>
                  <a:lnTo>
                    <a:pt x="206756" y="259080"/>
                  </a:lnTo>
                  <a:lnTo>
                    <a:pt x="221361" y="246887"/>
                  </a:lnTo>
                  <a:lnTo>
                    <a:pt x="213197" y="237133"/>
                  </a:lnTo>
                  <a:close/>
                </a:path>
                <a:path w="255270" h="302260">
                  <a:moveTo>
                    <a:pt x="235076" y="218821"/>
                  </a:moveTo>
                  <a:lnTo>
                    <a:pt x="213197" y="237133"/>
                  </a:lnTo>
                  <a:lnTo>
                    <a:pt x="221361" y="246887"/>
                  </a:lnTo>
                  <a:lnTo>
                    <a:pt x="206756" y="259080"/>
                  </a:lnTo>
                  <a:lnTo>
                    <a:pt x="244633" y="259080"/>
                  </a:lnTo>
                  <a:lnTo>
                    <a:pt x="235076" y="218821"/>
                  </a:lnTo>
                  <a:close/>
                </a:path>
                <a:path w="255270" h="302260">
                  <a:moveTo>
                    <a:pt x="14732" y="0"/>
                  </a:moveTo>
                  <a:lnTo>
                    <a:pt x="0" y="12192"/>
                  </a:lnTo>
                  <a:lnTo>
                    <a:pt x="198604" y="249346"/>
                  </a:lnTo>
                  <a:lnTo>
                    <a:pt x="213197" y="237133"/>
                  </a:lnTo>
                  <a:lnTo>
                    <a:pt x="14732" y="0"/>
                  </a:lnTo>
                  <a:close/>
                </a:path>
              </a:pathLst>
            </a:custGeom>
            <a:solidFill>
              <a:srgbClr val="000000"/>
            </a:solidFill>
          </p:spPr>
          <p:txBody>
            <a:bodyPr wrap="square" lIns="0" tIns="0" rIns="0" bIns="0" rtlCol="0"/>
            <a:lstStyle/>
            <a:p>
              <a:endParaRPr/>
            </a:p>
          </p:txBody>
        </p:sp>
        <p:pic>
          <p:nvPicPr>
            <p:cNvPr id="32" name="object 32"/>
            <p:cNvPicPr/>
            <p:nvPr/>
          </p:nvPicPr>
          <p:blipFill>
            <a:blip r:embed="rId5" cstate="print"/>
            <a:stretch>
              <a:fillRect/>
            </a:stretch>
          </p:blipFill>
          <p:spPr>
            <a:xfrm>
              <a:off x="5786628" y="4895088"/>
              <a:ext cx="76200" cy="253111"/>
            </a:xfrm>
            <a:prstGeom prst="rect">
              <a:avLst/>
            </a:prstGeom>
          </p:spPr>
        </p:pic>
        <p:sp>
          <p:nvSpPr>
            <p:cNvPr id="33" name="object 33"/>
            <p:cNvSpPr/>
            <p:nvPr/>
          </p:nvSpPr>
          <p:spPr>
            <a:xfrm>
              <a:off x="6592824" y="4885182"/>
              <a:ext cx="276225" cy="271145"/>
            </a:xfrm>
            <a:custGeom>
              <a:avLst/>
              <a:gdLst/>
              <a:ahLst/>
              <a:cxnLst/>
              <a:rect l="l" t="t" r="r" b="b"/>
              <a:pathLst>
                <a:path w="276225" h="271145">
                  <a:moveTo>
                    <a:pt x="27685" y="190627"/>
                  </a:moveTo>
                  <a:lnTo>
                    <a:pt x="0" y="271145"/>
                  </a:lnTo>
                  <a:lnTo>
                    <a:pt x="81025" y="244983"/>
                  </a:lnTo>
                  <a:lnTo>
                    <a:pt x="69809" y="233553"/>
                  </a:lnTo>
                  <a:lnTo>
                    <a:pt x="51943" y="233553"/>
                  </a:lnTo>
                  <a:lnTo>
                    <a:pt x="38607" y="219964"/>
                  </a:lnTo>
                  <a:lnTo>
                    <a:pt x="47712" y="211034"/>
                  </a:lnTo>
                  <a:lnTo>
                    <a:pt x="27685" y="190627"/>
                  </a:lnTo>
                  <a:close/>
                </a:path>
                <a:path w="276225" h="271145">
                  <a:moveTo>
                    <a:pt x="47712" y="211034"/>
                  </a:moveTo>
                  <a:lnTo>
                    <a:pt x="38607" y="219964"/>
                  </a:lnTo>
                  <a:lnTo>
                    <a:pt x="51943" y="233553"/>
                  </a:lnTo>
                  <a:lnTo>
                    <a:pt x="61049" y="224626"/>
                  </a:lnTo>
                  <a:lnTo>
                    <a:pt x="47712" y="211034"/>
                  </a:lnTo>
                  <a:close/>
                </a:path>
                <a:path w="276225" h="271145">
                  <a:moveTo>
                    <a:pt x="61049" y="224626"/>
                  </a:moveTo>
                  <a:lnTo>
                    <a:pt x="51943" y="233553"/>
                  </a:lnTo>
                  <a:lnTo>
                    <a:pt x="69809" y="233553"/>
                  </a:lnTo>
                  <a:lnTo>
                    <a:pt x="61049" y="224626"/>
                  </a:lnTo>
                  <a:close/>
                </a:path>
                <a:path w="276225" h="271145">
                  <a:moveTo>
                    <a:pt x="262890" y="0"/>
                  </a:moveTo>
                  <a:lnTo>
                    <a:pt x="47712" y="211034"/>
                  </a:lnTo>
                  <a:lnTo>
                    <a:pt x="61049" y="224626"/>
                  </a:lnTo>
                  <a:lnTo>
                    <a:pt x="276225" y="13716"/>
                  </a:lnTo>
                  <a:lnTo>
                    <a:pt x="262890" y="0"/>
                  </a:lnTo>
                  <a:close/>
                </a:path>
              </a:pathLst>
            </a:custGeom>
            <a:solidFill>
              <a:srgbClr val="000000"/>
            </a:solidFill>
          </p:spPr>
          <p:txBody>
            <a:bodyPr wrap="square" lIns="0" tIns="0" rIns="0" bIns="0" rtlCol="0"/>
            <a:lstStyle/>
            <a:p>
              <a:endParaRPr/>
            </a:p>
          </p:txBody>
        </p:sp>
      </p:gr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38</a:t>
            </a:fld>
            <a:endParaRPr spc="-25" dirty="0"/>
          </a:p>
        </p:txBody>
      </p:sp>
      <p:sp>
        <p:nvSpPr>
          <p:cNvPr id="36"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p:nvPr/>
        </p:nvSpPr>
        <p:spPr>
          <a:xfrm>
            <a:off x="2036064" y="2840735"/>
            <a:ext cx="6913245" cy="2188845"/>
          </a:xfrm>
          <a:custGeom>
            <a:avLst/>
            <a:gdLst/>
            <a:ahLst/>
            <a:cxnLst/>
            <a:rect l="l" t="t" r="r" b="b"/>
            <a:pathLst>
              <a:path w="6913245" h="2188845">
                <a:moveTo>
                  <a:pt x="0" y="2188464"/>
                </a:moveTo>
                <a:lnTo>
                  <a:pt x="6912864" y="2188464"/>
                </a:lnTo>
                <a:lnTo>
                  <a:pt x="6912864" y="0"/>
                </a:lnTo>
                <a:lnTo>
                  <a:pt x="0" y="0"/>
                </a:lnTo>
                <a:lnTo>
                  <a:pt x="0" y="2188464"/>
                </a:lnTo>
                <a:close/>
              </a:path>
            </a:pathLst>
          </a:custGeom>
          <a:ln w="12700">
            <a:solidFill>
              <a:srgbClr val="000000"/>
            </a:solidFill>
          </a:ln>
        </p:spPr>
        <p:txBody>
          <a:bodyPr wrap="square" lIns="0" tIns="0" rIns="0" bIns="0" rtlCol="0"/>
          <a:lstStyle/>
          <a:p>
            <a:endParaRPr/>
          </a:p>
        </p:txBody>
      </p:sp>
      <p:sp>
        <p:nvSpPr>
          <p:cNvPr id="12" name="object 12"/>
          <p:cNvSpPr txBox="1"/>
          <p:nvPr/>
        </p:nvSpPr>
        <p:spPr>
          <a:xfrm>
            <a:off x="798982" y="1602105"/>
            <a:ext cx="10592435" cy="1026563"/>
          </a:xfrm>
          <a:prstGeom prst="rect">
            <a:avLst/>
          </a:prstGeom>
        </p:spPr>
        <p:txBody>
          <a:bodyPr vert="horz" wrap="square" lIns="0" tIns="13335" rIns="0" bIns="0" rtlCol="0">
            <a:spAutoFit/>
          </a:bodyPr>
          <a:lstStyle/>
          <a:p>
            <a:pPr marL="12700" algn="just">
              <a:lnSpc>
                <a:spcPct val="100000"/>
              </a:lnSpc>
              <a:spcBef>
                <a:spcPts val="105"/>
              </a:spcBef>
            </a:pPr>
            <a:r>
              <a:rPr b="1" dirty="0">
                <a:solidFill>
                  <a:srgbClr val="FF7800"/>
                </a:solidFill>
                <a:latin typeface="Calibri"/>
                <a:cs typeface="Calibri"/>
              </a:rPr>
              <a:t>Le</a:t>
            </a:r>
            <a:r>
              <a:rPr b="1" spc="-5" dirty="0">
                <a:solidFill>
                  <a:srgbClr val="FF7800"/>
                </a:solidFill>
                <a:latin typeface="Calibri"/>
                <a:cs typeface="Calibri"/>
              </a:rPr>
              <a:t> </a:t>
            </a:r>
            <a:r>
              <a:rPr b="1" spc="-10" dirty="0">
                <a:solidFill>
                  <a:srgbClr val="FF7800"/>
                </a:solidFill>
                <a:latin typeface="Calibri"/>
                <a:cs typeface="Calibri"/>
              </a:rPr>
              <a:t>formatage</a:t>
            </a:r>
            <a:r>
              <a:rPr b="1" spc="-35" dirty="0">
                <a:solidFill>
                  <a:srgbClr val="FF7800"/>
                </a:solidFill>
                <a:latin typeface="Calibri"/>
                <a:cs typeface="Calibri"/>
              </a:rPr>
              <a:t> </a:t>
            </a:r>
            <a:r>
              <a:rPr b="1" dirty="0">
                <a:solidFill>
                  <a:srgbClr val="FF7800"/>
                </a:solidFill>
                <a:latin typeface="Calibri"/>
                <a:cs typeface="Calibri"/>
              </a:rPr>
              <a:t>du</a:t>
            </a:r>
            <a:r>
              <a:rPr b="1" spc="-10" dirty="0">
                <a:solidFill>
                  <a:srgbClr val="FF7800"/>
                </a:solidFill>
                <a:latin typeface="Calibri"/>
                <a:cs typeface="Calibri"/>
              </a:rPr>
              <a:t> disque</a:t>
            </a:r>
            <a:endParaRPr dirty="0">
              <a:latin typeface="Calibri"/>
              <a:cs typeface="Calibri"/>
            </a:endParaRPr>
          </a:p>
          <a:p>
            <a:pPr marL="12700" marR="5080" algn="just">
              <a:lnSpc>
                <a:spcPct val="150100"/>
              </a:lnSpc>
              <a:spcBef>
                <a:spcPts val="735"/>
              </a:spcBef>
            </a:pPr>
            <a:r>
              <a:rPr sz="1400" dirty="0" smtClean="0">
                <a:solidFill>
                  <a:srgbClr val="585858"/>
                </a:solidFill>
                <a:latin typeface="Calibri"/>
                <a:cs typeface="Calibri"/>
              </a:rPr>
              <a:t>Le</a:t>
            </a:r>
            <a:r>
              <a:rPr sz="1400" spc="5" dirty="0" smtClean="0">
                <a:solidFill>
                  <a:srgbClr val="585858"/>
                </a:solidFill>
                <a:latin typeface="Calibri"/>
                <a:cs typeface="Calibri"/>
              </a:rPr>
              <a:t> </a:t>
            </a:r>
            <a:r>
              <a:rPr sz="1400" b="1" dirty="0">
                <a:solidFill>
                  <a:srgbClr val="585858"/>
                </a:solidFill>
                <a:latin typeface="Calibri"/>
                <a:cs typeface="Calibri"/>
              </a:rPr>
              <a:t>formatage</a:t>
            </a:r>
            <a:r>
              <a:rPr sz="1400" b="1" spc="5" dirty="0">
                <a:solidFill>
                  <a:srgbClr val="585858"/>
                </a:solidFill>
                <a:latin typeface="Calibri"/>
                <a:cs typeface="Calibri"/>
              </a:rPr>
              <a:t> </a:t>
            </a:r>
            <a:r>
              <a:rPr sz="1400" dirty="0">
                <a:solidFill>
                  <a:srgbClr val="585858"/>
                </a:solidFill>
                <a:latin typeface="Calibri"/>
                <a:cs typeface="Calibri"/>
              </a:rPr>
              <a:t>est</a:t>
            </a:r>
            <a:r>
              <a:rPr sz="1400" spc="10" dirty="0">
                <a:solidFill>
                  <a:srgbClr val="585858"/>
                </a:solidFill>
                <a:latin typeface="Calibri"/>
                <a:cs typeface="Calibri"/>
              </a:rPr>
              <a:t> </a:t>
            </a:r>
            <a:r>
              <a:rPr sz="1400" dirty="0">
                <a:solidFill>
                  <a:srgbClr val="585858"/>
                </a:solidFill>
                <a:latin typeface="Calibri"/>
                <a:cs typeface="Calibri"/>
              </a:rPr>
              <a:t>une</a:t>
            </a:r>
            <a:r>
              <a:rPr sz="1400" spc="5" dirty="0">
                <a:solidFill>
                  <a:srgbClr val="585858"/>
                </a:solidFill>
                <a:latin typeface="Calibri"/>
                <a:cs typeface="Calibri"/>
              </a:rPr>
              <a:t> </a:t>
            </a:r>
            <a:r>
              <a:rPr sz="1400" dirty="0">
                <a:solidFill>
                  <a:srgbClr val="585858"/>
                </a:solidFill>
                <a:latin typeface="Calibri"/>
                <a:cs typeface="Calibri"/>
              </a:rPr>
              <a:t>opération</a:t>
            </a:r>
            <a:r>
              <a:rPr sz="1400" spc="20" dirty="0">
                <a:solidFill>
                  <a:srgbClr val="585858"/>
                </a:solidFill>
                <a:latin typeface="Calibri"/>
                <a:cs typeface="Calibri"/>
              </a:rPr>
              <a:t> </a:t>
            </a:r>
            <a:r>
              <a:rPr sz="1400" spc="-25" dirty="0">
                <a:solidFill>
                  <a:srgbClr val="585858"/>
                </a:solidFill>
                <a:latin typeface="Calibri"/>
                <a:cs typeface="Calibri"/>
              </a:rPr>
              <a:t>qui </a:t>
            </a:r>
            <a:r>
              <a:rPr sz="1400" spc="-10" dirty="0">
                <a:solidFill>
                  <a:srgbClr val="585858"/>
                </a:solidFill>
                <a:latin typeface="Calibri"/>
                <a:cs typeface="Calibri"/>
              </a:rPr>
              <a:t>consiste </a:t>
            </a:r>
            <a:r>
              <a:rPr sz="1400" dirty="0">
                <a:solidFill>
                  <a:srgbClr val="585858"/>
                </a:solidFill>
                <a:latin typeface="Calibri"/>
                <a:cs typeface="Calibri"/>
              </a:rPr>
              <a:t>à</a:t>
            </a:r>
            <a:r>
              <a:rPr sz="1400" spc="-15" dirty="0">
                <a:solidFill>
                  <a:srgbClr val="585858"/>
                </a:solidFill>
                <a:latin typeface="Calibri"/>
                <a:cs typeface="Calibri"/>
              </a:rPr>
              <a:t> </a:t>
            </a:r>
            <a:r>
              <a:rPr sz="1400" dirty="0">
                <a:solidFill>
                  <a:srgbClr val="585858"/>
                </a:solidFill>
                <a:latin typeface="Calibri"/>
                <a:cs typeface="Calibri"/>
              </a:rPr>
              <a:t>l’inspection</a:t>
            </a:r>
            <a:r>
              <a:rPr sz="1400" spc="-30" dirty="0">
                <a:solidFill>
                  <a:srgbClr val="585858"/>
                </a:solidFill>
                <a:latin typeface="Calibri"/>
                <a:cs typeface="Calibri"/>
              </a:rPr>
              <a:t> </a:t>
            </a:r>
            <a:r>
              <a:rPr sz="1400" dirty="0">
                <a:solidFill>
                  <a:srgbClr val="585858"/>
                </a:solidFill>
                <a:latin typeface="Calibri"/>
                <a:cs typeface="Calibri"/>
              </a:rPr>
              <a:t>des</a:t>
            </a:r>
            <a:r>
              <a:rPr sz="1400" spc="-20" dirty="0">
                <a:solidFill>
                  <a:srgbClr val="585858"/>
                </a:solidFill>
                <a:latin typeface="Calibri"/>
                <a:cs typeface="Calibri"/>
              </a:rPr>
              <a:t> </a:t>
            </a:r>
            <a:r>
              <a:rPr sz="1400" dirty="0">
                <a:solidFill>
                  <a:srgbClr val="585858"/>
                </a:solidFill>
                <a:latin typeface="Calibri"/>
                <a:cs typeface="Calibri"/>
              </a:rPr>
              <a:t>secteurs,</a:t>
            </a:r>
            <a:r>
              <a:rPr sz="1400" spc="-20" dirty="0">
                <a:solidFill>
                  <a:srgbClr val="585858"/>
                </a:solidFill>
                <a:latin typeface="Calibri"/>
                <a:cs typeface="Calibri"/>
              </a:rPr>
              <a:t> </a:t>
            </a:r>
            <a:r>
              <a:rPr sz="1400" spc="-10" dirty="0">
                <a:solidFill>
                  <a:srgbClr val="585858"/>
                </a:solidFill>
                <a:latin typeface="Calibri"/>
                <a:cs typeface="Calibri"/>
              </a:rPr>
              <a:t>l’effacement </a:t>
            </a:r>
            <a:r>
              <a:rPr sz="1400" dirty="0">
                <a:solidFill>
                  <a:srgbClr val="585858"/>
                </a:solidFill>
                <a:latin typeface="Calibri"/>
                <a:cs typeface="Calibri"/>
              </a:rPr>
              <a:t>des</a:t>
            </a:r>
            <a:r>
              <a:rPr sz="1400" spc="-25" dirty="0">
                <a:solidFill>
                  <a:srgbClr val="585858"/>
                </a:solidFill>
                <a:latin typeface="Calibri"/>
                <a:cs typeface="Calibri"/>
              </a:rPr>
              <a:t> </a:t>
            </a:r>
            <a:r>
              <a:rPr sz="1400" dirty="0">
                <a:solidFill>
                  <a:srgbClr val="585858"/>
                </a:solidFill>
                <a:latin typeface="Calibri"/>
                <a:cs typeface="Calibri"/>
              </a:rPr>
              <a:t>données</a:t>
            </a:r>
            <a:r>
              <a:rPr sz="1400" spc="-5" dirty="0">
                <a:solidFill>
                  <a:srgbClr val="585858"/>
                </a:solidFill>
                <a:latin typeface="Calibri"/>
                <a:cs typeface="Calibri"/>
              </a:rPr>
              <a:t> </a:t>
            </a:r>
            <a:r>
              <a:rPr sz="1400" dirty="0">
                <a:solidFill>
                  <a:srgbClr val="585858"/>
                </a:solidFill>
                <a:latin typeface="Calibri"/>
                <a:cs typeface="Calibri"/>
              </a:rPr>
              <a:t>et</a:t>
            </a:r>
            <a:r>
              <a:rPr sz="1400" spc="-35" dirty="0">
                <a:solidFill>
                  <a:srgbClr val="585858"/>
                </a:solidFill>
                <a:latin typeface="Calibri"/>
                <a:cs typeface="Calibri"/>
              </a:rPr>
              <a:t> </a:t>
            </a:r>
            <a:r>
              <a:rPr sz="1400" dirty="0">
                <a:solidFill>
                  <a:srgbClr val="585858"/>
                </a:solidFill>
                <a:latin typeface="Calibri"/>
                <a:cs typeface="Calibri"/>
              </a:rPr>
              <a:t>la</a:t>
            </a:r>
            <a:r>
              <a:rPr sz="1400" spc="-10" dirty="0">
                <a:solidFill>
                  <a:srgbClr val="585858"/>
                </a:solidFill>
                <a:latin typeface="Calibri"/>
                <a:cs typeface="Calibri"/>
              </a:rPr>
              <a:t> </a:t>
            </a:r>
            <a:r>
              <a:rPr sz="1400" dirty="0">
                <a:solidFill>
                  <a:srgbClr val="585858"/>
                </a:solidFill>
                <a:latin typeface="Calibri"/>
                <a:cs typeface="Calibri"/>
              </a:rPr>
              <a:t>création</a:t>
            </a:r>
            <a:r>
              <a:rPr sz="1400" spc="-15" dirty="0">
                <a:solidFill>
                  <a:srgbClr val="585858"/>
                </a:solidFill>
                <a:latin typeface="Calibri"/>
                <a:cs typeface="Calibri"/>
              </a:rPr>
              <a:t> </a:t>
            </a:r>
            <a:r>
              <a:rPr sz="1400" dirty="0">
                <a:solidFill>
                  <a:srgbClr val="585858"/>
                </a:solidFill>
                <a:latin typeface="Calibri"/>
                <a:cs typeface="Calibri"/>
              </a:rPr>
              <a:t>de</a:t>
            </a:r>
            <a:r>
              <a:rPr sz="1400" spc="-15" dirty="0">
                <a:solidFill>
                  <a:srgbClr val="585858"/>
                </a:solidFill>
                <a:latin typeface="Calibri"/>
                <a:cs typeface="Calibri"/>
              </a:rPr>
              <a:t> </a:t>
            </a:r>
            <a:r>
              <a:rPr sz="1400" spc="-10" dirty="0">
                <a:solidFill>
                  <a:srgbClr val="585858"/>
                </a:solidFill>
                <a:latin typeface="Calibri"/>
                <a:cs typeface="Calibri"/>
              </a:rPr>
              <a:t>répertoire</a:t>
            </a:r>
            <a:r>
              <a:rPr sz="1400" spc="-30" dirty="0">
                <a:solidFill>
                  <a:srgbClr val="585858"/>
                </a:solidFill>
                <a:latin typeface="Calibri"/>
                <a:cs typeface="Calibri"/>
              </a:rPr>
              <a:t> </a:t>
            </a:r>
            <a:r>
              <a:rPr sz="1400" dirty="0">
                <a:solidFill>
                  <a:srgbClr val="585858"/>
                </a:solidFill>
                <a:latin typeface="Calibri"/>
                <a:cs typeface="Calibri"/>
              </a:rPr>
              <a:t>racine</a:t>
            </a:r>
            <a:r>
              <a:rPr sz="1400" spc="-5" dirty="0">
                <a:solidFill>
                  <a:srgbClr val="585858"/>
                </a:solidFill>
                <a:latin typeface="Calibri"/>
                <a:cs typeface="Calibri"/>
              </a:rPr>
              <a:t> </a:t>
            </a:r>
            <a:r>
              <a:rPr sz="1400" dirty="0">
                <a:solidFill>
                  <a:srgbClr val="585858"/>
                </a:solidFill>
                <a:latin typeface="Calibri"/>
                <a:cs typeface="Calibri"/>
              </a:rPr>
              <a:t>du</a:t>
            </a:r>
            <a:r>
              <a:rPr sz="1400" spc="-20" dirty="0">
                <a:solidFill>
                  <a:srgbClr val="585858"/>
                </a:solidFill>
                <a:latin typeface="Calibri"/>
                <a:cs typeface="Calibri"/>
              </a:rPr>
              <a:t> </a:t>
            </a:r>
            <a:r>
              <a:rPr sz="1400" spc="-10" dirty="0">
                <a:solidFill>
                  <a:srgbClr val="585858"/>
                </a:solidFill>
                <a:latin typeface="Calibri"/>
                <a:cs typeface="Calibri"/>
              </a:rPr>
              <a:t>système</a:t>
            </a:r>
            <a:r>
              <a:rPr sz="1400" spc="-30" dirty="0">
                <a:solidFill>
                  <a:srgbClr val="585858"/>
                </a:solidFill>
                <a:latin typeface="Calibri"/>
                <a:cs typeface="Calibri"/>
              </a:rPr>
              <a:t> </a:t>
            </a:r>
            <a:r>
              <a:rPr sz="1400" dirty="0">
                <a:solidFill>
                  <a:srgbClr val="585858"/>
                </a:solidFill>
                <a:latin typeface="Calibri"/>
                <a:cs typeface="Calibri"/>
              </a:rPr>
              <a:t>de</a:t>
            </a:r>
            <a:r>
              <a:rPr sz="1400" spc="-35" dirty="0">
                <a:solidFill>
                  <a:srgbClr val="585858"/>
                </a:solidFill>
                <a:latin typeface="Calibri"/>
                <a:cs typeface="Calibri"/>
              </a:rPr>
              <a:t> </a:t>
            </a:r>
            <a:r>
              <a:rPr sz="1400" dirty="0">
                <a:solidFill>
                  <a:srgbClr val="585858"/>
                </a:solidFill>
                <a:latin typeface="Calibri"/>
                <a:cs typeface="Calibri"/>
              </a:rPr>
              <a:t>fichiers.</a:t>
            </a:r>
            <a:r>
              <a:rPr sz="1400" spc="-5" dirty="0">
                <a:solidFill>
                  <a:srgbClr val="585858"/>
                </a:solidFill>
                <a:latin typeface="Calibri"/>
                <a:cs typeface="Calibri"/>
              </a:rPr>
              <a:t> </a:t>
            </a:r>
            <a:endParaRPr sz="1400" dirty="0">
              <a:latin typeface="Calibri"/>
              <a:cs typeface="Calibri"/>
            </a:endParaRPr>
          </a:p>
        </p:txBody>
      </p:sp>
      <p:sp>
        <p:nvSpPr>
          <p:cNvPr id="13" name="object 13"/>
          <p:cNvSpPr txBox="1">
            <a:spLocks noGrp="1"/>
          </p:cNvSpPr>
          <p:nvPr>
            <p:ph type="title"/>
          </p:nvPr>
        </p:nvSpPr>
        <p:spPr>
          <a:xfrm>
            <a:off x="263753" y="332308"/>
            <a:ext cx="4597400" cy="537968"/>
          </a:xfrm>
          <a:prstGeom prst="rect">
            <a:avLst/>
          </a:prstGeom>
        </p:spPr>
        <p:txBody>
          <a:bodyPr vert="horz" wrap="square" lIns="0" tIns="12065" rIns="0" bIns="0" rtlCol="0">
            <a:spAutoFit/>
          </a:bodyPr>
          <a:lstStyle/>
          <a:p>
            <a:pPr marL="12700">
              <a:lnSpc>
                <a:spcPts val="2300"/>
              </a:lnSpc>
              <a:spcBef>
                <a:spcPts val="95"/>
              </a:spcBef>
            </a:pPr>
            <a:r>
              <a:rPr dirty="0" smtClean="0">
                <a:solidFill>
                  <a:srgbClr val="007842"/>
                </a:solidFill>
              </a:rPr>
              <a:t>0</a:t>
            </a:r>
            <a:r>
              <a:rPr lang="fr-FR" dirty="0" smtClean="0">
                <a:solidFill>
                  <a:srgbClr val="007842"/>
                </a:solidFill>
              </a:rPr>
              <a:t>5 </a:t>
            </a:r>
            <a:r>
              <a:rPr dirty="0" smtClean="0">
                <a:solidFill>
                  <a:srgbClr val="007842"/>
                </a:solidFill>
              </a:rPr>
              <a:t>–</a:t>
            </a:r>
            <a:r>
              <a:rPr spc="-25" dirty="0" smtClean="0">
                <a:solidFill>
                  <a:srgbClr val="007842"/>
                </a:solidFill>
              </a:rPr>
              <a:t> </a:t>
            </a:r>
            <a:r>
              <a:rPr dirty="0">
                <a:solidFill>
                  <a:srgbClr val="007842"/>
                </a:solidFill>
              </a:rPr>
              <a:t>Préparer</a:t>
            </a:r>
            <a:r>
              <a:rPr spc="-50" dirty="0">
                <a:solidFill>
                  <a:srgbClr val="007842"/>
                </a:solidFill>
              </a:rPr>
              <a:t> </a:t>
            </a:r>
            <a:r>
              <a:rPr dirty="0">
                <a:solidFill>
                  <a:srgbClr val="007842"/>
                </a:solidFill>
              </a:rPr>
              <a:t>les</a:t>
            </a:r>
            <a:r>
              <a:rPr spc="-20" dirty="0">
                <a:solidFill>
                  <a:srgbClr val="007842"/>
                </a:solidFill>
              </a:rPr>
              <a:t> </a:t>
            </a:r>
            <a:r>
              <a:rPr dirty="0">
                <a:solidFill>
                  <a:srgbClr val="007842"/>
                </a:solidFill>
              </a:rPr>
              <a:t>disques</a:t>
            </a:r>
            <a:r>
              <a:rPr spc="-40" dirty="0">
                <a:solidFill>
                  <a:srgbClr val="007842"/>
                </a:solidFill>
              </a:rPr>
              <a:t> </a:t>
            </a:r>
            <a:r>
              <a:rPr spc="-20" dirty="0">
                <a:solidFill>
                  <a:srgbClr val="007842"/>
                </a:solidFill>
              </a:rPr>
              <a:t>durs</a:t>
            </a:r>
          </a:p>
          <a:p>
            <a:pPr marL="12700" marR="5080">
              <a:lnSpc>
                <a:spcPts val="1730"/>
              </a:lnSpc>
              <a:spcBef>
                <a:spcPts val="114"/>
              </a:spcBef>
            </a:pPr>
            <a:r>
              <a:rPr lang="fr-FR" sz="1600" dirty="0">
                <a:solidFill>
                  <a:srgbClr val="007842"/>
                </a:solidFill>
              </a:rPr>
              <a:t>P</a:t>
            </a:r>
            <a:r>
              <a:rPr sz="1600" spc="-10" dirty="0" err="1" smtClean="0">
                <a:solidFill>
                  <a:srgbClr val="007842"/>
                </a:solidFill>
              </a:rPr>
              <a:t>artitionnement</a:t>
            </a:r>
            <a:r>
              <a:rPr sz="1600" spc="-50" dirty="0" smtClean="0">
                <a:solidFill>
                  <a:srgbClr val="007842"/>
                </a:solidFill>
              </a:rPr>
              <a:t> </a:t>
            </a:r>
            <a:r>
              <a:rPr sz="1600" dirty="0">
                <a:solidFill>
                  <a:srgbClr val="007842"/>
                </a:solidFill>
              </a:rPr>
              <a:t>et</a:t>
            </a:r>
            <a:r>
              <a:rPr sz="1600" spc="-25" dirty="0">
                <a:solidFill>
                  <a:srgbClr val="007842"/>
                </a:solidFill>
              </a:rPr>
              <a:t> </a:t>
            </a:r>
            <a:r>
              <a:rPr sz="1600" spc="-10" dirty="0">
                <a:solidFill>
                  <a:srgbClr val="007842"/>
                </a:solidFill>
              </a:rPr>
              <a:t>formatage</a:t>
            </a:r>
            <a:r>
              <a:rPr sz="1600" spc="-15" dirty="0">
                <a:solidFill>
                  <a:srgbClr val="007842"/>
                </a:solidFill>
              </a:rPr>
              <a:t> </a:t>
            </a:r>
            <a:r>
              <a:rPr sz="1600" dirty="0">
                <a:solidFill>
                  <a:srgbClr val="007842"/>
                </a:solidFill>
              </a:rPr>
              <a:t>des</a:t>
            </a:r>
            <a:r>
              <a:rPr sz="1600" spc="-15" dirty="0">
                <a:solidFill>
                  <a:srgbClr val="007842"/>
                </a:solidFill>
              </a:rPr>
              <a:t> </a:t>
            </a:r>
            <a:r>
              <a:rPr sz="1600" spc="-10" dirty="0">
                <a:solidFill>
                  <a:srgbClr val="007842"/>
                </a:solidFill>
              </a:rPr>
              <a:t>disques </a:t>
            </a:r>
            <a:r>
              <a:rPr sz="1600" spc="-20" dirty="0">
                <a:solidFill>
                  <a:srgbClr val="007842"/>
                </a:solidFill>
              </a:rPr>
              <a:t>durs</a:t>
            </a:r>
            <a:endParaRPr sz="1600" dirty="0"/>
          </a:p>
        </p:txBody>
      </p:sp>
      <p:graphicFrame>
        <p:nvGraphicFramePr>
          <p:cNvPr id="14" name="object 14"/>
          <p:cNvGraphicFramePr>
            <a:graphicFrameLocks noGrp="1"/>
          </p:cNvGraphicFramePr>
          <p:nvPr/>
        </p:nvGraphicFramePr>
        <p:xfrm>
          <a:off x="2575179" y="3568827"/>
          <a:ext cx="5927723" cy="320040"/>
        </p:xfrm>
        <a:graphic>
          <a:graphicData uri="http://schemas.openxmlformats.org/drawingml/2006/table">
            <a:tbl>
              <a:tblPr firstRow="1" bandRow="1">
                <a:tableStyleId>{2D5ABB26-0587-4C30-8999-92F81FD0307C}</a:tableStyleId>
              </a:tblPr>
              <a:tblGrid>
                <a:gridCol w="953769">
                  <a:extLst>
                    <a:ext uri="{9D8B030D-6E8A-4147-A177-3AD203B41FA5}">
                      <a16:colId xmlns:a16="http://schemas.microsoft.com/office/drawing/2014/main" val="20000"/>
                    </a:ext>
                  </a:extLst>
                </a:gridCol>
                <a:gridCol w="100330">
                  <a:extLst>
                    <a:ext uri="{9D8B030D-6E8A-4147-A177-3AD203B41FA5}">
                      <a16:colId xmlns:a16="http://schemas.microsoft.com/office/drawing/2014/main" val="20001"/>
                    </a:ext>
                  </a:extLst>
                </a:gridCol>
                <a:gridCol w="63500">
                  <a:extLst>
                    <a:ext uri="{9D8B030D-6E8A-4147-A177-3AD203B41FA5}">
                      <a16:colId xmlns:a16="http://schemas.microsoft.com/office/drawing/2014/main" val="20002"/>
                    </a:ext>
                  </a:extLst>
                </a:gridCol>
                <a:gridCol w="1645285">
                  <a:extLst>
                    <a:ext uri="{9D8B030D-6E8A-4147-A177-3AD203B41FA5}">
                      <a16:colId xmlns:a16="http://schemas.microsoft.com/office/drawing/2014/main" val="20003"/>
                    </a:ext>
                  </a:extLst>
                </a:gridCol>
                <a:gridCol w="1633219">
                  <a:extLst>
                    <a:ext uri="{9D8B030D-6E8A-4147-A177-3AD203B41FA5}">
                      <a16:colId xmlns:a16="http://schemas.microsoft.com/office/drawing/2014/main" val="20004"/>
                    </a:ext>
                  </a:extLst>
                </a:gridCol>
                <a:gridCol w="101727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320040">
                <a:tc>
                  <a:txBody>
                    <a:bodyPr/>
                    <a:lstStyle/>
                    <a:p>
                      <a:pPr marL="233679">
                        <a:lnSpc>
                          <a:spcPct val="100000"/>
                        </a:lnSpc>
                        <a:spcBef>
                          <a:spcPts val="65"/>
                        </a:spcBef>
                      </a:pPr>
                      <a:r>
                        <a:rPr sz="1800" b="1" spc="-25" dirty="0">
                          <a:latin typeface="Calibri"/>
                          <a:cs typeface="Calibri"/>
                        </a:rPr>
                        <a:t>MBR</a:t>
                      </a:r>
                      <a:endParaRPr sz="1800">
                        <a:latin typeface="Calibri"/>
                        <a:cs typeface="Calibri"/>
                      </a:endParaRPr>
                    </a:p>
                  </a:txBody>
                  <a:tcPr marL="0" marR="0" marT="8255" marB="0">
                    <a:lnL w="19050">
                      <a:solidFill>
                        <a:srgbClr val="000000"/>
                      </a:solidFill>
                      <a:prstDash val="solid"/>
                    </a:lnL>
                    <a:lnR w="125730">
                      <a:solidFill>
                        <a:srgbClr val="FFFFFF"/>
                      </a:solidFill>
                      <a:prstDash val="solid"/>
                    </a:lnR>
                    <a:lnT w="19050">
                      <a:solidFill>
                        <a:srgbClr val="000000"/>
                      </a:solidFill>
                      <a:prstDash val="solid"/>
                    </a:lnT>
                    <a:lnB w="19050">
                      <a:solidFill>
                        <a:srgbClr val="000000"/>
                      </a:solidFill>
                      <a:prstDash val="solid"/>
                    </a:lnB>
                    <a:solidFill>
                      <a:srgbClr val="7E7E7E"/>
                    </a:solidFill>
                  </a:tcPr>
                </a:tc>
                <a:tc>
                  <a:txBody>
                    <a:bodyPr/>
                    <a:lstStyle/>
                    <a:p>
                      <a:pPr>
                        <a:lnSpc>
                          <a:spcPct val="100000"/>
                        </a:lnSpc>
                      </a:pPr>
                      <a:endParaRPr sz="1200">
                        <a:latin typeface="Times New Roman"/>
                        <a:cs typeface="Times New Roman"/>
                      </a:endParaRPr>
                    </a:p>
                  </a:txBody>
                  <a:tcPr marL="0" marR="0" marT="0" marB="0">
                    <a:lnL w="125730">
                      <a:solidFill>
                        <a:srgbClr val="FFFFFF"/>
                      </a:solidFill>
                      <a:prstDash val="solid"/>
                    </a:lnL>
                    <a:lnR w="165353">
                      <a:solidFill>
                        <a:srgbClr val="FFFFFF"/>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65353">
                      <a:solidFill>
                        <a:srgbClr val="FFFFFF"/>
                      </a:solidFill>
                      <a:prstDash val="solid"/>
                    </a:lnL>
                    <a:lnR w="19050">
                      <a:solidFill>
                        <a:srgbClr val="000000"/>
                      </a:solidFill>
                      <a:prstDash val="solid"/>
                    </a:lnR>
                  </a:tcPr>
                </a:tc>
                <a:tc>
                  <a:txBody>
                    <a:bodyPr/>
                    <a:lstStyle/>
                    <a:p>
                      <a:pPr marL="635" algn="ctr">
                        <a:lnSpc>
                          <a:spcPct val="100000"/>
                        </a:lnSpc>
                        <a:spcBef>
                          <a:spcPts val="65"/>
                        </a:spcBef>
                      </a:pPr>
                      <a:r>
                        <a:rPr sz="1800" b="1" spc="-25" dirty="0">
                          <a:latin typeface="Calibri"/>
                          <a:cs typeface="Calibri"/>
                        </a:rPr>
                        <a:t>C:</a:t>
                      </a:r>
                      <a:endParaRPr sz="1800" dirty="0">
                        <a:latin typeface="Calibri"/>
                        <a:cs typeface="Calibri"/>
                      </a:endParaRPr>
                    </a:p>
                  </a:txBody>
                  <a:tcPr marL="0" marR="0" marT="82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92D050"/>
                    </a:solidFill>
                  </a:tcPr>
                </a:tc>
                <a:tc>
                  <a:txBody>
                    <a:bodyPr/>
                    <a:lstStyle/>
                    <a:p>
                      <a:pPr marL="14604" algn="ctr">
                        <a:lnSpc>
                          <a:spcPct val="100000"/>
                        </a:lnSpc>
                        <a:spcBef>
                          <a:spcPts val="65"/>
                        </a:spcBef>
                      </a:pPr>
                      <a:r>
                        <a:rPr sz="1800" b="1" spc="-25" dirty="0">
                          <a:latin typeface="Calibri"/>
                          <a:cs typeface="Calibri"/>
                        </a:rPr>
                        <a:t>D:</a:t>
                      </a:r>
                      <a:endParaRPr sz="1800">
                        <a:latin typeface="Calibri"/>
                        <a:cs typeface="Calibri"/>
                      </a:endParaRPr>
                    </a:p>
                  </a:txBody>
                  <a:tcPr marL="0" marR="0" marT="82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000"/>
                    </a:solidFill>
                  </a:tcPr>
                </a:tc>
                <a:tc>
                  <a:txBody>
                    <a:bodyPr/>
                    <a:lstStyle/>
                    <a:p>
                      <a:pPr algn="ctr">
                        <a:lnSpc>
                          <a:spcPct val="100000"/>
                        </a:lnSpc>
                        <a:spcBef>
                          <a:spcPts val="65"/>
                        </a:spcBef>
                      </a:pPr>
                      <a:r>
                        <a:rPr sz="1800" b="1" spc="-25" dirty="0">
                          <a:latin typeface="Calibri"/>
                          <a:cs typeface="Calibri"/>
                        </a:rPr>
                        <a:t>E:</a:t>
                      </a:r>
                      <a:endParaRPr sz="1800">
                        <a:latin typeface="Calibri"/>
                        <a:cs typeface="Calibri"/>
                      </a:endParaRPr>
                    </a:p>
                  </a:txBody>
                  <a:tcPr marL="0" marR="0" marT="8255" marB="0">
                    <a:lnL w="19050">
                      <a:solidFill>
                        <a:srgbClr val="000000"/>
                      </a:solidFill>
                      <a:prstDash val="solid"/>
                    </a:lnL>
                    <a:lnR w="19050">
                      <a:solidFill>
                        <a:srgbClr val="000000"/>
                      </a:solidFill>
                      <a:prstDash val="solid"/>
                    </a:lnR>
                    <a:lnB w="19050">
                      <a:solidFill>
                        <a:srgbClr val="000000"/>
                      </a:solidFill>
                      <a:prstDash val="solid"/>
                    </a:lnB>
                    <a:solidFill>
                      <a:srgbClr val="FF0000"/>
                    </a:solidFill>
                  </a:tcPr>
                </a:tc>
                <a:tc>
                  <a:txBody>
                    <a:bodyPr/>
                    <a:lstStyle/>
                    <a:p>
                      <a:pPr algn="ctr">
                        <a:lnSpc>
                          <a:spcPct val="100000"/>
                        </a:lnSpc>
                        <a:spcBef>
                          <a:spcPts val="65"/>
                        </a:spcBef>
                      </a:pPr>
                      <a:r>
                        <a:rPr sz="1800" b="1" spc="-25" dirty="0">
                          <a:latin typeface="Calibri"/>
                          <a:cs typeface="Calibri"/>
                        </a:rPr>
                        <a:t>F:</a:t>
                      </a:r>
                      <a:endParaRPr sz="1800" dirty="0">
                        <a:latin typeface="Calibri"/>
                        <a:cs typeface="Calibri"/>
                      </a:endParaRPr>
                    </a:p>
                  </a:txBody>
                  <a:tcPr marL="0" marR="0" marT="82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7800"/>
                    </a:solidFill>
                  </a:tcPr>
                </a:tc>
                <a:extLst>
                  <a:ext uri="{0D108BD9-81ED-4DB2-BD59-A6C34878D82A}">
                    <a16:rowId xmlns:a16="http://schemas.microsoft.com/office/drawing/2014/main" val="10000"/>
                  </a:ext>
                </a:extLst>
              </a:tr>
            </a:tbl>
          </a:graphicData>
        </a:graphic>
      </p:graphicFrame>
      <p:graphicFrame>
        <p:nvGraphicFramePr>
          <p:cNvPr id="15" name="object 15"/>
          <p:cNvGraphicFramePr>
            <a:graphicFrameLocks noGrp="1"/>
          </p:cNvGraphicFramePr>
          <p:nvPr/>
        </p:nvGraphicFramePr>
        <p:xfrm>
          <a:off x="3059810" y="4467986"/>
          <a:ext cx="5153023" cy="389890"/>
        </p:xfrm>
        <a:graphic>
          <a:graphicData uri="http://schemas.openxmlformats.org/drawingml/2006/table">
            <a:tbl>
              <a:tblPr firstRow="1" bandRow="1">
                <a:tableStyleId>{2D5ABB26-0587-4C30-8999-92F81FD0307C}</a:tableStyleId>
              </a:tblPr>
              <a:tblGrid>
                <a:gridCol w="915669">
                  <a:extLst>
                    <a:ext uri="{9D8B030D-6E8A-4147-A177-3AD203B41FA5}">
                      <a16:colId xmlns:a16="http://schemas.microsoft.com/office/drawing/2014/main" val="20000"/>
                    </a:ext>
                  </a:extLst>
                </a:gridCol>
                <a:gridCol w="821055">
                  <a:extLst>
                    <a:ext uri="{9D8B030D-6E8A-4147-A177-3AD203B41FA5}">
                      <a16:colId xmlns:a16="http://schemas.microsoft.com/office/drawing/2014/main" val="20001"/>
                    </a:ext>
                  </a:extLst>
                </a:gridCol>
                <a:gridCol w="1026794">
                  <a:extLst>
                    <a:ext uri="{9D8B030D-6E8A-4147-A177-3AD203B41FA5}">
                      <a16:colId xmlns:a16="http://schemas.microsoft.com/office/drawing/2014/main" val="20002"/>
                    </a:ext>
                  </a:extLst>
                </a:gridCol>
                <a:gridCol w="606425">
                  <a:extLst>
                    <a:ext uri="{9D8B030D-6E8A-4147-A177-3AD203B41FA5}">
                      <a16:colId xmlns:a16="http://schemas.microsoft.com/office/drawing/2014/main" val="20003"/>
                    </a:ext>
                  </a:extLst>
                </a:gridCol>
                <a:gridCol w="810895">
                  <a:extLst>
                    <a:ext uri="{9D8B030D-6E8A-4147-A177-3AD203B41FA5}">
                      <a16:colId xmlns:a16="http://schemas.microsoft.com/office/drawing/2014/main" val="20004"/>
                    </a:ext>
                  </a:extLst>
                </a:gridCol>
                <a:gridCol w="972185">
                  <a:extLst>
                    <a:ext uri="{9D8B030D-6E8A-4147-A177-3AD203B41FA5}">
                      <a16:colId xmlns:a16="http://schemas.microsoft.com/office/drawing/2014/main" val="20005"/>
                    </a:ext>
                  </a:extLst>
                </a:gridCol>
              </a:tblGrid>
              <a:tr h="389890">
                <a:tc>
                  <a:txBody>
                    <a:bodyPr/>
                    <a:lstStyle/>
                    <a:p>
                      <a:pPr marL="101600">
                        <a:lnSpc>
                          <a:spcPct val="100000"/>
                        </a:lnSpc>
                        <a:spcBef>
                          <a:spcPts val="825"/>
                        </a:spcBef>
                      </a:pPr>
                      <a:r>
                        <a:rPr sz="1100" dirty="0">
                          <a:latin typeface="Calibri"/>
                          <a:cs typeface="Calibri"/>
                        </a:rPr>
                        <a:t>Bloc</a:t>
                      </a:r>
                      <a:r>
                        <a:rPr sz="1100" spc="-25" dirty="0">
                          <a:latin typeface="Calibri"/>
                          <a:cs typeface="Calibri"/>
                        </a:rPr>
                        <a:t> </a:t>
                      </a:r>
                      <a:r>
                        <a:rPr sz="1100" dirty="0">
                          <a:latin typeface="Calibri"/>
                          <a:cs typeface="Calibri"/>
                        </a:rPr>
                        <a:t>de</a:t>
                      </a:r>
                      <a:r>
                        <a:rPr sz="1100" spc="-15" dirty="0">
                          <a:latin typeface="Calibri"/>
                          <a:cs typeface="Calibri"/>
                        </a:rPr>
                        <a:t> </a:t>
                      </a:r>
                      <a:r>
                        <a:rPr sz="1100" spc="-20" dirty="0">
                          <a:latin typeface="Calibri"/>
                          <a:cs typeface="Calibri"/>
                        </a:rPr>
                        <a:t>boot</a:t>
                      </a:r>
                      <a:endParaRPr sz="1100">
                        <a:latin typeface="Calibri"/>
                        <a:cs typeface="Calibri"/>
                      </a:endParaRPr>
                    </a:p>
                  </a:txBody>
                  <a:tcPr marL="0" marR="0" marT="104775" marB="0">
                    <a:lnL w="19050">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tcPr>
                </a:tc>
                <a:tc>
                  <a:txBody>
                    <a:bodyPr/>
                    <a:lstStyle/>
                    <a:p>
                      <a:pPr marL="128270">
                        <a:lnSpc>
                          <a:spcPct val="100000"/>
                        </a:lnSpc>
                        <a:spcBef>
                          <a:spcPts val="825"/>
                        </a:spcBef>
                      </a:pPr>
                      <a:r>
                        <a:rPr sz="1100" spc="-10" dirty="0">
                          <a:latin typeface="Calibri"/>
                          <a:cs typeface="Calibri"/>
                        </a:rPr>
                        <a:t>Superbloc</a:t>
                      </a:r>
                      <a:endParaRPr sz="1100">
                        <a:latin typeface="Calibri"/>
                        <a:cs typeface="Calibri"/>
                      </a:endParaRPr>
                    </a:p>
                  </a:txBody>
                  <a:tcPr marL="0" marR="0" marT="104775" marB="0">
                    <a:lnL w="2857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138430" marR="131445" indent="69850">
                        <a:lnSpc>
                          <a:spcPct val="100000"/>
                        </a:lnSpc>
                        <a:spcBef>
                          <a:spcPts val="165"/>
                        </a:spcBef>
                      </a:pPr>
                      <a:r>
                        <a:rPr sz="1100" dirty="0">
                          <a:latin typeface="Calibri"/>
                          <a:cs typeface="Calibri"/>
                        </a:rPr>
                        <a:t>Gestion</a:t>
                      </a:r>
                      <a:r>
                        <a:rPr sz="1100" spc="-25" dirty="0">
                          <a:latin typeface="Calibri"/>
                          <a:cs typeface="Calibri"/>
                        </a:rPr>
                        <a:t> de </a:t>
                      </a:r>
                      <a:r>
                        <a:rPr sz="1100" dirty="0">
                          <a:latin typeface="Calibri"/>
                          <a:cs typeface="Calibri"/>
                        </a:rPr>
                        <a:t>l’espace</a:t>
                      </a:r>
                      <a:r>
                        <a:rPr sz="1100" spc="-35" dirty="0">
                          <a:latin typeface="Calibri"/>
                          <a:cs typeface="Calibri"/>
                        </a:rPr>
                        <a:t> </a:t>
                      </a:r>
                      <a:r>
                        <a:rPr sz="1100" spc="-10" dirty="0">
                          <a:latin typeface="Calibri"/>
                          <a:cs typeface="Calibri"/>
                        </a:rPr>
                        <a:t>libre</a:t>
                      </a:r>
                      <a:endParaRPr sz="1100">
                        <a:latin typeface="Calibri"/>
                        <a:cs typeface="Calibri"/>
                      </a:endParaRPr>
                    </a:p>
                  </a:txBody>
                  <a:tcPr marL="0" marR="0" marT="209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93980">
                        <a:lnSpc>
                          <a:spcPct val="100000"/>
                        </a:lnSpc>
                        <a:spcBef>
                          <a:spcPts val="825"/>
                        </a:spcBef>
                      </a:pPr>
                      <a:r>
                        <a:rPr sz="1100" dirty="0">
                          <a:latin typeface="Calibri"/>
                          <a:cs typeface="Calibri"/>
                        </a:rPr>
                        <a:t>I-</a:t>
                      </a:r>
                      <a:r>
                        <a:rPr sz="1100" spc="-10" dirty="0">
                          <a:latin typeface="Calibri"/>
                          <a:cs typeface="Calibri"/>
                        </a:rPr>
                        <a:t>nodes</a:t>
                      </a:r>
                      <a:endParaRPr sz="1100">
                        <a:latin typeface="Calibri"/>
                        <a:cs typeface="Calibri"/>
                      </a:endParaRPr>
                    </a:p>
                  </a:txBody>
                  <a:tcPr marL="0" marR="0" marT="10477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230504" marR="90805" indent="-128270">
                        <a:lnSpc>
                          <a:spcPct val="100000"/>
                        </a:lnSpc>
                        <a:spcBef>
                          <a:spcPts val="185"/>
                        </a:spcBef>
                      </a:pPr>
                      <a:r>
                        <a:rPr sz="1100" spc="-10" dirty="0">
                          <a:latin typeface="Calibri"/>
                          <a:cs typeface="Calibri"/>
                        </a:rPr>
                        <a:t>Répertoire racine</a:t>
                      </a:r>
                      <a:endParaRPr sz="1100">
                        <a:latin typeface="Calibri"/>
                        <a:cs typeface="Calibri"/>
                      </a:endParaRPr>
                    </a:p>
                  </a:txBody>
                  <a:tcPr marL="0" marR="0" marT="2349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207645" marR="171450" indent="-24765">
                        <a:lnSpc>
                          <a:spcPct val="100000"/>
                        </a:lnSpc>
                        <a:spcBef>
                          <a:spcPts val="185"/>
                        </a:spcBef>
                      </a:pPr>
                      <a:r>
                        <a:rPr sz="1100" spc="-10" dirty="0">
                          <a:latin typeface="Calibri"/>
                          <a:cs typeface="Calibri"/>
                        </a:rPr>
                        <a:t>Répertoire </a:t>
                      </a:r>
                      <a:r>
                        <a:rPr sz="1100" dirty="0">
                          <a:latin typeface="Calibri"/>
                          <a:cs typeface="Calibri"/>
                        </a:rPr>
                        <a:t>et</a:t>
                      </a:r>
                      <a:r>
                        <a:rPr sz="1100" spc="-20" dirty="0">
                          <a:latin typeface="Calibri"/>
                          <a:cs typeface="Calibri"/>
                        </a:rPr>
                        <a:t> </a:t>
                      </a:r>
                      <a:r>
                        <a:rPr sz="1100" spc="-10" dirty="0">
                          <a:latin typeface="Calibri"/>
                          <a:cs typeface="Calibri"/>
                        </a:rPr>
                        <a:t>fichiers</a:t>
                      </a:r>
                      <a:endParaRPr sz="1100">
                        <a:latin typeface="Calibri"/>
                        <a:cs typeface="Calibri"/>
                      </a:endParaRPr>
                    </a:p>
                  </a:txBody>
                  <a:tcPr marL="0" marR="0" marT="2349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bl>
          </a:graphicData>
        </a:graphic>
      </p:graphicFrame>
      <p:sp>
        <p:nvSpPr>
          <p:cNvPr id="16" name="object 16"/>
          <p:cNvSpPr/>
          <p:nvPr/>
        </p:nvSpPr>
        <p:spPr>
          <a:xfrm>
            <a:off x="3093720" y="3874008"/>
            <a:ext cx="5129530" cy="609600"/>
          </a:xfrm>
          <a:custGeom>
            <a:avLst/>
            <a:gdLst/>
            <a:ahLst/>
            <a:cxnLst/>
            <a:rect l="l" t="t" r="r" b="b"/>
            <a:pathLst>
              <a:path w="5129530" h="609600">
                <a:moveTo>
                  <a:pt x="2255520" y="0"/>
                </a:moveTo>
                <a:lnTo>
                  <a:pt x="0" y="608457"/>
                </a:lnTo>
              </a:path>
              <a:path w="5129530" h="609600">
                <a:moveTo>
                  <a:pt x="3889248" y="24384"/>
                </a:moveTo>
                <a:lnTo>
                  <a:pt x="5129403" y="609092"/>
                </a:lnTo>
              </a:path>
            </a:pathLst>
          </a:custGeom>
          <a:ln w="6350">
            <a:solidFill>
              <a:srgbClr val="000000"/>
            </a:solidFill>
          </a:ln>
        </p:spPr>
        <p:txBody>
          <a:bodyPr wrap="square" lIns="0" tIns="0" rIns="0" bIns="0" rtlCol="0"/>
          <a:lstStyle/>
          <a:p>
            <a:endParaRPr/>
          </a:p>
        </p:txBody>
      </p:sp>
      <p:sp>
        <p:nvSpPr>
          <p:cNvPr id="17" name="object 17"/>
          <p:cNvSpPr txBox="1"/>
          <p:nvPr/>
        </p:nvSpPr>
        <p:spPr>
          <a:xfrm>
            <a:off x="2116073" y="3193491"/>
            <a:ext cx="1230630" cy="208915"/>
          </a:xfrm>
          <a:prstGeom prst="rect">
            <a:avLst/>
          </a:prstGeom>
        </p:spPr>
        <p:txBody>
          <a:bodyPr vert="horz" wrap="square" lIns="0" tIns="12700" rIns="0" bIns="0" rtlCol="0">
            <a:spAutoFit/>
          </a:bodyPr>
          <a:lstStyle/>
          <a:p>
            <a:pPr marL="12700">
              <a:lnSpc>
                <a:spcPct val="100000"/>
              </a:lnSpc>
              <a:spcBef>
                <a:spcPts val="100"/>
              </a:spcBef>
            </a:pPr>
            <a:r>
              <a:rPr sz="1200" spc="-20" dirty="0">
                <a:latin typeface="Calibri"/>
                <a:cs typeface="Calibri"/>
              </a:rPr>
              <a:t>Table</a:t>
            </a:r>
            <a:r>
              <a:rPr sz="1200" spc="-25" dirty="0">
                <a:latin typeface="Calibri"/>
                <a:cs typeface="Calibri"/>
              </a:rPr>
              <a:t> </a:t>
            </a:r>
            <a:r>
              <a:rPr sz="1200" dirty="0">
                <a:latin typeface="Calibri"/>
                <a:cs typeface="Calibri"/>
              </a:rPr>
              <a:t>des</a:t>
            </a:r>
            <a:r>
              <a:rPr sz="1200" spc="-10" dirty="0">
                <a:latin typeface="Calibri"/>
                <a:cs typeface="Calibri"/>
              </a:rPr>
              <a:t> partitions</a:t>
            </a:r>
            <a:endParaRPr sz="1200">
              <a:latin typeface="Calibri"/>
              <a:cs typeface="Calibri"/>
            </a:endParaRPr>
          </a:p>
        </p:txBody>
      </p:sp>
      <p:grpSp>
        <p:nvGrpSpPr>
          <p:cNvPr id="18" name="object 18"/>
          <p:cNvGrpSpPr/>
          <p:nvPr/>
        </p:nvGrpSpPr>
        <p:grpSpPr>
          <a:xfrm>
            <a:off x="2584704" y="3080004"/>
            <a:ext cx="5932170" cy="522605"/>
            <a:chOff x="2584704" y="3080004"/>
            <a:chExt cx="5932170" cy="522605"/>
          </a:xfrm>
        </p:grpSpPr>
        <p:pic>
          <p:nvPicPr>
            <p:cNvPr id="19" name="object 19"/>
            <p:cNvPicPr/>
            <p:nvPr/>
          </p:nvPicPr>
          <p:blipFill>
            <a:blip r:embed="rId4" cstate="print"/>
            <a:stretch>
              <a:fillRect/>
            </a:stretch>
          </p:blipFill>
          <p:spPr>
            <a:xfrm>
              <a:off x="3417951" y="3351784"/>
              <a:ext cx="153543" cy="184403"/>
            </a:xfrm>
            <a:prstGeom prst="rect">
              <a:avLst/>
            </a:prstGeom>
          </p:spPr>
        </p:pic>
        <p:pic>
          <p:nvPicPr>
            <p:cNvPr id="20" name="object 20"/>
            <p:cNvPicPr/>
            <p:nvPr/>
          </p:nvPicPr>
          <p:blipFill>
            <a:blip r:embed="rId5" cstate="print"/>
            <a:stretch>
              <a:fillRect/>
            </a:stretch>
          </p:blipFill>
          <p:spPr>
            <a:xfrm>
              <a:off x="5932932" y="3355848"/>
              <a:ext cx="76200" cy="187832"/>
            </a:xfrm>
            <a:prstGeom prst="rect">
              <a:avLst/>
            </a:prstGeom>
          </p:spPr>
        </p:pic>
        <p:sp>
          <p:nvSpPr>
            <p:cNvPr id="21" name="object 21"/>
            <p:cNvSpPr/>
            <p:nvPr/>
          </p:nvSpPr>
          <p:spPr>
            <a:xfrm>
              <a:off x="2584704" y="3080003"/>
              <a:ext cx="5932170" cy="522605"/>
            </a:xfrm>
            <a:custGeom>
              <a:avLst/>
              <a:gdLst/>
              <a:ahLst/>
              <a:cxnLst/>
              <a:rect l="l" t="t" r="r" b="b"/>
              <a:pathLst>
                <a:path w="5932170" h="522604">
                  <a:moveTo>
                    <a:pt x="3328924" y="282067"/>
                  </a:moveTo>
                  <a:lnTo>
                    <a:pt x="3326765" y="269621"/>
                  </a:lnTo>
                  <a:lnTo>
                    <a:pt x="2113076" y="478675"/>
                  </a:lnTo>
                  <a:lnTo>
                    <a:pt x="2107692" y="447421"/>
                  </a:lnTo>
                  <a:lnTo>
                    <a:pt x="2039112" y="497852"/>
                  </a:lnTo>
                  <a:lnTo>
                    <a:pt x="2120646" y="522490"/>
                  </a:lnTo>
                  <a:lnTo>
                    <a:pt x="2115604" y="493268"/>
                  </a:lnTo>
                  <a:lnTo>
                    <a:pt x="2115223" y="491121"/>
                  </a:lnTo>
                  <a:lnTo>
                    <a:pt x="3328924" y="282067"/>
                  </a:lnTo>
                  <a:close/>
                </a:path>
                <a:path w="5932170" h="522604">
                  <a:moveTo>
                    <a:pt x="4904676" y="467982"/>
                  </a:moveTo>
                  <a:lnTo>
                    <a:pt x="4836541" y="423799"/>
                  </a:lnTo>
                  <a:lnTo>
                    <a:pt x="4832985" y="455409"/>
                  </a:lnTo>
                  <a:lnTo>
                    <a:pt x="3466338" y="303022"/>
                  </a:lnTo>
                  <a:lnTo>
                    <a:pt x="3464814" y="315722"/>
                  </a:lnTo>
                  <a:lnTo>
                    <a:pt x="4831575" y="467982"/>
                  </a:lnTo>
                  <a:lnTo>
                    <a:pt x="4844440" y="467982"/>
                  </a:lnTo>
                  <a:lnTo>
                    <a:pt x="4904676" y="467982"/>
                  </a:lnTo>
                  <a:close/>
                </a:path>
                <a:path w="5932170" h="522604">
                  <a:moveTo>
                    <a:pt x="4908042" y="470166"/>
                  </a:moveTo>
                  <a:lnTo>
                    <a:pt x="4906861" y="469404"/>
                  </a:lnTo>
                  <a:lnTo>
                    <a:pt x="4844288" y="469404"/>
                  </a:lnTo>
                  <a:lnTo>
                    <a:pt x="4831423" y="469404"/>
                  </a:lnTo>
                  <a:lnTo>
                    <a:pt x="4828032" y="499618"/>
                  </a:lnTo>
                  <a:lnTo>
                    <a:pt x="4908042" y="470166"/>
                  </a:lnTo>
                  <a:close/>
                </a:path>
                <a:path w="5932170" h="522604">
                  <a:moveTo>
                    <a:pt x="5638927" y="469900"/>
                  </a:moveTo>
                  <a:lnTo>
                    <a:pt x="5566410" y="425196"/>
                  </a:lnTo>
                  <a:lnTo>
                    <a:pt x="5563603" y="456844"/>
                  </a:lnTo>
                  <a:lnTo>
                    <a:pt x="3447796" y="269494"/>
                  </a:lnTo>
                  <a:lnTo>
                    <a:pt x="3446780" y="282194"/>
                  </a:lnTo>
                  <a:lnTo>
                    <a:pt x="5562473" y="469544"/>
                  </a:lnTo>
                  <a:lnTo>
                    <a:pt x="5559679" y="501154"/>
                  </a:lnTo>
                  <a:lnTo>
                    <a:pt x="5636984" y="470662"/>
                  </a:lnTo>
                  <a:lnTo>
                    <a:pt x="5638927" y="469900"/>
                  </a:lnTo>
                  <a:close/>
                </a:path>
                <a:path w="5932170" h="522604">
                  <a:moveTo>
                    <a:pt x="5932170" y="38100"/>
                  </a:moveTo>
                  <a:lnTo>
                    <a:pt x="5919470" y="31750"/>
                  </a:lnTo>
                  <a:lnTo>
                    <a:pt x="5855970" y="0"/>
                  </a:lnTo>
                  <a:lnTo>
                    <a:pt x="5855970" y="31750"/>
                  </a:lnTo>
                  <a:lnTo>
                    <a:pt x="76200" y="31750"/>
                  </a:lnTo>
                  <a:lnTo>
                    <a:pt x="76200" y="0"/>
                  </a:lnTo>
                  <a:lnTo>
                    <a:pt x="0" y="38100"/>
                  </a:lnTo>
                  <a:lnTo>
                    <a:pt x="76200" y="76200"/>
                  </a:lnTo>
                  <a:lnTo>
                    <a:pt x="76200" y="44450"/>
                  </a:lnTo>
                  <a:lnTo>
                    <a:pt x="5855970" y="44450"/>
                  </a:lnTo>
                  <a:lnTo>
                    <a:pt x="5855970" y="76200"/>
                  </a:lnTo>
                  <a:lnTo>
                    <a:pt x="5919470" y="44450"/>
                  </a:lnTo>
                  <a:lnTo>
                    <a:pt x="5932170" y="38100"/>
                  </a:lnTo>
                  <a:close/>
                </a:path>
              </a:pathLst>
            </a:custGeom>
            <a:solidFill>
              <a:srgbClr val="000000"/>
            </a:solidFill>
          </p:spPr>
          <p:txBody>
            <a:bodyPr wrap="square" lIns="0" tIns="0" rIns="0" bIns="0" rtlCol="0"/>
            <a:lstStyle/>
            <a:p>
              <a:endParaRPr/>
            </a:p>
          </p:txBody>
        </p:sp>
      </p:grpSp>
      <p:sp>
        <p:nvSpPr>
          <p:cNvPr id="22" name="object 22"/>
          <p:cNvSpPr txBox="1"/>
          <p:nvPr/>
        </p:nvSpPr>
        <p:spPr>
          <a:xfrm>
            <a:off x="4886325" y="2832861"/>
            <a:ext cx="1702435" cy="549910"/>
          </a:xfrm>
          <a:prstGeom prst="rect">
            <a:avLst/>
          </a:prstGeom>
        </p:spPr>
        <p:txBody>
          <a:bodyPr vert="horz" wrap="square" lIns="0" tIns="92075" rIns="0" bIns="0" rtlCol="0">
            <a:spAutoFit/>
          </a:bodyPr>
          <a:lstStyle/>
          <a:p>
            <a:pPr marL="12700">
              <a:lnSpc>
                <a:spcPct val="100000"/>
              </a:lnSpc>
              <a:spcBef>
                <a:spcPts val="725"/>
              </a:spcBef>
            </a:pPr>
            <a:r>
              <a:rPr sz="1200" b="1" dirty="0">
                <a:latin typeface="Calibri"/>
                <a:cs typeface="Calibri"/>
              </a:rPr>
              <a:t>Disque</a:t>
            </a:r>
            <a:r>
              <a:rPr sz="1200" b="1" spc="-5" dirty="0">
                <a:latin typeface="Calibri"/>
                <a:cs typeface="Calibri"/>
              </a:rPr>
              <a:t> </a:t>
            </a:r>
            <a:r>
              <a:rPr sz="1200" b="1" dirty="0">
                <a:latin typeface="Calibri"/>
                <a:cs typeface="Calibri"/>
              </a:rPr>
              <a:t>dans</a:t>
            </a:r>
            <a:r>
              <a:rPr sz="1200" b="1" spc="-25" dirty="0">
                <a:latin typeface="Calibri"/>
                <a:cs typeface="Calibri"/>
              </a:rPr>
              <a:t> </a:t>
            </a:r>
            <a:r>
              <a:rPr sz="1200" b="1" dirty="0">
                <a:latin typeface="Calibri"/>
                <a:cs typeface="Calibri"/>
              </a:rPr>
              <a:t>sa</a:t>
            </a:r>
            <a:r>
              <a:rPr sz="1200" b="1" spc="-35" dirty="0">
                <a:latin typeface="Calibri"/>
                <a:cs typeface="Calibri"/>
              </a:rPr>
              <a:t> </a:t>
            </a:r>
            <a:r>
              <a:rPr sz="1200" b="1" spc="-10" dirty="0">
                <a:latin typeface="Calibri"/>
                <a:cs typeface="Calibri"/>
              </a:rPr>
              <a:t>totalité</a:t>
            </a:r>
            <a:endParaRPr sz="1200">
              <a:latin typeface="Calibri"/>
              <a:cs typeface="Calibri"/>
            </a:endParaRPr>
          </a:p>
          <a:p>
            <a:pPr marL="458470">
              <a:lnSpc>
                <a:spcPct val="100000"/>
              </a:lnSpc>
              <a:spcBef>
                <a:spcPts val="620"/>
              </a:spcBef>
            </a:pPr>
            <a:r>
              <a:rPr sz="1200" spc="-10" dirty="0">
                <a:latin typeface="Calibri"/>
                <a:cs typeface="Calibri"/>
              </a:rPr>
              <a:t>Partitions</a:t>
            </a:r>
            <a:r>
              <a:rPr sz="1200" spc="15" dirty="0">
                <a:latin typeface="Calibri"/>
                <a:cs typeface="Calibri"/>
              </a:rPr>
              <a:t> </a:t>
            </a:r>
            <a:r>
              <a:rPr sz="1200" dirty="0">
                <a:latin typeface="Calibri"/>
                <a:cs typeface="Calibri"/>
              </a:rPr>
              <a:t>du </a:t>
            </a:r>
            <a:r>
              <a:rPr sz="1200" spc="-10" dirty="0">
                <a:latin typeface="Calibri"/>
                <a:cs typeface="Calibri"/>
              </a:rPr>
              <a:t>disque</a:t>
            </a:r>
            <a:endParaRPr sz="1200">
              <a:latin typeface="Calibri"/>
              <a:cs typeface="Calibri"/>
            </a:endParaRPr>
          </a:p>
        </p:txBody>
      </p:sp>
      <p:sp>
        <p:nvSpPr>
          <p:cNvPr id="25" name="object 2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39</a:t>
            </a:fld>
            <a:endParaRPr spc="-25" dirty="0"/>
          </a:p>
        </p:txBody>
      </p:sp>
      <p:sp>
        <p:nvSpPr>
          <p:cNvPr id="23" name="object 23"/>
          <p:cNvSpPr txBox="1"/>
          <p:nvPr/>
        </p:nvSpPr>
        <p:spPr>
          <a:xfrm>
            <a:off x="798982" y="4913637"/>
            <a:ext cx="10592435" cy="1574790"/>
          </a:xfrm>
          <a:prstGeom prst="rect">
            <a:avLst/>
          </a:prstGeom>
        </p:spPr>
        <p:txBody>
          <a:bodyPr vert="horz" wrap="square" lIns="0" tIns="12700" rIns="0" bIns="0" rtlCol="0">
            <a:spAutoFit/>
          </a:bodyPr>
          <a:lstStyle/>
          <a:p>
            <a:pPr marL="3316604">
              <a:lnSpc>
                <a:spcPct val="150000"/>
              </a:lnSpc>
              <a:spcBef>
                <a:spcPts val="100"/>
              </a:spcBef>
            </a:pPr>
            <a:r>
              <a:rPr sz="1200" i="1" dirty="0">
                <a:solidFill>
                  <a:srgbClr val="7E7E7E"/>
                </a:solidFill>
                <a:latin typeface="Calibri"/>
                <a:cs typeface="Calibri"/>
              </a:rPr>
              <a:t>Figure</a:t>
            </a:r>
            <a:r>
              <a:rPr sz="1200" i="1" spc="-10" dirty="0">
                <a:solidFill>
                  <a:srgbClr val="7E7E7E"/>
                </a:solidFill>
                <a:latin typeface="Calibri"/>
                <a:cs typeface="Calibri"/>
              </a:rPr>
              <a:t> </a:t>
            </a:r>
            <a:r>
              <a:rPr sz="1200" i="1" dirty="0">
                <a:solidFill>
                  <a:srgbClr val="7E7E7E"/>
                </a:solidFill>
                <a:latin typeface="Calibri"/>
                <a:cs typeface="Calibri"/>
              </a:rPr>
              <a:t>22</a:t>
            </a:r>
            <a:r>
              <a:rPr sz="1200" i="1" spc="30" dirty="0">
                <a:solidFill>
                  <a:srgbClr val="7E7E7E"/>
                </a:solidFill>
                <a:latin typeface="Calibri"/>
                <a:cs typeface="Calibri"/>
              </a:rPr>
              <a:t> </a:t>
            </a:r>
            <a:r>
              <a:rPr sz="1200" i="1" dirty="0">
                <a:solidFill>
                  <a:srgbClr val="7E7E7E"/>
                </a:solidFill>
                <a:latin typeface="Calibri"/>
                <a:cs typeface="Calibri"/>
              </a:rPr>
              <a:t>:</a:t>
            </a:r>
            <a:r>
              <a:rPr sz="1200" i="1" spc="5" dirty="0">
                <a:solidFill>
                  <a:srgbClr val="7E7E7E"/>
                </a:solidFill>
                <a:latin typeface="Calibri"/>
                <a:cs typeface="Calibri"/>
              </a:rPr>
              <a:t> </a:t>
            </a:r>
            <a:r>
              <a:rPr sz="1200" i="1" spc="-10" dirty="0">
                <a:solidFill>
                  <a:srgbClr val="7E7E7E"/>
                </a:solidFill>
                <a:latin typeface="Calibri"/>
                <a:cs typeface="Calibri"/>
              </a:rPr>
              <a:t>Organisation</a:t>
            </a:r>
            <a:r>
              <a:rPr sz="1200" i="1" spc="-50" dirty="0">
                <a:solidFill>
                  <a:srgbClr val="7E7E7E"/>
                </a:solidFill>
                <a:latin typeface="Calibri"/>
                <a:cs typeface="Calibri"/>
              </a:rPr>
              <a:t> </a:t>
            </a:r>
            <a:r>
              <a:rPr sz="1200" i="1" dirty="0">
                <a:solidFill>
                  <a:srgbClr val="7E7E7E"/>
                </a:solidFill>
                <a:latin typeface="Calibri"/>
                <a:cs typeface="Calibri"/>
              </a:rPr>
              <a:t>du</a:t>
            </a:r>
            <a:r>
              <a:rPr sz="1200" i="1" spc="-30" dirty="0">
                <a:solidFill>
                  <a:srgbClr val="7E7E7E"/>
                </a:solidFill>
                <a:latin typeface="Calibri"/>
                <a:cs typeface="Calibri"/>
              </a:rPr>
              <a:t> </a:t>
            </a:r>
            <a:r>
              <a:rPr sz="1200" i="1" spc="-10" dirty="0">
                <a:solidFill>
                  <a:srgbClr val="7E7E7E"/>
                </a:solidFill>
                <a:latin typeface="Calibri"/>
                <a:cs typeface="Calibri"/>
              </a:rPr>
              <a:t>système</a:t>
            </a:r>
            <a:r>
              <a:rPr sz="1200" i="1" spc="40" dirty="0">
                <a:solidFill>
                  <a:srgbClr val="7E7E7E"/>
                </a:solidFill>
                <a:latin typeface="Calibri"/>
                <a:cs typeface="Calibri"/>
              </a:rPr>
              <a:t> </a:t>
            </a:r>
            <a:r>
              <a:rPr sz="1200" i="1" dirty="0">
                <a:solidFill>
                  <a:srgbClr val="7E7E7E"/>
                </a:solidFill>
                <a:latin typeface="Calibri"/>
                <a:cs typeface="Calibri"/>
              </a:rPr>
              <a:t>de</a:t>
            </a:r>
            <a:r>
              <a:rPr sz="1200" i="1" spc="-5" dirty="0">
                <a:solidFill>
                  <a:srgbClr val="7E7E7E"/>
                </a:solidFill>
                <a:latin typeface="Calibri"/>
                <a:cs typeface="Calibri"/>
              </a:rPr>
              <a:t> </a:t>
            </a:r>
            <a:r>
              <a:rPr sz="1200" i="1" spc="-10" dirty="0">
                <a:solidFill>
                  <a:srgbClr val="7E7E7E"/>
                </a:solidFill>
                <a:latin typeface="Calibri"/>
                <a:cs typeface="Calibri"/>
              </a:rPr>
              <a:t>fichiers</a:t>
            </a:r>
            <a:endParaRPr sz="1200" dirty="0">
              <a:latin typeface="Calibri"/>
              <a:cs typeface="Calibri"/>
            </a:endParaRPr>
          </a:p>
          <a:p>
            <a:pPr>
              <a:lnSpc>
                <a:spcPct val="150000"/>
              </a:lnSpc>
              <a:spcBef>
                <a:spcPts val="345"/>
              </a:spcBef>
            </a:pPr>
            <a:endParaRPr sz="1200" dirty="0">
              <a:latin typeface="Calibri"/>
              <a:cs typeface="Calibri"/>
            </a:endParaRPr>
          </a:p>
          <a:p>
            <a:pPr marL="12700" marR="5080" algn="just">
              <a:lnSpc>
                <a:spcPct val="150000"/>
              </a:lnSpc>
            </a:pPr>
            <a:r>
              <a:rPr sz="1400" dirty="0">
                <a:solidFill>
                  <a:srgbClr val="585858"/>
                </a:solidFill>
                <a:latin typeface="Calibri"/>
                <a:cs typeface="Calibri"/>
              </a:rPr>
              <a:t>Un</a:t>
            </a:r>
            <a:r>
              <a:rPr sz="1400" spc="-20" dirty="0">
                <a:solidFill>
                  <a:srgbClr val="585858"/>
                </a:solidFill>
                <a:latin typeface="Calibri"/>
                <a:cs typeface="Calibri"/>
              </a:rPr>
              <a:t> </a:t>
            </a:r>
            <a:r>
              <a:rPr sz="1400" b="1" dirty="0">
                <a:solidFill>
                  <a:srgbClr val="585858"/>
                </a:solidFill>
                <a:latin typeface="Calibri"/>
                <a:cs typeface="Calibri"/>
              </a:rPr>
              <a:t>superbloc</a:t>
            </a:r>
            <a:r>
              <a:rPr sz="1400" b="1" spc="15" dirty="0">
                <a:solidFill>
                  <a:srgbClr val="585858"/>
                </a:solidFill>
                <a:latin typeface="Calibri"/>
                <a:cs typeface="Calibri"/>
              </a:rPr>
              <a:t> </a:t>
            </a:r>
            <a:r>
              <a:rPr sz="1400" dirty="0">
                <a:solidFill>
                  <a:srgbClr val="585858"/>
                </a:solidFill>
                <a:latin typeface="Calibri"/>
                <a:cs typeface="Calibri"/>
              </a:rPr>
              <a:t>contient</a:t>
            </a:r>
            <a:r>
              <a:rPr sz="1400" spc="-5" dirty="0">
                <a:solidFill>
                  <a:srgbClr val="585858"/>
                </a:solidFill>
                <a:latin typeface="Calibri"/>
                <a:cs typeface="Calibri"/>
              </a:rPr>
              <a:t> </a:t>
            </a:r>
            <a:r>
              <a:rPr sz="1400" dirty="0">
                <a:solidFill>
                  <a:srgbClr val="585858"/>
                </a:solidFill>
                <a:latin typeface="Calibri"/>
                <a:cs typeface="Calibri"/>
              </a:rPr>
              <a:t>l’identifiant du</a:t>
            </a:r>
            <a:r>
              <a:rPr sz="1400" spc="5" dirty="0">
                <a:solidFill>
                  <a:srgbClr val="585858"/>
                </a:solidFill>
                <a:latin typeface="Calibri"/>
                <a:cs typeface="Calibri"/>
              </a:rPr>
              <a:t> </a:t>
            </a:r>
            <a:r>
              <a:rPr sz="1400" dirty="0">
                <a:solidFill>
                  <a:srgbClr val="585858"/>
                </a:solidFill>
                <a:latin typeface="Calibri"/>
                <a:cs typeface="Calibri"/>
              </a:rPr>
              <a:t>système</a:t>
            </a:r>
            <a:r>
              <a:rPr sz="1400" spc="-5" dirty="0">
                <a:solidFill>
                  <a:srgbClr val="585858"/>
                </a:solidFill>
                <a:latin typeface="Calibri"/>
                <a:cs typeface="Calibri"/>
              </a:rPr>
              <a:t> </a:t>
            </a:r>
            <a:r>
              <a:rPr sz="1400" dirty="0">
                <a:solidFill>
                  <a:srgbClr val="585858"/>
                </a:solidFill>
                <a:latin typeface="Calibri"/>
                <a:cs typeface="Calibri"/>
              </a:rPr>
              <a:t>de</a:t>
            </a:r>
            <a:r>
              <a:rPr sz="1400" spc="10" dirty="0">
                <a:solidFill>
                  <a:srgbClr val="585858"/>
                </a:solidFill>
                <a:latin typeface="Calibri"/>
                <a:cs typeface="Calibri"/>
              </a:rPr>
              <a:t> </a:t>
            </a:r>
            <a:r>
              <a:rPr sz="1400" dirty="0">
                <a:solidFill>
                  <a:srgbClr val="585858"/>
                </a:solidFill>
                <a:latin typeface="Calibri"/>
                <a:cs typeface="Calibri"/>
              </a:rPr>
              <a:t>fichiers (C:,</a:t>
            </a:r>
            <a:r>
              <a:rPr sz="1400" spc="-20" dirty="0">
                <a:solidFill>
                  <a:srgbClr val="585858"/>
                </a:solidFill>
                <a:latin typeface="Calibri"/>
                <a:cs typeface="Calibri"/>
              </a:rPr>
              <a:t> </a:t>
            </a:r>
            <a:r>
              <a:rPr sz="1400" dirty="0">
                <a:solidFill>
                  <a:srgbClr val="585858"/>
                </a:solidFill>
                <a:latin typeface="Calibri"/>
                <a:cs typeface="Calibri"/>
              </a:rPr>
              <a:t>D</a:t>
            </a:r>
            <a:r>
              <a:rPr sz="1400" spc="15" dirty="0">
                <a:solidFill>
                  <a:srgbClr val="585858"/>
                </a:solidFill>
                <a:latin typeface="Calibri"/>
                <a:cs typeface="Calibri"/>
              </a:rPr>
              <a:t> </a:t>
            </a:r>
            <a:r>
              <a:rPr sz="1400" dirty="0">
                <a:solidFill>
                  <a:srgbClr val="585858"/>
                </a:solidFill>
                <a:latin typeface="Calibri"/>
                <a:cs typeface="Calibri"/>
              </a:rPr>
              <a:t>:, E:,</a:t>
            </a:r>
            <a:r>
              <a:rPr sz="1400" spc="-25" dirty="0">
                <a:solidFill>
                  <a:srgbClr val="585858"/>
                </a:solidFill>
                <a:latin typeface="Calibri"/>
                <a:cs typeface="Calibri"/>
              </a:rPr>
              <a:t> </a:t>
            </a:r>
            <a:r>
              <a:rPr sz="1400" dirty="0">
                <a:solidFill>
                  <a:srgbClr val="585858"/>
                </a:solidFill>
                <a:latin typeface="Calibri"/>
                <a:cs typeface="Calibri"/>
              </a:rPr>
              <a:t>F:). Aussi,</a:t>
            </a:r>
            <a:r>
              <a:rPr sz="1400" spc="5" dirty="0">
                <a:solidFill>
                  <a:srgbClr val="585858"/>
                </a:solidFill>
                <a:latin typeface="Calibri"/>
                <a:cs typeface="Calibri"/>
              </a:rPr>
              <a:t> </a:t>
            </a:r>
            <a:r>
              <a:rPr sz="1400" dirty="0">
                <a:solidFill>
                  <a:srgbClr val="585858"/>
                </a:solidFill>
                <a:latin typeface="Calibri"/>
                <a:cs typeface="Calibri"/>
              </a:rPr>
              <a:t>le</a:t>
            </a:r>
            <a:r>
              <a:rPr sz="1400" spc="15" dirty="0">
                <a:solidFill>
                  <a:srgbClr val="585858"/>
                </a:solidFill>
                <a:latin typeface="Calibri"/>
                <a:cs typeface="Calibri"/>
              </a:rPr>
              <a:t> </a:t>
            </a:r>
            <a:r>
              <a:rPr sz="1400" dirty="0">
                <a:solidFill>
                  <a:srgbClr val="585858"/>
                </a:solidFill>
                <a:latin typeface="Calibri"/>
                <a:cs typeface="Calibri"/>
              </a:rPr>
              <a:t>nombre</a:t>
            </a:r>
            <a:r>
              <a:rPr sz="1400" spc="15" dirty="0">
                <a:solidFill>
                  <a:srgbClr val="585858"/>
                </a:solidFill>
                <a:latin typeface="Calibri"/>
                <a:cs typeface="Calibri"/>
              </a:rPr>
              <a:t> </a:t>
            </a:r>
            <a:r>
              <a:rPr sz="1400" dirty="0">
                <a:solidFill>
                  <a:srgbClr val="585858"/>
                </a:solidFill>
                <a:latin typeface="Calibri"/>
                <a:cs typeface="Calibri"/>
              </a:rPr>
              <a:t>de</a:t>
            </a:r>
            <a:r>
              <a:rPr sz="1400" spc="-10" dirty="0">
                <a:solidFill>
                  <a:srgbClr val="585858"/>
                </a:solidFill>
                <a:latin typeface="Calibri"/>
                <a:cs typeface="Calibri"/>
              </a:rPr>
              <a:t> </a:t>
            </a:r>
            <a:r>
              <a:rPr sz="1400" dirty="0">
                <a:solidFill>
                  <a:srgbClr val="585858"/>
                </a:solidFill>
                <a:latin typeface="Calibri"/>
                <a:cs typeface="Calibri"/>
              </a:rPr>
              <a:t>blocs du</a:t>
            </a:r>
            <a:r>
              <a:rPr sz="1400" spc="-20" dirty="0">
                <a:solidFill>
                  <a:srgbClr val="585858"/>
                </a:solidFill>
                <a:latin typeface="Calibri"/>
                <a:cs typeface="Calibri"/>
              </a:rPr>
              <a:t> </a:t>
            </a:r>
            <a:r>
              <a:rPr sz="1400" dirty="0">
                <a:solidFill>
                  <a:srgbClr val="585858"/>
                </a:solidFill>
                <a:latin typeface="Calibri"/>
                <a:cs typeface="Calibri"/>
              </a:rPr>
              <a:t>système</a:t>
            </a:r>
            <a:r>
              <a:rPr sz="1400" spc="-5" dirty="0">
                <a:solidFill>
                  <a:srgbClr val="585858"/>
                </a:solidFill>
                <a:latin typeface="Calibri"/>
                <a:cs typeface="Calibri"/>
              </a:rPr>
              <a:t> </a:t>
            </a:r>
            <a:r>
              <a:rPr sz="1400" dirty="0">
                <a:solidFill>
                  <a:srgbClr val="585858"/>
                </a:solidFill>
                <a:latin typeface="Calibri"/>
                <a:cs typeface="Calibri"/>
              </a:rPr>
              <a:t>de</a:t>
            </a:r>
            <a:r>
              <a:rPr sz="1400" spc="-10" dirty="0">
                <a:solidFill>
                  <a:srgbClr val="585858"/>
                </a:solidFill>
                <a:latin typeface="Calibri"/>
                <a:cs typeface="Calibri"/>
              </a:rPr>
              <a:t> </a:t>
            </a:r>
            <a:r>
              <a:rPr sz="1400" dirty="0">
                <a:solidFill>
                  <a:srgbClr val="585858"/>
                </a:solidFill>
                <a:latin typeface="Calibri"/>
                <a:cs typeface="Calibri"/>
              </a:rPr>
              <a:t>fichiers ainsi</a:t>
            </a:r>
            <a:r>
              <a:rPr sz="1400" spc="-20" dirty="0">
                <a:solidFill>
                  <a:srgbClr val="585858"/>
                </a:solidFill>
                <a:latin typeface="Calibri"/>
                <a:cs typeface="Calibri"/>
              </a:rPr>
              <a:t> </a:t>
            </a:r>
            <a:r>
              <a:rPr sz="1400" dirty="0">
                <a:solidFill>
                  <a:srgbClr val="585858"/>
                </a:solidFill>
                <a:latin typeface="Calibri"/>
                <a:cs typeface="Calibri"/>
              </a:rPr>
              <a:t>que</a:t>
            </a:r>
            <a:r>
              <a:rPr sz="1400" spc="10" dirty="0">
                <a:solidFill>
                  <a:srgbClr val="585858"/>
                </a:solidFill>
                <a:latin typeface="Calibri"/>
                <a:cs typeface="Calibri"/>
              </a:rPr>
              <a:t> </a:t>
            </a:r>
            <a:r>
              <a:rPr sz="1400" dirty="0">
                <a:solidFill>
                  <a:srgbClr val="585858"/>
                </a:solidFill>
                <a:latin typeface="Calibri"/>
                <a:cs typeface="Calibri"/>
              </a:rPr>
              <a:t>sa</a:t>
            </a:r>
            <a:r>
              <a:rPr sz="1400" spc="15" dirty="0">
                <a:solidFill>
                  <a:srgbClr val="585858"/>
                </a:solidFill>
                <a:latin typeface="Calibri"/>
                <a:cs typeface="Calibri"/>
              </a:rPr>
              <a:t> </a:t>
            </a:r>
            <a:r>
              <a:rPr sz="1400" dirty="0">
                <a:solidFill>
                  <a:srgbClr val="585858"/>
                </a:solidFill>
                <a:latin typeface="Calibri"/>
                <a:cs typeface="Calibri"/>
              </a:rPr>
              <a:t>liste</a:t>
            </a:r>
            <a:r>
              <a:rPr sz="1400" spc="10" dirty="0">
                <a:solidFill>
                  <a:srgbClr val="585858"/>
                </a:solidFill>
                <a:latin typeface="Calibri"/>
                <a:cs typeface="Calibri"/>
              </a:rPr>
              <a:t> </a:t>
            </a:r>
            <a:r>
              <a:rPr sz="1400" dirty="0">
                <a:solidFill>
                  <a:srgbClr val="585858"/>
                </a:solidFill>
                <a:latin typeface="Calibri"/>
                <a:cs typeface="Calibri"/>
              </a:rPr>
              <a:t>des blocs</a:t>
            </a:r>
            <a:r>
              <a:rPr sz="1400" spc="5" dirty="0">
                <a:solidFill>
                  <a:srgbClr val="585858"/>
                </a:solidFill>
                <a:latin typeface="Calibri"/>
                <a:cs typeface="Calibri"/>
              </a:rPr>
              <a:t> </a:t>
            </a:r>
            <a:r>
              <a:rPr sz="1400" dirty="0">
                <a:solidFill>
                  <a:srgbClr val="585858"/>
                </a:solidFill>
                <a:latin typeface="Calibri"/>
                <a:cs typeface="Calibri"/>
              </a:rPr>
              <a:t>libres,</a:t>
            </a:r>
            <a:r>
              <a:rPr sz="1400" spc="5" dirty="0">
                <a:solidFill>
                  <a:srgbClr val="585858"/>
                </a:solidFill>
                <a:latin typeface="Calibri"/>
                <a:cs typeface="Calibri"/>
              </a:rPr>
              <a:t> </a:t>
            </a:r>
            <a:r>
              <a:rPr sz="1400" spc="-10" dirty="0">
                <a:solidFill>
                  <a:srgbClr val="585858"/>
                </a:solidFill>
                <a:latin typeface="Calibri"/>
                <a:cs typeface="Calibri"/>
              </a:rPr>
              <a:t>l’emplacement </a:t>
            </a:r>
            <a:r>
              <a:rPr sz="1400" dirty="0">
                <a:solidFill>
                  <a:srgbClr val="585858"/>
                </a:solidFill>
                <a:latin typeface="Calibri"/>
                <a:cs typeface="Calibri"/>
              </a:rPr>
              <a:t>du</a:t>
            </a:r>
            <a:r>
              <a:rPr sz="1400" spc="20" dirty="0">
                <a:solidFill>
                  <a:srgbClr val="585858"/>
                </a:solidFill>
                <a:latin typeface="Calibri"/>
                <a:cs typeface="Calibri"/>
              </a:rPr>
              <a:t> </a:t>
            </a:r>
            <a:r>
              <a:rPr sz="1400" dirty="0">
                <a:solidFill>
                  <a:srgbClr val="585858"/>
                </a:solidFill>
                <a:latin typeface="Calibri"/>
                <a:cs typeface="Calibri"/>
              </a:rPr>
              <a:t>répertoire</a:t>
            </a:r>
            <a:r>
              <a:rPr sz="1400" spc="35" dirty="0">
                <a:solidFill>
                  <a:srgbClr val="585858"/>
                </a:solidFill>
                <a:latin typeface="Calibri"/>
                <a:cs typeface="Calibri"/>
              </a:rPr>
              <a:t> </a:t>
            </a:r>
            <a:r>
              <a:rPr sz="1400" dirty="0">
                <a:solidFill>
                  <a:srgbClr val="585858"/>
                </a:solidFill>
                <a:latin typeface="Calibri"/>
                <a:cs typeface="Calibri"/>
              </a:rPr>
              <a:t>racine,</a:t>
            </a:r>
            <a:r>
              <a:rPr sz="1400" spc="45" dirty="0">
                <a:solidFill>
                  <a:srgbClr val="585858"/>
                </a:solidFill>
                <a:latin typeface="Calibri"/>
                <a:cs typeface="Calibri"/>
              </a:rPr>
              <a:t> </a:t>
            </a:r>
            <a:r>
              <a:rPr sz="1400" dirty="0">
                <a:solidFill>
                  <a:srgbClr val="585858"/>
                </a:solidFill>
                <a:latin typeface="Calibri"/>
                <a:cs typeface="Calibri"/>
              </a:rPr>
              <a:t>la</a:t>
            </a:r>
            <a:r>
              <a:rPr sz="1400" spc="30" dirty="0">
                <a:solidFill>
                  <a:srgbClr val="585858"/>
                </a:solidFill>
                <a:latin typeface="Calibri"/>
                <a:cs typeface="Calibri"/>
              </a:rPr>
              <a:t> </a:t>
            </a:r>
            <a:r>
              <a:rPr sz="1400" dirty="0">
                <a:solidFill>
                  <a:srgbClr val="585858"/>
                </a:solidFill>
                <a:latin typeface="Calibri"/>
                <a:cs typeface="Calibri"/>
              </a:rPr>
              <a:t>date</a:t>
            </a:r>
            <a:r>
              <a:rPr sz="1400" spc="35" dirty="0">
                <a:solidFill>
                  <a:srgbClr val="585858"/>
                </a:solidFill>
                <a:latin typeface="Calibri"/>
                <a:cs typeface="Calibri"/>
              </a:rPr>
              <a:t> </a:t>
            </a:r>
            <a:r>
              <a:rPr sz="1400" dirty="0">
                <a:solidFill>
                  <a:srgbClr val="585858"/>
                </a:solidFill>
                <a:latin typeface="Calibri"/>
                <a:cs typeface="Calibri"/>
              </a:rPr>
              <a:t>et</a:t>
            </a:r>
            <a:r>
              <a:rPr sz="1400" spc="35" dirty="0">
                <a:solidFill>
                  <a:srgbClr val="585858"/>
                </a:solidFill>
                <a:latin typeface="Calibri"/>
                <a:cs typeface="Calibri"/>
              </a:rPr>
              <a:t> </a:t>
            </a:r>
            <a:r>
              <a:rPr sz="1400" dirty="0">
                <a:solidFill>
                  <a:srgbClr val="585858"/>
                </a:solidFill>
                <a:latin typeface="Calibri"/>
                <a:cs typeface="Calibri"/>
              </a:rPr>
              <a:t>l’heure</a:t>
            </a:r>
            <a:r>
              <a:rPr sz="1400" spc="30" dirty="0">
                <a:solidFill>
                  <a:srgbClr val="585858"/>
                </a:solidFill>
                <a:latin typeface="Calibri"/>
                <a:cs typeface="Calibri"/>
              </a:rPr>
              <a:t> </a:t>
            </a:r>
            <a:r>
              <a:rPr sz="1400" dirty="0">
                <a:solidFill>
                  <a:srgbClr val="585858"/>
                </a:solidFill>
                <a:latin typeface="Calibri"/>
                <a:cs typeface="Calibri"/>
              </a:rPr>
              <a:t>de</a:t>
            </a:r>
            <a:r>
              <a:rPr sz="1400" spc="55" dirty="0">
                <a:solidFill>
                  <a:srgbClr val="585858"/>
                </a:solidFill>
                <a:latin typeface="Calibri"/>
                <a:cs typeface="Calibri"/>
              </a:rPr>
              <a:t> </a:t>
            </a:r>
            <a:r>
              <a:rPr sz="1400" dirty="0">
                <a:solidFill>
                  <a:srgbClr val="585858"/>
                </a:solidFill>
                <a:latin typeface="Calibri"/>
                <a:cs typeface="Calibri"/>
              </a:rPr>
              <a:t>sa</a:t>
            </a:r>
            <a:r>
              <a:rPr sz="1400" spc="35" dirty="0">
                <a:solidFill>
                  <a:srgbClr val="585858"/>
                </a:solidFill>
                <a:latin typeface="Calibri"/>
                <a:cs typeface="Calibri"/>
              </a:rPr>
              <a:t> </a:t>
            </a:r>
            <a:r>
              <a:rPr sz="1400" dirty="0">
                <a:solidFill>
                  <a:srgbClr val="585858"/>
                </a:solidFill>
                <a:latin typeface="Calibri"/>
                <a:cs typeface="Calibri"/>
              </a:rPr>
              <a:t>dernière</a:t>
            </a:r>
            <a:r>
              <a:rPr sz="1400" spc="35" dirty="0">
                <a:solidFill>
                  <a:srgbClr val="585858"/>
                </a:solidFill>
                <a:latin typeface="Calibri"/>
                <a:cs typeface="Calibri"/>
              </a:rPr>
              <a:t> </a:t>
            </a:r>
            <a:r>
              <a:rPr sz="1400" dirty="0">
                <a:solidFill>
                  <a:srgbClr val="585858"/>
                </a:solidFill>
                <a:latin typeface="Calibri"/>
                <a:cs typeface="Calibri"/>
              </a:rPr>
              <a:t>modification.</a:t>
            </a:r>
            <a:r>
              <a:rPr sz="1400" spc="35" dirty="0">
                <a:solidFill>
                  <a:srgbClr val="585858"/>
                </a:solidFill>
                <a:latin typeface="Calibri"/>
                <a:cs typeface="Calibri"/>
              </a:rPr>
              <a:t> </a:t>
            </a:r>
            <a:r>
              <a:rPr sz="1400" dirty="0">
                <a:solidFill>
                  <a:srgbClr val="585858"/>
                </a:solidFill>
                <a:latin typeface="Calibri"/>
                <a:cs typeface="Calibri"/>
              </a:rPr>
              <a:t>De</a:t>
            </a:r>
            <a:r>
              <a:rPr sz="1400" spc="35" dirty="0">
                <a:solidFill>
                  <a:srgbClr val="585858"/>
                </a:solidFill>
                <a:latin typeface="Calibri"/>
                <a:cs typeface="Calibri"/>
              </a:rPr>
              <a:t> </a:t>
            </a:r>
            <a:r>
              <a:rPr sz="1400" dirty="0">
                <a:solidFill>
                  <a:srgbClr val="585858"/>
                </a:solidFill>
                <a:latin typeface="Calibri"/>
                <a:cs typeface="Calibri"/>
              </a:rPr>
              <a:t>plus,</a:t>
            </a:r>
            <a:r>
              <a:rPr sz="1400" spc="40" dirty="0">
                <a:solidFill>
                  <a:srgbClr val="585858"/>
                </a:solidFill>
                <a:latin typeface="Calibri"/>
                <a:cs typeface="Calibri"/>
              </a:rPr>
              <a:t> </a:t>
            </a:r>
            <a:r>
              <a:rPr sz="1400" dirty="0">
                <a:solidFill>
                  <a:srgbClr val="585858"/>
                </a:solidFill>
                <a:latin typeface="Calibri"/>
                <a:cs typeface="Calibri"/>
              </a:rPr>
              <a:t>il</a:t>
            </a:r>
            <a:r>
              <a:rPr sz="1400" spc="40" dirty="0">
                <a:solidFill>
                  <a:srgbClr val="585858"/>
                </a:solidFill>
                <a:latin typeface="Calibri"/>
                <a:cs typeface="Calibri"/>
              </a:rPr>
              <a:t> </a:t>
            </a:r>
            <a:r>
              <a:rPr sz="1400" dirty="0">
                <a:solidFill>
                  <a:srgbClr val="585858"/>
                </a:solidFill>
                <a:latin typeface="Calibri"/>
                <a:cs typeface="Calibri"/>
              </a:rPr>
              <a:t>contient</a:t>
            </a:r>
            <a:r>
              <a:rPr sz="1400" spc="40" dirty="0">
                <a:solidFill>
                  <a:srgbClr val="585858"/>
                </a:solidFill>
                <a:latin typeface="Calibri"/>
                <a:cs typeface="Calibri"/>
              </a:rPr>
              <a:t> </a:t>
            </a:r>
            <a:r>
              <a:rPr sz="1400" dirty="0">
                <a:solidFill>
                  <a:srgbClr val="585858"/>
                </a:solidFill>
                <a:latin typeface="Calibri"/>
                <a:cs typeface="Calibri"/>
              </a:rPr>
              <a:t>une</a:t>
            </a:r>
            <a:r>
              <a:rPr sz="1400" spc="25" dirty="0">
                <a:solidFill>
                  <a:srgbClr val="585858"/>
                </a:solidFill>
                <a:latin typeface="Calibri"/>
                <a:cs typeface="Calibri"/>
              </a:rPr>
              <a:t> </a:t>
            </a:r>
            <a:r>
              <a:rPr sz="1400" dirty="0">
                <a:solidFill>
                  <a:srgbClr val="585858"/>
                </a:solidFill>
                <a:latin typeface="Calibri"/>
                <a:cs typeface="Calibri"/>
              </a:rPr>
              <a:t>information</a:t>
            </a:r>
            <a:r>
              <a:rPr sz="1400" spc="30" dirty="0">
                <a:solidFill>
                  <a:srgbClr val="585858"/>
                </a:solidFill>
                <a:latin typeface="Calibri"/>
                <a:cs typeface="Calibri"/>
              </a:rPr>
              <a:t> </a:t>
            </a:r>
            <a:r>
              <a:rPr sz="1400" dirty="0">
                <a:solidFill>
                  <a:srgbClr val="585858"/>
                </a:solidFill>
                <a:latin typeface="Calibri"/>
                <a:cs typeface="Calibri"/>
              </a:rPr>
              <a:t>qui</a:t>
            </a:r>
            <a:r>
              <a:rPr sz="1400" spc="40" dirty="0">
                <a:solidFill>
                  <a:srgbClr val="585858"/>
                </a:solidFill>
                <a:latin typeface="Calibri"/>
                <a:cs typeface="Calibri"/>
              </a:rPr>
              <a:t> </a:t>
            </a:r>
            <a:r>
              <a:rPr sz="1400" dirty="0">
                <a:solidFill>
                  <a:srgbClr val="585858"/>
                </a:solidFill>
                <a:latin typeface="Calibri"/>
                <a:cs typeface="Calibri"/>
              </a:rPr>
              <a:t>indique</a:t>
            </a:r>
            <a:r>
              <a:rPr sz="1400" spc="30" dirty="0">
                <a:solidFill>
                  <a:srgbClr val="585858"/>
                </a:solidFill>
                <a:latin typeface="Calibri"/>
                <a:cs typeface="Calibri"/>
              </a:rPr>
              <a:t> </a:t>
            </a:r>
            <a:r>
              <a:rPr sz="1400" dirty="0">
                <a:solidFill>
                  <a:srgbClr val="585858"/>
                </a:solidFill>
                <a:latin typeface="Calibri"/>
                <a:cs typeface="Calibri"/>
              </a:rPr>
              <a:t>si</a:t>
            </a:r>
            <a:r>
              <a:rPr sz="1400" spc="40" dirty="0">
                <a:solidFill>
                  <a:srgbClr val="585858"/>
                </a:solidFill>
                <a:latin typeface="Calibri"/>
                <a:cs typeface="Calibri"/>
              </a:rPr>
              <a:t> </a:t>
            </a:r>
            <a:r>
              <a:rPr sz="1400" dirty="0">
                <a:solidFill>
                  <a:srgbClr val="585858"/>
                </a:solidFill>
                <a:latin typeface="Calibri"/>
                <a:cs typeface="Calibri"/>
              </a:rPr>
              <a:t>un</a:t>
            </a:r>
            <a:r>
              <a:rPr sz="1400" spc="25" dirty="0">
                <a:solidFill>
                  <a:srgbClr val="585858"/>
                </a:solidFill>
                <a:latin typeface="Calibri"/>
                <a:cs typeface="Calibri"/>
              </a:rPr>
              <a:t> </a:t>
            </a:r>
            <a:r>
              <a:rPr sz="1400" dirty="0">
                <a:solidFill>
                  <a:srgbClr val="585858"/>
                </a:solidFill>
                <a:latin typeface="Calibri"/>
                <a:cs typeface="Calibri"/>
              </a:rPr>
              <a:t>test</a:t>
            </a:r>
            <a:r>
              <a:rPr sz="1400" spc="35" dirty="0">
                <a:solidFill>
                  <a:srgbClr val="585858"/>
                </a:solidFill>
                <a:latin typeface="Calibri"/>
                <a:cs typeface="Calibri"/>
              </a:rPr>
              <a:t> </a:t>
            </a:r>
            <a:r>
              <a:rPr sz="1400" dirty="0">
                <a:solidFill>
                  <a:srgbClr val="585858"/>
                </a:solidFill>
                <a:latin typeface="Calibri"/>
                <a:cs typeface="Calibri"/>
              </a:rPr>
              <a:t>d’intégrité</a:t>
            </a:r>
            <a:r>
              <a:rPr sz="1400" spc="20" dirty="0">
                <a:solidFill>
                  <a:srgbClr val="585858"/>
                </a:solidFill>
                <a:latin typeface="Calibri"/>
                <a:cs typeface="Calibri"/>
              </a:rPr>
              <a:t> </a:t>
            </a:r>
            <a:r>
              <a:rPr sz="1400" dirty="0">
                <a:solidFill>
                  <a:srgbClr val="585858"/>
                </a:solidFill>
                <a:latin typeface="Calibri"/>
                <a:cs typeface="Calibri"/>
              </a:rPr>
              <a:t>du</a:t>
            </a:r>
            <a:r>
              <a:rPr sz="1400" spc="25" dirty="0">
                <a:solidFill>
                  <a:srgbClr val="585858"/>
                </a:solidFill>
                <a:latin typeface="Calibri"/>
                <a:cs typeface="Calibri"/>
              </a:rPr>
              <a:t> </a:t>
            </a:r>
            <a:r>
              <a:rPr sz="1400" dirty="0">
                <a:solidFill>
                  <a:srgbClr val="585858"/>
                </a:solidFill>
                <a:latin typeface="Calibri"/>
                <a:cs typeface="Calibri"/>
              </a:rPr>
              <a:t>système</a:t>
            </a:r>
            <a:r>
              <a:rPr sz="1400" spc="35" dirty="0">
                <a:solidFill>
                  <a:srgbClr val="585858"/>
                </a:solidFill>
                <a:latin typeface="Calibri"/>
                <a:cs typeface="Calibri"/>
              </a:rPr>
              <a:t> </a:t>
            </a:r>
            <a:r>
              <a:rPr sz="1400" dirty="0">
                <a:solidFill>
                  <a:srgbClr val="585858"/>
                </a:solidFill>
                <a:latin typeface="Calibri"/>
                <a:cs typeface="Calibri"/>
              </a:rPr>
              <a:t>de</a:t>
            </a:r>
            <a:r>
              <a:rPr sz="1400" spc="30" dirty="0">
                <a:solidFill>
                  <a:srgbClr val="585858"/>
                </a:solidFill>
                <a:latin typeface="Calibri"/>
                <a:cs typeface="Calibri"/>
              </a:rPr>
              <a:t> </a:t>
            </a:r>
            <a:r>
              <a:rPr sz="1400" dirty="0">
                <a:solidFill>
                  <a:srgbClr val="585858"/>
                </a:solidFill>
                <a:latin typeface="Calibri"/>
                <a:cs typeface="Calibri"/>
              </a:rPr>
              <a:t>fichiers</a:t>
            </a:r>
            <a:r>
              <a:rPr sz="1400" spc="45" dirty="0">
                <a:solidFill>
                  <a:srgbClr val="585858"/>
                </a:solidFill>
                <a:latin typeface="Calibri"/>
                <a:cs typeface="Calibri"/>
              </a:rPr>
              <a:t> </a:t>
            </a:r>
            <a:r>
              <a:rPr sz="1400" dirty="0">
                <a:solidFill>
                  <a:srgbClr val="585858"/>
                </a:solidFill>
                <a:latin typeface="Calibri"/>
                <a:cs typeface="Calibri"/>
              </a:rPr>
              <a:t>doit</a:t>
            </a:r>
            <a:r>
              <a:rPr sz="1400" spc="40" dirty="0">
                <a:solidFill>
                  <a:srgbClr val="585858"/>
                </a:solidFill>
                <a:latin typeface="Calibri"/>
                <a:cs typeface="Calibri"/>
              </a:rPr>
              <a:t> </a:t>
            </a:r>
            <a:r>
              <a:rPr sz="1400" spc="-20" dirty="0">
                <a:solidFill>
                  <a:srgbClr val="585858"/>
                </a:solidFill>
                <a:latin typeface="Calibri"/>
                <a:cs typeface="Calibri"/>
              </a:rPr>
              <a:t>être </a:t>
            </a:r>
            <a:r>
              <a:rPr sz="1400" spc="-10" dirty="0">
                <a:solidFill>
                  <a:srgbClr val="585858"/>
                </a:solidFill>
                <a:latin typeface="Calibri"/>
                <a:cs typeface="Calibri"/>
              </a:rPr>
              <a:t>effectué.</a:t>
            </a:r>
            <a:r>
              <a:rPr sz="1400" spc="-40" dirty="0">
                <a:solidFill>
                  <a:srgbClr val="585858"/>
                </a:solidFill>
                <a:latin typeface="Calibri"/>
                <a:cs typeface="Calibri"/>
              </a:rPr>
              <a:t> </a:t>
            </a:r>
            <a:endParaRPr sz="1400" dirty="0">
              <a:latin typeface="Calibri"/>
              <a:cs typeface="Calibri"/>
            </a:endParaRPr>
          </a:p>
        </p:txBody>
      </p:sp>
      <p:sp>
        <p:nvSpPr>
          <p:cNvPr id="26" name="object 7"/>
          <p:cNvSpPr txBox="1"/>
          <p:nvPr/>
        </p:nvSpPr>
        <p:spPr>
          <a:xfrm>
            <a:off x="141925" y="4755154"/>
            <a:ext cx="243656" cy="1568571"/>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a:t>
            </a:r>
            <a:r>
              <a:rPr lang="fr-FR" sz="1900" b="1" spc="-50" dirty="0" smtClean="0">
                <a:solidFill>
                  <a:srgbClr val="FFFFFF"/>
                </a:solidFill>
                <a:latin typeface="Calibri"/>
                <a:cs typeface="Calibri"/>
              </a:rPr>
              <a:t>5</a:t>
            </a:r>
            <a:endParaRPr sz="1900" dirty="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3155</TotalTime>
  <Words>5451</Words>
  <Application>Microsoft Office PowerPoint</Application>
  <PresentationFormat>Grand écran</PresentationFormat>
  <Paragraphs>501</Paragraphs>
  <Slides>39</Slides>
  <Notes>34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39</vt:i4>
      </vt:variant>
    </vt:vector>
  </HeadingPairs>
  <TitlesOfParts>
    <vt:vector size="44" baseType="lpstr">
      <vt:lpstr>Arial</vt:lpstr>
      <vt:lpstr>Calibri</vt:lpstr>
      <vt:lpstr>Times New Roman</vt:lpstr>
      <vt:lpstr>Wingdings</vt:lpstr>
      <vt:lpstr>Office Theme</vt:lpstr>
      <vt:lpstr>Présentation PowerPoint</vt:lpstr>
      <vt:lpstr>CHAPITRE 5</vt:lpstr>
      <vt:lpstr>05 – Gestion de la mémoire Rappeler les concepts fondamentaux d’un SE</vt:lpstr>
      <vt:lpstr>05 – Gestion de la mémoire Rappeler les concepts fondamentaux d’un SE</vt:lpstr>
      <vt:lpstr>05 – Gestion de la mémoire Principe de fonctionnement</vt:lpstr>
      <vt:lpstr>05 – Gestion de la mémoire Algorithme de partionnement </vt:lpstr>
      <vt:lpstr>05 – Gestion de la mémoire Algorithme de partionnement</vt:lpstr>
      <vt:lpstr>05 – Gestion de la mémoire Stratégies de gestion de la mémoire</vt:lpstr>
      <vt:lpstr>05 – Gestion de la mémoire Stratégies de gestion de la mémoire</vt:lpstr>
      <vt:lpstr>05 – Gestion de la mémoire Stratégies de gestion de la mémoire</vt:lpstr>
      <vt:lpstr>05 – Gestion de la mémoire Stratégies de gestion de la mémoire</vt:lpstr>
      <vt:lpstr>05 – Gestion de la mémoire Stratégies de gestion de la mémoire</vt:lpstr>
      <vt:lpstr>05 – Gestion de la mémoire Stratégies de gestion de la mémoire</vt:lpstr>
      <vt:lpstr>05 – Gestion de la mémoire Stratégies de gestion de la mémoire</vt:lpstr>
      <vt:lpstr>05 – Gestion de la mémoire Stratégies de gestion de la mémoire</vt:lpstr>
      <vt:lpstr>05 – Gestion de la mémoire Stratégies de gestion de la mémoire</vt:lpstr>
      <vt:lpstr>05 – Gestion de la mémoire Stratégies de gestion de la mémoire</vt:lpstr>
      <vt:lpstr>05 – Gestion de la mémoire Stratégies de gestion de la mémoire</vt:lpstr>
      <vt:lpstr>05 – Gestion de la mémoire Stratégies de gestion de la mémoire</vt:lpstr>
      <vt:lpstr>05 – Gestion de la mémoire Stratégies de gestion de la mémoire</vt:lpstr>
      <vt:lpstr>05 – Gestion de la mémoire Stratégies de gestion de la mémoire</vt:lpstr>
      <vt:lpstr>06 – Système de fichiers Gestion de base du système de fichiers Linux _exercice </vt:lpstr>
      <vt:lpstr>05 – Gestion de la mémoire Stratégies de gestion de la mémoire - Pagination</vt:lpstr>
      <vt:lpstr>05 – Gestion de la mémoire Gestion de la mémoire sous Windows </vt:lpstr>
      <vt:lpstr>05 – Gestion de la mémoire Gestion de la mémoire sous Windows </vt:lpstr>
      <vt:lpstr>05 – Gestion de la mémoire Gestion de la mémoire sous Windows </vt:lpstr>
      <vt:lpstr>05 – Gestion de la mémoire Gestion de la mémoire sous Windows </vt:lpstr>
      <vt:lpstr>05 – Décrire des disques durs Définitions</vt:lpstr>
      <vt:lpstr>05 – Décrire des disques durs Types de disques : </vt:lpstr>
      <vt:lpstr>05 – Décrire des disques durs Disques durs HDD (hard disk drive)</vt:lpstr>
      <vt:lpstr>05 – Décrire des disques durs Disques durs HDD (hard disk drive)</vt:lpstr>
      <vt:lpstr>05 – Décrire des disques durs Disques durs HDD (hard disk drive)</vt:lpstr>
      <vt:lpstr>05 – Décrire des disques durs IDE vs SATA</vt:lpstr>
      <vt:lpstr>05 – Décrire des disques durs Disques durs SSD </vt:lpstr>
      <vt:lpstr>05 – Décrire des disques durs  Disques durs SSD NVMe SSD</vt:lpstr>
      <vt:lpstr>05 – Préparer les disques durs Partitionnement et formatage des disques durs</vt:lpstr>
      <vt:lpstr>05 – Préparer les disques durs Partitionnement et formatage des disques durs</vt:lpstr>
      <vt:lpstr>05 – Préparer les disques durs</vt:lpstr>
      <vt:lpstr>05 – Préparer les disques durs Partitionnement et formatage des disques durs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dc:creator>
  <cp:lastModifiedBy>amina</cp:lastModifiedBy>
  <cp:revision>301</cp:revision>
  <dcterms:created xsi:type="dcterms:W3CDTF">2024-03-16T11:10:38Z</dcterms:created>
  <dcterms:modified xsi:type="dcterms:W3CDTF">2024-05-13T13:09:17Z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2021-12-24T00:00:00Z</vt:filetime>
  </property>
  <property fmtid="{D5CDD505-2E9C-101B-9397-08002B2CF9AE}" pid="3" name="Creator">
    <vt:lpwstr>Microsoft® PowerPoint® pour Microsoft 365</vt:lpwstr>
  </property>
  <property fmtid="{D5CDD505-2E9C-101B-9397-08002B2CF9AE}" pid="4" name="LastSaved">
    <vt:filetime>2024-03-16T00:00:00Z</vt:filetime>
  </property>
  <property fmtid="{D5CDD505-2E9C-101B-9397-08002B2CF9AE}" pid="5" name="Producer">
    <vt:lpwstr>Microsoft® PowerPoint® pour Microsoft 365</vt:lpwstr>
  </property>
</Properties>
</file>