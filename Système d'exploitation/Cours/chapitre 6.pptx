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2"/>
    <p:sldId id="260" r:id="rId3"/>
    <p:sldId id="694" r:id="rId4"/>
    <p:sldId id="695" r:id="rId5"/>
    <p:sldId id="724" r:id="rId6"/>
    <p:sldId id="725" r:id="rId7"/>
    <p:sldId id="726" r:id="rId8"/>
    <p:sldId id="696" r:id="rId9"/>
    <p:sldId id="727" r:id="rId10"/>
    <p:sldId id="730" r:id="rId11"/>
    <p:sldId id="701" r:id="rId12"/>
    <p:sldId id="729" r:id="rId13"/>
    <p:sldId id="702" r:id="rId14"/>
    <p:sldId id="731" r:id="rId15"/>
    <p:sldId id="732" r:id="rId16"/>
    <p:sldId id="704" r:id="rId17"/>
    <p:sldId id="705" r:id="rId18"/>
    <p:sldId id="706" r:id="rId19"/>
    <p:sldId id="733" r:id="rId20"/>
    <p:sldId id="734" r:id="rId21"/>
    <p:sldId id="735" r:id="rId22"/>
    <p:sldId id="710" r:id="rId23"/>
    <p:sldId id="711" r:id="rId24"/>
    <p:sldId id="712" r:id="rId25"/>
    <p:sldId id="713" r:id="rId26"/>
    <p:sldId id="714" r:id="rId27"/>
    <p:sldId id="715" r:id="rId28"/>
    <p:sldId id="717" r:id="rId29"/>
    <p:sldId id="719" r:id="rId30"/>
    <p:sldId id="720" r:id="rId31"/>
    <p:sldId id="736" r:id="rId32"/>
    <p:sldId id="687" r:id="rId33"/>
    <p:sldId id="688" r:id="rId34"/>
    <p:sldId id="689" r:id="rId35"/>
    <p:sldId id="690" r:id="rId36"/>
    <p:sldId id="691" r:id="rId37"/>
    <p:sldId id="692" r:id="rId38"/>
    <p:sldId id="741" r:id="rId39"/>
    <p:sldId id="742" r:id="rId40"/>
    <p:sldId id="743" r:id="rId41"/>
    <p:sldId id="737" r:id="rId42"/>
    <p:sldId id="557" r:id="rId43"/>
    <p:sldId id="738" r:id="rId44"/>
    <p:sldId id="740" r:id="rId45"/>
    <p:sldId id="739" r:id="rId46"/>
  </p:sldIdLst>
  <p:sldSz cx="12192000" cy="6858000"/>
  <p:notesSz cx="12192000" cy="6858000"/>
  <p:defaultTextStyle>
    <a:defPPr>
      <a:defRPr kern="0"/>
    </a:defPPr>
  </p:defaultTextStyle>
  <p:extLst>
    <p:ext uri="{521415D9-36F7-43E2-AB2F-B90AF26B5E84}">
      <p14:sectionLst xmlns:p14="http://schemas.microsoft.com/office/powerpoint/2010/main">
        <p14:section name="Section par défaut" id="{CFB2216F-FBF0-49F1-A7C8-5F15FD617A49}">
          <p14:sldIdLst>
            <p14:sldId id="256"/>
            <p14:sldId id="260"/>
            <p14:sldId id="694"/>
            <p14:sldId id="695"/>
            <p14:sldId id="724"/>
            <p14:sldId id="725"/>
            <p14:sldId id="726"/>
            <p14:sldId id="696"/>
            <p14:sldId id="727"/>
            <p14:sldId id="730"/>
            <p14:sldId id="701"/>
            <p14:sldId id="729"/>
            <p14:sldId id="702"/>
            <p14:sldId id="731"/>
            <p14:sldId id="732"/>
            <p14:sldId id="704"/>
            <p14:sldId id="705"/>
            <p14:sldId id="706"/>
            <p14:sldId id="733"/>
            <p14:sldId id="734"/>
            <p14:sldId id="735"/>
            <p14:sldId id="710"/>
            <p14:sldId id="711"/>
            <p14:sldId id="712"/>
            <p14:sldId id="713"/>
            <p14:sldId id="714"/>
            <p14:sldId id="715"/>
            <p14:sldId id="717"/>
            <p14:sldId id="719"/>
            <p14:sldId id="720"/>
            <p14:sldId id="736"/>
            <p14:sldId id="687"/>
            <p14:sldId id="688"/>
            <p14:sldId id="689"/>
            <p14:sldId id="690"/>
            <p14:sldId id="691"/>
            <p14:sldId id="692"/>
            <p14:sldId id="741"/>
            <p14:sldId id="742"/>
            <p14:sldId id="743"/>
            <p14:sldId id="737"/>
            <p14:sldId id="557"/>
            <p14:sldId id="738"/>
            <p14:sldId id="740"/>
            <p14:sldId id="739"/>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870" autoAdjust="0"/>
  </p:normalViewPr>
  <p:slideViewPr>
    <p:cSldViewPr>
      <p:cViewPr varScale="1">
        <p:scale>
          <a:sx n="66" d="100"/>
          <a:sy n="66" d="100"/>
        </p:scale>
        <p:origin x="1224" y="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3759D06F-8644-4093-BFAB-BEE37625643B}" type="datetimeFigureOut">
              <a:rPr lang="fr-FR" smtClean="0"/>
              <a:t>14/05/2024</a:t>
            </a:fld>
            <a:endParaRPr lang="fr-FR"/>
          </a:p>
        </p:txBody>
      </p:sp>
      <p:sp>
        <p:nvSpPr>
          <p:cNvPr id="4" name="Espace réservé de l'image des diapositives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825E13D-E8C0-4774-A298-6E06C61A58D4}" type="slidenum">
              <a:rPr lang="fr-FR" smtClean="0"/>
              <a:t>‹N°›</a:t>
            </a:fld>
            <a:endParaRPr lang="fr-FR"/>
          </a:p>
        </p:txBody>
      </p:sp>
    </p:spTree>
    <p:extLst>
      <p:ext uri="{BB962C8B-B14F-4D97-AF65-F5344CB8AC3E}">
        <p14:creationId xmlns:p14="http://schemas.microsoft.com/office/powerpoint/2010/main" val="413388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algn="just">
              <a:lnSpc>
                <a:spcPct val="100000"/>
              </a:lnSpc>
              <a:spcBef>
                <a:spcPts val="105"/>
              </a:spcBef>
            </a:pPr>
            <a:r>
              <a:rPr lang="fr-FR" sz="1600" b="1" dirty="0" smtClean="0">
                <a:solidFill>
                  <a:srgbClr val="FF7800"/>
                </a:solidFill>
                <a:latin typeface="+mn-lt"/>
                <a:cs typeface="Calibri"/>
              </a:rPr>
              <a:t>Fonctions</a:t>
            </a:r>
            <a:r>
              <a:rPr lang="fr-FR" sz="1600" b="1" spc="-20" dirty="0" smtClean="0">
                <a:solidFill>
                  <a:srgbClr val="FF7800"/>
                </a:solidFill>
                <a:latin typeface="+mn-lt"/>
                <a:cs typeface="Calibri"/>
              </a:rPr>
              <a:t> </a:t>
            </a:r>
            <a:r>
              <a:rPr lang="fr-FR" sz="1600" b="1" dirty="0" smtClean="0">
                <a:solidFill>
                  <a:srgbClr val="FF7800"/>
                </a:solidFill>
                <a:latin typeface="+mn-lt"/>
                <a:cs typeface="Calibri"/>
              </a:rPr>
              <a:t>d’un</a:t>
            </a:r>
            <a:r>
              <a:rPr lang="fr-FR" sz="1600" b="1" spc="-40" dirty="0" smtClean="0">
                <a:solidFill>
                  <a:srgbClr val="FF7800"/>
                </a:solidFill>
                <a:latin typeface="+mn-lt"/>
                <a:cs typeface="Calibri"/>
              </a:rPr>
              <a:t> </a:t>
            </a:r>
            <a:r>
              <a:rPr lang="fr-FR" sz="1600" b="1" spc="-10" dirty="0" smtClean="0">
                <a:solidFill>
                  <a:srgbClr val="FF7800"/>
                </a:solidFill>
                <a:latin typeface="+mn-lt"/>
                <a:cs typeface="Calibri"/>
              </a:rPr>
              <a:t>système</a:t>
            </a:r>
            <a:r>
              <a:rPr lang="fr-FR" sz="1600" b="1" spc="-80" dirty="0" smtClean="0">
                <a:solidFill>
                  <a:srgbClr val="FF7800"/>
                </a:solidFill>
                <a:latin typeface="+mn-lt"/>
                <a:cs typeface="Calibri"/>
              </a:rPr>
              <a:t> </a:t>
            </a:r>
            <a:r>
              <a:rPr lang="fr-FR" sz="1600" b="1" spc="-10" dirty="0" smtClean="0">
                <a:solidFill>
                  <a:srgbClr val="FF7800"/>
                </a:solidFill>
                <a:latin typeface="+mn-lt"/>
                <a:cs typeface="Calibri"/>
              </a:rPr>
              <a:t>d'exploitation</a:t>
            </a:r>
            <a:endParaRPr lang="fr-FR" sz="1600" dirty="0" smtClean="0">
              <a:latin typeface="+mn-lt"/>
              <a:cs typeface="Calibri"/>
            </a:endParaRPr>
          </a:p>
          <a:p>
            <a:pPr>
              <a:lnSpc>
                <a:spcPct val="100000"/>
              </a:lnSpc>
              <a:spcBef>
                <a:spcPts val="30"/>
              </a:spcBef>
            </a:pPr>
            <a:endParaRPr lang="fr-FR" sz="1600" dirty="0" smtClean="0">
              <a:latin typeface="+mn-lt"/>
              <a:cs typeface="Calibri"/>
            </a:endParaRPr>
          </a:p>
          <a:p>
            <a:pPr marL="12700" algn="just">
              <a:lnSpc>
                <a:spcPct val="100000"/>
              </a:lnSpc>
            </a:pPr>
            <a:r>
              <a:rPr lang="fr-FR" sz="1200" dirty="0" smtClean="0">
                <a:solidFill>
                  <a:srgbClr val="585858"/>
                </a:solidFill>
                <a:latin typeface="+mn-lt"/>
                <a:cs typeface="Calibri"/>
              </a:rPr>
              <a:t>Un</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d’exploitation</a:t>
            </a:r>
            <a:r>
              <a:rPr lang="fr-FR" sz="1200" spc="30" dirty="0" smtClean="0">
                <a:solidFill>
                  <a:srgbClr val="585858"/>
                </a:solidFill>
                <a:latin typeface="+mn-lt"/>
                <a:cs typeface="Calibri"/>
              </a:rPr>
              <a:t> </a:t>
            </a:r>
            <a:r>
              <a:rPr lang="fr-FR" sz="1200" dirty="0" smtClean="0">
                <a:solidFill>
                  <a:srgbClr val="585858"/>
                </a:solidFill>
                <a:latin typeface="+mn-lt"/>
                <a:cs typeface="Calibri"/>
              </a:rPr>
              <a:t>offre</a:t>
            </a:r>
            <a:r>
              <a:rPr lang="fr-FR" sz="1200" spc="-5" dirty="0" smtClean="0">
                <a:solidFill>
                  <a:srgbClr val="585858"/>
                </a:solidFill>
                <a:latin typeface="+mn-lt"/>
                <a:cs typeface="Calibri"/>
              </a:rPr>
              <a:t> </a:t>
            </a:r>
            <a:r>
              <a:rPr lang="fr-FR" sz="1200" dirty="0" smtClean="0">
                <a:solidFill>
                  <a:srgbClr val="585858"/>
                </a:solidFill>
                <a:latin typeface="+mn-lt"/>
                <a:cs typeface="Calibri"/>
              </a:rPr>
              <a:t>un</a:t>
            </a:r>
            <a:r>
              <a:rPr lang="fr-FR" sz="1200" spc="-15" dirty="0" smtClean="0">
                <a:solidFill>
                  <a:srgbClr val="585858"/>
                </a:solidFill>
                <a:latin typeface="+mn-lt"/>
                <a:cs typeface="Calibri"/>
              </a:rPr>
              <a:t> </a:t>
            </a:r>
            <a:r>
              <a:rPr lang="fr-FR" sz="1200" dirty="0" smtClean="0">
                <a:solidFill>
                  <a:srgbClr val="585858"/>
                </a:solidFill>
                <a:latin typeface="+mn-lt"/>
                <a:cs typeface="Calibri"/>
              </a:rPr>
              <a:t>ensemble</a:t>
            </a:r>
            <a:r>
              <a:rPr lang="fr-FR" sz="1200" spc="-5" dirty="0" smtClean="0">
                <a:solidFill>
                  <a:srgbClr val="585858"/>
                </a:solidFill>
                <a:latin typeface="+mn-lt"/>
                <a:cs typeface="Calibri"/>
              </a:rPr>
              <a:t> </a:t>
            </a:r>
            <a:r>
              <a:rPr lang="fr-FR" sz="1200" dirty="0" smtClean="0">
                <a:solidFill>
                  <a:srgbClr val="585858"/>
                </a:solidFill>
                <a:latin typeface="+mn-lt"/>
                <a:cs typeface="Calibri"/>
              </a:rPr>
              <a:t>de</a:t>
            </a:r>
            <a:r>
              <a:rPr lang="fr-FR" sz="1200" spc="-35" dirty="0" smtClean="0">
                <a:solidFill>
                  <a:srgbClr val="585858"/>
                </a:solidFill>
                <a:latin typeface="+mn-lt"/>
                <a:cs typeface="Calibri"/>
              </a:rPr>
              <a:t> </a:t>
            </a:r>
            <a:r>
              <a:rPr lang="fr-FR" sz="1200" dirty="0" smtClean="0">
                <a:solidFill>
                  <a:srgbClr val="585858"/>
                </a:solidFill>
                <a:latin typeface="+mn-lt"/>
                <a:cs typeface="Calibri"/>
              </a:rPr>
              <a:t>services</a:t>
            </a:r>
            <a:r>
              <a:rPr lang="fr-FR" sz="1200" spc="5" dirty="0" smtClean="0">
                <a:solidFill>
                  <a:srgbClr val="585858"/>
                </a:solidFill>
                <a:latin typeface="+mn-lt"/>
                <a:cs typeface="Calibri"/>
              </a:rPr>
              <a:t> </a:t>
            </a:r>
            <a:r>
              <a:rPr lang="fr-FR" sz="1200" dirty="0" smtClean="0">
                <a:solidFill>
                  <a:srgbClr val="585858"/>
                </a:solidFill>
                <a:latin typeface="+mn-lt"/>
                <a:cs typeface="Calibri"/>
              </a:rPr>
              <a:t>ou</a:t>
            </a:r>
            <a:r>
              <a:rPr lang="fr-FR" sz="1200" spc="-15" dirty="0" smtClean="0">
                <a:solidFill>
                  <a:srgbClr val="585858"/>
                </a:solidFill>
                <a:latin typeface="+mn-lt"/>
                <a:cs typeface="Calibri"/>
              </a:rPr>
              <a:t> </a:t>
            </a:r>
            <a:r>
              <a:rPr lang="fr-FR" sz="1200" dirty="0" smtClean="0">
                <a:solidFill>
                  <a:srgbClr val="585858"/>
                </a:solidFill>
                <a:latin typeface="+mn-lt"/>
                <a:cs typeface="Calibri"/>
              </a:rPr>
              <a:t>fonctions</a:t>
            </a:r>
            <a:r>
              <a:rPr lang="fr-FR" sz="1200" spc="25" dirty="0" smtClean="0">
                <a:solidFill>
                  <a:srgbClr val="585858"/>
                </a:solidFill>
                <a:latin typeface="+mn-lt"/>
                <a:cs typeface="Calibri"/>
              </a:rPr>
              <a:t> </a:t>
            </a:r>
            <a:r>
              <a:rPr lang="fr-FR" sz="1200" dirty="0" smtClean="0">
                <a:solidFill>
                  <a:srgbClr val="585858"/>
                </a:solidFill>
                <a:latin typeface="+mn-lt"/>
                <a:cs typeface="Calibri"/>
              </a:rPr>
              <a:t>afin</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garantir</a:t>
            </a:r>
            <a:r>
              <a:rPr lang="fr-FR" sz="1200" spc="-40" dirty="0" smtClean="0">
                <a:solidFill>
                  <a:srgbClr val="585858"/>
                </a:solidFill>
                <a:latin typeface="+mn-lt"/>
                <a:cs typeface="Calibri"/>
              </a:rPr>
              <a:t> </a:t>
            </a:r>
            <a:r>
              <a:rPr lang="fr-FR" sz="1200" dirty="0" smtClean="0">
                <a:solidFill>
                  <a:srgbClr val="585858"/>
                </a:solidFill>
                <a:latin typeface="+mn-lt"/>
                <a:cs typeface="Calibri"/>
              </a:rPr>
              <a:t>le</a:t>
            </a:r>
            <a:r>
              <a:rPr lang="fr-FR" sz="1200" spc="-10" dirty="0" smtClean="0">
                <a:solidFill>
                  <a:srgbClr val="585858"/>
                </a:solidFill>
                <a:latin typeface="+mn-lt"/>
                <a:cs typeface="Calibri"/>
              </a:rPr>
              <a:t> </a:t>
            </a:r>
            <a:r>
              <a:rPr lang="fr-FR" sz="1200" dirty="0" smtClean="0">
                <a:solidFill>
                  <a:srgbClr val="585858"/>
                </a:solidFill>
                <a:latin typeface="+mn-lt"/>
                <a:cs typeface="Calibri"/>
              </a:rPr>
              <a:t>bon</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fonctionnement</a:t>
            </a:r>
            <a:r>
              <a:rPr lang="fr-FR" sz="1200" spc="20"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partie</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applicative</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l’ordinateur.</a:t>
            </a:r>
            <a:endParaRPr lang="fr-FR" sz="1200" dirty="0" smtClean="0">
              <a:latin typeface="+mn-lt"/>
              <a:cs typeface="Calibri"/>
            </a:endParaRPr>
          </a:p>
          <a:p>
            <a:pPr marL="12700" algn="just">
              <a:lnSpc>
                <a:spcPct val="100000"/>
              </a:lnSpc>
              <a:spcBef>
                <a:spcPts val="1445"/>
              </a:spcBef>
            </a:pPr>
            <a:r>
              <a:rPr lang="fr-FR" sz="1200" dirty="0" smtClean="0">
                <a:solidFill>
                  <a:srgbClr val="585858"/>
                </a:solidFill>
                <a:latin typeface="+mn-lt"/>
                <a:cs typeface="Calibri"/>
              </a:rPr>
              <a:t>Le</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20" dirty="0" smtClean="0">
                <a:solidFill>
                  <a:srgbClr val="585858"/>
                </a:solidFill>
                <a:latin typeface="+mn-lt"/>
                <a:cs typeface="Calibri"/>
              </a:rPr>
              <a:t> d’exploitation</a:t>
            </a:r>
            <a:r>
              <a:rPr lang="fr-FR" sz="1200" spc="30" dirty="0" smtClean="0">
                <a:solidFill>
                  <a:srgbClr val="585858"/>
                </a:solidFill>
                <a:latin typeface="+mn-lt"/>
                <a:cs typeface="Calibri"/>
              </a:rPr>
              <a:t> </a:t>
            </a:r>
            <a:r>
              <a:rPr lang="fr-FR" sz="1200" dirty="0" smtClean="0">
                <a:solidFill>
                  <a:srgbClr val="585858"/>
                </a:solidFill>
                <a:latin typeface="+mn-lt"/>
                <a:cs typeface="Calibri"/>
              </a:rPr>
              <a:t>assure la</a:t>
            </a:r>
            <a:r>
              <a:rPr lang="fr-FR" sz="1200" spc="-1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35" dirty="0" smtClean="0">
                <a:solidFill>
                  <a:srgbClr val="585858"/>
                </a:solidFill>
                <a:latin typeface="+mn-lt"/>
                <a:cs typeface="Calibri"/>
              </a:rPr>
              <a:t> </a:t>
            </a:r>
            <a:r>
              <a:rPr lang="fr-FR" sz="1200" dirty="0" smtClean="0">
                <a:solidFill>
                  <a:srgbClr val="585858"/>
                </a:solidFill>
                <a:latin typeface="+mn-lt"/>
                <a:cs typeface="Calibri"/>
              </a:rPr>
              <a:t>des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périphériques,</a:t>
            </a:r>
            <a:r>
              <a:rPr lang="fr-FR" sz="1200" spc="5"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30" dirty="0" smtClean="0">
                <a:solidFill>
                  <a:srgbClr val="585858"/>
                </a:solidFill>
                <a:latin typeface="+mn-lt"/>
                <a:cs typeface="Calibri"/>
              </a:rPr>
              <a:t> </a:t>
            </a:r>
            <a:r>
              <a:rPr lang="fr-FR" sz="1200" dirty="0" smtClean="0">
                <a:solidFill>
                  <a:srgbClr val="585858"/>
                </a:solidFill>
                <a:latin typeface="+mn-lt"/>
                <a:cs typeface="Calibri"/>
              </a:rPr>
              <a:t>des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ressources,</a:t>
            </a:r>
            <a:r>
              <a:rPr lang="fr-FR" sz="1200" spc="30" dirty="0" smtClean="0">
                <a:solidFill>
                  <a:srgbClr val="585858"/>
                </a:solidFill>
                <a:latin typeface="+mn-lt"/>
                <a:cs typeface="Calibri"/>
              </a:rPr>
              <a:t> </a:t>
            </a:r>
            <a:r>
              <a:rPr lang="fr-FR" sz="1200" dirty="0" smtClean="0">
                <a:solidFill>
                  <a:srgbClr val="585858"/>
                </a:solidFill>
                <a:latin typeface="+mn-lt"/>
                <a:cs typeface="Calibri"/>
              </a:rPr>
              <a:t>la</a:t>
            </a:r>
            <a:r>
              <a:rPr lang="fr-FR" sz="1200" spc="-5" dirty="0" smtClean="0">
                <a:solidFill>
                  <a:srgbClr val="585858"/>
                </a:solidFill>
                <a:latin typeface="+mn-lt"/>
                <a:cs typeface="Calibri"/>
              </a:rPr>
              <a:t> </a:t>
            </a:r>
            <a:r>
              <a:rPr lang="fr-FR" sz="1200" dirty="0" smtClean="0">
                <a:solidFill>
                  <a:srgbClr val="585858"/>
                </a:solidFill>
                <a:latin typeface="+mn-lt"/>
                <a:cs typeface="Calibri"/>
              </a:rPr>
              <a:t>gestions</a:t>
            </a:r>
            <a:r>
              <a:rPr lang="fr-FR" sz="1200" spc="-20" dirty="0" smtClean="0">
                <a:solidFill>
                  <a:srgbClr val="585858"/>
                </a:solidFill>
                <a:latin typeface="+mn-lt"/>
                <a:cs typeface="Calibri"/>
              </a:rPr>
              <a:t> </a:t>
            </a:r>
            <a:r>
              <a:rPr lang="fr-FR" sz="1200" dirty="0" smtClean="0">
                <a:solidFill>
                  <a:srgbClr val="585858"/>
                </a:solidFill>
                <a:latin typeface="+mn-lt"/>
                <a:cs typeface="Calibri"/>
              </a:rPr>
              <a:t>des</a:t>
            </a:r>
            <a:r>
              <a:rPr lang="fr-FR" sz="1200" spc="-15"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10"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35"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stockage,</a:t>
            </a:r>
            <a:r>
              <a:rPr lang="fr-FR" sz="1200" spc="-55" dirty="0" smtClean="0">
                <a:solidFill>
                  <a:srgbClr val="585858"/>
                </a:solidFill>
                <a:latin typeface="+mn-lt"/>
                <a:cs typeface="Calibri"/>
              </a:rPr>
              <a:t> </a:t>
            </a:r>
            <a:r>
              <a:rPr lang="fr-FR" sz="1200" spc="-20" dirty="0" smtClean="0">
                <a:solidFill>
                  <a:srgbClr val="585858"/>
                </a:solidFill>
                <a:latin typeface="+mn-lt"/>
                <a:cs typeface="Calibri"/>
              </a:rPr>
              <a:t>etc.</a:t>
            </a:r>
            <a:endParaRPr lang="fr-FR" sz="1200" dirty="0" smtClean="0">
              <a:latin typeface="+mn-lt"/>
              <a:cs typeface="Calibri"/>
            </a:endParaRPr>
          </a:p>
          <a:p>
            <a:pPr marL="12700" algn="just">
              <a:lnSpc>
                <a:spcPct val="100000"/>
              </a:lnSpc>
              <a:spcBef>
                <a:spcPts val="1445"/>
              </a:spcBef>
            </a:pPr>
            <a:r>
              <a:rPr lang="fr-FR" sz="1200" b="1" dirty="0" smtClean="0">
                <a:solidFill>
                  <a:srgbClr val="0058A0"/>
                </a:solidFill>
                <a:latin typeface="+mn-lt"/>
                <a:cs typeface="Calibri"/>
              </a:rPr>
              <a:t>La</a:t>
            </a:r>
            <a:r>
              <a:rPr lang="fr-FR" sz="1200" b="1" spc="-45" dirty="0" smtClean="0">
                <a:solidFill>
                  <a:srgbClr val="0058A0"/>
                </a:solidFill>
                <a:latin typeface="+mn-lt"/>
                <a:cs typeface="Calibri"/>
              </a:rPr>
              <a:t> </a:t>
            </a:r>
            <a:r>
              <a:rPr lang="fr-FR" sz="1200" b="1" dirty="0" smtClean="0">
                <a:solidFill>
                  <a:srgbClr val="0058A0"/>
                </a:solidFill>
                <a:latin typeface="+mn-lt"/>
                <a:cs typeface="Calibri"/>
              </a:rPr>
              <a:t>gestion</a:t>
            </a:r>
            <a:r>
              <a:rPr lang="fr-FR" sz="1200" b="1" spc="-5" dirty="0" smtClean="0">
                <a:solidFill>
                  <a:srgbClr val="0058A0"/>
                </a:solidFill>
                <a:latin typeface="+mn-lt"/>
                <a:cs typeface="Calibri"/>
              </a:rPr>
              <a:t> </a:t>
            </a:r>
            <a:r>
              <a:rPr lang="fr-FR" sz="1200" b="1" dirty="0" smtClean="0">
                <a:solidFill>
                  <a:srgbClr val="0058A0"/>
                </a:solidFill>
                <a:latin typeface="+mn-lt"/>
                <a:cs typeface="Calibri"/>
              </a:rPr>
              <a:t>des</a:t>
            </a:r>
            <a:r>
              <a:rPr lang="fr-FR" sz="1200" b="1" spc="-30" dirty="0" smtClean="0">
                <a:solidFill>
                  <a:srgbClr val="0058A0"/>
                </a:solidFill>
                <a:latin typeface="+mn-lt"/>
                <a:cs typeface="Calibri"/>
              </a:rPr>
              <a:t> </a:t>
            </a:r>
            <a:r>
              <a:rPr lang="fr-FR" sz="1200" b="1" dirty="0" smtClean="0">
                <a:solidFill>
                  <a:srgbClr val="0058A0"/>
                </a:solidFill>
                <a:latin typeface="+mn-lt"/>
                <a:cs typeface="Calibri"/>
              </a:rPr>
              <a:t>fichiers</a:t>
            </a:r>
            <a:r>
              <a:rPr lang="fr-FR" sz="1200" b="1" spc="-45" dirty="0" smtClean="0">
                <a:solidFill>
                  <a:srgbClr val="0058A0"/>
                </a:solidFill>
                <a:latin typeface="+mn-lt"/>
                <a:cs typeface="Calibri"/>
              </a:rPr>
              <a:t> </a:t>
            </a:r>
            <a:r>
              <a:rPr lang="fr-FR" sz="1200" b="1" spc="-50" dirty="0" smtClean="0">
                <a:solidFill>
                  <a:srgbClr val="0058A0"/>
                </a:solidFill>
                <a:latin typeface="+mn-lt"/>
                <a:cs typeface="Calibri"/>
              </a:rPr>
              <a:t>:</a:t>
            </a:r>
            <a:endParaRPr lang="fr-FR" sz="1200" dirty="0" smtClean="0">
              <a:latin typeface="+mn-lt"/>
              <a:cs typeface="Calibri"/>
            </a:endParaRPr>
          </a:p>
          <a:p>
            <a:pPr marL="12700" marR="5080" algn="just">
              <a:lnSpc>
                <a:spcPts val="2880"/>
              </a:lnSpc>
              <a:spcBef>
                <a:spcPts val="135"/>
              </a:spcBef>
            </a:pPr>
            <a:r>
              <a:rPr lang="fr-FR" sz="1200" dirty="0" smtClean="0">
                <a:solidFill>
                  <a:srgbClr val="585858"/>
                </a:solidFill>
                <a:latin typeface="+mn-lt"/>
                <a:cs typeface="Calibri"/>
              </a:rPr>
              <a:t>Le</a:t>
            </a:r>
            <a:r>
              <a:rPr lang="fr-FR" sz="1200" spc="-15" dirty="0" smtClean="0">
                <a:solidFill>
                  <a:srgbClr val="585858"/>
                </a:solidFill>
                <a:latin typeface="+mn-lt"/>
                <a:cs typeface="Calibri"/>
              </a:rPr>
              <a:t> </a:t>
            </a:r>
            <a:r>
              <a:rPr lang="fr-FR" sz="1200" dirty="0" smtClean="0">
                <a:solidFill>
                  <a:srgbClr val="585858"/>
                </a:solidFill>
                <a:latin typeface="+mn-lt"/>
                <a:cs typeface="Calibri"/>
              </a:rPr>
              <a:t>système</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d'exploitation</a:t>
            </a:r>
            <a:r>
              <a:rPr lang="fr-FR" sz="1200" spc="5" dirty="0" smtClean="0">
                <a:solidFill>
                  <a:srgbClr val="585858"/>
                </a:solidFill>
                <a:latin typeface="+mn-lt"/>
                <a:cs typeface="Calibri"/>
              </a:rPr>
              <a:t> </a:t>
            </a:r>
            <a:r>
              <a:rPr lang="fr-FR" sz="1200" dirty="0" smtClean="0">
                <a:solidFill>
                  <a:srgbClr val="585858"/>
                </a:solidFill>
                <a:latin typeface="+mn-lt"/>
                <a:cs typeface="Calibri"/>
              </a:rPr>
              <a:t>alloue</a:t>
            </a:r>
            <a:r>
              <a:rPr lang="fr-FR" sz="1200" spc="15" dirty="0" smtClean="0">
                <a:solidFill>
                  <a:srgbClr val="585858"/>
                </a:solidFill>
                <a:latin typeface="+mn-lt"/>
                <a:cs typeface="Calibri"/>
              </a:rPr>
              <a:t> </a:t>
            </a:r>
            <a:r>
              <a:rPr lang="fr-FR" sz="1200" dirty="0" smtClean="0">
                <a:solidFill>
                  <a:srgbClr val="585858"/>
                </a:solidFill>
                <a:latin typeface="+mn-lt"/>
                <a:cs typeface="Calibri"/>
              </a:rPr>
              <a:t>et</a:t>
            </a:r>
            <a:r>
              <a:rPr lang="fr-FR" sz="1200" spc="-5" dirty="0" smtClean="0">
                <a:solidFill>
                  <a:srgbClr val="585858"/>
                </a:solidFill>
                <a:latin typeface="+mn-lt"/>
                <a:cs typeface="Calibri"/>
              </a:rPr>
              <a:t> </a:t>
            </a:r>
            <a:r>
              <a:rPr lang="fr-FR" sz="1200" dirty="0" err="1" smtClean="0">
                <a:solidFill>
                  <a:srgbClr val="585858"/>
                </a:solidFill>
                <a:latin typeface="+mn-lt"/>
                <a:cs typeface="Calibri"/>
              </a:rPr>
              <a:t>désalloue</a:t>
            </a:r>
            <a:r>
              <a:rPr lang="fr-FR" sz="1200" spc="10" dirty="0" smtClean="0">
                <a:solidFill>
                  <a:srgbClr val="585858"/>
                </a:solidFill>
                <a:latin typeface="+mn-lt"/>
                <a:cs typeface="Calibri"/>
              </a:rPr>
              <a:t> </a:t>
            </a:r>
            <a:r>
              <a:rPr lang="fr-FR" sz="1200" dirty="0" smtClean="0">
                <a:solidFill>
                  <a:srgbClr val="585858"/>
                </a:solidFill>
                <a:latin typeface="+mn-lt"/>
                <a:cs typeface="Calibri"/>
              </a:rPr>
              <a:t>des</a:t>
            </a:r>
            <a:r>
              <a:rPr lang="fr-FR" sz="1200" spc="20" dirty="0" smtClean="0">
                <a:solidFill>
                  <a:srgbClr val="585858"/>
                </a:solidFill>
                <a:latin typeface="+mn-lt"/>
                <a:cs typeface="Calibri"/>
              </a:rPr>
              <a:t> </a:t>
            </a:r>
            <a:r>
              <a:rPr lang="fr-FR" sz="1200" dirty="0" smtClean="0">
                <a:solidFill>
                  <a:srgbClr val="585858"/>
                </a:solidFill>
                <a:latin typeface="+mn-lt"/>
                <a:cs typeface="Calibri"/>
              </a:rPr>
              <a:t>ressources. Il</a:t>
            </a:r>
            <a:r>
              <a:rPr lang="fr-FR" sz="1200" spc="-5" dirty="0" smtClean="0">
                <a:solidFill>
                  <a:srgbClr val="585858"/>
                </a:solidFill>
                <a:latin typeface="+mn-lt"/>
                <a:cs typeface="Calibri"/>
              </a:rPr>
              <a:t> </a:t>
            </a:r>
            <a:r>
              <a:rPr lang="fr-FR" sz="1200" dirty="0" smtClean="0">
                <a:solidFill>
                  <a:srgbClr val="585858"/>
                </a:solidFill>
                <a:latin typeface="+mn-lt"/>
                <a:cs typeface="Calibri"/>
              </a:rPr>
              <a:t>régule</a:t>
            </a:r>
            <a:r>
              <a:rPr lang="fr-FR" sz="1200" spc="15" dirty="0" smtClean="0">
                <a:solidFill>
                  <a:srgbClr val="585858"/>
                </a:solidFill>
                <a:latin typeface="+mn-lt"/>
                <a:cs typeface="Calibri"/>
              </a:rPr>
              <a:t> </a:t>
            </a:r>
            <a:r>
              <a:rPr lang="fr-FR" sz="1200" dirty="0" smtClean="0">
                <a:solidFill>
                  <a:srgbClr val="585858"/>
                </a:solidFill>
                <a:latin typeface="+mn-lt"/>
                <a:cs typeface="Calibri"/>
              </a:rPr>
              <a:t>quel processus obtient</a:t>
            </a:r>
            <a:r>
              <a:rPr lang="fr-FR" sz="1200" spc="20" dirty="0" smtClean="0">
                <a:solidFill>
                  <a:srgbClr val="585858"/>
                </a:solidFill>
                <a:latin typeface="+mn-lt"/>
                <a:cs typeface="Calibri"/>
              </a:rPr>
              <a:t> </a:t>
            </a:r>
            <a:r>
              <a:rPr lang="fr-FR" sz="1200" dirty="0" smtClean="0">
                <a:solidFill>
                  <a:srgbClr val="585858"/>
                </a:solidFill>
                <a:latin typeface="+mn-lt"/>
                <a:cs typeface="Calibri"/>
              </a:rPr>
              <a:t>le</a:t>
            </a:r>
            <a:r>
              <a:rPr lang="fr-FR" sz="1200" spc="10" dirty="0" smtClean="0">
                <a:solidFill>
                  <a:srgbClr val="585858"/>
                </a:solidFill>
                <a:latin typeface="+mn-lt"/>
                <a:cs typeface="Calibri"/>
              </a:rPr>
              <a:t> </a:t>
            </a:r>
            <a:r>
              <a:rPr lang="fr-FR" sz="1200" dirty="0" smtClean="0">
                <a:solidFill>
                  <a:srgbClr val="585858"/>
                </a:solidFill>
                <a:latin typeface="+mn-lt"/>
                <a:cs typeface="Calibri"/>
              </a:rPr>
              <a:t>fichier</a:t>
            </a:r>
            <a:r>
              <a:rPr lang="fr-FR" sz="1200" spc="5" dirty="0" smtClean="0">
                <a:solidFill>
                  <a:srgbClr val="585858"/>
                </a:solidFill>
                <a:latin typeface="+mn-lt"/>
                <a:cs typeface="Calibri"/>
              </a:rPr>
              <a:t> </a:t>
            </a:r>
            <a:r>
              <a:rPr lang="fr-FR" sz="1200" dirty="0" smtClean="0">
                <a:solidFill>
                  <a:srgbClr val="585858"/>
                </a:solidFill>
                <a:latin typeface="+mn-lt"/>
                <a:cs typeface="Calibri"/>
              </a:rPr>
              <a:t>et</a:t>
            </a:r>
            <a:r>
              <a:rPr lang="fr-FR" sz="1200" spc="-10" dirty="0" smtClean="0">
                <a:solidFill>
                  <a:srgbClr val="585858"/>
                </a:solidFill>
                <a:latin typeface="+mn-lt"/>
                <a:cs typeface="Calibri"/>
              </a:rPr>
              <a:t> </a:t>
            </a:r>
            <a:r>
              <a:rPr lang="fr-FR" sz="1200" dirty="0" smtClean="0">
                <a:solidFill>
                  <a:srgbClr val="585858"/>
                </a:solidFill>
                <a:latin typeface="+mn-lt"/>
                <a:cs typeface="Calibri"/>
              </a:rPr>
              <a:t>pour quelle</a:t>
            </a:r>
            <a:r>
              <a:rPr lang="fr-FR" sz="1200" spc="-5" dirty="0" smtClean="0">
                <a:solidFill>
                  <a:srgbClr val="585858"/>
                </a:solidFill>
                <a:latin typeface="+mn-lt"/>
                <a:cs typeface="Calibri"/>
              </a:rPr>
              <a:t> </a:t>
            </a:r>
            <a:r>
              <a:rPr lang="fr-FR" sz="1200" dirty="0" smtClean="0">
                <a:solidFill>
                  <a:srgbClr val="585858"/>
                </a:solidFill>
                <a:latin typeface="+mn-lt"/>
                <a:cs typeface="Calibri"/>
              </a:rPr>
              <a:t>durée.</a:t>
            </a:r>
            <a:r>
              <a:rPr lang="fr-FR" sz="1200" spc="15" dirty="0" smtClean="0">
                <a:solidFill>
                  <a:srgbClr val="585858"/>
                </a:solidFill>
                <a:latin typeface="+mn-lt"/>
                <a:cs typeface="Calibri"/>
              </a:rPr>
              <a:t> </a:t>
            </a:r>
            <a:r>
              <a:rPr lang="fr-FR" sz="1200" dirty="0" smtClean="0">
                <a:solidFill>
                  <a:srgbClr val="585858"/>
                </a:solidFill>
                <a:latin typeface="+mn-lt"/>
                <a:cs typeface="Calibri"/>
              </a:rPr>
              <a:t>En</a:t>
            </a:r>
            <a:r>
              <a:rPr lang="fr-FR" sz="1200" spc="5" dirty="0" smtClean="0">
                <a:solidFill>
                  <a:srgbClr val="585858"/>
                </a:solidFill>
                <a:latin typeface="+mn-lt"/>
                <a:cs typeface="Calibri"/>
              </a:rPr>
              <a:t> </a:t>
            </a:r>
            <a:r>
              <a:rPr lang="fr-FR" sz="1200" dirty="0" smtClean="0">
                <a:solidFill>
                  <a:srgbClr val="585858"/>
                </a:solidFill>
                <a:latin typeface="+mn-lt"/>
                <a:cs typeface="Calibri"/>
              </a:rPr>
              <a:t>outre,</a:t>
            </a:r>
            <a:r>
              <a:rPr lang="fr-FR" sz="1200" spc="20" dirty="0" smtClean="0">
                <a:solidFill>
                  <a:srgbClr val="585858"/>
                </a:solidFill>
                <a:latin typeface="+mn-lt"/>
                <a:cs typeface="Calibri"/>
              </a:rPr>
              <a:t> </a:t>
            </a:r>
            <a:r>
              <a:rPr lang="fr-FR" sz="1200" dirty="0" smtClean="0">
                <a:solidFill>
                  <a:srgbClr val="585858"/>
                </a:solidFill>
                <a:latin typeface="+mn-lt"/>
                <a:cs typeface="Calibri"/>
              </a:rPr>
              <a:t>il garde</a:t>
            </a:r>
            <a:r>
              <a:rPr lang="fr-FR" sz="1200" spc="10" dirty="0" smtClean="0">
                <a:solidFill>
                  <a:srgbClr val="585858"/>
                </a:solidFill>
                <a:latin typeface="+mn-lt"/>
                <a:cs typeface="Calibri"/>
              </a:rPr>
              <a:t> </a:t>
            </a:r>
            <a:r>
              <a:rPr lang="fr-FR" sz="1200" dirty="0" smtClean="0">
                <a:solidFill>
                  <a:srgbClr val="585858"/>
                </a:solidFill>
                <a:latin typeface="+mn-lt"/>
                <a:cs typeface="Calibri"/>
              </a:rPr>
              <a:t>une</a:t>
            </a:r>
            <a:r>
              <a:rPr lang="fr-FR" sz="1200" spc="10" dirty="0" smtClean="0">
                <a:solidFill>
                  <a:srgbClr val="585858"/>
                </a:solidFill>
                <a:latin typeface="+mn-lt"/>
                <a:cs typeface="Calibri"/>
              </a:rPr>
              <a:t> </a:t>
            </a:r>
            <a:r>
              <a:rPr lang="fr-FR" sz="1200" dirty="0" smtClean="0">
                <a:solidFill>
                  <a:srgbClr val="585858"/>
                </a:solidFill>
                <a:latin typeface="+mn-lt"/>
                <a:cs typeface="Calibri"/>
              </a:rPr>
              <a:t>trace</a:t>
            </a:r>
            <a:r>
              <a:rPr lang="fr-FR" sz="1200" spc="-10" dirty="0" smtClean="0">
                <a:solidFill>
                  <a:srgbClr val="585858"/>
                </a:solidFill>
                <a:latin typeface="+mn-lt"/>
                <a:cs typeface="Calibri"/>
              </a:rPr>
              <a:t> </a:t>
            </a:r>
            <a:r>
              <a:rPr lang="fr-FR" sz="1200" dirty="0" smtClean="0">
                <a:solidFill>
                  <a:srgbClr val="585858"/>
                </a:solidFill>
                <a:latin typeface="+mn-lt"/>
                <a:cs typeface="Calibri"/>
              </a:rPr>
              <a:t>des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informations, </a:t>
            </a:r>
            <a:r>
              <a:rPr lang="fr-FR" sz="1200" dirty="0" smtClean="0">
                <a:solidFill>
                  <a:srgbClr val="585858"/>
                </a:solidFill>
                <a:latin typeface="+mn-lt"/>
                <a:cs typeface="Calibri"/>
              </a:rPr>
              <a:t>de</a:t>
            </a:r>
            <a:r>
              <a:rPr lang="fr-FR" sz="1200" spc="5" dirty="0" smtClean="0">
                <a:solidFill>
                  <a:srgbClr val="585858"/>
                </a:solidFill>
                <a:latin typeface="+mn-lt"/>
                <a:cs typeface="Calibri"/>
              </a:rPr>
              <a:t> </a:t>
            </a:r>
            <a:r>
              <a:rPr lang="fr-FR" sz="1200" dirty="0" smtClean="0">
                <a:solidFill>
                  <a:srgbClr val="585858"/>
                </a:solidFill>
                <a:latin typeface="+mn-lt"/>
                <a:cs typeface="Calibri"/>
              </a:rPr>
              <a:t>l'emplacement,</a:t>
            </a:r>
            <a:r>
              <a:rPr lang="fr-FR" sz="1200" spc="25" dirty="0" smtClean="0">
                <a:solidFill>
                  <a:srgbClr val="585858"/>
                </a:solidFill>
                <a:latin typeface="+mn-lt"/>
                <a:cs typeface="Calibri"/>
              </a:rPr>
              <a:t> </a:t>
            </a:r>
            <a:r>
              <a:rPr lang="fr-FR" sz="1200" dirty="0" smtClean="0">
                <a:solidFill>
                  <a:srgbClr val="585858"/>
                </a:solidFill>
                <a:latin typeface="+mn-lt"/>
                <a:cs typeface="Calibri"/>
              </a:rPr>
              <a:t>des</a:t>
            </a:r>
            <a:r>
              <a:rPr lang="fr-FR" sz="1200" spc="15" dirty="0" smtClean="0">
                <a:solidFill>
                  <a:srgbClr val="585858"/>
                </a:solidFill>
                <a:latin typeface="+mn-lt"/>
                <a:cs typeface="Calibri"/>
              </a:rPr>
              <a:t> </a:t>
            </a:r>
            <a:r>
              <a:rPr lang="fr-FR" sz="1200" dirty="0" smtClean="0">
                <a:solidFill>
                  <a:srgbClr val="585858"/>
                </a:solidFill>
                <a:latin typeface="+mn-lt"/>
                <a:cs typeface="Calibri"/>
              </a:rPr>
              <a:t>utilisations</a:t>
            </a:r>
            <a:r>
              <a:rPr lang="fr-FR" sz="1200" spc="40" dirty="0" smtClean="0">
                <a:solidFill>
                  <a:srgbClr val="585858"/>
                </a:solidFill>
                <a:latin typeface="+mn-lt"/>
                <a:cs typeface="Calibri"/>
              </a:rPr>
              <a:t> </a:t>
            </a:r>
            <a:r>
              <a:rPr lang="fr-FR" sz="1200" dirty="0" smtClean="0">
                <a:solidFill>
                  <a:srgbClr val="585858"/>
                </a:solidFill>
                <a:latin typeface="+mn-lt"/>
                <a:cs typeface="Calibri"/>
              </a:rPr>
              <a:t>et</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dirty="0" smtClean="0">
                <a:solidFill>
                  <a:srgbClr val="585858"/>
                </a:solidFill>
                <a:latin typeface="+mn-lt"/>
                <a:cs typeface="Calibri"/>
              </a:rPr>
              <a:t>l'état</a:t>
            </a:r>
            <a:r>
              <a:rPr lang="fr-FR" sz="1200" spc="10" dirty="0" smtClean="0">
                <a:solidFill>
                  <a:srgbClr val="585858"/>
                </a:solidFill>
                <a:latin typeface="+mn-lt"/>
                <a:cs typeface="Calibri"/>
              </a:rPr>
              <a:t> </a:t>
            </a:r>
            <a:r>
              <a:rPr lang="fr-FR" sz="1200" dirty="0" smtClean="0">
                <a:solidFill>
                  <a:srgbClr val="585858"/>
                </a:solidFill>
                <a:latin typeface="+mn-lt"/>
                <a:cs typeface="Calibri"/>
              </a:rPr>
              <a:t>des</a:t>
            </a:r>
            <a:r>
              <a:rPr lang="fr-FR" sz="1200" spc="2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315" dirty="0" smtClean="0">
                <a:solidFill>
                  <a:srgbClr val="585858"/>
                </a:solidFill>
                <a:latin typeface="+mn-lt"/>
                <a:cs typeface="Calibri"/>
              </a:rPr>
              <a:t> </a:t>
            </a:r>
            <a:r>
              <a:rPr lang="fr-FR" sz="1200" dirty="0" smtClean="0">
                <a:solidFill>
                  <a:srgbClr val="585858"/>
                </a:solidFill>
                <a:latin typeface="+mn-lt"/>
                <a:cs typeface="Calibri"/>
              </a:rPr>
              <a:t>Cette</a:t>
            </a:r>
            <a:r>
              <a:rPr lang="fr-FR" sz="1200" spc="1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25" dirty="0" smtClean="0">
                <a:solidFill>
                  <a:srgbClr val="585858"/>
                </a:solidFill>
                <a:latin typeface="+mn-lt"/>
                <a:cs typeface="Calibri"/>
              </a:rPr>
              <a:t> </a:t>
            </a:r>
            <a:r>
              <a:rPr lang="fr-FR" sz="1200" dirty="0" smtClean="0">
                <a:solidFill>
                  <a:srgbClr val="585858"/>
                </a:solidFill>
                <a:latin typeface="+mn-lt"/>
                <a:cs typeface="Calibri"/>
              </a:rPr>
              <a:t>se</a:t>
            </a:r>
            <a:r>
              <a:rPr lang="fr-FR" sz="1200" spc="10" dirty="0" smtClean="0">
                <a:solidFill>
                  <a:srgbClr val="585858"/>
                </a:solidFill>
                <a:latin typeface="+mn-lt"/>
                <a:cs typeface="Calibri"/>
              </a:rPr>
              <a:t> </a:t>
            </a:r>
            <a:r>
              <a:rPr lang="fr-FR" sz="1200" dirty="0" smtClean="0">
                <a:solidFill>
                  <a:srgbClr val="585858"/>
                </a:solidFill>
                <a:latin typeface="+mn-lt"/>
                <a:cs typeface="Calibri"/>
              </a:rPr>
              <a:t>fait</a:t>
            </a:r>
            <a:r>
              <a:rPr lang="fr-FR" sz="1200" spc="10" dirty="0" smtClean="0">
                <a:solidFill>
                  <a:srgbClr val="585858"/>
                </a:solidFill>
                <a:latin typeface="+mn-lt"/>
                <a:cs typeface="Calibri"/>
              </a:rPr>
              <a:t> </a:t>
            </a:r>
            <a:r>
              <a:rPr lang="fr-FR" sz="1200" dirty="0" smtClean="0">
                <a:solidFill>
                  <a:srgbClr val="585858"/>
                </a:solidFill>
                <a:latin typeface="+mn-lt"/>
                <a:cs typeface="Calibri"/>
              </a:rPr>
              <a:t>en</a:t>
            </a:r>
            <a:r>
              <a:rPr lang="fr-FR" sz="1200" spc="20" dirty="0" smtClean="0">
                <a:solidFill>
                  <a:srgbClr val="585858"/>
                </a:solidFill>
                <a:latin typeface="+mn-lt"/>
                <a:cs typeface="Calibri"/>
              </a:rPr>
              <a:t> </a:t>
            </a:r>
            <a:r>
              <a:rPr lang="fr-FR" sz="1200" dirty="0" smtClean="0">
                <a:solidFill>
                  <a:srgbClr val="585858"/>
                </a:solidFill>
                <a:latin typeface="+mn-lt"/>
                <a:cs typeface="Calibri"/>
              </a:rPr>
              <a:t>utilisant</a:t>
            </a:r>
            <a:r>
              <a:rPr lang="fr-FR" sz="1200" spc="15" dirty="0" smtClean="0">
                <a:solidFill>
                  <a:srgbClr val="585858"/>
                </a:solidFill>
                <a:latin typeface="+mn-lt"/>
                <a:cs typeface="Calibri"/>
              </a:rPr>
              <a:t> </a:t>
            </a:r>
            <a:r>
              <a:rPr lang="fr-FR" sz="1200" dirty="0" smtClean="0">
                <a:solidFill>
                  <a:srgbClr val="585858"/>
                </a:solidFill>
                <a:latin typeface="+mn-lt"/>
                <a:cs typeface="Calibri"/>
              </a:rPr>
              <a:t>un</a:t>
            </a:r>
            <a:r>
              <a:rPr lang="fr-FR" sz="1200" spc="-5" dirty="0" smtClean="0">
                <a:solidFill>
                  <a:srgbClr val="585858"/>
                </a:solidFill>
                <a:latin typeface="+mn-lt"/>
                <a:cs typeface="Calibri"/>
              </a:rPr>
              <a:t> </a:t>
            </a:r>
            <a:r>
              <a:rPr lang="fr-FR" sz="1200" dirty="0" smtClean="0">
                <a:solidFill>
                  <a:srgbClr val="585858"/>
                </a:solidFill>
                <a:latin typeface="+mn-lt"/>
                <a:cs typeface="Calibri"/>
              </a:rPr>
              <a:t>système</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2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15" dirty="0" smtClean="0">
                <a:solidFill>
                  <a:srgbClr val="585858"/>
                </a:solidFill>
                <a:latin typeface="+mn-lt"/>
                <a:cs typeface="Calibri"/>
              </a:rPr>
              <a:t> </a:t>
            </a:r>
            <a:r>
              <a:rPr lang="fr-FR" sz="1200" dirty="0" smtClean="0">
                <a:solidFill>
                  <a:srgbClr val="585858"/>
                </a:solidFill>
                <a:latin typeface="+mn-lt"/>
                <a:cs typeface="Calibri"/>
              </a:rPr>
              <a:t>C’est</a:t>
            </a:r>
            <a:r>
              <a:rPr lang="fr-FR" sz="1200" spc="10" dirty="0" smtClean="0">
                <a:solidFill>
                  <a:srgbClr val="585858"/>
                </a:solidFill>
                <a:latin typeface="+mn-lt"/>
                <a:cs typeface="Calibri"/>
              </a:rPr>
              <a:t> </a:t>
            </a:r>
            <a:r>
              <a:rPr lang="fr-FR" sz="1200" dirty="0" smtClean="0">
                <a:solidFill>
                  <a:srgbClr val="585858"/>
                </a:solidFill>
                <a:latin typeface="+mn-lt"/>
                <a:cs typeface="Calibri"/>
              </a:rPr>
              <a:t>un</a:t>
            </a:r>
            <a:r>
              <a:rPr lang="fr-FR" sz="1200" spc="-5" dirty="0" smtClean="0">
                <a:solidFill>
                  <a:srgbClr val="585858"/>
                </a:solidFill>
                <a:latin typeface="+mn-lt"/>
                <a:cs typeface="Calibri"/>
              </a:rPr>
              <a:t> </a:t>
            </a:r>
            <a:r>
              <a:rPr lang="fr-FR" sz="1200" dirty="0" smtClean="0">
                <a:solidFill>
                  <a:srgbClr val="585858"/>
                </a:solidFill>
                <a:latin typeface="+mn-lt"/>
                <a:cs typeface="Calibri"/>
              </a:rPr>
              <a:t>mécanisme</a:t>
            </a:r>
            <a:r>
              <a:rPr lang="fr-FR" sz="1200" spc="15" dirty="0" smtClean="0">
                <a:solidFill>
                  <a:srgbClr val="585858"/>
                </a:solidFill>
                <a:latin typeface="+mn-lt"/>
                <a:cs typeface="Calibri"/>
              </a:rPr>
              <a:t> </a:t>
            </a:r>
            <a:r>
              <a:rPr lang="fr-FR" sz="1200" dirty="0" smtClean="0">
                <a:solidFill>
                  <a:srgbClr val="585858"/>
                </a:solidFill>
                <a:latin typeface="+mn-lt"/>
                <a:cs typeface="Calibri"/>
              </a:rPr>
              <a:t>qui</a:t>
            </a:r>
            <a:r>
              <a:rPr lang="fr-FR" sz="1200" spc="15" dirty="0" smtClean="0">
                <a:solidFill>
                  <a:srgbClr val="585858"/>
                </a:solidFill>
                <a:latin typeface="+mn-lt"/>
                <a:cs typeface="Calibri"/>
              </a:rPr>
              <a:t> </a:t>
            </a:r>
            <a:r>
              <a:rPr lang="fr-FR" sz="1200" dirty="0" smtClean="0">
                <a:solidFill>
                  <a:srgbClr val="585858"/>
                </a:solidFill>
                <a:latin typeface="+mn-lt"/>
                <a:cs typeface="Calibri"/>
              </a:rPr>
              <a:t>définit</a:t>
            </a:r>
            <a:r>
              <a:rPr lang="fr-FR" sz="1200" spc="15" dirty="0" smtClean="0">
                <a:solidFill>
                  <a:srgbClr val="585858"/>
                </a:solidFill>
                <a:latin typeface="+mn-lt"/>
                <a:cs typeface="Calibri"/>
              </a:rPr>
              <a:t> </a:t>
            </a:r>
            <a:r>
              <a:rPr lang="fr-FR" sz="1200" dirty="0" smtClean="0">
                <a:solidFill>
                  <a:srgbClr val="585858"/>
                </a:solidFill>
                <a:latin typeface="+mn-lt"/>
                <a:cs typeface="Calibri"/>
              </a:rPr>
              <a:t>comment</a:t>
            </a:r>
            <a:r>
              <a:rPr lang="fr-FR" sz="1200" spc="10" dirty="0" smtClean="0">
                <a:solidFill>
                  <a:srgbClr val="585858"/>
                </a:solidFill>
                <a:latin typeface="+mn-lt"/>
                <a:cs typeface="Calibri"/>
              </a:rPr>
              <a:t> </a:t>
            </a:r>
            <a:r>
              <a:rPr lang="fr-FR" sz="1200" dirty="0" smtClean="0">
                <a:solidFill>
                  <a:srgbClr val="585858"/>
                </a:solidFill>
                <a:latin typeface="+mn-lt"/>
                <a:cs typeface="Calibri"/>
              </a:rPr>
              <a:t>les</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données </a:t>
            </a:r>
            <a:r>
              <a:rPr lang="fr-FR" sz="1200" dirty="0" smtClean="0">
                <a:solidFill>
                  <a:srgbClr val="585858"/>
                </a:solidFill>
                <a:latin typeface="+mn-lt"/>
                <a:cs typeface="Calibri"/>
              </a:rPr>
              <a:t>sont</a:t>
            </a:r>
            <a:r>
              <a:rPr lang="fr-FR" sz="1200" spc="-10" dirty="0" smtClean="0">
                <a:solidFill>
                  <a:srgbClr val="585858"/>
                </a:solidFill>
                <a:latin typeface="+mn-lt"/>
                <a:cs typeface="Calibri"/>
              </a:rPr>
              <a:t> sauvegardées</a:t>
            </a:r>
            <a:r>
              <a:rPr lang="fr-FR" sz="1200" spc="-25" dirty="0" smtClean="0">
                <a:solidFill>
                  <a:srgbClr val="585858"/>
                </a:solidFill>
                <a:latin typeface="+mn-lt"/>
                <a:cs typeface="Calibri"/>
              </a:rPr>
              <a:t> </a:t>
            </a:r>
            <a:r>
              <a:rPr lang="fr-FR" sz="1200" dirty="0" smtClean="0">
                <a:solidFill>
                  <a:srgbClr val="585858"/>
                </a:solidFill>
                <a:latin typeface="+mn-lt"/>
                <a:cs typeface="Calibri"/>
              </a:rPr>
              <a:t>et</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récupérées.</a:t>
            </a: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a:t>
            </a:fld>
            <a:endParaRPr lang="fr-FR"/>
          </a:p>
        </p:txBody>
      </p:sp>
    </p:spTree>
    <p:extLst>
      <p:ext uri="{BB962C8B-B14F-4D97-AF65-F5344CB8AC3E}">
        <p14:creationId xmlns:p14="http://schemas.microsoft.com/office/powerpoint/2010/main" val="2960948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080" algn="just">
              <a:lnSpc>
                <a:spcPct val="150100"/>
              </a:lnSpc>
              <a:spcBef>
                <a:spcPts val="735"/>
              </a:spcBef>
            </a:pPr>
            <a:r>
              <a:rPr lang="fr-FR" sz="1200" dirty="0" smtClean="0">
                <a:solidFill>
                  <a:srgbClr val="585858"/>
                </a:solidFill>
                <a:latin typeface="+mn-lt"/>
                <a:cs typeface="Calibri"/>
              </a:rPr>
              <a:t>Dans</a:t>
            </a:r>
            <a:r>
              <a:rPr lang="fr-FR" sz="1200" spc="-20" dirty="0" smtClean="0">
                <a:solidFill>
                  <a:srgbClr val="585858"/>
                </a:solidFill>
                <a:latin typeface="+mn-lt"/>
                <a:cs typeface="Calibri"/>
              </a:rPr>
              <a:t> </a:t>
            </a:r>
            <a:r>
              <a:rPr lang="fr-FR" sz="1200" dirty="0" smtClean="0">
                <a:solidFill>
                  <a:srgbClr val="585858"/>
                </a:solidFill>
                <a:latin typeface="+mn-lt"/>
                <a:cs typeface="Calibri"/>
              </a:rPr>
              <a:t>ce</a:t>
            </a:r>
            <a:r>
              <a:rPr lang="fr-FR" sz="1200" spc="-15" dirty="0" smtClean="0">
                <a:solidFill>
                  <a:srgbClr val="585858"/>
                </a:solidFill>
                <a:latin typeface="+mn-lt"/>
                <a:cs typeface="Calibri"/>
              </a:rPr>
              <a:t> </a:t>
            </a:r>
            <a:r>
              <a:rPr lang="fr-FR" sz="1200" dirty="0" smtClean="0">
                <a:solidFill>
                  <a:srgbClr val="585858"/>
                </a:solidFill>
                <a:latin typeface="+mn-lt"/>
                <a:cs typeface="Calibri"/>
              </a:rPr>
              <a:t>qui</a:t>
            </a:r>
            <a:r>
              <a:rPr lang="fr-FR" sz="1200" spc="-25" dirty="0" smtClean="0">
                <a:solidFill>
                  <a:srgbClr val="585858"/>
                </a:solidFill>
                <a:latin typeface="+mn-lt"/>
                <a:cs typeface="Calibri"/>
              </a:rPr>
              <a:t> </a:t>
            </a:r>
            <a:r>
              <a:rPr lang="fr-FR" sz="1200" dirty="0" smtClean="0">
                <a:solidFill>
                  <a:srgbClr val="585858"/>
                </a:solidFill>
                <a:latin typeface="+mn-lt"/>
                <a:cs typeface="Calibri"/>
              </a:rPr>
              <a:t>suit,</a:t>
            </a:r>
            <a:r>
              <a:rPr lang="fr-FR" sz="1200" spc="-25" dirty="0" smtClean="0">
                <a:solidFill>
                  <a:srgbClr val="585858"/>
                </a:solidFill>
                <a:latin typeface="+mn-lt"/>
                <a:cs typeface="Calibri"/>
              </a:rPr>
              <a:t> </a:t>
            </a:r>
            <a:r>
              <a:rPr lang="fr-FR" sz="1200" dirty="0" smtClean="0">
                <a:solidFill>
                  <a:srgbClr val="585858"/>
                </a:solidFill>
                <a:latin typeface="+mn-lt"/>
                <a:cs typeface="Calibri"/>
              </a:rPr>
              <a:t>on</a:t>
            </a:r>
            <a:r>
              <a:rPr lang="fr-FR" sz="1200" spc="-20" dirty="0" smtClean="0">
                <a:solidFill>
                  <a:srgbClr val="585858"/>
                </a:solidFill>
                <a:latin typeface="+mn-lt"/>
                <a:cs typeface="Calibri"/>
              </a:rPr>
              <a:t> </a:t>
            </a:r>
            <a:r>
              <a:rPr lang="fr-FR" sz="1200" dirty="0" smtClean="0">
                <a:solidFill>
                  <a:srgbClr val="585858"/>
                </a:solidFill>
                <a:latin typeface="+mn-lt"/>
                <a:cs typeface="Calibri"/>
              </a:rPr>
              <a:t>va</a:t>
            </a:r>
            <a:r>
              <a:rPr lang="fr-FR" sz="1200" spc="-30" dirty="0" smtClean="0">
                <a:solidFill>
                  <a:srgbClr val="585858"/>
                </a:solidFill>
                <a:latin typeface="+mn-lt"/>
                <a:cs typeface="Calibri"/>
              </a:rPr>
              <a:t> </a:t>
            </a:r>
            <a:r>
              <a:rPr lang="fr-FR" sz="1200" dirty="0" smtClean="0">
                <a:solidFill>
                  <a:srgbClr val="585858"/>
                </a:solidFill>
                <a:latin typeface="+mn-lt"/>
                <a:cs typeface="Calibri"/>
              </a:rPr>
              <a:t>découvrir</a:t>
            </a:r>
            <a:r>
              <a:rPr lang="fr-FR" sz="1200" spc="-25" dirty="0" smtClean="0">
                <a:solidFill>
                  <a:srgbClr val="585858"/>
                </a:solidFill>
                <a:latin typeface="+mn-lt"/>
                <a:cs typeface="Calibri"/>
              </a:rPr>
              <a:t> </a:t>
            </a:r>
            <a:r>
              <a:rPr lang="fr-FR" sz="1200" spc="-20" dirty="0" smtClean="0">
                <a:solidFill>
                  <a:srgbClr val="585858"/>
                </a:solidFill>
                <a:latin typeface="+mn-lt"/>
                <a:cs typeface="Calibri"/>
              </a:rPr>
              <a:t>qu’est</a:t>
            </a:r>
            <a:r>
              <a:rPr lang="fr-FR" sz="1200" spc="-5" dirty="0" smtClean="0">
                <a:solidFill>
                  <a:srgbClr val="585858"/>
                </a:solidFill>
                <a:latin typeface="+mn-lt"/>
                <a:cs typeface="Calibri"/>
              </a:rPr>
              <a:t> </a:t>
            </a:r>
            <a:r>
              <a:rPr lang="fr-FR" sz="1200" dirty="0" smtClean="0">
                <a:solidFill>
                  <a:srgbClr val="585858"/>
                </a:solidFill>
                <a:latin typeface="+mn-lt"/>
                <a:cs typeface="Calibri"/>
              </a:rPr>
              <a:t>ce</a:t>
            </a:r>
            <a:r>
              <a:rPr lang="fr-FR" sz="1200" spc="-10" dirty="0" smtClean="0">
                <a:solidFill>
                  <a:srgbClr val="585858"/>
                </a:solidFill>
                <a:latin typeface="+mn-lt"/>
                <a:cs typeface="Calibri"/>
              </a:rPr>
              <a:t> </a:t>
            </a:r>
            <a:r>
              <a:rPr lang="fr-FR" sz="1200" dirty="0" smtClean="0">
                <a:solidFill>
                  <a:srgbClr val="585858"/>
                </a:solidFill>
                <a:latin typeface="+mn-lt"/>
                <a:cs typeface="Calibri"/>
              </a:rPr>
              <a:t>qu’un</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35" dirty="0" smtClean="0">
                <a:solidFill>
                  <a:srgbClr val="585858"/>
                </a:solidFill>
                <a:latin typeface="+mn-lt"/>
                <a:cs typeface="Calibri"/>
              </a:rPr>
              <a:t> </a:t>
            </a:r>
            <a:r>
              <a:rPr lang="fr-FR" sz="1200" dirty="0" smtClean="0">
                <a:solidFill>
                  <a:srgbClr val="585858"/>
                </a:solidFill>
                <a:latin typeface="+mn-lt"/>
                <a:cs typeface="Calibri"/>
              </a:rPr>
              <a:t>de</a:t>
            </a:r>
            <a:r>
              <a:rPr lang="fr-FR" sz="1200" spc="-3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15" dirty="0" smtClean="0">
                <a:solidFill>
                  <a:srgbClr val="585858"/>
                </a:solidFill>
                <a:latin typeface="+mn-lt"/>
                <a:cs typeface="Calibri"/>
              </a:rPr>
              <a:t> </a:t>
            </a:r>
            <a:r>
              <a:rPr lang="fr-FR" sz="1200" dirty="0" smtClean="0">
                <a:solidFill>
                  <a:srgbClr val="585858"/>
                </a:solidFill>
                <a:latin typeface="+mn-lt"/>
                <a:cs typeface="Calibri"/>
              </a:rPr>
              <a:t>Ainsi,</a:t>
            </a:r>
            <a:r>
              <a:rPr lang="fr-FR" sz="1200" spc="-5" dirty="0" smtClean="0">
                <a:solidFill>
                  <a:srgbClr val="585858"/>
                </a:solidFill>
                <a:latin typeface="+mn-lt"/>
                <a:cs typeface="Calibri"/>
              </a:rPr>
              <a:t> </a:t>
            </a:r>
            <a:r>
              <a:rPr lang="fr-FR" sz="1200" dirty="0" smtClean="0">
                <a:solidFill>
                  <a:srgbClr val="585858"/>
                </a:solidFill>
                <a:latin typeface="+mn-lt"/>
                <a:cs typeface="Calibri"/>
              </a:rPr>
              <a:t>on</a:t>
            </a:r>
            <a:r>
              <a:rPr lang="fr-FR" sz="1200" spc="-20" dirty="0" smtClean="0">
                <a:solidFill>
                  <a:srgbClr val="585858"/>
                </a:solidFill>
                <a:latin typeface="+mn-lt"/>
                <a:cs typeface="Calibri"/>
              </a:rPr>
              <a:t> </a:t>
            </a:r>
            <a:r>
              <a:rPr lang="fr-FR" sz="1200" dirty="0" smtClean="0">
                <a:solidFill>
                  <a:srgbClr val="585858"/>
                </a:solidFill>
                <a:latin typeface="+mn-lt"/>
                <a:cs typeface="Calibri"/>
              </a:rPr>
              <a:t>va</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présenter</a:t>
            </a:r>
            <a:r>
              <a:rPr lang="fr-FR" sz="1200" spc="-20" dirty="0" smtClean="0">
                <a:solidFill>
                  <a:srgbClr val="585858"/>
                </a:solidFill>
                <a:latin typeface="+mn-lt"/>
                <a:cs typeface="Calibri"/>
              </a:rPr>
              <a:t> </a:t>
            </a:r>
            <a:r>
              <a:rPr lang="fr-FR" sz="1200" dirty="0" smtClean="0">
                <a:solidFill>
                  <a:srgbClr val="585858"/>
                </a:solidFill>
                <a:latin typeface="+mn-lt"/>
                <a:cs typeface="Calibri"/>
              </a:rPr>
              <a:t>les</a:t>
            </a:r>
            <a:r>
              <a:rPr lang="fr-FR" sz="1200" spc="-25" dirty="0" smtClean="0">
                <a:solidFill>
                  <a:srgbClr val="585858"/>
                </a:solidFill>
                <a:latin typeface="+mn-lt"/>
                <a:cs typeface="Calibri"/>
              </a:rPr>
              <a:t> </a:t>
            </a:r>
            <a:r>
              <a:rPr lang="fr-FR" sz="1200" dirty="0" smtClean="0">
                <a:solidFill>
                  <a:srgbClr val="585858"/>
                </a:solidFill>
                <a:latin typeface="+mn-lt"/>
                <a:cs typeface="Calibri"/>
              </a:rPr>
              <a:t>principaux</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1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existants.</a:t>
            </a:r>
            <a:endParaRPr lang="fr-FR" sz="1200" dirty="0" smtClean="0">
              <a:latin typeface="+mn-lt"/>
              <a:cs typeface="Calibri"/>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4</a:t>
            </a:fld>
            <a:endParaRPr lang="fr-FR"/>
          </a:p>
        </p:txBody>
      </p:sp>
    </p:spTree>
    <p:extLst>
      <p:ext uri="{BB962C8B-B14F-4D97-AF65-F5344CB8AC3E}">
        <p14:creationId xmlns:p14="http://schemas.microsoft.com/office/powerpoint/2010/main" val="1005683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715" algn="just">
              <a:lnSpc>
                <a:spcPct val="150000"/>
              </a:lnSpc>
              <a:spcBef>
                <a:spcPts val="605"/>
              </a:spcBef>
            </a:pPr>
            <a:r>
              <a:rPr lang="fr-FR" sz="1200" dirty="0" smtClean="0">
                <a:solidFill>
                  <a:srgbClr val="585858"/>
                </a:solidFill>
                <a:latin typeface="+mn-lt"/>
                <a:cs typeface="Calibri"/>
              </a:rPr>
              <a:t>Le</a:t>
            </a:r>
            <a:r>
              <a:rPr lang="fr-FR" sz="1200" spc="25" dirty="0" smtClean="0">
                <a:solidFill>
                  <a:srgbClr val="585858"/>
                </a:solidFill>
                <a:latin typeface="+mn-lt"/>
                <a:cs typeface="Calibri"/>
              </a:rPr>
              <a:t> </a:t>
            </a:r>
            <a:r>
              <a:rPr lang="fr-FR" sz="1200" dirty="0" smtClean="0">
                <a:solidFill>
                  <a:srgbClr val="585858"/>
                </a:solidFill>
                <a:latin typeface="+mn-lt"/>
                <a:cs typeface="Calibri"/>
              </a:rPr>
              <a:t>système</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2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40" dirty="0" smtClean="0">
                <a:solidFill>
                  <a:srgbClr val="585858"/>
                </a:solidFill>
                <a:latin typeface="+mn-lt"/>
                <a:cs typeface="Calibri"/>
              </a:rPr>
              <a:t> </a:t>
            </a:r>
            <a:r>
              <a:rPr lang="fr-FR" sz="1200" dirty="0" smtClean="0">
                <a:solidFill>
                  <a:srgbClr val="585858"/>
                </a:solidFill>
                <a:latin typeface="+mn-lt"/>
                <a:cs typeface="Calibri"/>
              </a:rPr>
              <a:t>permet</a:t>
            </a:r>
            <a:r>
              <a:rPr lang="fr-FR" sz="1200" spc="35" dirty="0" smtClean="0">
                <a:solidFill>
                  <a:srgbClr val="585858"/>
                </a:solidFill>
                <a:latin typeface="+mn-lt"/>
                <a:cs typeface="Calibri"/>
              </a:rPr>
              <a:t> </a:t>
            </a:r>
            <a:r>
              <a:rPr lang="fr-FR" sz="1200" dirty="0" smtClean="0">
                <a:solidFill>
                  <a:srgbClr val="585858"/>
                </a:solidFill>
                <a:latin typeface="+mn-lt"/>
                <a:cs typeface="Calibri"/>
              </a:rPr>
              <a:t>aux</a:t>
            </a:r>
            <a:r>
              <a:rPr lang="fr-FR" sz="1200" spc="30" dirty="0" smtClean="0">
                <a:solidFill>
                  <a:srgbClr val="585858"/>
                </a:solidFill>
                <a:latin typeface="+mn-lt"/>
                <a:cs typeface="Calibri"/>
              </a:rPr>
              <a:t> </a:t>
            </a:r>
            <a:r>
              <a:rPr lang="fr-FR" sz="1200" dirty="0" smtClean="0">
                <a:solidFill>
                  <a:srgbClr val="585858"/>
                </a:solidFill>
                <a:latin typeface="+mn-lt"/>
                <a:cs typeface="Calibri"/>
              </a:rPr>
              <a:t>utilisateurs</a:t>
            </a:r>
            <a:r>
              <a:rPr lang="fr-FR" sz="1200" spc="20" dirty="0" smtClean="0">
                <a:solidFill>
                  <a:srgbClr val="585858"/>
                </a:solidFill>
                <a:latin typeface="+mn-lt"/>
                <a:cs typeface="Calibri"/>
              </a:rPr>
              <a:t> </a:t>
            </a:r>
            <a:r>
              <a:rPr lang="fr-FR" sz="1200" dirty="0" smtClean="0">
                <a:solidFill>
                  <a:srgbClr val="585858"/>
                </a:solidFill>
                <a:latin typeface="+mn-lt"/>
                <a:cs typeface="Calibri"/>
              </a:rPr>
              <a:t>d’accéder</a:t>
            </a:r>
            <a:r>
              <a:rPr lang="fr-FR" sz="1200" spc="40" dirty="0" smtClean="0">
                <a:solidFill>
                  <a:srgbClr val="585858"/>
                </a:solidFill>
                <a:latin typeface="+mn-lt"/>
                <a:cs typeface="Calibri"/>
              </a:rPr>
              <a:t> </a:t>
            </a:r>
            <a:r>
              <a:rPr lang="fr-FR" sz="1200" dirty="0" smtClean="0">
                <a:solidFill>
                  <a:srgbClr val="585858"/>
                </a:solidFill>
                <a:latin typeface="+mn-lt"/>
                <a:cs typeface="Calibri"/>
              </a:rPr>
              <a:t>à</a:t>
            </a:r>
            <a:r>
              <a:rPr lang="fr-FR" sz="1200" spc="25" dirty="0" smtClean="0">
                <a:solidFill>
                  <a:srgbClr val="585858"/>
                </a:solidFill>
                <a:latin typeface="+mn-lt"/>
                <a:cs typeface="Calibri"/>
              </a:rPr>
              <a:t> </a:t>
            </a:r>
            <a:r>
              <a:rPr lang="fr-FR" sz="1200" dirty="0" smtClean="0">
                <a:solidFill>
                  <a:srgbClr val="585858"/>
                </a:solidFill>
                <a:latin typeface="+mn-lt"/>
                <a:cs typeface="Calibri"/>
              </a:rPr>
              <a:t>leurs</a:t>
            </a:r>
            <a:r>
              <a:rPr lang="fr-FR" sz="1200" spc="3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5" dirty="0" smtClean="0">
                <a:solidFill>
                  <a:srgbClr val="585858"/>
                </a:solidFill>
                <a:latin typeface="+mn-lt"/>
                <a:cs typeface="Calibri"/>
              </a:rPr>
              <a:t> </a:t>
            </a:r>
            <a:r>
              <a:rPr lang="fr-FR" sz="1200" dirty="0" smtClean="0">
                <a:solidFill>
                  <a:srgbClr val="585858"/>
                </a:solidFill>
                <a:latin typeface="+mn-lt"/>
                <a:cs typeface="Calibri"/>
              </a:rPr>
              <a:t>le</a:t>
            </a:r>
            <a:r>
              <a:rPr lang="fr-FR" sz="1200" spc="35" dirty="0" smtClean="0">
                <a:solidFill>
                  <a:srgbClr val="585858"/>
                </a:solidFill>
                <a:latin typeface="+mn-lt"/>
                <a:cs typeface="Calibri"/>
              </a:rPr>
              <a:t> </a:t>
            </a:r>
            <a:r>
              <a:rPr lang="fr-FR" sz="1200" spc="-20" dirty="0" smtClean="0">
                <a:solidFill>
                  <a:srgbClr val="585858"/>
                </a:solidFill>
                <a:latin typeface="+mn-lt"/>
                <a:cs typeface="Calibri"/>
              </a:rPr>
              <a:t>plus </a:t>
            </a:r>
            <a:r>
              <a:rPr lang="fr-FR" sz="1200" spc="-10" dirty="0" smtClean="0">
                <a:solidFill>
                  <a:srgbClr val="585858"/>
                </a:solidFill>
                <a:latin typeface="+mn-lt"/>
                <a:cs typeface="Calibri"/>
              </a:rPr>
              <a:t>rapidement</a:t>
            </a:r>
            <a:r>
              <a:rPr lang="fr-FR" sz="1200" spc="-45" dirty="0" smtClean="0">
                <a:solidFill>
                  <a:srgbClr val="585858"/>
                </a:solidFill>
                <a:latin typeface="+mn-lt"/>
                <a:cs typeface="Calibri"/>
              </a:rPr>
              <a:t> </a:t>
            </a:r>
            <a:r>
              <a:rPr lang="fr-FR" sz="1200" dirty="0" smtClean="0">
                <a:solidFill>
                  <a:srgbClr val="585858"/>
                </a:solidFill>
                <a:latin typeface="+mn-lt"/>
                <a:cs typeface="Calibri"/>
              </a:rPr>
              <a:t>possible. Pour</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garantir</a:t>
            </a:r>
            <a:r>
              <a:rPr lang="fr-FR" sz="1200" spc="-55" dirty="0" smtClean="0">
                <a:solidFill>
                  <a:srgbClr val="585858"/>
                </a:solidFill>
                <a:latin typeface="+mn-lt"/>
                <a:cs typeface="Calibri"/>
              </a:rPr>
              <a:t> </a:t>
            </a:r>
            <a:r>
              <a:rPr lang="fr-FR" sz="1200" dirty="0" smtClean="0">
                <a:solidFill>
                  <a:srgbClr val="585858"/>
                </a:solidFill>
                <a:latin typeface="+mn-lt"/>
                <a:cs typeface="Calibri"/>
              </a:rPr>
              <a:t>ça,</a:t>
            </a:r>
            <a:r>
              <a:rPr lang="fr-FR" sz="1200" spc="-35" dirty="0" smtClean="0">
                <a:solidFill>
                  <a:srgbClr val="585858"/>
                </a:solidFill>
                <a:latin typeface="+mn-lt"/>
                <a:cs typeface="Calibri"/>
              </a:rPr>
              <a:t> </a:t>
            </a:r>
            <a:r>
              <a:rPr lang="fr-FR" sz="1200" dirty="0" smtClean="0">
                <a:solidFill>
                  <a:srgbClr val="585858"/>
                </a:solidFill>
                <a:latin typeface="+mn-lt"/>
                <a:cs typeface="Calibri"/>
              </a:rPr>
              <a:t>les</a:t>
            </a:r>
            <a:r>
              <a:rPr lang="fr-FR" sz="1200" spc="-35" dirty="0" smtClean="0">
                <a:solidFill>
                  <a:srgbClr val="585858"/>
                </a:solidFill>
                <a:latin typeface="+mn-lt"/>
                <a:cs typeface="Calibri"/>
              </a:rPr>
              <a:t> </a:t>
            </a:r>
            <a:r>
              <a:rPr lang="fr-FR" sz="1200" dirty="0" smtClean="0">
                <a:solidFill>
                  <a:srgbClr val="585858"/>
                </a:solidFill>
                <a:latin typeface="+mn-lt"/>
                <a:cs typeface="Calibri"/>
              </a:rPr>
              <a:t>fichiers sont</a:t>
            </a:r>
            <a:r>
              <a:rPr lang="fr-FR" sz="1200" spc="-50" dirty="0" smtClean="0">
                <a:solidFill>
                  <a:srgbClr val="585858"/>
                </a:solidFill>
                <a:latin typeface="+mn-lt"/>
                <a:cs typeface="Calibri"/>
              </a:rPr>
              <a:t> </a:t>
            </a:r>
            <a:r>
              <a:rPr lang="fr-FR" sz="1200" dirty="0" smtClean="0">
                <a:solidFill>
                  <a:srgbClr val="585858"/>
                </a:solidFill>
                <a:latin typeface="+mn-lt"/>
                <a:cs typeface="Calibri"/>
              </a:rPr>
              <a:t>classifiés</a:t>
            </a:r>
            <a:r>
              <a:rPr lang="fr-FR" sz="1200" spc="5" dirty="0" smtClean="0">
                <a:solidFill>
                  <a:srgbClr val="585858"/>
                </a:solidFill>
                <a:latin typeface="+mn-lt"/>
                <a:cs typeface="Calibri"/>
              </a:rPr>
              <a:t> </a:t>
            </a:r>
            <a:r>
              <a:rPr lang="fr-FR" sz="1200" dirty="0" smtClean="0">
                <a:solidFill>
                  <a:srgbClr val="585858"/>
                </a:solidFill>
                <a:latin typeface="+mn-lt"/>
                <a:cs typeface="Calibri"/>
              </a:rPr>
              <a:t>de</a:t>
            </a:r>
            <a:r>
              <a:rPr lang="fr-FR" sz="1200" spc="-25" dirty="0" smtClean="0">
                <a:solidFill>
                  <a:srgbClr val="585858"/>
                </a:solidFill>
                <a:latin typeface="+mn-lt"/>
                <a:cs typeface="Calibri"/>
              </a:rPr>
              <a:t> </a:t>
            </a:r>
            <a:r>
              <a:rPr lang="fr-FR" sz="1200" dirty="0" smtClean="0">
                <a:solidFill>
                  <a:srgbClr val="585858"/>
                </a:solidFill>
                <a:latin typeface="+mn-lt"/>
                <a:cs typeface="Calibri"/>
              </a:rPr>
              <a:t>façon</a:t>
            </a:r>
            <a:r>
              <a:rPr lang="fr-FR" sz="1200" spc="-35" dirty="0" smtClean="0">
                <a:solidFill>
                  <a:srgbClr val="585858"/>
                </a:solidFill>
                <a:latin typeface="+mn-lt"/>
                <a:cs typeface="Calibri"/>
              </a:rPr>
              <a:t> </a:t>
            </a:r>
            <a:r>
              <a:rPr lang="fr-FR" sz="1200" dirty="0" smtClean="0">
                <a:solidFill>
                  <a:srgbClr val="585858"/>
                </a:solidFill>
                <a:latin typeface="+mn-lt"/>
                <a:cs typeface="Calibri"/>
              </a:rPr>
              <a:t>à</a:t>
            </a:r>
            <a:r>
              <a:rPr lang="fr-FR" sz="1200" spc="-45" dirty="0" smtClean="0">
                <a:solidFill>
                  <a:srgbClr val="585858"/>
                </a:solidFill>
                <a:latin typeface="+mn-lt"/>
                <a:cs typeface="Calibri"/>
              </a:rPr>
              <a:t> </a:t>
            </a:r>
            <a:r>
              <a:rPr lang="fr-FR" sz="1200" dirty="0" smtClean="0">
                <a:solidFill>
                  <a:srgbClr val="585858"/>
                </a:solidFill>
                <a:latin typeface="+mn-lt"/>
                <a:cs typeface="Calibri"/>
              </a:rPr>
              <a:t>ce</a:t>
            </a:r>
            <a:r>
              <a:rPr lang="fr-FR" sz="1200" spc="-30" dirty="0" smtClean="0">
                <a:solidFill>
                  <a:srgbClr val="585858"/>
                </a:solidFill>
                <a:latin typeface="+mn-lt"/>
                <a:cs typeface="Calibri"/>
              </a:rPr>
              <a:t> </a:t>
            </a:r>
            <a:r>
              <a:rPr lang="fr-FR" sz="1200" dirty="0" smtClean="0">
                <a:solidFill>
                  <a:srgbClr val="585858"/>
                </a:solidFill>
                <a:latin typeface="+mn-lt"/>
                <a:cs typeface="Calibri"/>
              </a:rPr>
              <a:t>qu’ils puissent</a:t>
            </a:r>
            <a:r>
              <a:rPr lang="fr-FR" sz="1200" spc="-40" dirty="0" smtClean="0">
                <a:solidFill>
                  <a:srgbClr val="585858"/>
                </a:solidFill>
                <a:latin typeface="+mn-lt"/>
                <a:cs typeface="Calibri"/>
              </a:rPr>
              <a:t> </a:t>
            </a:r>
            <a:r>
              <a:rPr lang="fr-FR" sz="1200" dirty="0" smtClean="0">
                <a:solidFill>
                  <a:srgbClr val="585858"/>
                </a:solidFill>
                <a:latin typeface="+mn-lt"/>
                <a:cs typeface="Calibri"/>
              </a:rPr>
              <a:t>être</a:t>
            </a:r>
            <a:r>
              <a:rPr lang="fr-FR" sz="1200" spc="-45" dirty="0" smtClean="0">
                <a:solidFill>
                  <a:srgbClr val="585858"/>
                </a:solidFill>
                <a:latin typeface="+mn-lt"/>
                <a:cs typeface="Calibri"/>
              </a:rPr>
              <a:t> </a:t>
            </a:r>
            <a:r>
              <a:rPr lang="fr-FR" sz="1200" dirty="0" smtClean="0">
                <a:solidFill>
                  <a:srgbClr val="585858"/>
                </a:solidFill>
                <a:latin typeface="+mn-lt"/>
                <a:cs typeface="Calibri"/>
              </a:rPr>
              <a:t>identifiés</a:t>
            </a:r>
            <a:r>
              <a:rPr lang="fr-FR" sz="1200" spc="-15" dirty="0" smtClean="0">
                <a:solidFill>
                  <a:srgbClr val="585858"/>
                </a:solidFill>
                <a:latin typeface="+mn-lt"/>
                <a:cs typeface="Calibri"/>
              </a:rPr>
              <a:t> </a:t>
            </a:r>
            <a:r>
              <a:rPr lang="fr-FR" sz="1200" dirty="0" smtClean="0">
                <a:solidFill>
                  <a:srgbClr val="585858"/>
                </a:solidFill>
                <a:latin typeface="+mn-lt"/>
                <a:cs typeface="Calibri"/>
              </a:rPr>
              <a:t>sans</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erreur.</a:t>
            </a:r>
          </a:p>
          <a:p>
            <a:pPr marL="12700" marR="5715" lvl="0" indent="0" algn="just" defTabSz="914400" rtl="0" eaLnBrk="1" fontAlgn="auto" latinLnBrk="0" hangingPunct="1">
              <a:lnSpc>
                <a:spcPct val="150000"/>
              </a:lnSpc>
              <a:spcBef>
                <a:spcPts val="605"/>
              </a:spcBef>
              <a:spcAft>
                <a:spcPts val="0"/>
              </a:spcAft>
              <a:buClrTx/>
              <a:buSzTx/>
              <a:buFontTx/>
              <a:buNone/>
              <a:tabLst/>
              <a:defRPr/>
            </a:pPr>
            <a:r>
              <a:rPr lang="fr-FR" sz="1200" dirty="0" smtClean="0">
                <a:solidFill>
                  <a:srgbClr val="585858"/>
                </a:solidFill>
                <a:latin typeface="+mn-lt"/>
                <a:cs typeface="Calibri"/>
              </a:rPr>
              <a:t>système</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5"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20" dirty="0" smtClean="0">
                <a:solidFill>
                  <a:srgbClr val="585858"/>
                </a:solidFill>
                <a:latin typeface="+mn-lt"/>
                <a:cs typeface="Calibri"/>
              </a:rPr>
              <a:t> </a:t>
            </a:r>
            <a:r>
              <a:rPr lang="fr-FR" sz="1200" dirty="0" smtClean="0">
                <a:solidFill>
                  <a:srgbClr val="585858"/>
                </a:solidFill>
                <a:latin typeface="+mn-lt"/>
                <a:cs typeface="Calibri"/>
              </a:rPr>
              <a:t>(</a:t>
            </a:r>
            <a:r>
              <a:rPr lang="fr-FR" sz="1200" b="1" dirty="0" smtClean="0">
                <a:solidFill>
                  <a:srgbClr val="585858"/>
                </a:solidFill>
                <a:latin typeface="+mn-lt"/>
                <a:cs typeface="Calibri"/>
              </a:rPr>
              <a:t>SGF</a:t>
            </a:r>
            <a:r>
              <a:rPr lang="fr-FR" sz="1200" dirty="0" smtClean="0">
                <a:solidFill>
                  <a:srgbClr val="585858"/>
                </a:solidFill>
                <a:latin typeface="+mn-lt"/>
                <a:cs typeface="Calibri"/>
              </a:rPr>
              <a:t>) est</a:t>
            </a:r>
            <a:r>
              <a:rPr lang="fr-FR" sz="1200" spc="15" dirty="0" smtClean="0">
                <a:solidFill>
                  <a:srgbClr val="585858"/>
                </a:solidFill>
                <a:latin typeface="+mn-lt"/>
                <a:cs typeface="Calibri"/>
              </a:rPr>
              <a:t> </a:t>
            </a:r>
            <a:r>
              <a:rPr lang="fr-FR" sz="1200" dirty="0" smtClean="0">
                <a:solidFill>
                  <a:srgbClr val="585858"/>
                </a:solidFill>
                <a:latin typeface="+mn-lt"/>
                <a:cs typeface="Calibri"/>
              </a:rPr>
              <a:t>considéré</a:t>
            </a:r>
            <a:r>
              <a:rPr lang="fr-FR" sz="1200" spc="10" dirty="0" smtClean="0">
                <a:solidFill>
                  <a:srgbClr val="585858"/>
                </a:solidFill>
                <a:latin typeface="+mn-lt"/>
                <a:cs typeface="Calibri"/>
              </a:rPr>
              <a:t> </a:t>
            </a:r>
            <a:r>
              <a:rPr lang="fr-FR" sz="1200" dirty="0" smtClean="0">
                <a:solidFill>
                  <a:srgbClr val="585858"/>
                </a:solidFill>
                <a:latin typeface="+mn-lt"/>
                <a:cs typeface="Calibri"/>
              </a:rPr>
              <a:t>comme</a:t>
            </a:r>
            <a:r>
              <a:rPr lang="fr-FR" sz="1200" spc="35"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partie</a:t>
            </a:r>
            <a:r>
              <a:rPr lang="fr-FR" sz="1200" spc="35" dirty="0" smtClean="0">
                <a:solidFill>
                  <a:srgbClr val="585858"/>
                </a:solidFill>
                <a:latin typeface="+mn-lt"/>
                <a:cs typeface="Calibri"/>
              </a:rPr>
              <a:t> </a:t>
            </a:r>
            <a:r>
              <a:rPr lang="fr-FR" sz="1200" dirty="0" smtClean="0">
                <a:solidFill>
                  <a:srgbClr val="585858"/>
                </a:solidFill>
                <a:latin typeface="+mn-lt"/>
                <a:cs typeface="Calibri"/>
              </a:rPr>
              <a:t>la</a:t>
            </a:r>
            <a:r>
              <a:rPr lang="fr-FR" sz="1200" spc="5" dirty="0" smtClean="0">
                <a:solidFill>
                  <a:srgbClr val="585858"/>
                </a:solidFill>
                <a:latin typeface="+mn-lt"/>
                <a:cs typeface="Calibri"/>
              </a:rPr>
              <a:t> </a:t>
            </a:r>
            <a:r>
              <a:rPr lang="fr-FR" sz="1200" dirty="0" smtClean="0">
                <a:solidFill>
                  <a:srgbClr val="585858"/>
                </a:solidFill>
                <a:latin typeface="+mn-lt"/>
                <a:cs typeface="Calibri"/>
              </a:rPr>
              <a:t>plus</a:t>
            </a:r>
            <a:r>
              <a:rPr lang="fr-FR" sz="1200" spc="20" dirty="0" smtClean="0">
                <a:solidFill>
                  <a:srgbClr val="585858"/>
                </a:solidFill>
                <a:latin typeface="+mn-lt"/>
                <a:cs typeface="Calibri"/>
              </a:rPr>
              <a:t> </a:t>
            </a:r>
            <a:r>
              <a:rPr lang="fr-FR" sz="1200" dirty="0" smtClean="0">
                <a:solidFill>
                  <a:srgbClr val="585858"/>
                </a:solidFill>
                <a:latin typeface="+mn-lt"/>
                <a:cs typeface="Calibri"/>
              </a:rPr>
              <a:t>visible</a:t>
            </a:r>
            <a:r>
              <a:rPr lang="fr-FR" sz="1200" spc="10" dirty="0" smtClean="0">
                <a:solidFill>
                  <a:srgbClr val="585858"/>
                </a:solidFill>
                <a:latin typeface="+mn-lt"/>
                <a:cs typeface="Calibri"/>
              </a:rPr>
              <a:t> </a:t>
            </a:r>
            <a:r>
              <a:rPr lang="fr-FR" sz="1200" dirty="0" smtClean="0">
                <a:solidFill>
                  <a:srgbClr val="585858"/>
                </a:solidFill>
                <a:latin typeface="+mn-lt"/>
                <a:cs typeface="Calibri"/>
              </a:rPr>
              <a:t>d’un</a:t>
            </a:r>
            <a:r>
              <a:rPr lang="fr-FR" sz="1200" spc="5" dirty="0" smtClean="0">
                <a:solidFill>
                  <a:srgbClr val="585858"/>
                </a:solidFill>
                <a:latin typeface="+mn-lt"/>
                <a:cs typeface="Calibri"/>
              </a:rPr>
              <a:t> </a:t>
            </a:r>
            <a:r>
              <a:rPr lang="fr-FR" sz="1200" dirty="0" smtClean="0">
                <a:solidFill>
                  <a:srgbClr val="585858"/>
                </a:solidFill>
                <a:latin typeface="+mn-lt"/>
                <a:cs typeface="Calibri"/>
              </a:rPr>
              <a:t>système</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d’exploitation</a:t>
            </a:r>
            <a:r>
              <a:rPr lang="fr-FR" sz="1200" spc="30" dirty="0" smtClean="0">
                <a:solidFill>
                  <a:srgbClr val="585858"/>
                </a:solidFill>
                <a:latin typeface="+mn-lt"/>
                <a:cs typeface="Calibri"/>
              </a:rPr>
              <a:t> </a:t>
            </a:r>
            <a:r>
              <a:rPr lang="fr-FR" sz="1200" dirty="0" smtClean="0">
                <a:solidFill>
                  <a:srgbClr val="585858"/>
                </a:solidFill>
                <a:latin typeface="+mn-lt"/>
                <a:cs typeface="Calibri"/>
              </a:rPr>
              <a:t>SE</a:t>
            </a:r>
            <a:r>
              <a:rPr lang="fr-FR" sz="1200" spc="15" dirty="0" smtClean="0">
                <a:solidFill>
                  <a:srgbClr val="585858"/>
                </a:solidFill>
                <a:latin typeface="+mn-lt"/>
                <a:cs typeface="Calibri"/>
              </a:rPr>
              <a:t> </a:t>
            </a:r>
            <a:r>
              <a:rPr lang="fr-FR" sz="1200" dirty="0" smtClean="0">
                <a:solidFill>
                  <a:srgbClr val="585858"/>
                </a:solidFill>
                <a:latin typeface="+mn-lt"/>
                <a:cs typeface="Calibri"/>
              </a:rPr>
              <a:t>qui</a:t>
            </a:r>
            <a:r>
              <a:rPr lang="fr-FR" sz="1200" spc="15" dirty="0" smtClean="0">
                <a:solidFill>
                  <a:srgbClr val="585858"/>
                </a:solidFill>
                <a:latin typeface="+mn-lt"/>
                <a:cs typeface="Calibri"/>
              </a:rPr>
              <a:t> </a:t>
            </a:r>
            <a:r>
              <a:rPr lang="fr-FR" sz="1200" dirty="0" smtClean="0">
                <a:solidFill>
                  <a:srgbClr val="585858"/>
                </a:solidFill>
                <a:latin typeface="+mn-lt"/>
                <a:cs typeface="Calibri"/>
              </a:rPr>
              <a:t>est</a:t>
            </a:r>
            <a:r>
              <a:rPr lang="fr-FR" sz="1200" spc="35" dirty="0" smtClean="0">
                <a:solidFill>
                  <a:srgbClr val="585858"/>
                </a:solidFill>
                <a:latin typeface="+mn-lt"/>
                <a:cs typeface="Calibri"/>
              </a:rPr>
              <a:t> </a:t>
            </a:r>
            <a:r>
              <a:rPr lang="fr-FR" sz="1200" dirty="0" smtClean="0">
                <a:solidFill>
                  <a:srgbClr val="585858"/>
                </a:solidFill>
                <a:latin typeface="+mn-lt"/>
                <a:cs typeface="Calibri"/>
              </a:rPr>
              <a:t>responsable</a:t>
            </a:r>
            <a:r>
              <a:rPr lang="fr-FR" sz="1200" spc="35"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5" dirty="0" smtClean="0">
                <a:solidFill>
                  <a:srgbClr val="585858"/>
                </a:solidFill>
                <a:latin typeface="+mn-lt"/>
                <a:cs typeface="Calibri"/>
              </a:rPr>
              <a:t> </a:t>
            </a:r>
            <a:r>
              <a:rPr lang="fr-FR" sz="1200" dirty="0" smtClean="0">
                <a:solidFill>
                  <a:srgbClr val="585858"/>
                </a:solidFill>
                <a:latin typeface="+mn-lt"/>
                <a:cs typeface="Calibri"/>
              </a:rPr>
              <a:t>du</a:t>
            </a:r>
            <a:r>
              <a:rPr lang="fr-FR" sz="1200" spc="20" dirty="0" smtClean="0">
                <a:solidFill>
                  <a:srgbClr val="585858"/>
                </a:solidFill>
                <a:latin typeface="+mn-lt"/>
                <a:cs typeface="Calibri"/>
              </a:rPr>
              <a:t> </a:t>
            </a:r>
            <a:r>
              <a:rPr lang="fr-FR" sz="1200" dirty="0" smtClean="0">
                <a:solidFill>
                  <a:srgbClr val="585858"/>
                </a:solidFill>
                <a:latin typeface="+mn-lt"/>
                <a:cs typeface="Calibri"/>
              </a:rPr>
              <a:t>stockage</a:t>
            </a:r>
            <a:r>
              <a:rPr lang="fr-FR" sz="1200" spc="15" dirty="0" smtClean="0">
                <a:solidFill>
                  <a:srgbClr val="585858"/>
                </a:solidFill>
                <a:latin typeface="+mn-lt"/>
                <a:cs typeface="Calibri"/>
              </a:rPr>
              <a:t> </a:t>
            </a:r>
            <a:r>
              <a:rPr lang="fr-FR" sz="1200" dirty="0" smtClean="0">
                <a:solidFill>
                  <a:srgbClr val="585858"/>
                </a:solidFill>
                <a:latin typeface="+mn-lt"/>
                <a:cs typeface="Calibri"/>
              </a:rPr>
              <a:t>et</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a:t>
            </a:r>
            <a:r>
              <a:rPr lang="fr-FR" sz="1200" spc="-25" dirty="0" smtClean="0">
                <a:solidFill>
                  <a:srgbClr val="585858"/>
                </a:solidFill>
                <a:latin typeface="+mn-lt"/>
                <a:cs typeface="Calibri"/>
              </a:rPr>
              <a:t>la </a:t>
            </a:r>
            <a:r>
              <a:rPr lang="fr-FR" sz="1200" dirty="0" smtClean="0">
                <a:solidFill>
                  <a:srgbClr val="585858"/>
                </a:solidFill>
                <a:latin typeface="+mn-lt"/>
                <a:cs typeface="Calibri"/>
              </a:rPr>
              <a:t>manipulation</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5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dirty="0" smtClean="0">
                <a:solidFill>
                  <a:srgbClr val="585858"/>
                </a:solidFill>
                <a:latin typeface="+mn-lt"/>
                <a:cs typeface="Calibri"/>
              </a:rPr>
              <a:t>sur</a:t>
            </a:r>
            <a:r>
              <a:rPr lang="fr-FR" sz="1200" spc="-40" dirty="0" smtClean="0">
                <a:solidFill>
                  <a:srgbClr val="585858"/>
                </a:solidFill>
                <a:latin typeface="+mn-lt"/>
                <a:cs typeface="Calibri"/>
              </a:rPr>
              <a:t> </a:t>
            </a:r>
            <a:r>
              <a:rPr lang="fr-FR" sz="1200" dirty="0" smtClean="0">
                <a:solidFill>
                  <a:srgbClr val="585858"/>
                </a:solidFill>
                <a:latin typeface="+mn-lt"/>
                <a:cs typeface="Calibri"/>
              </a:rPr>
              <a:t>une</a:t>
            </a:r>
            <a:r>
              <a:rPr lang="fr-FR" sz="1200" spc="-45" dirty="0" smtClean="0">
                <a:solidFill>
                  <a:srgbClr val="585858"/>
                </a:solidFill>
                <a:latin typeface="+mn-lt"/>
                <a:cs typeface="Calibri"/>
              </a:rPr>
              <a:t> </a:t>
            </a:r>
            <a:r>
              <a:rPr lang="fr-FR" sz="1200" dirty="0" smtClean="0">
                <a:solidFill>
                  <a:srgbClr val="585858"/>
                </a:solidFill>
                <a:latin typeface="+mn-lt"/>
                <a:cs typeface="Calibri"/>
              </a:rPr>
              <a:t>unité</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stockage.</a:t>
            </a:r>
            <a:endParaRPr lang="fr-FR" sz="1200" dirty="0" smtClean="0">
              <a:latin typeface="+mn-lt"/>
              <a:cs typeface="Calibri"/>
            </a:endParaRPr>
          </a:p>
          <a:p>
            <a:pPr marL="12700" marR="5715" algn="just">
              <a:lnSpc>
                <a:spcPct val="150000"/>
              </a:lnSpc>
              <a:spcBef>
                <a:spcPts val="605"/>
              </a:spcBef>
            </a:pPr>
            <a:endParaRPr lang="fr-FR" sz="1200" dirty="0" smtClean="0">
              <a:latin typeface="+mn-lt"/>
              <a:cs typeface="Calibri"/>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5</a:t>
            </a:fld>
            <a:endParaRPr lang="fr-FR"/>
          </a:p>
        </p:txBody>
      </p:sp>
    </p:spTree>
    <p:extLst>
      <p:ext uri="{BB962C8B-B14F-4D97-AF65-F5344CB8AC3E}">
        <p14:creationId xmlns:p14="http://schemas.microsoft.com/office/powerpoint/2010/main" val="3111951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98450" indent="-285750">
              <a:lnSpc>
                <a:spcPct val="100000"/>
              </a:lnSpc>
              <a:spcBef>
                <a:spcPts val="100"/>
              </a:spcBef>
              <a:buFont typeface="Arial" panose="020B0604020202020204" pitchFamily="34" charset="0"/>
              <a:buChar char="•"/>
            </a:pPr>
            <a:endParaRPr lang="fr-FR" sz="1200" dirty="0" smtClean="0">
              <a:solidFill>
                <a:srgbClr val="585858"/>
              </a:solidFill>
              <a:latin typeface="+mn-lt"/>
              <a:cs typeface="Calibri"/>
            </a:endParaRPr>
          </a:p>
          <a:p>
            <a:pPr marL="298450" indent="-285750">
              <a:lnSpc>
                <a:spcPct val="100000"/>
              </a:lnSpc>
              <a:spcBef>
                <a:spcPts val="100"/>
              </a:spcBef>
              <a:buFont typeface="Arial" panose="020B0604020202020204" pitchFamily="34" charset="0"/>
              <a:buChar char="•"/>
            </a:pPr>
            <a:r>
              <a:rPr lang="fr-FR" sz="1200" dirty="0" smtClean="0">
                <a:solidFill>
                  <a:srgbClr val="585858"/>
                </a:solidFill>
                <a:latin typeface="+mn-lt"/>
                <a:cs typeface="Calibri"/>
              </a:rPr>
              <a:t>Le système d'exploitation doit comprendre le système de fichiers pour pouvoir afficher son contenu, ouvrir des fichiers et y enregistrer des fichiers</a:t>
            </a:r>
          </a:p>
          <a:p>
            <a:pPr marL="12700" marR="5715" algn="just">
              <a:lnSpc>
                <a:spcPct val="150000"/>
              </a:lnSpc>
              <a:spcBef>
                <a:spcPts val="605"/>
              </a:spcBef>
            </a:pPr>
            <a:endParaRPr lang="fr-FR" sz="1200" dirty="0" smtClean="0">
              <a:latin typeface="+mn-lt"/>
              <a:cs typeface="Calibri"/>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6</a:t>
            </a:fld>
            <a:endParaRPr lang="fr-FR"/>
          </a:p>
        </p:txBody>
      </p:sp>
    </p:spTree>
    <p:extLst>
      <p:ext uri="{BB962C8B-B14F-4D97-AF65-F5344CB8AC3E}">
        <p14:creationId xmlns:p14="http://schemas.microsoft.com/office/powerpoint/2010/main" val="400652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715" lvl="0" indent="0" algn="just" defTabSz="914400" rtl="0" eaLnBrk="1" fontAlgn="auto" latinLnBrk="0" hangingPunct="1">
              <a:lnSpc>
                <a:spcPct val="150000"/>
              </a:lnSpc>
              <a:spcBef>
                <a:spcPts val="605"/>
              </a:spcBef>
              <a:spcAft>
                <a:spcPts val="0"/>
              </a:spcAft>
              <a:buClrTx/>
              <a:buSzTx/>
              <a:buFontTx/>
              <a:buNone/>
              <a:tabLst/>
              <a:defRPr/>
            </a:pPr>
            <a:r>
              <a:rPr lang="fr-FR" sz="1200" dirty="0" smtClean="0">
                <a:solidFill>
                  <a:srgbClr val="585858"/>
                </a:solidFill>
                <a:latin typeface="+mn-lt"/>
                <a:cs typeface="Calibri"/>
              </a:rPr>
              <a:t>Le</a:t>
            </a:r>
            <a:r>
              <a:rPr lang="fr-FR" sz="1200" spc="-40" dirty="0" smtClean="0">
                <a:solidFill>
                  <a:srgbClr val="585858"/>
                </a:solidFill>
                <a:latin typeface="+mn-lt"/>
                <a:cs typeface="Calibri"/>
              </a:rPr>
              <a:t> </a:t>
            </a:r>
            <a:r>
              <a:rPr lang="fr-FR" sz="1200" dirty="0" smtClean="0">
                <a:solidFill>
                  <a:srgbClr val="585858"/>
                </a:solidFill>
                <a:latin typeface="+mn-lt"/>
                <a:cs typeface="Calibri"/>
              </a:rPr>
              <a:t>processus</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formatage</a:t>
            </a:r>
            <a:r>
              <a:rPr lang="fr-FR" sz="1200" spc="-30" dirty="0" smtClean="0">
                <a:solidFill>
                  <a:srgbClr val="585858"/>
                </a:solidFill>
                <a:latin typeface="+mn-lt"/>
                <a:cs typeface="Calibri"/>
              </a:rPr>
              <a:t> </a:t>
            </a:r>
            <a:r>
              <a:rPr lang="fr-FR" sz="1200" dirty="0" smtClean="0">
                <a:solidFill>
                  <a:srgbClr val="585858"/>
                </a:solidFill>
                <a:latin typeface="+mn-lt"/>
                <a:cs typeface="Calibri"/>
              </a:rPr>
              <a:t>crée</a:t>
            </a:r>
            <a:r>
              <a:rPr lang="fr-FR" sz="1200" spc="-10" dirty="0" smtClean="0">
                <a:solidFill>
                  <a:srgbClr val="585858"/>
                </a:solidFill>
                <a:latin typeface="+mn-lt"/>
                <a:cs typeface="Calibri"/>
              </a:rPr>
              <a:t> </a:t>
            </a:r>
            <a:r>
              <a:rPr lang="fr-FR" sz="1200" dirty="0" smtClean="0">
                <a:solidFill>
                  <a:srgbClr val="585858"/>
                </a:solidFill>
                <a:latin typeface="+mn-lt"/>
                <a:cs typeface="Calibri"/>
              </a:rPr>
              <a:t>simplement</a:t>
            </a:r>
            <a:r>
              <a:rPr lang="fr-FR" sz="1200" spc="-5" dirty="0" smtClean="0">
                <a:solidFill>
                  <a:srgbClr val="585858"/>
                </a:solidFill>
                <a:latin typeface="+mn-lt"/>
                <a:cs typeface="Calibri"/>
              </a:rPr>
              <a:t> </a:t>
            </a:r>
            <a:r>
              <a:rPr lang="fr-FR" sz="1200" dirty="0" smtClean="0">
                <a:solidFill>
                  <a:srgbClr val="585858"/>
                </a:solidFill>
                <a:latin typeface="+mn-lt"/>
                <a:cs typeface="Calibri"/>
              </a:rPr>
              <a:t>un</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1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20" dirty="0" smtClean="0">
                <a:solidFill>
                  <a:srgbClr val="585858"/>
                </a:solidFill>
                <a:latin typeface="+mn-lt"/>
                <a:cs typeface="Calibri"/>
              </a:rPr>
              <a:t> </a:t>
            </a:r>
            <a:r>
              <a:rPr lang="fr-FR" sz="1200" dirty="0" smtClean="0">
                <a:solidFill>
                  <a:srgbClr val="585858"/>
                </a:solidFill>
                <a:latin typeface="+mn-lt"/>
                <a:cs typeface="Calibri"/>
              </a:rPr>
              <a:t>vide</a:t>
            </a:r>
            <a:r>
              <a:rPr lang="fr-FR" sz="1200" spc="-30" dirty="0" smtClean="0">
                <a:solidFill>
                  <a:srgbClr val="585858"/>
                </a:solidFill>
                <a:latin typeface="+mn-lt"/>
                <a:cs typeface="Calibri"/>
              </a:rPr>
              <a:t> </a:t>
            </a:r>
            <a:r>
              <a:rPr lang="fr-FR" sz="1200" dirty="0" smtClean="0">
                <a:solidFill>
                  <a:srgbClr val="585858"/>
                </a:solidFill>
                <a:latin typeface="+mn-lt"/>
                <a:cs typeface="Calibri"/>
              </a:rPr>
              <a:t>sur</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l'appareil.</a:t>
            </a:r>
          </a:p>
          <a:p>
            <a:pPr marL="12700" marR="5715" lvl="0" indent="0" algn="just" defTabSz="914400" rtl="0" eaLnBrk="1" fontAlgn="auto" latinLnBrk="0" hangingPunct="1">
              <a:lnSpc>
                <a:spcPct val="150000"/>
              </a:lnSpc>
              <a:spcBef>
                <a:spcPts val="605"/>
              </a:spcBef>
              <a:spcAft>
                <a:spcPts val="0"/>
              </a:spcAft>
              <a:buClrTx/>
              <a:buSzTx/>
              <a:buFontTx/>
              <a:buNone/>
              <a:tabLst/>
              <a:defRPr/>
            </a:pPr>
            <a:r>
              <a:rPr lang="fr-FR" sz="1200" dirty="0" smtClean="0">
                <a:solidFill>
                  <a:srgbClr val="585858"/>
                </a:solidFill>
                <a:latin typeface="+mn-lt"/>
                <a:cs typeface="Calibri"/>
              </a:rPr>
              <a:t>Le système d'exploitation doit comprendre le système de fichiers pour pouvoir afficher son contenu, ouvrir des fichiers et y enregistrer des fichiers</a:t>
            </a:r>
          </a:p>
          <a:p>
            <a:pPr marL="298450" indent="-285750">
              <a:lnSpc>
                <a:spcPct val="100000"/>
              </a:lnSpc>
              <a:spcBef>
                <a:spcPts val="100"/>
              </a:spcBef>
              <a:buFont typeface="Arial" panose="020B0604020202020204" pitchFamily="34" charset="0"/>
              <a:buChar char="•"/>
            </a:pPr>
            <a:r>
              <a:rPr lang="fr-FR" sz="1200" dirty="0" smtClean="0">
                <a:solidFill>
                  <a:srgbClr val="585858"/>
                </a:solidFill>
                <a:latin typeface="+mn-lt"/>
                <a:cs typeface="Calibri"/>
              </a:rPr>
              <a:t>Les</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systèmes</a:t>
            </a:r>
            <a:r>
              <a:rPr lang="fr-FR" sz="1200" spc="-35" dirty="0" smtClean="0">
                <a:solidFill>
                  <a:srgbClr val="585858"/>
                </a:solidFill>
                <a:latin typeface="+mn-lt"/>
                <a:cs typeface="Calibri"/>
              </a:rPr>
              <a:t> </a:t>
            </a:r>
            <a:r>
              <a:rPr lang="fr-FR" sz="1200" dirty="0" smtClean="0">
                <a:solidFill>
                  <a:srgbClr val="585858"/>
                </a:solidFill>
                <a:latin typeface="+mn-lt"/>
                <a:cs typeface="Calibri"/>
              </a:rPr>
              <a:t>de</a:t>
            </a:r>
            <a:r>
              <a:rPr lang="fr-FR" sz="1200" spc="-4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couramment</a:t>
            </a:r>
            <a:r>
              <a:rPr lang="fr-FR" sz="1200" spc="-20" dirty="0" smtClean="0">
                <a:solidFill>
                  <a:srgbClr val="585858"/>
                </a:solidFill>
                <a:latin typeface="+mn-lt"/>
                <a:cs typeface="Calibri"/>
              </a:rPr>
              <a:t> </a:t>
            </a:r>
            <a:r>
              <a:rPr lang="fr-FR" sz="1200" dirty="0" smtClean="0">
                <a:solidFill>
                  <a:srgbClr val="585858"/>
                </a:solidFill>
                <a:latin typeface="+mn-lt"/>
                <a:cs typeface="Calibri"/>
              </a:rPr>
              <a:t>utilisés</a:t>
            </a:r>
            <a:r>
              <a:rPr lang="fr-FR" sz="1200" spc="-10" dirty="0" smtClean="0">
                <a:solidFill>
                  <a:srgbClr val="585858"/>
                </a:solidFill>
                <a:latin typeface="+mn-lt"/>
                <a:cs typeface="Calibri"/>
              </a:rPr>
              <a:t> dans </a:t>
            </a:r>
            <a:r>
              <a:rPr lang="fr-FR" sz="1200" spc="-10" dirty="0" err="1" smtClean="0">
                <a:solidFill>
                  <a:srgbClr val="585858"/>
                </a:solidFill>
                <a:latin typeface="+mn-lt"/>
                <a:cs typeface="Calibri"/>
              </a:rPr>
              <a:t>windows</a:t>
            </a:r>
            <a:r>
              <a:rPr lang="fr-FR" sz="1200" spc="-10" dirty="0" smtClean="0">
                <a:solidFill>
                  <a:srgbClr val="585858"/>
                </a:solidFill>
                <a:latin typeface="+mn-lt"/>
                <a:cs typeface="Calibri"/>
              </a:rPr>
              <a:t> </a:t>
            </a:r>
            <a:r>
              <a:rPr lang="fr-FR" sz="1200" dirty="0" smtClean="0">
                <a:solidFill>
                  <a:srgbClr val="585858"/>
                </a:solidFill>
                <a:latin typeface="+mn-lt"/>
                <a:cs typeface="Calibri"/>
              </a:rPr>
              <a:t>incluent</a:t>
            </a:r>
            <a:r>
              <a:rPr lang="fr-FR" sz="1200" spc="-15" dirty="0" smtClean="0">
                <a:solidFill>
                  <a:srgbClr val="585858"/>
                </a:solidFill>
                <a:latin typeface="+mn-lt"/>
                <a:cs typeface="Calibri"/>
              </a:rPr>
              <a:t> </a:t>
            </a:r>
            <a:r>
              <a:rPr lang="fr-FR" sz="1200" dirty="0" smtClean="0">
                <a:solidFill>
                  <a:srgbClr val="585858"/>
                </a:solidFill>
                <a:latin typeface="+mn-lt"/>
                <a:cs typeface="Calibri"/>
              </a:rPr>
              <a:t>la</a:t>
            </a:r>
            <a:r>
              <a:rPr lang="fr-FR" sz="1200" spc="-25" dirty="0" smtClean="0">
                <a:solidFill>
                  <a:srgbClr val="585858"/>
                </a:solidFill>
                <a:latin typeface="+mn-lt"/>
                <a:cs typeface="Calibri"/>
              </a:rPr>
              <a:t> </a:t>
            </a:r>
            <a:r>
              <a:rPr lang="fr-FR" sz="1200" dirty="0" smtClean="0">
                <a:solidFill>
                  <a:srgbClr val="585858"/>
                </a:solidFill>
                <a:latin typeface="+mn-lt"/>
                <a:cs typeface="Calibri"/>
              </a:rPr>
              <a:t>table</a:t>
            </a:r>
            <a:r>
              <a:rPr lang="fr-FR" sz="1200" spc="-20" dirty="0" smtClean="0">
                <a:solidFill>
                  <a:srgbClr val="585858"/>
                </a:solidFill>
                <a:latin typeface="+mn-lt"/>
                <a:cs typeface="Calibri"/>
              </a:rPr>
              <a:t> </a:t>
            </a:r>
            <a:r>
              <a:rPr lang="fr-FR" sz="1200" dirty="0" smtClean="0">
                <a:solidFill>
                  <a:srgbClr val="585858"/>
                </a:solidFill>
                <a:latin typeface="+mn-lt"/>
                <a:cs typeface="Calibri"/>
              </a:rPr>
              <a:t>d'allocation</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4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dirty="0" smtClean="0">
                <a:solidFill>
                  <a:srgbClr val="585858"/>
                </a:solidFill>
                <a:latin typeface="+mn-lt"/>
                <a:cs typeface="Calibri"/>
              </a:rPr>
              <a:t>32</a:t>
            </a:r>
            <a:r>
              <a:rPr lang="fr-FR" sz="1200" spc="-10" dirty="0" smtClean="0">
                <a:solidFill>
                  <a:srgbClr val="585858"/>
                </a:solidFill>
                <a:latin typeface="+mn-lt"/>
                <a:cs typeface="Calibri"/>
              </a:rPr>
              <a:t> </a:t>
            </a:r>
            <a:r>
              <a:rPr lang="fr-FR" sz="1200" spc="-35" dirty="0" smtClean="0">
                <a:solidFill>
                  <a:srgbClr val="585858"/>
                </a:solidFill>
                <a:latin typeface="+mn-lt"/>
                <a:cs typeface="Calibri"/>
              </a:rPr>
              <a:t>(</a:t>
            </a:r>
            <a:r>
              <a:rPr lang="fr-FR" sz="1200" b="1" spc="-35" dirty="0" smtClean="0">
                <a:solidFill>
                  <a:srgbClr val="585858"/>
                </a:solidFill>
                <a:latin typeface="+mn-lt"/>
                <a:cs typeface="Calibri"/>
              </a:rPr>
              <a:t>FAT</a:t>
            </a:r>
            <a:r>
              <a:rPr lang="fr-FR" sz="1200" b="1" spc="-25" dirty="0" smtClean="0">
                <a:solidFill>
                  <a:srgbClr val="585858"/>
                </a:solidFill>
                <a:latin typeface="+mn-lt"/>
                <a:cs typeface="Calibri"/>
              </a:rPr>
              <a:t> </a:t>
            </a:r>
            <a:r>
              <a:rPr lang="fr-FR" sz="1200" b="1" dirty="0" smtClean="0">
                <a:solidFill>
                  <a:srgbClr val="585858"/>
                </a:solidFill>
                <a:latin typeface="+mn-lt"/>
                <a:cs typeface="Calibri"/>
              </a:rPr>
              <a:t>32</a:t>
            </a:r>
            <a:r>
              <a:rPr lang="fr-FR" sz="1200" dirty="0" smtClean="0">
                <a:solidFill>
                  <a:srgbClr val="585858"/>
                </a:solidFill>
                <a:latin typeface="+mn-lt"/>
                <a:cs typeface="Calibri"/>
              </a:rPr>
              <a:t>)</a:t>
            </a:r>
            <a:r>
              <a:rPr lang="fr-FR" sz="1200" spc="-30" dirty="0" smtClean="0">
                <a:solidFill>
                  <a:srgbClr val="585858"/>
                </a:solidFill>
                <a:latin typeface="+mn-lt"/>
                <a:cs typeface="Calibri"/>
              </a:rPr>
              <a:t> </a:t>
            </a:r>
            <a:r>
              <a:rPr lang="fr-FR" sz="1200" dirty="0" smtClean="0">
                <a:solidFill>
                  <a:srgbClr val="585858"/>
                </a:solidFill>
                <a:latin typeface="+mn-lt"/>
                <a:cs typeface="Calibri"/>
              </a:rPr>
              <a:t>et</a:t>
            </a:r>
            <a:r>
              <a:rPr lang="fr-FR" sz="1200" spc="-40" dirty="0" smtClean="0">
                <a:solidFill>
                  <a:srgbClr val="585858"/>
                </a:solidFill>
                <a:latin typeface="+mn-lt"/>
                <a:cs typeface="Calibri"/>
              </a:rPr>
              <a:t> </a:t>
            </a:r>
            <a:r>
              <a:rPr lang="fr-FR" sz="1200" dirty="0" smtClean="0">
                <a:solidFill>
                  <a:srgbClr val="585858"/>
                </a:solidFill>
                <a:latin typeface="+mn-lt"/>
                <a:cs typeface="Calibri"/>
              </a:rPr>
              <a:t>le</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35" dirty="0" smtClean="0">
                <a:solidFill>
                  <a:srgbClr val="585858"/>
                </a:solidFill>
                <a:latin typeface="+mn-lt"/>
                <a:cs typeface="Calibri"/>
              </a:rPr>
              <a:t> </a:t>
            </a:r>
            <a:r>
              <a:rPr lang="fr-FR" sz="1200" dirty="0" smtClean="0">
                <a:solidFill>
                  <a:srgbClr val="585858"/>
                </a:solidFill>
                <a:latin typeface="+mn-lt"/>
                <a:cs typeface="Calibri"/>
              </a:rPr>
              <a:t>de</a:t>
            </a:r>
            <a:r>
              <a:rPr lang="fr-FR" sz="1200" spc="-5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25" dirty="0" smtClean="0">
                <a:solidFill>
                  <a:srgbClr val="585858"/>
                </a:solidFill>
                <a:latin typeface="+mn-lt"/>
                <a:cs typeface="Calibri"/>
              </a:rPr>
              <a:t> </a:t>
            </a:r>
            <a:r>
              <a:rPr lang="fr-FR" sz="1200" dirty="0" smtClean="0">
                <a:solidFill>
                  <a:srgbClr val="585858"/>
                </a:solidFill>
                <a:latin typeface="+mn-lt"/>
                <a:cs typeface="Calibri"/>
              </a:rPr>
              <a:t>nouvelle</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technologie</a:t>
            </a:r>
            <a:r>
              <a:rPr lang="fr-FR" sz="1200" dirty="0" smtClean="0">
                <a:solidFill>
                  <a:srgbClr val="585858"/>
                </a:solidFill>
                <a:latin typeface="+mn-lt"/>
                <a:cs typeface="Calibri"/>
              </a:rPr>
              <a:t> </a:t>
            </a:r>
            <a:r>
              <a:rPr lang="fr-FR" sz="1200" spc="-10" dirty="0" smtClean="0">
                <a:solidFill>
                  <a:srgbClr val="585858"/>
                </a:solidFill>
                <a:latin typeface="+mn-lt"/>
                <a:cs typeface="Calibri"/>
              </a:rPr>
              <a:t>(</a:t>
            </a:r>
            <a:r>
              <a:rPr lang="fr-FR" sz="1200" b="1" spc="-10" dirty="0" smtClean="0">
                <a:solidFill>
                  <a:srgbClr val="585858"/>
                </a:solidFill>
                <a:latin typeface="+mn-lt"/>
                <a:cs typeface="Calibri"/>
              </a:rPr>
              <a:t>NTFS</a:t>
            </a:r>
            <a:r>
              <a:rPr lang="fr-FR" sz="1200" spc="-10" dirty="0" smtClean="0">
                <a:solidFill>
                  <a:srgbClr val="585858"/>
                </a:solidFill>
                <a:latin typeface="+mn-lt"/>
                <a:cs typeface="Calibri"/>
              </a:rPr>
              <a:t>).</a:t>
            </a:r>
          </a:p>
          <a:p>
            <a:pPr marL="298450" indent="-285750">
              <a:lnSpc>
                <a:spcPct val="100000"/>
              </a:lnSpc>
              <a:spcBef>
                <a:spcPts val="100"/>
              </a:spcBef>
              <a:buFont typeface="Arial" panose="020B0604020202020204" pitchFamily="34" charset="0"/>
              <a:buChar char="•"/>
            </a:pPr>
            <a:endParaRPr lang="fr-FR" sz="1200" spc="-10" dirty="0" smtClean="0">
              <a:solidFill>
                <a:srgbClr val="585858"/>
              </a:solidFill>
              <a:latin typeface="+mn-lt"/>
              <a:cs typeface="Calibri"/>
            </a:endParaRPr>
          </a:p>
          <a:p>
            <a:pPr marL="298450" indent="-285750">
              <a:lnSpc>
                <a:spcPct val="100000"/>
              </a:lnSpc>
              <a:spcBef>
                <a:spcPts val="100"/>
              </a:spcBef>
              <a:buFont typeface="Arial" panose="020B0604020202020204" pitchFamily="34" charset="0"/>
              <a:buChar char="•"/>
            </a:pPr>
            <a:r>
              <a:rPr lang="fr-FR" sz="1200" dirty="0" smtClean="0">
                <a:solidFill>
                  <a:srgbClr val="585858"/>
                </a:solidFill>
                <a:latin typeface="+mn-lt"/>
                <a:cs typeface="Calibri"/>
              </a:rPr>
              <a:t>Les</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systèmes</a:t>
            </a:r>
            <a:r>
              <a:rPr lang="fr-FR" sz="1200" spc="-35" dirty="0" smtClean="0">
                <a:solidFill>
                  <a:srgbClr val="585858"/>
                </a:solidFill>
                <a:latin typeface="+mn-lt"/>
                <a:cs typeface="Calibri"/>
              </a:rPr>
              <a:t> </a:t>
            </a:r>
            <a:r>
              <a:rPr lang="fr-FR" sz="1200" dirty="0" smtClean="0">
                <a:solidFill>
                  <a:srgbClr val="585858"/>
                </a:solidFill>
                <a:latin typeface="+mn-lt"/>
                <a:cs typeface="Calibri"/>
              </a:rPr>
              <a:t>de</a:t>
            </a:r>
            <a:r>
              <a:rPr lang="fr-FR" sz="1200" spc="-4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couramment</a:t>
            </a:r>
            <a:r>
              <a:rPr lang="fr-FR" sz="1200" spc="-20" dirty="0" smtClean="0">
                <a:solidFill>
                  <a:srgbClr val="585858"/>
                </a:solidFill>
                <a:latin typeface="+mn-lt"/>
                <a:cs typeface="Calibri"/>
              </a:rPr>
              <a:t> </a:t>
            </a:r>
            <a:r>
              <a:rPr lang="fr-FR" sz="1200" dirty="0" smtClean="0">
                <a:solidFill>
                  <a:srgbClr val="585858"/>
                </a:solidFill>
                <a:latin typeface="+mn-lt"/>
                <a:cs typeface="Calibri"/>
              </a:rPr>
              <a:t>utilisés</a:t>
            </a:r>
            <a:r>
              <a:rPr lang="fr-FR" sz="1200" spc="-10" dirty="0" smtClean="0">
                <a:solidFill>
                  <a:srgbClr val="585858"/>
                </a:solidFill>
                <a:latin typeface="+mn-lt"/>
                <a:cs typeface="Calibri"/>
              </a:rPr>
              <a:t> dans Linux incluent </a:t>
            </a:r>
            <a:r>
              <a:rPr lang="fr-FR" sz="1200" b="1" spc="-10" dirty="0" smtClean="0">
                <a:solidFill>
                  <a:srgbClr val="585858"/>
                </a:solidFill>
                <a:latin typeface="+mn-lt"/>
                <a:cs typeface="Calibri"/>
              </a:rPr>
              <a:t>EXT4</a:t>
            </a:r>
          </a:p>
          <a:p>
            <a:pPr marL="12700" marR="5715" lvl="0" indent="0" algn="just" defTabSz="914400" rtl="0" eaLnBrk="1" fontAlgn="auto" latinLnBrk="0" hangingPunct="1">
              <a:lnSpc>
                <a:spcPct val="150000"/>
              </a:lnSpc>
              <a:spcBef>
                <a:spcPts val="605"/>
              </a:spcBef>
              <a:spcAft>
                <a:spcPts val="0"/>
              </a:spcAft>
              <a:buClrTx/>
              <a:buSzTx/>
              <a:buFontTx/>
              <a:buNone/>
              <a:tabLst/>
              <a:defRPr/>
            </a:pPr>
            <a:endParaRPr lang="fr-FR" sz="1200" dirty="0" smtClean="0">
              <a:solidFill>
                <a:srgbClr val="585858"/>
              </a:solidFill>
              <a:latin typeface="+mn-lt"/>
              <a:cs typeface="Calibri"/>
            </a:endParaRPr>
          </a:p>
          <a:p>
            <a:pPr marL="12700" marR="5715" lvl="0" indent="0" algn="just" defTabSz="914400" rtl="0" eaLnBrk="1" fontAlgn="auto" latinLnBrk="0" hangingPunct="1">
              <a:lnSpc>
                <a:spcPct val="150000"/>
              </a:lnSpc>
              <a:spcBef>
                <a:spcPts val="605"/>
              </a:spcBef>
              <a:spcAft>
                <a:spcPts val="0"/>
              </a:spcAft>
              <a:buClrTx/>
              <a:buSzTx/>
              <a:buFontTx/>
              <a:buNone/>
              <a:tabLst/>
              <a:defRPr/>
            </a:pPr>
            <a:endParaRPr lang="fr-FR" sz="1200" dirty="0" smtClean="0">
              <a:latin typeface="+mn-lt"/>
              <a:cs typeface="Calibri"/>
            </a:endParaRPr>
          </a:p>
          <a:p>
            <a:pPr marL="12700" marR="5715" algn="just">
              <a:lnSpc>
                <a:spcPct val="150000"/>
              </a:lnSpc>
              <a:spcBef>
                <a:spcPts val="605"/>
              </a:spcBef>
            </a:pPr>
            <a:endParaRPr lang="fr-FR" sz="1200" dirty="0" smtClean="0">
              <a:latin typeface="+mn-lt"/>
              <a:cs typeface="Calibri"/>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7</a:t>
            </a:fld>
            <a:endParaRPr lang="fr-FR"/>
          </a:p>
        </p:txBody>
      </p:sp>
    </p:spTree>
    <p:extLst>
      <p:ext uri="{BB962C8B-B14F-4D97-AF65-F5344CB8AC3E}">
        <p14:creationId xmlns:p14="http://schemas.microsoft.com/office/powerpoint/2010/main" val="3802411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Un fichier c’est une structure de données</a:t>
            </a:r>
          </a:p>
          <a:p>
            <a:r>
              <a:rPr lang="fr-FR" sz="1200" kern="1200" dirty="0" smtClean="0">
                <a:solidFill>
                  <a:schemeClr val="tx1"/>
                </a:solidFill>
                <a:effectLst/>
                <a:latin typeface="+mn-lt"/>
                <a:ea typeface="+mn-ea"/>
                <a:cs typeface="+mn-cs"/>
              </a:rPr>
              <a:t>Dossier c’est une structure qui organise les fichiers</a:t>
            </a:r>
          </a:p>
          <a:p>
            <a:pPr marL="12700">
              <a:lnSpc>
                <a:spcPct val="100000"/>
              </a:lnSpc>
            </a:pPr>
            <a:r>
              <a:rPr lang="fr-FR" sz="1200" dirty="0" smtClean="0">
                <a:solidFill>
                  <a:srgbClr val="585858"/>
                </a:solidFill>
                <a:latin typeface="+mn-lt"/>
                <a:cs typeface="Calibri"/>
              </a:rPr>
              <a:t>Un</a:t>
            </a:r>
            <a:r>
              <a:rPr lang="fr-FR" sz="1200" spc="-25" dirty="0" smtClean="0">
                <a:solidFill>
                  <a:srgbClr val="585858"/>
                </a:solidFill>
                <a:latin typeface="+mn-lt"/>
                <a:cs typeface="Calibri"/>
              </a:rPr>
              <a:t> </a:t>
            </a:r>
            <a:r>
              <a:rPr lang="fr-FR" sz="1200" dirty="0" smtClean="0">
                <a:solidFill>
                  <a:srgbClr val="585858"/>
                </a:solidFill>
                <a:latin typeface="+mn-lt"/>
                <a:cs typeface="Calibri"/>
              </a:rPr>
              <a:t>système</a:t>
            </a:r>
            <a:r>
              <a:rPr lang="fr-FR" sz="1200" spc="-5"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dirty="0" smtClean="0">
                <a:solidFill>
                  <a:srgbClr val="585858"/>
                </a:solidFill>
                <a:latin typeface="+mn-lt"/>
                <a:cs typeface="Calibri"/>
              </a:rPr>
              <a:t>fournit</a:t>
            </a:r>
            <a:r>
              <a:rPr lang="fr-FR" sz="1200" spc="-5" dirty="0" smtClean="0">
                <a:solidFill>
                  <a:srgbClr val="585858"/>
                </a:solidFill>
                <a:latin typeface="+mn-lt"/>
                <a:cs typeface="Calibri"/>
              </a:rPr>
              <a:t> </a:t>
            </a:r>
            <a:r>
              <a:rPr lang="fr-FR" sz="1200" dirty="0" smtClean="0">
                <a:solidFill>
                  <a:srgbClr val="585858"/>
                </a:solidFill>
                <a:latin typeface="+mn-lt"/>
                <a:cs typeface="Calibri"/>
              </a:rPr>
              <a:t>un moyen</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a:t>
            </a:r>
            <a:r>
              <a:rPr lang="fr-FR" sz="1200" dirty="0" smtClean="0">
                <a:solidFill>
                  <a:srgbClr val="585858"/>
                </a:solidFill>
                <a:latin typeface="+mn-lt"/>
                <a:cs typeface="Calibri"/>
              </a:rPr>
              <a:t>séparer</a:t>
            </a:r>
            <a:r>
              <a:rPr lang="fr-FR" sz="1200" spc="-15" dirty="0" smtClean="0">
                <a:solidFill>
                  <a:srgbClr val="585858"/>
                </a:solidFill>
                <a:latin typeface="+mn-lt"/>
                <a:cs typeface="Calibri"/>
              </a:rPr>
              <a:t> </a:t>
            </a:r>
            <a:r>
              <a:rPr lang="fr-FR" sz="1200" dirty="0" smtClean="0">
                <a:solidFill>
                  <a:srgbClr val="585858"/>
                </a:solidFill>
                <a:latin typeface="+mn-lt"/>
                <a:cs typeface="Calibri"/>
              </a:rPr>
              <a:t>les</a:t>
            </a:r>
            <a:r>
              <a:rPr lang="fr-FR" sz="1200" spc="20" dirty="0" smtClean="0">
                <a:solidFill>
                  <a:srgbClr val="585858"/>
                </a:solidFill>
                <a:latin typeface="+mn-lt"/>
                <a:cs typeface="Calibri"/>
              </a:rPr>
              <a:t> </a:t>
            </a:r>
            <a:r>
              <a:rPr lang="fr-FR" sz="1200" dirty="0" smtClean="0">
                <a:solidFill>
                  <a:srgbClr val="585858"/>
                </a:solidFill>
                <a:latin typeface="+mn-lt"/>
                <a:cs typeface="Calibri"/>
              </a:rPr>
              <a:t>données sur</a:t>
            </a:r>
            <a:r>
              <a:rPr lang="fr-FR" sz="1200" spc="-20" dirty="0" smtClean="0">
                <a:solidFill>
                  <a:srgbClr val="585858"/>
                </a:solidFill>
                <a:latin typeface="+mn-lt"/>
                <a:cs typeface="Calibri"/>
              </a:rPr>
              <a:t> </a:t>
            </a:r>
            <a:r>
              <a:rPr lang="fr-FR" sz="1200" dirty="0" smtClean="0">
                <a:solidFill>
                  <a:srgbClr val="585858"/>
                </a:solidFill>
                <a:latin typeface="+mn-lt"/>
                <a:cs typeface="Calibri"/>
              </a:rPr>
              <a:t>le</a:t>
            </a:r>
            <a:r>
              <a:rPr lang="fr-FR" sz="1200" spc="15" dirty="0" smtClean="0">
                <a:solidFill>
                  <a:srgbClr val="585858"/>
                </a:solidFill>
                <a:latin typeface="+mn-lt"/>
                <a:cs typeface="Calibri"/>
              </a:rPr>
              <a:t> </a:t>
            </a:r>
            <a:r>
              <a:rPr lang="fr-FR" sz="1200" dirty="0" smtClean="0">
                <a:solidFill>
                  <a:srgbClr val="585858"/>
                </a:solidFill>
                <a:latin typeface="+mn-lt"/>
                <a:cs typeface="Calibri"/>
              </a:rPr>
              <a:t>lecteur</a:t>
            </a:r>
            <a:r>
              <a:rPr lang="fr-FR" sz="1200" spc="5" dirty="0" smtClean="0">
                <a:solidFill>
                  <a:srgbClr val="585858"/>
                </a:solidFill>
                <a:latin typeface="+mn-lt"/>
                <a:cs typeface="Calibri"/>
              </a:rPr>
              <a:t> </a:t>
            </a:r>
            <a:r>
              <a:rPr lang="fr-FR" sz="1200" dirty="0" smtClean="0">
                <a:solidFill>
                  <a:srgbClr val="585858"/>
                </a:solidFill>
                <a:latin typeface="+mn-lt"/>
                <a:cs typeface="Calibri"/>
              </a:rPr>
              <a:t>en</a:t>
            </a:r>
            <a:r>
              <a:rPr lang="fr-FR" sz="1200" spc="-20" dirty="0" smtClean="0">
                <a:solidFill>
                  <a:srgbClr val="585858"/>
                </a:solidFill>
                <a:latin typeface="+mn-lt"/>
                <a:cs typeface="Calibri"/>
              </a:rPr>
              <a:t> </a:t>
            </a:r>
            <a:r>
              <a:rPr lang="fr-FR" sz="1200" dirty="0" smtClean="0">
                <a:solidFill>
                  <a:srgbClr val="585858"/>
                </a:solidFill>
                <a:latin typeface="+mn-lt"/>
                <a:cs typeface="Calibri"/>
              </a:rPr>
              <a:t>morceaux</a:t>
            </a:r>
            <a:r>
              <a:rPr lang="fr-FR" sz="1200" spc="20" dirty="0" smtClean="0">
                <a:solidFill>
                  <a:srgbClr val="585858"/>
                </a:solidFill>
                <a:latin typeface="+mn-lt"/>
                <a:cs typeface="Calibri"/>
              </a:rPr>
              <a:t> </a:t>
            </a:r>
            <a:r>
              <a:rPr lang="fr-FR" sz="1200" dirty="0" smtClean="0">
                <a:solidFill>
                  <a:srgbClr val="585858"/>
                </a:solidFill>
                <a:latin typeface="+mn-lt"/>
                <a:cs typeface="Calibri"/>
              </a:rPr>
              <a:t>individuels,</a:t>
            </a:r>
            <a:r>
              <a:rPr lang="fr-FR" sz="1200" spc="-20" dirty="0" smtClean="0">
                <a:solidFill>
                  <a:srgbClr val="585858"/>
                </a:solidFill>
                <a:latin typeface="+mn-lt"/>
                <a:cs typeface="Calibri"/>
              </a:rPr>
              <a:t> </a:t>
            </a:r>
            <a:r>
              <a:rPr lang="fr-FR" sz="1200" dirty="0" smtClean="0">
                <a:solidFill>
                  <a:srgbClr val="585858"/>
                </a:solidFill>
                <a:latin typeface="+mn-lt"/>
                <a:cs typeface="Calibri"/>
              </a:rPr>
              <a:t>qui</a:t>
            </a:r>
            <a:r>
              <a:rPr lang="fr-FR" sz="1200" spc="-20" dirty="0" smtClean="0">
                <a:solidFill>
                  <a:srgbClr val="585858"/>
                </a:solidFill>
                <a:latin typeface="+mn-lt"/>
                <a:cs typeface="Calibri"/>
              </a:rPr>
              <a:t> </a:t>
            </a:r>
            <a:r>
              <a:rPr lang="fr-FR" sz="1200" dirty="0" smtClean="0">
                <a:solidFill>
                  <a:srgbClr val="585858"/>
                </a:solidFill>
                <a:latin typeface="+mn-lt"/>
                <a:cs typeface="Calibri"/>
              </a:rPr>
              <a:t>sont</a:t>
            </a:r>
            <a:r>
              <a:rPr lang="fr-FR" sz="1200" spc="-10" dirty="0" smtClean="0">
                <a:solidFill>
                  <a:srgbClr val="585858"/>
                </a:solidFill>
                <a:latin typeface="+mn-lt"/>
                <a:cs typeface="Calibri"/>
              </a:rPr>
              <a:t> </a:t>
            </a:r>
            <a:r>
              <a:rPr lang="fr-FR" sz="1200" dirty="0" smtClean="0">
                <a:solidFill>
                  <a:srgbClr val="585858"/>
                </a:solidFill>
                <a:latin typeface="+mn-lt"/>
                <a:cs typeface="Calibri"/>
              </a:rPr>
              <a:t>les</a:t>
            </a:r>
            <a:r>
              <a:rPr lang="fr-FR" sz="1200" spc="-5" dirty="0" smtClean="0">
                <a:solidFill>
                  <a:srgbClr val="585858"/>
                </a:solidFill>
                <a:latin typeface="+mn-lt"/>
                <a:cs typeface="Calibri"/>
              </a:rPr>
              <a:t> </a:t>
            </a:r>
            <a:r>
              <a:rPr lang="fr-FR" sz="1200" dirty="0" smtClean="0">
                <a:solidFill>
                  <a:srgbClr val="585858"/>
                </a:solidFill>
                <a:latin typeface="+mn-lt"/>
                <a:cs typeface="Calibri"/>
              </a:rPr>
              <a:t>fichiers. Il</a:t>
            </a:r>
            <a:r>
              <a:rPr lang="fr-FR" sz="1200" spc="-5" dirty="0" smtClean="0">
                <a:solidFill>
                  <a:srgbClr val="585858"/>
                </a:solidFill>
                <a:latin typeface="+mn-lt"/>
                <a:cs typeface="Calibri"/>
              </a:rPr>
              <a:t> </a:t>
            </a:r>
            <a:r>
              <a:rPr lang="fr-FR" sz="1200" dirty="0" smtClean="0">
                <a:solidFill>
                  <a:srgbClr val="585858"/>
                </a:solidFill>
                <a:latin typeface="+mn-lt"/>
                <a:cs typeface="Calibri"/>
              </a:rPr>
              <a:t>fournit</a:t>
            </a:r>
            <a:r>
              <a:rPr lang="fr-FR" sz="1200" spc="-15" dirty="0" smtClean="0">
                <a:solidFill>
                  <a:srgbClr val="585858"/>
                </a:solidFill>
                <a:latin typeface="+mn-lt"/>
                <a:cs typeface="Calibri"/>
              </a:rPr>
              <a:t> </a:t>
            </a:r>
            <a:r>
              <a:rPr lang="fr-FR" sz="1200" dirty="0" smtClean="0">
                <a:solidFill>
                  <a:srgbClr val="585858"/>
                </a:solidFill>
                <a:latin typeface="+mn-lt"/>
                <a:cs typeface="Calibri"/>
              </a:rPr>
              <a:t>également</a:t>
            </a:r>
            <a:r>
              <a:rPr lang="fr-FR" sz="1200" spc="-5" dirty="0" smtClean="0">
                <a:solidFill>
                  <a:srgbClr val="585858"/>
                </a:solidFill>
                <a:latin typeface="+mn-lt"/>
                <a:cs typeface="Calibri"/>
              </a:rPr>
              <a:t> </a:t>
            </a:r>
            <a:r>
              <a:rPr lang="fr-FR" sz="1200" dirty="0" smtClean="0">
                <a:solidFill>
                  <a:srgbClr val="585858"/>
                </a:solidFill>
                <a:latin typeface="+mn-lt"/>
                <a:cs typeface="Calibri"/>
              </a:rPr>
              <a:t>un</a:t>
            </a:r>
            <a:r>
              <a:rPr lang="fr-FR" sz="1200" spc="5" dirty="0" smtClean="0">
                <a:solidFill>
                  <a:srgbClr val="585858"/>
                </a:solidFill>
                <a:latin typeface="+mn-lt"/>
                <a:cs typeface="Calibri"/>
              </a:rPr>
              <a:t> </a:t>
            </a:r>
            <a:r>
              <a:rPr lang="fr-FR" sz="1200" dirty="0" smtClean="0">
                <a:solidFill>
                  <a:srgbClr val="585858"/>
                </a:solidFill>
                <a:latin typeface="+mn-lt"/>
                <a:cs typeface="Calibri"/>
              </a:rPr>
              <a:t>moyen</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a:t>
            </a:r>
            <a:r>
              <a:rPr lang="fr-FR" sz="1200" dirty="0" smtClean="0">
                <a:solidFill>
                  <a:srgbClr val="585858"/>
                </a:solidFill>
                <a:latin typeface="+mn-lt"/>
                <a:cs typeface="Calibri"/>
              </a:rPr>
              <a:t>stocker</a:t>
            </a:r>
            <a:r>
              <a:rPr lang="fr-FR" sz="1200" spc="5" dirty="0" smtClean="0">
                <a:solidFill>
                  <a:srgbClr val="585858"/>
                </a:solidFill>
                <a:latin typeface="+mn-lt"/>
                <a:cs typeface="Calibri"/>
              </a:rPr>
              <a:t> </a:t>
            </a:r>
            <a:r>
              <a:rPr lang="fr-FR" sz="1200" spc="-25" dirty="0" smtClean="0">
                <a:solidFill>
                  <a:srgbClr val="585858"/>
                </a:solidFill>
                <a:latin typeface="+mn-lt"/>
                <a:cs typeface="Calibri"/>
              </a:rPr>
              <a:t>des</a:t>
            </a:r>
            <a:r>
              <a:rPr lang="fr-FR" sz="1200" dirty="0" smtClean="0">
                <a:latin typeface="+mn-lt"/>
                <a:cs typeface="Calibri"/>
              </a:rPr>
              <a:t> </a:t>
            </a:r>
            <a:r>
              <a:rPr lang="fr-FR" sz="1200" dirty="0" smtClean="0">
                <a:solidFill>
                  <a:srgbClr val="585858"/>
                </a:solidFill>
                <a:latin typeface="+mn-lt"/>
                <a:cs typeface="Calibri"/>
              </a:rPr>
              <a:t>données</a:t>
            </a:r>
            <a:r>
              <a:rPr lang="fr-FR" sz="1200" spc="-20" dirty="0" smtClean="0">
                <a:solidFill>
                  <a:srgbClr val="585858"/>
                </a:solidFill>
                <a:latin typeface="+mn-lt"/>
                <a:cs typeface="Calibri"/>
              </a:rPr>
              <a:t> </a:t>
            </a:r>
            <a:r>
              <a:rPr lang="fr-FR" sz="1200" dirty="0" smtClean="0">
                <a:solidFill>
                  <a:srgbClr val="585858"/>
                </a:solidFill>
                <a:latin typeface="+mn-lt"/>
                <a:cs typeface="Calibri"/>
              </a:rPr>
              <a:t>sur</a:t>
            </a:r>
            <a:r>
              <a:rPr lang="fr-FR" sz="1200" spc="-50" dirty="0" smtClean="0">
                <a:solidFill>
                  <a:srgbClr val="585858"/>
                </a:solidFill>
                <a:latin typeface="+mn-lt"/>
                <a:cs typeface="Calibri"/>
              </a:rPr>
              <a:t> </a:t>
            </a:r>
            <a:r>
              <a:rPr lang="fr-FR" sz="1200" dirty="0" smtClean="0">
                <a:solidFill>
                  <a:srgbClr val="585858"/>
                </a:solidFill>
                <a:latin typeface="+mn-lt"/>
                <a:cs typeface="Calibri"/>
              </a:rPr>
              <a:t>ces</a:t>
            </a:r>
            <a:r>
              <a:rPr lang="fr-FR" sz="1200" spc="-1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dirty="0" smtClean="0">
                <a:solidFill>
                  <a:srgbClr val="585858"/>
                </a:solidFill>
                <a:latin typeface="+mn-lt"/>
                <a:cs typeface="Calibri"/>
              </a:rPr>
              <a:t>par</a:t>
            </a:r>
            <a:r>
              <a:rPr lang="fr-FR" sz="1200" spc="-55" dirty="0" smtClean="0">
                <a:solidFill>
                  <a:srgbClr val="585858"/>
                </a:solidFill>
                <a:latin typeface="+mn-lt"/>
                <a:cs typeface="Calibri"/>
              </a:rPr>
              <a:t> </a:t>
            </a:r>
            <a:r>
              <a:rPr lang="fr-FR" sz="1200" spc="-10" dirty="0" smtClean="0">
                <a:solidFill>
                  <a:srgbClr val="585858"/>
                </a:solidFill>
                <a:latin typeface="+mn-lt"/>
                <a:cs typeface="Calibri"/>
              </a:rPr>
              <a:t>exemple</a:t>
            </a:r>
            <a:r>
              <a:rPr lang="fr-FR" sz="1200" spc="-20" dirty="0" smtClean="0">
                <a:solidFill>
                  <a:srgbClr val="585858"/>
                </a:solidFill>
                <a:latin typeface="+mn-lt"/>
                <a:cs typeface="Calibri"/>
              </a:rPr>
              <a:t> </a:t>
            </a:r>
            <a:r>
              <a:rPr lang="fr-FR" sz="1200" dirty="0" smtClean="0">
                <a:solidFill>
                  <a:srgbClr val="585858"/>
                </a:solidFill>
                <a:latin typeface="+mn-lt"/>
                <a:cs typeface="Calibri"/>
              </a:rPr>
              <a:t>les</a:t>
            </a:r>
            <a:r>
              <a:rPr lang="fr-FR" sz="1200" spc="-10" dirty="0" smtClean="0">
                <a:solidFill>
                  <a:srgbClr val="585858"/>
                </a:solidFill>
                <a:latin typeface="+mn-lt"/>
                <a:cs typeface="Calibri"/>
              </a:rPr>
              <a:t> </a:t>
            </a:r>
            <a:r>
              <a:rPr lang="fr-FR" sz="1200" dirty="0" smtClean="0">
                <a:solidFill>
                  <a:srgbClr val="585858"/>
                </a:solidFill>
                <a:latin typeface="+mn-lt"/>
                <a:cs typeface="Calibri"/>
              </a:rPr>
              <a:t>noms</a:t>
            </a:r>
            <a:r>
              <a:rPr lang="fr-FR" sz="1200" spc="-20" dirty="0" smtClean="0">
                <a:solidFill>
                  <a:srgbClr val="585858"/>
                </a:solidFill>
                <a:latin typeface="+mn-lt"/>
                <a:cs typeface="Calibri"/>
              </a:rPr>
              <a:t> </a:t>
            </a:r>
            <a:r>
              <a:rPr lang="fr-FR" sz="1200" dirty="0" smtClean="0">
                <a:solidFill>
                  <a:srgbClr val="585858"/>
                </a:solidFill>
                <a:latin typeface="+mn-lt"/>
                <a:cs typeface="Calibri"/>
              </a:rPr>
              <a:t>de</a:t>
            </a:r>
            <a:r>
              <a:rPr lang="fr-FR" sz="1200" spc="-4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dirty="0" smtClean="0">
                <a:solidFill>
                  <a:srgbClr val="585858"/>
                </a:solidFill>
                <a:latin typeface="+mn-lt"/>
                <a:cs typeface="Calibri"/>
              </a:rPr>
              <a:t>leurs</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autorisations</a:t>
            </a:r>
            <a:r>
              <a:rPr lang="fr-FR" sz="1200" spc="-30" dirty="0" smtClean="0">
                <a:solidFill>
                  <a:srgbClr val="585858"/>
                </a:solidFill>
                <a:latin typeface="+mn-lt"/>
                <a:cs typeface="Calibri"/>
              </a:rPr>
              <a:t> </a:t>
            </a:r>
            <a:r>
              <a:rPr lang="fr-FR" sz="1200" dirty="0" smtClean="0">
                <a:solidFill>
                  <a:srgbClr val="585858"/>
                </a:solidFill>
                <a:latin typeface="+mn-lt"/>
                <a:cs typeface="Calibri"/>
              </a:rPr>
              <a:t>et</a:t>
            </a:r>
            <a:r>
              <a:rPr lang="fr-FR" sz="1200" spc="-40" dirty="0" smtClean="0">
                <a:solidFill>
                  <a:srgbClr val="585858"/>
                </a:solidFill>
                <a:latin typeface="+mn-lt"/>
                <a:cs typeface="Calibri"/>
              </a:rPr>
              <a:t> </a:t>
            </a:r>
            <a:r>
              <a:rPr lang="fr-FR" sz="1200" dirty="0" smtClean="0">
                <a:solidFill>
                  <a:srgbClr val="585858"/>
                </a:solidFill>
                <a:latin typeface="+mn-lt"/>
                <a:cs typeface="Calibri"/>
              </a:rPr>
              <a:t>d'autres</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attributs.</a:t>
            </a:r>
          </a:p>
          <a:p>
            <a:pPr marL="12700">
              <a:lnSpc>
                <a:spcPct val="100000"/>
              </a:lnSpc>
              <a:spcBef>
                <a:spcPts val="1440"/>
              </a:spcBef>
            </a:pPr>
            <a:r>
              <a:rPr lang="fr-FR" sz="1200" dirty="0" smtClean="0">
                <a:solidFill>
                  <a:srgbClr val="585858"/>
                </a:solidFill>
                <a:latin typeface="+mn-lt"/>
                <a:cs typeface="Calibri"/>
              </a:rPr>
              <a:t>Le</a:t>
            </a:r>
            <a:r>
              <a:rPr lang="fr-FR" sz="1200" spc="15" dirty="0" smtClean="0">
                <a:solidFill>
                  <a:srgbClr val="585858"/>
                </a:solidFill>
                <a:latin typeface="+mn-lt"/>
                <a:cs typeface="Calibri"/>
              </a:rPr>
              <a:t> </a:t>
            </a:r>
            <a:r>
              <a:rPr lang="fr-FR" sz="1200" dirty="0" smtClean="0">
                <a:solidFill>
                  <a:srgbClr val="585858"/>
                </a:solidFill>
                <a:latin typeface="+mn-lt"/>
                <a:cs typeface="Calibri"/>
              </a:rPr>
              <a:t>système</a:t>
            </a:r>
            <a:r>
              <a:rPr lang="fr-FR" sz="1200" spc="20" dirty="0" smtClean="0">
                <a:solidFill>
                  <a:srgbClr val="585858"/>
                </a:solidFill>
                <a:latin typeface="+mn-lt"/>
                <a:cs typeface="Calibri"/>
              </a:rPr>
              <a:t> </a:t>
            </a:r>
            <a:r>
              <a:rPr lang="fr-FR" sz="1200" dirty="0" smtClean="0">
                <a:solidFill>
                  <a:srgbClr val="585858"/>
                </a:solidFill>
                <a:latin typeface="+mn-lt"/>
                <a:cs typeface="Calibri"/>
              </a:rPr>
              <a:t>de</a:t>
            </a:r>
            <a:r>
              <a:rPr lang="fr-FR" sz="1200" spc="2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0" dirty="0" smtClean="0">
                <a:solidFill>
                  <a:srgbClr val="585858"/>
                </a:solidFill>
                <a:latin typeface="+mn-lt"/>
                <a:cs typeface="Calibri"/>
              </a:rPr>
              <a:t> </a:t>
            </a:r>
            <a:r>
              <a:rPr lang="fr-FR" sz="1200" dirty="0" smtClean="0">
                <a:solidFill>
                  <a:srgbClr val="585858"/>
                </a:solidFill>
                <a:latin typeface="+mn-lt"/>
                <a:cs typeface="Calibri"/>
              </a:rPr>
              <a:t>fournit</a:t>
            </a:r>
            <a:r>
              <a:rPr lang="fr-FR" sz="1200" spc="20" dirty="0" smtClean="0">
                <a:solidFill>
                  <a:srgbClr val="585858"/>
                </a:solidFill>
                <a:latin typeface="+mn-lt"/>
                <a:cs typeface="Calibri"/>
              </a:rPr>
              <a:t> </a:t>
            </a:r>
            <a:r>
              <a:rPr lang="fr-FR" sz="1200" dirty="0" smtClean="0">
                <a:solidFill>
                  <a:srgbClr val="585858"/>
                </a:solidFill>
                <a:latin typeface="+mn-lt"/>
                <a:cs typeface="Calibri"/>
              </a:rPr>
              <a:t>également</a:t>
            </a:r>
            <a:r>
              <a:rPr lang="fr-FR" sz="1200" spc="5" dirty="0" smtClean="0">
                <a:solidFill>
                  <a:srgbClr val="585858"/>
                </a:solidFill>
                <a:latin typeface="+mn-lt"/>
                <a:cs typeface="Calibri"/>
              </a:rPr>
              <a:t> </a:t>
            </a:r>
            <a:r>
              <a:rPr lang="fr-FR" sz="1200" dirty="0" smtClean="0">
                <a:solidFill>
                  <a:srgbClr val="585858"/>
                </a:solidFill>
                <a:latin typeface="+mn-lt"/>
                <a:cs typeface="Calibri"/>
              </a:rPr>
              <a:t>un</a:t>
            </a:r>
            <a:r>
              <a:rPr lang="fr-FR" sz="1200" spc="55" dirty="0" smtClean="0">
                <a:solidFill>
                  <a:srgbClr val="585858"/>
                </a:solidFill>
                <a:latin typeface="+mn-lt"/>
                <a:cs typeface="Calibri"/>
              </a:rPr>
              <a:t> </a:t>
            </a:r>
            <a:r>
              <a:rPr lang="fr-FR" sz="1200" dirty="0" smtClean="0">
                <a:solidFill>
                  <a:srgbClr val="585858"/>
                </a:solidFill>
                <a:latin typeface="+mn-lt"/>
                <a:cs typeface="Calibri"/>
              </a:rPr>
              <a:t>index</a:t>
            </a:r>
            <a:r>
              <a:rPr lang="fr-FR" sz="1200" spc="45" dirty="0" smtClean="0">
                <a:solidFill>
                  <a:srgbClr val="585858"/>
                </a:solidFill>
                <a:latin typeface="+mn-lt"/>
                <a:cs typeface="Calibri"/>
              </a:rPr>
              <a:t> </a:t>
            </a:r>
            <a:r>
              <a:rPr lang="fr-FR" sz="1200" dirty="0" smtClean="0">
                <a:solidFill>
                  <a:srgbClr val="585858"/>
                </a:solidFill>
                <a:latin typeface="+mn-lt"/>
                <a:cs typeface="Calibri"/>
              </a:rPr>
              <a:t>-</a:t>
            </a:r>
            <a:r>
              <a:rPr lang="fr-FR" sz="1200" spc="35" dirty="0" smtClean="0">
                <a:solidFill>
                  <a:srgbClr val="585858"/>
                </a:solidFill>
                <a:latin typeface="+mn-lt"/>
                <a:cs typeface="Calibri"/>
              </a:rPr>
              <a:t> </a:t>
            </a:r>
            <a:r>
              <a:rPr lang="fr-FR" sz="1200" dirty="0" smtClean="0">
                <a:solidFill>
                  <a:srgbClr val="585858"/>
                </a:solidFill>
                <a:latin typeface="+mn-lt"/>
                <a:cs typeface="Calibri"/>
              </a:rPr>
              <a:t>une</a:t>
            </a:r>
            <a:r>
              <a:rPr lang="fr-FR" sz="1200" spc="35" dirty="0" smtClean="0">
                <a:solidFill>
                  <a:srgbClr val="585858"/>
                </a:solidFill>
                <a:latin typeface="+mn-lt"/>
                <a:cs typeface="Calibri"/>
              </a:rPr>
              <a:t> </a:t>
            </a:r>
            <a:r>
              <a:rPr lang="fr-FR" sz="1200" dirty="0" smtClean="0">
                <a:solidFill>
                  <a:srgbClr val="585858"/>
                </a:solidFill>
                <a:latin typeface="+mn-lt"/>
                <a:cs typeface="Calibri"/>
              </a:rPr>
              <a:t>liste</a:t>
            </a:r>
            <a:r>
              <a:rPr lang="fr-FR" sz="1200" spc="15" dirty="0" smtClean="0">
                <a:solidFill>
                  <a:srgbClr val="585858"/>
                </a:solidFill>
                <a:latin typeface="+mn-lt"/>
                <a:cs typeface="Calibri"/>
              </a:rPr>
              <a:t> </a:t>
            </a:r>
            <a:r>
              <a:rPr lang="fr-FR" sz="1200" dirty="0" smtClean="0">
                <a:solidFill>
                  <a:srgbClr val="585858"/>
                </a:solidFill>
                <a:latin typeface="+mn-lt"/>
                <a:cs typeface="Calibri"/>
              </a:rPr>
              <a:t>des</a:t>
            </a:r>
            <a:r>
              <a:rPr lang="fr-FR" sz="1200" spc="5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30" dirty="0" smtClean="0">
                <a:solidFill>
                  <a:srgbClr val="585858"/>
                </a:solidFill>
                <a:latin typeface="+mn-lt"/>
                <a:cs typeface="Calibri"/>
              </a:rPr>
              <a:t> </a:t>
            </a:r>
            <a:r>
              <a:rPr lang="fr-FR" sz="1200" dirty="0" smtClean="0">
                <a:solidFill>
                  <a:srgbClr val="585858"/>
                </a:solidFill>
                <a:latin typeface="+mn-lt"/>
                <a:cs typeface="Calibri"/>
              </a:rPr>
              <a:t>sur</a:t>
            </a:r>
            <a:r>
              <a:rPr lang="fr-FR" sz="1200" spc="25" dirty="0" smtClean="0">
                <a:solidFill>
                  <a:srgbClr val="585858"/>
                </a:solidFill>
                <a:latin typeface="+mn-lt"/>
                <a:cs typeface="Calibri"/>
              </a:rPr>
              <a:t> </a:t>
            </a:r>
            <a:r>
              <a:rPr lang="fr-FR" sz="1200" dirty="0" smtClean="0">
                <a:solidFill>
                  <a:srgbClr val="585858"/>
                </a:solidFill>
                <a:latin typeface="+mn-lt"/>
                <a:cs typeface="Calibri"/>
              </a:rPr>
              <a:t>le</a:t>
            </a:r>
            <a:r>
              <a:rPr lang="fr-FR" sz="1200" spc="40"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20" dirty="0" smtClean="0">
                <a:solidFill>
                  <a:srgbClr val="585858"/>
                </a:solidFill>
                <a:latin typeface="+mn-lt"/>
                <a:cs typeface="Calibri"/>
              </a:rPr>
              <a:t> - </a:t>
            </a:r>
            <a:r>
              <a:rPr lang="fr-FR" sz="1200" dirty="0" smtClean="0">
                <a:solidFill>
                  <a:srgbClr val="585858"/>
                </a:solidFill>
                <a:latin typeface="+mn-lt"/>
                <a:cs typeface="Calibri"/>
              </a:rPr>
              <a:t>afin</a:t>
            </a:r>
            <a:r>
              <a:rPr lang="fr-FR" sz="1200" spc="30" dirty="0" smtClean="0">
                <a:solidFill>
                  <a:srgbClr val="585858"/>
                </a:solidFill>
                <a:latin typeface="+mn-lt"/>
                <a:cs typeface="Calibri"/>
              </a:rPr>
              <a:t> </a:t>
            </a:r>
            <a:r>
              <a:rPr lang="fr-FR" sz="1200" dirty="0" smtClean="0">
                <a:solidFill>
                  <a:srgbClr val="585858"/>
                </a:solidFill>
                <a:latin typeface="+mn-lt"/>
                <a:cs typeface="Calibri"/>
              </a:rPr>
              <a:t>que</a:t>
            </a:r>
            <a:r>
              <a:rPr lang="fr-FR" sz="1200" spc="35" dirty="0" smtClean="0">
                <a:solidFill>
                  <a:srgbClr val="585858"/>
                </a:solidFill>
                <a:latin typeface="+mn-lt"/>
                <a:cs typeface="Calibri"/>
              </a:rPr>
              <a:t> </a:t>
            </a:r>
            <a:r>
              <a:rPr lang="fr-FR" sz="1200" dirty="0" smtClean="0">
                <a:solidFill>
                  <a:srgbClr val="585858"/>
                </a:solidFill>
                <a:latin typeface="+mn-lt"/>
                <a:cs typeface="Calibri"/>
              </a:rPr>
              <a:t>le</a:t>
            </a:r>
            <a:r>
              <a:rPr lang="fr-FR" sz="1200" spc="40" dirty="0" smtClean="0">
                <a:solidFill>
                  <a:srgbClr val="585858"/>
                </a:solidFill>
                <a:latin typeface="+mn-lt"/>
                <a:cs typeface="Calibri"/>
              </a:rPr>
              <a:t> </a:t>
            </a:r>
            <a:r>
              <a:rPr lang="fr-FR" sz="1200" dirty="0" smtClean="0">
                <a:solidFill>
                  <a:srgbClr val="585858"/>
                </a:solidFill>
                <a:latin typeface="+mn-lt"/>
                <a:cs typeface="Calibri"/>
              </a:rPr>
              <a:t>système</a:t>
            </a:r>
            <a:r>
              <a:rPr lang="fr-FR" sz="1200" spc="20" dirty="0" smtClean="0">
                <a:solidFill>
                  <a:srgbClr val="585858"/>
                </a:solidFill>
                <a:latin typeface="+mn-lt"/>
                <a:cs typeface="Calibri"/>
              </a:rPr>
              <a:t> </a:t>
            </a:r>
            <a:r>
              <a:rPr lang="fr-FR" sz="1200" dirty="0" smtClean="0">
                <a:solidFill>
                  <a:srgbClr val="585858"/>
                </a:solidFill>
                <a:latin typeface="+mn-lt"/>
                <a:cs typeface="Calibri"/>
              </a:rPr>
              <a:t>d'exploitation</a:t>
            </a:r>
            <a:r>
              <a:rPr lang="fr-FR" sz="1200" spc="10" dirty="0" smtClean="0">
                <a:solidFill>
                  <a:srgbClr val="585858"/>
                </a:solidFill>
                <a:latin typeface="+mn-lt"/>
                <a:cs typeface="Calibri"/>
              </a:rPr>
              <a:t> </a:t>
            </a:r>
            <a:r>
              <a:rPr lang="fr-FR" sz="1200" dirty="0" smtClean="0">
                <a:solidFill>
                  <a:srgbClr val="585858"/>
                </a:solidFill>
                <a:latin typeface="+mn-lt"/>
                <a:cs typeface="Calibri"/>
              </a:rPr>
              <a:t>puisse</a:t>
            </a:r>
            <a:r>
              <a:rPr lang="fr-FR" sz="1200" spc="25" dirty="0" smtClean="0">
                <a:solidFill>
                  <a:srgbClr val="585858"/>
                </a:solidFill>
                <a:latin typeface="+mn-lt"/>
                <a:cs typeface="Calibri"/>
              </a:rPr>
              <a:t> </a:t>
            </a:r>
            <a:r>
              <a:rPr lang="fr-FR" sz="1200" dirty="0" smtClean="0">
                <a:solidFill>
                  <a:srgbClr val="585858"/>
                </a:solidFill>
                <a:latin typeface="+mn-lt"/>
                <a:cs typeface="Calibri"/>
              </a:rPr>
              <a:t>voir</a:t>
            </a:r>
            <a:r>
              <a:rPr lang="fr-FR" sz="1200" spc="30" dirty="0" smtClean="0">
                <a:solidFill>
                  <a:srgbClr val="585858"/>
                </a:solidFill>
                <a:latin typeface="+mn-lt"/>
                <a:cs typeface="Calibri"/>
              </a:rPr>
              <a:t> </a:t>
            </a:r>
            <a:r>
              <a:rPr lang="fr-FR" sz="1200" spc="-25" dirty="0" smtClean="0">
                <a:solidFill>
                  <a:srgbClr val="585858"/>
                </a:solidFill>
                <a:latin typeface="+mn-lt"/>
                <a:cs typeface="Calibri"/>
              </a:rPr>
              <a:t>ce</a:t>
            </a:r>
            <a:r>
              <a:rPr lang="fr-FR" sz="1200" dirty="0" smtClean="0">
                <a:latin typeface="+mn-lt"/>
                <a:cs typeface="Calibri"/>
              </a:rPr>
              <a:t> </a:t>
            </a:r>
            <a:r>
              <a:rPr lang="fr-FR" sz="1200" dirty="0" smtClean="0">
                <a:solidFill>
                  <a:srgbClr val="585858"/>
                </a:solidFill>
                <a:latin typeface="+mn-lt"/>
                <a:cs typeface="Calibri"/>
              </a:rPr>
              <a:t>qu'il</a:t>
            </a:r>
            <a:r>
              <a:rPr lang="fr-FR" sz="1200" spc="-25" dirty="0" smtClean="0">
                <a:solidFill>
                  <a:srgbClr val="585858"/>
                </a:solidFill>
                <a:latin typeface="+mn-lt"/>
                <a:cs typeface="Calibri"/>
              </a:rPr>
              <a:t> </a:t>
            </a:r>
            <a:r>
              <a:rPr lang="fr-FR" sz="1200" dirty="0" smtClean="0">
                <a:solidFill>
                  <a:srgbClr val="585858"/>
                </a:solidFill>
                <a:latin typeface="+mn-lt"/>
                <a:cs typeface="Calibri"/>
              </a:rPr>
              <a:t>y</a:t>
            </a:r>
            <a:r>
              <a:rPr lang="fr-FR" sz="1200" spc="-30" dirty="0" smtClean="0">
                <a:solidFill>
                  <a:srgbClr val="585858"/>
                </a:solidFill>
                <a:latin typeface="+mn-lt"/>
                <a:cs typeface="Calibri"/>
              </a:rPr>
              <a:t> </a:t>
            </a:r>
            <a:r>
              <a:rPr lang="fr-FR" sz="1200" dirty="0" smtClean="0">
                <a:solidFill>
                  <a:srgbClr val="585858"/>
                </a:solidFill>
                <a:latin typeface="+mn-lt"/>
                <a:cs typeface="Calibri"/>
              </a:rPr>
              <a:t>a</a:t>
            </a:r>
          </a:p>
          <a:p>
            <a:pPr marL="12700">
              <a:lnSpc>
                <a:spcPct val="100000"/>
              </a:lnSpc>
              <a:spcBef>
                <a:spcPts val="1440"/>
              </a:spcBef>
            </a:pPr>
            <a:r>
              <a:rPr lang="fr-FR" sz="1200" spc="-10" dirty="0" smtClean="0">
                <a:solidFill>
                  <a:srgbClr val="585858"/>
                </a:solidFill>
                <a:latin typeface="+mn-lt"/>
                <a:cs typeface="Calibri"/>
              </a:rPr>
              <a:t> </a:t>
            </a:r>
            <a:r>
              <a:rPr lang="fr-FR" sz="1200" dirty="0" smtClean="0">
                <a:solidFill>
                  <a:srgbClr val="585858"/>
                </a:solidFill>
                <a:latin typeface="+mn-lt"/>
                <a:cs typeface="Calibri"/>
              </a:rPr>
              <a:t>sur</a:t>
            </a:r>
            <a:r>
              <a:rPr lang="fr-FR" sz="1200" spc="-45" dirty="0" smtClean="0">
                <a:solidFill>
                  <a:srgbClr val="585858"/>
                </a:solidFill>
                <a:latin typeface="+mn-lt"/>
                <a:cs typeface="Calibri"/>
              </a:rPr>
              <a:t> </a:t>
            </a:r>
            <a:r>
              <a:rPr lang="fr-FR" sz="1200" dirty="0" smtClean="0">
                <a:solidFill>
                  <a:srgbClr val="585858"/>
                </a:solidFill>
                <a:latin typeface="+mn-lt"/>
                <a:cs typeface="Calibri"/>
              </a:rPr>
              <a:t>le</a:t>
            </a:r>
            <a:r>
              <a:rPr lang="fr-FR" sz="1200" spc="-15"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5" dirty="0" smtClean="0">
                <a:solidFill>
                  <a:srgbClr val="585858"/>
                </a:solidFill>
                <a:latin typeface="+mn-lt"/>
                <a:cs typeface="Calibri"/>
              </a:rPr>
              <a:t> </a:t>
            </a:r>
            <a:r>
              <a:rPr lang="fr-FR" sz="1200" dirty="0" smtClean="0">
                <a:solidFill>
                  <a:srgbClr val="585858"/>
                </a:solidFill>
                <a:latin typeface="+mn-lt"/>
                <a:cs typeface="Calibri"/>
              </a:rPr>
              <a:t>en</a:t>
            </a:r>
            <a:r>
              <a:rPr lang="fr-FR" sz="1200" spc="-45" dirty="0" smtClean="0">
                <a:solidFill>
                  <a:srgbClr val="585858"/>
                </a:solidFill>
                <a:latin typeface="+mn-lt"/>
                <a:cs typeface="Calibri"/>
              </a:rPr>
              <a:t> </a:t>
            </a:r>
            <a:r>
              <a:rPr lang="fr-FR" sz="1200" dirty="0" smtClean="0">
                <a:solidFill>
                  <a:srgbClr val="585858"/>
                </a:solidFill>
                <a:latin typeface="+mn-lt"/>
                <a:cs typeface="Calibri"/>
              </a:rPr>
              <a:t>un</a:t>
            </a:r>
            <a:r>
              <a:rPr lang="fr-FR" sz="1200" spc="-15" dirty="0" smtClean="0">
                <a:solidFill>
                  <a:srgbClr val="585858"/>
                </a:solidFill>
                <a:latin typeface="+mn-lt"/>
                <a:cs typeface="Calibri"/>
              </a:rPr>
              <a:t> </a:t>
            </a:r>
            <a:r>
              <a:rPr lang="fr-FR" sz="1200" dirty="0" smtClean="0">
                <a:solidFill>
                  <a:srgbClr val="585858"/>
                </a:solidFill>
                <a:latin typeface="+mn-lt"/>
                <a:cs typeface="Calibri"/>
              </a:rPr>
              <a:t>seul</a:t>
            </a:r>
            <a:r>
              <a:rPr lang="fr-FR" sz="1200" spc="-25" dirty="0" smtClean="0">
                <a:solidFill>
                  <a:srgbClr val="585858"/>
                </a:solidFill>
                <a:latin typeface="+mn-lt"/>
                <a:cs typeface="Calibri"/>
              </a:rPr>
              <a:t> </a:t>
            </a:r>
            <a:r>
              <a:rPr lang="fr-FR" sz="1200" dirty="0" smtClean="0">
                <a:solidFill>
                  <a:srgbClr val="585858"/>
                </a:solidFill>
                <a:latin typeface="+mn-lt"/>
                <a:cs typeface="Calibri"/>
              </a:rPr>
              <a:t>endroit</a:t>
            </a:r>
            <a:r>
              <a:rPr lang="fr-FR" sz="1200" spc="-10" dirty="0" smtClean="0">
                <a:solidFill>
                  <a:srgbClr val="585858"/>
                </a:solidFill>
                <a:latin typeface="+mn-lt"/>
                <a:cs typeface="Calibri"/>
              </a:rPr>
              <a:t> </a:t>
            </a:r>
            <a:r>
              <a:rPr lang="fr-FR" sz="1200" dirty="0" smtClean="0">
                <a:solidFill>
                  <a:srgbClr val="585858"/>
                </a:solidFill>
                <a:latin typeface="+mn-lt"/>
                <a:cs typeface="Calibri"/>
              </a:rPr>
              <a:t>plutôt</a:t>
            </a:r>
            <a:r>
              <a:rPr lang="fr-FR" sz="1200" spc="-10" dirty="0" smtClean="0">
                <a:solidFill>
                  <a:srgbClr val="585858"/>
                </a:solidFill>
                <a:latin typeface="+mn-lt"/>
                <a:cs typeface="Calibri"/>
              </a:rPr>
              <a:t> </a:t>
            </a:r>
            <a:r>
              <a:rPr lang="fr-FR" sz="1200" dirty="0" smtClean="0">
                <a:solidFill>
                  <a:srgbClr val="585858"/>
                </a:solidFill>
                <a:latin typeface="+mn-lt"/>
                <a:cs typeface="Calibri"/>
              </a:rPr>
              <a:t>que</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parcourir</a:t>
            </a:r>
            <a:r>
              <a:rPr lang="fr-FR" sz="1200" spc="-5" dirty="0" smtClean="0">
                <a:solidFill>
                  <a:srgbClr val="585858"/>
                </a:solidFill>
                <a:latin typeface="+mn-lt"/>
                <a:cs typeface="Calibri"/>
              </a:rPr>
              <a:t> </a:t>
            </a:r>
            <a:r>
              <a:rPr lang="fr-FR" sz="1200" dirty="0" smtClean="0">
                <a:solidFill>
                  <a:srgbClr val="585858"/>
                </a:solidFill>
                <a:latin typeface="+mn-lt"/>
                <a:cs typeface="Calibri"/>
              </a:rPr>
              <a:t>tout</a:t>
            </a:r>
            <a:r>
              <a:rPr lang="fr-FR" sz="1200" spc="-30" dirty="0" smtClean="0">
                <a:solidFill>
                  <a:srgbClr val="585858"/>
                </a:solidFill>
                <a:latin typeface="+mn-lt"/>
                <a:cs typeface="Calibri"/>
              </a:rPr>
              <a:t> </a:t>
            </a:r>
            <a:r>
              <a:rPr lang="fr-FR" sz="1200" dirty="0" smtClean="0">
                <a:solidFill>
                  <a:srgbClr val="585858"/>
                </a:solidFill>
                <a:latin typeface="+mn-lt"/>
                <a:cs typeface="Calibri"/>
              </a:rPr>
              <a:t>le</a:t>
            </a:r>
            <a:r>
              <a:rPr lang="fr-FR" sz="1200" spc="-10"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10" dirty="0" smtClean="0">
                <a:solidFill>
                  <a:srgbClr val="585858"/>
                </a:solidFill>
                <a:latin typeface="+mn-lt"/>
                <a:cs typeface="Calibri"/>
              </a:rPr>
              <a:t> </a:t>
            </a:r>
            <a:r>
              <a:rPr lang="fr-FR" sz="1200" dirty="0" smtClean="0">
                <a:solidFill>
                  <a:srgbClr val="585858"/>
                </a:solidFill>
                <a:latin typeface="+mn-lt"/>
                <a:cs typeface="Calibri"/>
              </a:rPr>
              <a:t>pour</a:t>
            </a:r>
            <a:r>
              <a:rPr lang="fr-FR" sz="1200" spc="-20" dirty="0" smtClean="0">
                <a:solidFill>
                  <a:srgbClr val="585858"/>
                </a:solidFill>
                <a:latin typeface="+mn-lt"/>
                <a:cs typeface="Calibri"/>
              </a:rPr>
              <a:t> </a:t>
            </a:r>
            <a:r>
              <a:rPr lang="fr-FR" sz="1200" dirty="0" smtClean="0">
                <a:solidFill>
                  <a:srgbClr val="585858"/>
                </a:solidFill>
                <a:latin typeface="+mn-lt"/>
                <a:cs typeface="Calibri"/>
              </a:rPr>
              <a:t>trouver</a:t>
            </a:r>
            <a:r>
              <a:rPr lang="fr-FR" sz="1200" spc="-45" dirty="0" smtClean="0">
                <a:solidFill>
                  <a:srgbClr val="585858"/>
                </a:solidFill>
                <a:latin typeface="+mn-lt"/>
                <a:cs typeface="Calibri"/>
              </a:rPr>
              <a:t> </a:t>
            </a:r>
            <a:r>
              <a:rPr lang="fr-FR" sz="1200" dirty="0" smtClean="0">
                <a:solidFill>
                  <a:srgbClr val="585858"/>
                </a:solidFill>
                <a:latin typeface="+mn-lt"/>
                <a:cs typeface="Calibri"/>
              </a:rPr>
              <a:t>un</a:t>
            </a:r>
            <a:r>
              <a:rPr lang="fr-FR" sz="1200" spc="-15" dirty="0" smtClean="0">
                <a:solidFill>
                  <a:srgbClr val="585858"/>
                </a:solidFill>
                <a:latin typeface="+mn-lt"/>
                <a:cs typeface="Calibri"/>
              </a:rPr>
              <a:t> </a:t>
            </a:r>
            <a:r>
              <a:rPr lang="fr-FR" sz="1200" dirty="0" smtClean="0">
                <a:solidFill>
                  <a:srgbClr val="585858"/>
                </a:solidFill>
                <a:latin typeface="+mn-lt"/>
                <a:cs typeface="Calibri"/>
              </a:rPr>
              <a:t>fichier (voir</a:t>
            </a:r>
            <a:r>
              <a:rPr lang="fr-FR" sz="1200" spc="-25" dirty="0" smtClean="0">
                <a:solidFill>
                  <a:srgbClr val="585858"/>
                </a:solidFill>
                <a:latin typeface="+mn-lt"/>
                <a:cs typeface="Calibri"/>
              </a:rPr>
              <a:t> </a:t>
            </a:r>
            <a:r>
              <a:rPr lang="fr-FR" sz="1200" b="1" dirty="0" smtClean="0">
                <a:solidFill>
                  <a:srgbClr val="585858"/>
                </a:solidFill>
                <a:latin typeface="+mn-lt"/>
                <a:cs typeface="Calibri"/>
              </a:rPr>
              <a:t>Figure</a:t>
            </a:r>
            <a:r>
              <a:rPr lang="fr-FR" sz="1200" b="1" spc="-15" dirty="0" smtClean="0">
                <a:solidFill>
                  <a:srgbClr val="585858"/>
                </a:solidFill>
                <a:latin typeface="+mn-lt"/>
                <a:cs typeface="Calibri"/>
              </a:rPr>
              <a:t> </a:t>
            </a:r>
            <a:r>
              <a:rPr lang="fr-FR" sz="1200" spc="-20" dirty="0" smtClean="0">
                <a:solidFill>
                  <a:srgbClr val="585858"/>
                </a:solidFill>
                <a:latin typeface="+mn-lt"/>
                <a:cs typeface="Calibri"/>
              </a:rPr>
              <a:t>).</a:t>
            </a:r>
            <a:endParaRPr lang="fr-FR" sz="1200" dirty="0" smtClean="0">
              <a:latin typeface="+mn-lt"/>
              <a:cs typeface="Calibri"/>
            </a:endParaRPr>
          </a:p>
          <a:p>
            <a:pPr marL="12700">
              <a:lnSpc>
                <a:spcPct val="100000"/>
              </a:lnSpc>
            </a:pPr>
            <a:endParaRPr lang="fr-FR" sz="1200" dirty="0" smtClean="0">
              <a:latin typeface="+mn-lt"/>
              <a:cs typeface="Calibri"/>
            </a:endParaRPr>
          </a:p>
          <a:p>
            <a:endParaRPr lang="fr-FR" sz="1200" kern="1200" dirty="0" smtClean="0">
              <a:solidFill>
                <a:schemeClr val="tx1"/>
              </a:solidFill>
              <a:effectLst/>
              <a:latin typeface="+mn-lt"/>
              <a:ea typeface="+mn-ea"/>
              <a:cs typeface="+mn-cs"/>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8</a:t>
            </a:fld>
            <a:endParaRPr lang="fr-FR"/>
          </a:p>
        </p:txBody>
      </p:sp>
    </p:spTree>
    <p:extLst>
      <p:ext uri="{BB962C8B-B14F-4D97-AF65-F5344CB8AC3E}">
        <p14:creationId xmlns:p14="http://schemas.microsoft.com/office/powerpoint/2010/main" val="3556625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715" lvl="0" indent="0" algn="just" defTabSz="914400" rtl="0" eaLnBrk="1" fontAlgn="auto" latinLnBrk="0" hangingPunct="1">
              <a:lnSpc>
                <a:spcPct val="150000"/>
              </a:lnSpc>
              <a:spcBef>
                <a:spcPts val="605"/>
              </a:spcBef>
              <a:spcAft>
                <a:spcPts val="0"/>
              </a:spcAft>
              <a:buClrTx/>
              <a:buSzTx/>
              <a:buFontTx/>
              <a:buNone/>
              <a:tabLst/>
              <a:defRPr/>
            </a:pPr>
            <a:endParaRPr lang="fr-FR" sz="1200" dirty="0" smtClean="0">
              <a:solidFill>
                <a:srgbClr val="585858"/>
              </a:solidFill>
              <a:latin typeface="+mn-lt"/>
              <a:cs typeface="Calibri"/>
            </a:endParaRPr>
          </a:p>
          <a:p>
            <a:pPr marL="12700" marR="5715" lvl="0" indent="0" algn="just" defTabSz="914400" rtl="0" eaLnBrk="1" fontAlgn="auto" latinLnBrk="0" hangingPunct="1">
              <a:lnSpc>
                <a:spcPct val="150000"/>
              </a:lnSpc>
              <a:spcBef>
                <a:spcPts val="605"/>
              </a:spcBef>
              <a:spcAft>
                <a:spcPts val="0"/>
              </a:spcAft>
              <a:buClrTx/>
              <a:buSzTx/>
              <a:buFontTx/>
              <a:buNone/>
              <a:tabLst/>
              <a:defRPr/>
            </a:pPr>
            <a:r>
              <a:rPr lang="fr-FR" sz="1200" spc="-10" dirty="0" smtClean="0">
                <a:solidFill>
                  <a:srgbClr val="585858"/>
                </a:solidFill>
                <a:latin typeface="+mn-lt"/>
                <a:cs typeface="Calibri"/>
              </a:rPr>
              <a:t>Maintenant,</a:t>
            </a:r>
            <a:r>
              <a:rPr lang="fr-FR" sz="1200" spc="-35" dirty="0" smtClean="0">
                <a:solidFill>
                  <a:srgbClr val="585858"/>
                </a:solidFill>
                <a:latin typeface="+mn-lt"/>
                <a:cs typeface="Calibri"/>
              </a:rPr>
              <a:t> </a:t>
            </a:r>
            <a:r>
              <a:rPr lang="fr-FR" sz="1200" dirty="0" smtClean="0">
                <a:solidFill>
                  <a:srgbClr val="585858"/>
                </a:solidFill>
                <a:latin typeface="+mn-lt"/>
                <a:cs typeface="Calibri"/>
              </a:rPr>
              <a:t>on</a:t>
            </a:r>
            <a:r>
              <a:rPr lang="fr-FR" sz="1200" spc="-10" dirty="0" smtClean="0">
                <a:solidFill>
                  <a:srgbClr val="585858"/>
                </a:solidFill>
                <a:latin typeface="+mn-lt"/>
                <a:cs typeface="Calibri"/>
              </a:rPr>
              <a:t> </a:t>
            </a:r>
            <a:r>
              <a:rPr lang="fr-FR" sz="1200" dirty="0" smtClean="0">
                <a:solidFill>
                  <a:srgbClr val="585858"/>
                </a:solidFill>
                <a:latin typeface="+mn-lt"/>
                <a:cs typeface="Calibri"/>
              </a:rPr>
              <a:t>va</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découvrir</a:t>
            </a:r>
            <a:r>
              <a:rPr lang="fr-FR" sz="1200" spc="-15" dirty="0" smtClean="0">
                <a:solidFill>
                  <a:srgbClr val="585858"/>
                </a:solidFill>
                <a:latin typeface="+mn-lt"/>
                <a:cs typeface="Calibri"/>
              </a:rPr>
              <a:t> </a:t>
            </a:r>
            <a:r>
              <a:rPr lang="fr-FR" sz="1200" dirty="0" smtClean="0">
                <a:solidFill>
                  <a:srgbClr val="585858"/>
                </a:solidFill>
                <a:latin typeface="+mn-lt"/>
                <a:cs typeface="Calibri"/>
              </a:rPr>
              <a:t>en</a:t>
            </a:r>
            <a:r>
              <a:rPr lang="fr-FR" sz="1200" spc="-5" dirty="0" smtClean="0">
                <a:solidFill>
                  <a:srgbClr val="585858"/>
                </a:solidFill>
                <a:latin typeface="+mn-lt"/>
                <a:cs typeface="Calibri"/>
              </a:rPr>
              <a:t> </a:t>
            </a:r>
            <a:r>
              <a:rPr lang="fr-FR" sz="1200" dirty="0" smtClean="0">
                <a:solidFill>
                  <a:srgbClr val="585858"/>
                </a:solidFill>
                <a:latin typeface="+mn-lt"/>
                <a:cs typeface="Calibri"/>
              </a:rPr>
              <a:t>détails</a:t>
            </a:r>
            <a:r>
              <a:rPr lang="fr-FR" sz="1200" spc="5" dirty="0" smtClean="0">
                <a:solidFill>
                  <a:srgbClr val="585858"/>
                </a:solidFill>
                <a:latin typeface="+mn-lt"/>
                <a:cs typeface="Calibri"/>
              </a:rPr>
              <a:t> </a:t>
            </a:r>
            <a:r>
              <a:rPr lang="fr-FR" sz="1200" dirty="0" smtClean="0">
                <a:solidFill>
                  <a:srgbClr val="585858"/>
                </a:solidFill>
                <a:latin typeface="+mn-lt"/>
                <a:cs typeface="Calibri"/>
              </a:rPr>
              <a:t>ces</a:t>
            </a:r>
            <a:r>
              <a:rPr lang="fr-FR" sz="1200" spc="10" dirty="0" smtClean="0">
                <a:solidFill>
                  <a:srgbClr val="585858"/>
                </a:solidFill>
                <a:latin typeface="+mn-lt"/>
                <a:cs typeface="Calibri"/>
              </a:rPr>
              <a:t> </a:t>
            </a:r>
            <a:r>
              <a:rPr lang="fr-FR" sz="1200" dirty="0" smtClean="0">
                <a:solidFill>
                  <a:srgbClr val="585858"/>
                </a:solidFill>
                <a:latin typeface="+mn-lt"/>
                <a:cs typeface="Calibri"/>
              </a:rPr>
              <a:t>trois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techniques</a:t>
            </a:r>
            <a:r>
              <a:rPr lang="fr-FR" sz="1200" spc="10" dirty="0" smtClean="0">
                <a:solidFill>
                  <a:srgbClr val="585858"/>
                </a:solidFill>
                <a:latin typeface="+mn-lt"/>
                <a:cs typeface="Calibri"/>
              </a:rPr>
              <a:t> </a:t>
            </a:r>
            <a:r>
              <a:rPr lang="fr-FR" sz="1200" spc="-10" dirty="0" smtClean="0">
                <a:solidFill>
                  <a:srgbClr val="585858"/>
                </a:solidFill>
                <a:latin typeface="+mn-lt"/>
                <a:cs typeface="Calibri"/>
              </a:rPr>
              <a:t>d’allocation</a:t>
            </a:r>
            <a:endParaRPr lang="fr-FR" sz="1200" dirty="0" smtClean="0">
              <a:latin typeface="+mn-lt"/>
              <a:cs typeface="Calibri"/>
            </a:endParaRPr>
          </a:p>
          <a:p>
            <a:pPr marL="12700" marR="5715" algn="just">
              <a:lnSpc>
                <a:spcPct val="150000"/>
              </a:lnSpc>
              <a:spcBef>
                <a:spcPts val="605"/>
              </a:spcBef>
            </a:pPr>
            <a:endParaRPr lang="fr-FR" sz="1200" dirty="0" smtClean="0">
              <a:latin typeface="+mn-lt"/>
              <a:cs typeface="Calibri"/>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9</a:t>
            </a:fld>
            <a:endParaRPr lang="fr-FR"/>
          </a:p>
        </p:txBody>
      </p:sp>
    </p:spTree>
    <p:extLst>
      <p:ext uri="{BB962C8B-B14F-4D97-AF65-F5344CB8AC3E}">
        <p14:creationId xmlns:p14="http://schemas.microsoft.com/office/powerpoint/2010/main" val="1359856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715" lvl="0" indent="0" algn="just" defTabSz="914400" rtl="0" eaLnBrk="1" fontAlgn="auto" latinLnBrk="0" hangingPunct="1">
              <a:lnSpc>
                <a:spcPct val="150000"/>
              </a:lnSpc>
              <a:spcBef>
                <a:spcPts val="605"/>
              </a:spcBef>
              <a:spcAft>
                <a:spcPts val="0"/>
              </a:spcAft>
              <a:buClrTx/>
              <a:buSzTx/>
              <a:buFontTx/>
              <a:buNone/>
              <a:tabLst/>
              <a:defRPr/>
            </a:pPr>
            <a:endParaRPr lang="fr-FR" sz="1200" dirty="0" smtClean="0">
              <a:solidFill>
                <a:srgbClr val="585858"/>
              </a:solidFill>
              <a:latin typeface="+mn-lt"/>
              <a:cs typeface="Calibri"/>
            </a:endParaRPr>
          </a:p>
          <a:p>
            <a:pPr marL="12700" marR="5715" algn="just">
              <a:lnSpc>
                <a:spcPct val="150000"/>
              </a:lnSpc>
              <a:spcBef>
                <a:spcPts val="605"/>
              </a:spcBef>
            </a:pPr>
            <a:endParaRPr lang="fr-FR" sz="1200" dirty="0" smtClean="0">
              <a:latin typeface="+mn-lt"/>
              <a:cs typeface="Calibri"/>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10</a:t>
            </a:fld>
            <a:endParaRPr lang="fr-FR"/>
          </a:p>
        </p:txBody>
      </p:sp>
    </p:spTree>
    <p:extLst>
      <p:ext uri="{BB962C8B-B14F-4D97-AF65-F5344CB8AC3E}">
        <p14:creationId xmlns:p14="http://schemas.microsoft.com/office/powerpoint/2010/main" val="3578402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715" lvl="0" indent="0" algn="just" defTabSz="914400" rtl="0" eaLnBrk="1" fontAlgn="auto" latinLnBrk="0" hangingPunct="1">
              <a:lnSpc>
                <a:spcPct val="150000"/>
              </a:lnSpc>
              <a:spcBef>
                <a:spcPts val="605"/>
              </a:spcBef>
              <a:spcAft>
                <a:spcPts val="0"/>
              </a:spcAft>
              <a:buClrTx/>
              <a:buSzTx/>
              <a:buFontTx/>
              <a:buNone/>
              <a:tabLst/>
              <a:defRPr/>
            </a:pPr>
            <a:endParaRPr lang="fr-FR" sz="1200" dirty="0" smtClean="0">
              <a:solidFill>
                <a:srgbClr val="585858"/>
              </a:solidFill>
              <a:latin typeface="+mn-lt"/>
              <a:cs typeface="Calibri"/>
            </a:endParaRPr>
          </a:p>
          <a:p>
            <a:r>
              <a:rPr lang="fr-FR" sz="1200" kern="1200" dirty="0" smtClean="0">
                <a:solidFill>
                  <a:schemeClr val="tx1"/>
                </a:solidFill>
                <a:effectLst/>
                <a:latin typeface="+mn-lt"/>
                <a:ea typeface="+mn-ea"/>
                <a:cs typeface="+mn-cs"/>
              </a:rPr>
              <a:t>Avantages : implémentation simple, le fichier peut être lu rapidement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err="1" smtClean="0">
                <a:solidFill>
                  <a:schemeClr val="tx1"/>
                </a:solidFill>
                <a:effectLst/>
                <a:latin typeface="+mn-lt"/>
                <a:ea typeface="+mn-ea"/>
                <a:cs typeface="+mn-cs"/>
              </a:rPr>
              <a:t>Inconveignant</a:t>
            </a:r>
            <a:r>
              <a:rPr lang="fr-FR" sz="1200" kern="1200" dirty="0" smtClean="0">
                <a:solidFill>
                  <a:schemeClr val="tx1"/>
                </a:solidFill>
                <a:effectLst/>
                <a:latin typeface="+mn-lt"/>
                <a:ea typeface="+mn-ea"/>
                <a:cs typeface="+mn-cs"/>
              </a:rPr>
              <a:t> : le fichier ne peut s’entendre :</a:t>
            </a:r>
            <a:r>
              <a:rPr lang="fr-FR" sz="1200" dirty="0" smtClean="0">
                <a:solidFill>
                  <a:srgbClr val="585858"/>
                </a:solidFill>
                <a:latin typeface="+mn-lt"/>
                <a:cs typeface="Calibri"/>
              </a:rPr>
              <a:t>La</a:t>
            </a:r>
            <a:r>
              <a:rPr lang="fr-FR" sz="1200" spc="-25" dirty="0" smtClean="0">
                <a:solidFill>
                  <a:srgbClr val="585858"/>
                </a:solidFill>
                <a:latin typeface="+mn-lt"/>
                <a:cs typeface="Calibri"/>
              </a:rPr>
              <a:t> </a:t>
            </a:r>
            <a:r>
              <a:rPr lang="fr-FR" sz="1200" dirty="0" smtClean="0">
                <a:solidFill>
                  <a:srgbClr val="585858"/>
                </a:solidFill>
                <a:latin typeface="+mn-lt"/>
                <a:cs typeface="Calibri"/>
              </a:rPr>
              <a:t>taille de</a:t>
            </a:r>
            <a:r>
              <a:rPr lang="fr-FR" sz="1200" spc="-4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10" dirty="0" smtClean="0">
                <a:solidFill>
                  <a:srgbClr val="585858"/>
                </a:solidFill>
                <a:latin typeface="+mn-lt"/>
                <a:cs typeface="Calibri"/>
              </a:rPr>
              <a:t> </a:t>
            </a:r>
            <a:r>
              <a:rPr lang="fr-FR" sz="1200" dirty="0" smtClean="0">
                <a:solidFill>
                  <a:srgbClr val="585858"/>
                </a:solidFill>
                <a:latin typeface="+mn-lt"/>
                <a:cs typeface="Calibri"/>
              </a:rPr>
              <a:t>peut</a:t>
            </a:r>
            <a:r>
              <a:rPr lang="fr-FR" sz="1200" spc="-40" dirty="0" smtClean="0">
                <a:solidFill>
                  <a:srgbClr val="585858"/>
                </a:solidFill>
                <a:latin typeface="+mn-lt"/>
                <a:cs typeface="Calibri"/>
              </a:rPr>
              <a:t> </a:t>
            </a:r>
            <a:r>
              <a:rPr lang="fr-FR" sz="1200" dirty="0" smtClean="0">
                <a:solidFill>
                  <a:srgbClr val="585858"/>
                </a:solidFill>
                <a:latin typeface="+mn-lt"/>
                <a:cs typeface="Calibri"/>
              </a:rPr>
              <a:t>augmenter</a:t>
            </a:r>
            <a:r>
              <a:rPr lang="fr-FR" sz="1200" spc="-50" dirty="0" smtClean="0">
                <a:solidFill>
                  <a:srgbClr val="585858"/>
                </a:solidFill>
                <a:latin typeface="+mn-lt"/>
                <a:cs typeface="Calibri"/>
              </a:rPr>
              <a:t> </a:t>
            </a:r>
            <a:r>
              <a:rPr lang="fr-FR" sz="1200" dirty="0" smtClean="0">
                <a:solidFill>
                  <a:srgbClr val="585858"/>
                </a:solidFill>
                <a:latin typeface="+mn-lt"/>
                <a:cs typeface="Calibri"/>
              </a:rPr>
              <a:t>suite</a:t>
            </a:r>
            <a:r>
              <a:rPr lang="fr-FR" sz="1200" spc="-20" dirty="0" smtClean="0">
                <a:solidFill>
                  <a:srgbClr val="585858"/>
                </a:solidFill>
                <a:latin typeface="+mn-lt"/>
                <a:cs typeface="Calibri"/>
              </a:rPr>
              <a:t> </a:t>
            </a:r>
            <a:r>
              <a:rPr lang="fr-FR" sz="1200" dirty="0" smtClean="0">
                <a:solidFill>
                  <a:srgbClr val="585858"/>
                </a:solidFill>
                <a:latin typeface="+mn-lt"/>
                <a:cs typeface="Calibri"/>
              </a:rPr>
              <a:t>à</a:t>
            </a:r>
            <a:r>
              <a:rPr lang="fr-FR" sz="1200" spc="-45" dirty="0" smtClean="0">
                <a:solidFill>
                  <a:srgbClr val="585858"/>
                </a:solidFill>
                <a:latin typeface="+mn-lt"/>
                <a:cs typeface="Calibri"/>
              </a:rPr>
              <a:t> </a:t>
            </a:r>
            <a:r>
              <a:rPr lang="fr-FR" sz="1200" dirty="0" smtClean="0">
                <a:solidFill>
                  <a:srgbClr val="585858"/>
                </a:solidFill>
                <a:latin typeface="+mn-lt"/>
                <a:cs typeface="Calibri"/>
              </a:rPr>
              <a:t>des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opérations d’écriture.</a:t>
            </a:r>
            <a:r>
              <a:rPr lang="fr-FR" sz="1200" dirty="0" smtClean="0">
                <a:solidFill>
                  <a:srgbClr val="585858"/>
                </a:solidFill>
                <a:latin typeface="+mn-lt"/>
                <a:cs typeface="Calibri"/>
              </a:rPr>
              <a:t> Dans</a:t>
            </a:r>
            <a:r>
              <a:rPr lang="fr-FR" sz="1200" spc="-30" dirty="0" smtClean="0">
                <a:solidFill>
                  <a:srgbClr val="585858"/>
                </a:solidFill>
                <a:latin typeface="+mn-lt"/>
                <a:cs typeface="Calibri"/>
              </a:rPr>
              <a:t> </a:t>
            </a:r>
            <a:r>
              <a:rPr lang="fr-FR" sz="1200" dirty="0" smtClean="0">
                <a:solidFill>
                  <a:srgbClr val="585858"/>
                </a:solidFill>
                <a:latin typeface="+mn-lt"/>
                <a:cs typeface="Calibri"/>
              </a:rPr>
              <a:t>ce</a:t>
            </a:r>
            <a:r>
              <a:rPr lang="fr-FR" sz="1200" spc="-20" dirty="0" smtClean="0">
                <a:solidFill>
                  <a:srgbClr val="585858"/>
                </a:solidFill>
                <a:latin typeface="+mn-lt"/>
                <a:cs typeface="Calibri"/>
              </a:rPr>
              <a:t> </a:t>
            </a:r>
            <a:r>
              <a:rPr lang="fr-FR" sz="1200" dirty="0" smtClean="0">
                <a:solidFill>
                  <a:srgbClr val="585858"/>
                </a:solidFill>
                <a:latin typeface="+mn-lt"/>
                <a:cs typeface="Calibri"/>
              </a:rPr>
              <a:t>cas,</a:t>
            </a:r>
            <a:r>
              <a:rPr lang="fr-FR" sz="1200" spc="-35" dirty="0" smtClean="0">
                <a:solidFill>
                  <a:srgbClr val="585858"/>
                </a:solidFill>
                <a:latin typeface="+mn-lt"/>
                <a:cs typeface="Calibri"/>
              </a:rPr>
              <a:t> </a:t>
            </a:r>
            <a:r>
              <a:rPr lang="fr-FR" sz="1200" dirty="0" smtClean="0">
                <a:solidFill>
                  <a:srgbClr val="585858"/>
                </a:solidFill>
                <a:latin typeface="+mn-lt"/>
                <a:cs typeface="Calibri"/>
              </a:rPr>
              <a:t>il</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faudra</a:t>
            </a:r>
            <a:r>
              <a:rPr lang="fr-FR" sz="1200" spc="-15" dirty="0" smtClean="0">
                <a:solidFill>
                  <a:srgbClr val="585858"/>
                </a:solidFill>
                <a:latin typeface="+mn-lt"/>
                <a:cs typeface="Calibri"/>
              </a:rPr>
              <a:t> </a:t>
            </a:r>
            <a:r>
              <a:rPr lang="fr-FR" sz="1200" dirty="0" smtClean="0">
                <a:solidFill>
                  <a:srgbClr val="585858"/>
                </a:solidFill>
                <a:latin typeface="+mn-lt"/>
                <a:cs typeface="Calibri"/>
              </a:rPr>
              <a:t>le</a:t>
            </a:r>
            <a:r>
              <a:rPr lang="fr-FR" sz="1200" spc="-25" dirty="0" smtClean="0">
                <a:solidFill>
                  <a:srgbClr val="585858"/>
                </a:solidFill>
                <a:latin typeface="+mn-lt"/>
                <a:cs typeface="Calibri"/>
              </a:rPr>
              <a:t> </a:t>
            </a:r>
            <a:r>
              <a:rPr lang="fr-FR" sz="1200" b="1" dirty="0" smtClean="0">
                <a:solidFill>
                  <a:srgbClr val="585858"/>
                </a:solidFill>
                <a:latin typeface="+mn-lt"/>
                <a:cs typeface="Calibri"/>
              </a:rPr>
              <a:t>déplacer</a:t>
            </a:r>
            <a:r>
              <a:rPr lang="fr-FR" sz="1200" b="1" spc="-35" dirty="0" smtClean="0">
                <a:solidFill>
                  <a:srgbClr val="585858"/>
                </a:solidFill>
                <a:latin typeface="+mn-lt"/>
                <a:cs typeface="Calibri"/>
              </a:rPr>
              <a:t> </a:t>
            </a:r>
            <a:r>
              <a:rPr lang="fr-FR" sz="1200" dirty="0" smtClean="0">
                <a:solidFill>
                  <a:srgbClr val="585858"/>
                </a:solidFill>
                <a:latin typeface="+mn-lt"/>
                <a:cs typeface="Calibri"/>
              </a:rPr>
              <a:t>afin</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45" dirty="0" smtClean="0">
                <a:solidFill>
                  <a:srgbClr val="585858"/>
                </a:solidFill>
                <a:latin typeface="+mn-lt"/>
                <a:cs typeface="Calibri"/>
              </a:rPr>
              <a:t> </a:t>
            </a:r>
            <a:r>
              <a:rPr lang="fr-FR" sz="1200" dirty="0" smtClean="0">
                <a:solidFill>
                  <a:srgbClr val="585858"/>
                </a:solidFill>
                <a:latin typeface="+mn-lt"/>
                <a:cs typeface="Calibri"/>
              </a:rPr>
              <a:t>trouver</a:t>
            </a:r>
            <a:r>
              <a:rPr lang="fr-FR" sz="1200" spc="-50" dirty="0" smtClean="0">
                <a:solidFill>
                  <a:srgbClr val="585858"/>
                </a:solidFill>
                <a:latin typeface="+mn-lt"/>
                <a:cs typeface="Calibri"/>
              </a:rPr>
              <a:t> </a:t>
            </a:r>
            <a:r>
              <a:rPr lang="fr-FR" sz="1200" dirty="0" smtClean="0">
                <a:solidFill>
                  <a:srgbClr val="585858"/>
                </a:solidFill>
                <a:latin typeface="+mn-lt"/>
                <a:cs typeface="Calibri"/>
              </a:rPr>
              <a:t>une</a:t>
            </a:r>
            <a:r>
              <a:rPr lang="fr-FR" sz="1200" spc="-20" dirty="0" smtClean="0">
                <a:solidFill>
                  <a:srgbClr val="585858"/>
                </a:solidFill>
                <a:latin typeface="+mn-lt"/>
                <a:cs typeface="Calibri"/>
              </a:rPr>
              <a:t> </a:t>
            </a:r>
            <a:r>
              <a:rPr lang="fr-FR" sz="1200" dirty="0" smtClean="0">
                <a:solidFill>
                  <a:srgbClr val="585858"/>
                </a:solidFill>
                <a:latin typeface="+mn-lt"/>
                <a:cs typeface="Calibri"/>
              </a:rPr>
              <a:t>nouvelle</a:t>
            </a:r>
            <a:r>
              <a:rPr lang="fr-FR" sz="1200" spc="-20" dirty="0" smtClean="0">
                <a:solidFill>
                  <a:srgbClr val="585858"/>
                </a:solidFill>
                <a:latin typeface="+mn-lt"/>
                <a:cs typeface="Calibri"/>
              </a:rPr>
              <a:t> </a:t>
            </a:r>
            <a:r>
              <a:rPr lang="fr-FR" sz="1200" dirty="0" smtClean="0">
                <a:solidFill>
                  <a:srgbClr val="585858"/>
                </a:solidFill>
                <a:latin typeface="+mn-lt"/>
                <a:cs typeface="Calibri"/>
              </a:rPr>
              <a:t>zone</a:t>
            </a:r>
            <a:r>
              <a:rPr lang="fr-FR" sz="1200" spc="-40" dirty="0" smtClean="0">
                <a:solidFill>
                  <a:srgbClr val="585858"/>
                </a:solidFill>
                <a:latin typeface="+mn-lt"/>
                <a:cs typeface="Calibri"/>
              </a:rPr>
              <a:t> </a:t>
            </a:r>
            <a:r>
              <a:rPr lang="fr-FR" sz="1200" dirty="0" smtClean="0">
                <a:solidFill>
                  <a:srgbClr val="585858"/>
                </a:solidFill>
                <a:latin typeface="+mn-lt"/>
                <a:cs typeface="Calibri"/>
              </a:rPr>
              <a:t>mémoire</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45" dirty="0" smtClean="0">
                <a:solidFill>
                  <a:srgbClr val="585858"/>
                </a:solidFill>
                <a:latin typeface="+mn-lt"/>
                <a:cs typeface="Calibri"/>
              </a:rPr>
              <a:t> </a:t>
            </a:r>
            <a:r>
              <a:rPr lang="fr-FR" sz="1200" dirty="0" smtClean="0">
                <a:solidFill>
                  <a:srgbClr val="585858"/>
                </a:solidFill>
                <a:latin typeface="+mn-lt"/>
                <a:cs typeface="Calibri"/>
              </a:rPr>
              <a:t>taille </a:t>
            </a:r>
            <a:r>
              <a:rPr lang="fr-FR" sz="1200" spc="-10" dirty="0" smtClean="0">
                <a:solidFill>
                  <a:srgbClr val="585858"/>
                </a:solidFill>
                <a:latin typeface="+mn-lt"/>
                <a:cs typeface="Calibri"/>
              </a:rPr>
              <a:t>suffisante.</a:t>
            </a:r>
            <a:endParaRPr lang="fr-FR" sz="1200" dirty="0" smtClean="0">
              <a:latin typeface="+mn-lt"/>
              <a:cs typeface="Calibri"/>
            </a:endParaRPr>
          </a:p>
          <a:p>
            <a:endParaRPr lang="fr-FR"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Fragmentation :gaspillage d’espace </a:t>
            </a:r>
            <a:r>
              <a:rPr lang="fr-FR" sz="1200" dirty="0" smtClean="0">
                <a:solidFill>
                  <a:srgbClr val="585858"/>
                </a:solidFill>
                <a:latin typeface="+mn-lt"/>
                <a:cs typeface="Calibri"/>
              </a:rPr>
              <a:t>car</a:t>
            </a:r>
            <a:r>
              <a:rPr lang="fr-FR" sz="1200" spc="-20" dirty="0" smtClean="0">
                <a:solidFill>
                  <a:srgbClr val="585858"/>
                </a:solidFill>
                <a:latin typeface="+mn-lt"/>
                <a:cs typeface="Calibri"/>
              </a:rPr>
              <a:t> </a:t>
            </a:r>
            <a:r>
              <a:rPr lang="fr-FR" sz="1200" dirty="0" smtClean="0">
                <a:solidFill>
                  <a:srgbClr val="585858"/>
                </a:solidFill>
                <a:latin typeface="+mn-lt"/>
                <a:cs typeface="Calibri"/>
              </a:rPr>
              <a:t>le dernier</a:t>
            </a:r>
            <a:r>
              <a:rPr lang="fr-FR" sz="1200" spc="-20" dirty="0" smtClean="0">
                <a:solidFill>
                  <a:srgbClr val="585858"/>
                </a:solidFill>
                <a:latin typeface="+mn-lt"/>
                <a:cs typeface="Calibri"/>
              </a:rPr>
              <a:t> </a:t>
            </a:r>
            <a:r>
              <a:rPr lang="fr-FR" sz="1200" dirty="0" smtClean="0">
                <a:solidFill>
                  <a:srgbClr val="585858"/>
                </a:solidFill>
                <a:latin typeface="+mn-lt"/>
                <a:cs typeface="Calibri"/>
              </a:rPr>
              <a:t>bloc</a:t>
            </a:r>
            <a:r>
              <a:rPr lang="fr-FR" sz="1200" spc="10" dirty="0" smtClean="0">
                <a:solidFill>
                  <a:srgbClr val="585858"/>
                </a:solidFill>
                <a:latin typeface="+mn-lt"/>
                <a:cs typeface="Calibri"/>
              </a:rPr>
              <a:t> </a:t>
            </a:r>
            <a:r>
              <a:rPr lang="fr-FR" sz="1200" dirty="0" smtClean="0">
                <a:solidFill>
                  <a:srgbClr val="585858"/>
                </a:solidFill>
                <a:latin typeface="+mn-lt"/>
                <a:cs typeface="Calibri"/>
              </a:rPr>
              <a:t>réservé</a:t>
            </a:r>
            <a:r>
              <a:rPr lang="fr-FR" sz="1200" spc="-20" dirty="0" smtClean="0">
                <a:solidFill>
                  <a:srgbClr val="585858"/>
                </a:solidFill>
                <a:latin typeface="+mn-lt"/>
                <a:cs typeface="Calibri"/>
              </a:rPr>
              <a:t> </a:t>
            </a:r>
            <a:r>
              <a:rPr lang="fr-FR" sz="1200" dirty="0" smtClean="0">
                <a:solidFill>
                  <a:srgbClr val="585858"/>
                </a:solidFill>
                <a:latin typeface="+mn-lt"/>
                <a:cs typeface="Calibri"/>
              </a:rPr>
              <a:t>pour le</a:t>
            </a:r>
            <a:r>
              <a:rPr lang="fr-FR" sz="1200" spc="-10" dirty="0" smtClean="0">
                <a:solidFill>
                  <a:srgbClr val="585858"/>
                </a:solidFill>
                <a:latin typeface="+mn-lt"/>
                <a:cs typeface="Calibri"/>
              </a:rPr>
              <a:t> </a:t>
            </a:r>
            <a:r>
              <a:rPr lang="fr-FR" sz="1200" dirty="0" smtClean="0">
                <a:solidFill>
                  <a:srgbClr val="585858"/>
                </a:solidFill>
                <a:latin typeface="+mn-lt"/>
                <a:cs typeface="Calibri"/>
              </a:rPr>
              <a:t>fichier</a:t>
            </a:r>
            <a:r>
              <a:rPr lang="fr-FR" sz="1200" spc="5" dirty="0" smtClean="0">
                <a:solidFill>
                  <a:srgbClr val="585858"/>
                </a:solidFill>
                <a:latin typeface="+mn-lt"/>
                <a:cs typeface="Calibri"/>
              </a:rPr>
              <a:t> </a:t>
            </a:r>
            <a:r>
              <a:rPr lang="fr-FR" sz="1200" dirty="0" smtClean="0">
                <a:solidFill>
                  <a:srgbClr val="585858"/>
                </a:solidFill>
                <a:latin typeface="+mn-lt"/>
                <a:cs typeface="Calibri"/>
              </a:rPr>
              <a:t>peut</a:t>
            </a:r>
            <a:r>
              <a:rPr lang="fr-FR" sz="1200" spc="-20" dirty="0" smtClean="0">
                <a:solidFill>
                  <a:srgbClr val="585858"/>
                </a:solidFill>
                <a:latin typeface="+mn-lt"/>
                <a:cs typeface="Calibri"/>
              </a:rPr>
              <a:t> </a:t>
            </a:r>
            <a:r>
              <a:rPr lang="fr-FR" sz="1200" dirty="0" smtClean="0">
                <a:solidFill>
                  <a:srgbClr val="585858"/>
                </a:solidFill>
                <a:latin typeface="+mn-lt"/>
                <a:cs typeface="Calibri"/>
              </a:rPr>
              <a:t>ne</a:t>
            </a:r>
            <a:r>
              <a:rPr lang="fr-FR" sz="1200" spc="-35" dirty="0" smtClean="0">
                <a:solidFill>
                  <a:srgbClr val="585858"/>
                </a:solidFill>
                <a:latin typeface="+mn-lt"/>
                <a:cs typeface="Calibri"/>
              </a:rPr>
              <a:t> </a:t>
            </a:r>
            <a:r>
              <a:rPr lang="fr-FR" sz="1200" dirty="0" smtClean="0">
                <a:solidFill>
                  <a:srgbClr val="585858"/>
                </a:solidFill>
                <a:latin typeface="+mn-lt"/>
                <a:cs typeface="Calibri"/>
              </a:rPr>
              <a:t>pas être</a:t>
            </a:r>
            <a:r>
              <a:rPr lang="fr-FR" sz="1200" spc="-25" dirty="0" smtClean="0">
                <a:solidFill>
                  <a:srgbClr val="585858"/>
                </a:solidFill>
                <a:latin typeface="+mn-lt"/>
                <a:cs typeface="Calibri"/>
              </a:rPr>
              <a:t> </a:t>
            </a:r>
            <a:r>
              <a:rPr lang="fr-FR" sz="1200" dirty="0" smtClean="0">
                <a:solidFill>
                  <a:srgbClr val="585858"/>
                </a:solidFill>
                <a:latin typeface="+mn-lt"/>
                <a:cs typeface="Calibri"/>
              </a:rPr>
              <a:t>utilisé</a:t>
            </a:r>
            <a:r>
              <a:rPr lang="fr-FR" sz="1200" spc="-5"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endParaRPr lang="fr-FR" sz="1200" kern="1200" dirty="0" smtClean="0">
              <a:solidFill>
                <a:schemeClr val="tx1"/>
              </a:solidFill>
              <a:effectLst/>
              <a:latin typeface="+mn-lt"/>
              <a:ea typeface="+mn-ea"/>
              <a:cs typeface="+mn-cs"/>
            </a:endParaRPr>
          </a:p>
          <a:p>
            <a:pPr marL="12700" marR="5715" algn="just">
              <a:lnSpc>
                <a:spcPct val="150000"/>
              </a:lnSpc>
              <a:spcBef>
                <a:spcPts val="605"/>
              </a:spcBef>
            </a:pPr>
            <a:endParaRPr lang="fr-FR" sz="1200" dirty="0" smtClean="0">
              <a:latin typeface="+mn-lt"/>
              <a:cs typeface="Calibri"/>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12</a:t>
            </a:fld>
            <a:endParaRPr lang="fr-FR"/>
          </a:p>
        </p:txBody>
      </p:sp>
    </p:spTree>
    <p:extLst>
      <p:ext uri="{BB962C8B-B14F-4D97-AF65-F5344CB8AC3E}">
        <p14:creationId xmlns:p14="http://schemas.microsoft.com/office/powerpoint/2010/main" val="3719043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a:lnSpc>
                <a:spcPct val="100000"/>
              </a:lnSpc>
            </a:pPr>
            <a:r>
              <a:rPr lang="fr-FR" sz="1200" dirty="0" smtClean="0">
                <a:solidFill>
                  <a:srgbClr val="585858"/>
                </a:solidFill>
                <a:latin typeface="+mn-lt"/>
                <a:cs typeface="Calibri"/>
              </a:rPr>
              <a:t>En</a:t>
            </a:r>
            <a:r>
              <a:rPr lang="fr-FR" sz="1200" spc="-5" dirty="0" smtClean="0">
                <a:solidFill>
                  <a:srgbClr val="585858"/>
                </a:solidFill>
                <a:latin typeface="+mn-lt"/>
                <a:cs typeface="Calibri"/>
              </a:rPr>
              <a:t> </a:t>
            </a:r>
            <a:r>
              <a:rPr lang="fr-FR" sz="1200" dirty="0" smtClean="0">
                <a:solidFill>
                  <a:srgbClr val="585858"/>
                </a:solidFill>
                <a:latin typeface="+mn-lt"/>
                <a:cs typeface="Calibri"/>
              </a:rPr>
              <a:t>effet,</a:t>
            </a:r>
            <a:r>
              <a:rPr lang="fr-FR" sz="1200" spc="-5" dirty="0" smtClean="0">
                <a:solidFill>
                  <a:srgbClr val="585858"/>
                </a:solidFill>
                <a:latin typeface="+mn-lt"/>
                <a:cs typeface="Calibri"/>
              </a:rPr>
              <a:t> </a:t>
            </a:r>
            <a:r>
              <a:rPr lang="fr-FR" sz="1200" dirty="0" smtClean="0">
                <a:solidFill>
                  <a:srgbClr val="585858"/>
                </a:solidFill>
                <a:latin typeface="+mn-lt"/>
                <a:cs typeface="Calibri"/>
              </a:rPr>
              <a:t>les</a:t>
            </a:r>
            <a:r>
              <a:rPr lang="fr-FR" sz="1200" spc="10" dirty="0" smtClean="0">
                <a:solidFill>
                  <a:srgbClr val="585858"/>
                </a:solidFill>
                <a:latin typeface="+mn-lt"/>
                <a:cs typeface="Calibri"/>
              </a:rPr>
              <a:t> </a:t>
            </a:r>
            <a:r>
              <a:rPr lang="fr-FR" sz="1200" dirty="0" smtClean="0">
                <a:solidFill>
                  <a:srgbClr val="585858"/>
                </a:solidFill>
                <a:latin typeface="+mn-lt"/>
                <a:cs typeface="Calibri"/>
              </a:rPr>
              <a:t>différents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blocs</a:t>
            </a:r>
            <a:r>
              <a:rPr lang="fr-FR" sz="1200" spc="0" baseline="0" dirty="0" smtClean="0">
                <a:solidFill>
                  <a:schemeClr val="tx1"/>
                </a:solidFill>
                <a:latin typeface="+mn-lt"/>
                <a:cs typeface="Calibri"/>
              </a:rPr>
              <a:t> </a:t>
            </a:r>
            <a:r>
              <a:rPr lang="fr-FR" sz="1200" dirty="0" smtClean="0">
                <a:solidFill>
                  <a:srgbClr val="585858"/>
                </a:solidFill>
                <a:latin typeface="+mn-lt"/>
                <a:cs typeface="Calibri"/>
              </a:rPr>
              <a:t>composant</a:t>
            </a:r>
            <a:r>
              <a:rPr lang="fr-FR" sz="1200" spc="-20" dirty="0" smtClean="0">
                <a:solidFill>
                  <a:srgbClr val="585858"/>
                </a:solidFill>
                <a:latin typeface="+mn-lt"/>
                <a:cs typeface="Calibri"/>
              </a:rPr>
              <a:t> </a:t>
            </a:r>
            <a:r>
              <a:rPr lang="fr-FR" sz="1200" dirty="0" smtClean="0">
                <a:solidFill>
                  <a:srgbClr val="585858"/>
                </a:solidFill>
                <a:latin typeface="+mn-lt"/>
                <a:cs typeface="Calibri"/>
              </a:rPr>
              <a:t>le</a:t>
            </a:r>
            <a:r>
              <a:rPr lang="fr-FR" sz="1200" spc="-30" dirty="0" smtClean="0">
                <a:solidFill>
                  <a:srgbClr val="585858"/>
                </a:solidFill>
                <a:latin typeface="+mn-lt"/>
                <a:cs typeface="Calibri"/>
              </a:rPr>
              <a:t> </a:t>
            </a:r>
            <a:r>
              <a:rPr lang="fr-FR" sz="1200" dirty="0" smtClean="0">
                <a:solidFill>
                  <a:srgbClr val="585858"/>
                </a:solidFill>
                <a:latin typeface="+mn-lt"/>
                <a:cs typeface="Calibri"/>
              </a:rPr>
              <a:t>fichier</a:t>
            </a:r>
            <a:r>
              <a:rPr lang="fr-FR" sz="1200" spc="-15" dirty="0" smtClean="0">
                <a:solidFill>
                  <a:srgbClr val="585858"/>
                </a:solidFill>
                <a:latin typeface="+mn-lt"/>
                <a:cs typeface="Calibri"/>
              </a:rPr>
              <a:t> </a:t>
            </a:r>
            <a:r>
              <a:rPr lang="fr-FR" sz="1200" dirty="0" smtClean="0">
                <a:solidFill>
                  <a:srgbClr val="585858"/>
                </a:solidFill>
                <a:latin typeface="+mn-lt"/>
                <a:cs typeface="Calibri"/>
              </a:rPr>
              <a:t>sont</a:t>
            </a:r>
            <a:r>
              <a:rPr lang="fr-FR" sz="1200" spc="-40" dirty="0" smtClean="0">
                <a:solidFill>
                  <a:srgbClr val="585858"/>
                </a:solidFill>
                <a:latin typeface="+mn-lt"/>
                <a:cs typeface="Calibri"/>
              </a:rPr>
              <a:t> </a:t>
            </a:r>
            <a:r>
              <a:rPr lang="fr-FR" sz="1200" dirty="0" smtClean="0">
                <a:solidFill>
                  <a:srgbClr val="585858"/>
                </a:solidFill>
                <a:latin typeface="+mn-lt"/>
                <a:cs typeface="Calibri"/>
              </a:rPr>
              <a:t>éparpillés</a:t>
            </a:r>
            <a:r>
              <a:rPr lang="fr-FR" sz="1200" spc="5" dirty="0" smtClean="0">
                <a:solidFill>
                  <a:srgbClr val="585858"/>
                </a:solidFill>
                <a:latin typeface="+mn-lt"/>
                <a:cs typeface="Calibri"/>
              </a:rPr>
              <a:t> </a:t>
            </a:r>
            <a:r>
              <a:rPr lang="fr-FR" sz="1200" dirty="0" smtClean="0">
                <a:solidFill>
                  <a:srgbClr val="585858"/>
                </a:solidFill>
                <a:latin typeface="+mn-lt"/>
                <a:cs typeface="Calibri"/>
              </a:rPr>
              <a:t>dans</a:t>
            </a:r>
            <a:r>
              <a:rPr lang="fr-FR" sz="1200" spc="-40" dirty="0" smtClean="0">
                <a:solidFill>
                  <a:srgbClr val="585858"/>
                </a:solidFill>
                <a:latin typeface="+mn-lt"/>
                <a:cs typeface="Calibri"/>
              </a:rPr>
              <a:t> </a:t>
            </a:r>
            <a:r>
              <a:rPr lang="fr-FR" sz="1200" dirty="0" smtClean="0">
                <a:solidFill>
                  <a:srgbClr val="585858"/>
                </a:solidFill>
                <a:latin typeface="+mn-lt"/>
                <a:cs typeface="Calibri"/>
              </a:rPr>
              <a:t>le</a:t>
            </a:r>
            <a:r>
              <a:rPr lang="fr-FR" sz="1200" spc="-25" dirty="0" smtClean="0">
                <a:solidFill>
                  <a:srgbClr val="585858"/>
                </a:solidFill>
                <a:latin typeface="+mn-lt"/>
                <a:cs typeface="Calibri"/>
              </a:rPr>
              <a:t> </a:t>
            </a:r>
            <a:r>
              <a:rPr lang="fr-FR" sz="1200" dirty="0" smtClean="0">
                <a:solidFill>
                  <a:srgbClr val="585858"/>
                </a:solidFill>
                <a:latin typeface="+mn-lt"/>
                <a:cs typeface="Calibri"/>
              </a:rPr>
              <a:t>disque</a:t>
            </a:r>
            <a:r>
              <a:rPr lang="fr-FR" sz="1200" spc="-25" dirty="0" smtClean="0">
                <a:solidFill>
                  <a:srgbClr val="585858"/>
                </a:solidFill>
                <a:latin typeface="+mn-lt"/>
                <a:cs typeface="Calibri"/>
              </a:rPr>
              <a:t> </a:t>
            </a:r>
            <a:r>
              <a:rPr lang="fr-FR" sz="1200" dirty="0" smtClean="0">
                <a:solidFill>
                  <a:srgbClr val="585858"/>
                </a:solidFill>
                <a:latin typeface="+mn-lt"/>
                <a:cs typeface="Calibri"/>
              </a:rPr>
              <a:t>et</a:t>
            </a:r>
            <a:r>
              <a:rPr lang="fr-FR" sz="1200" spc="-60" dirty="0" smtClean="0">
                <a:solidFill>
                  <a:srgbClr val="585858"/>
                </a:solidFill>
                <a:latin typeface="+mn-lt"/>
                <a:cs typeface="Calibri"/>
              </a:rPr>
              <a:t> </a:t>
            </a:r>
            <a:r>
              <a:rPr lang="fr-FR" sz="1200" dirty="0" smtClean="0">
                <a:solidFill>
                  <a:srgbClr val="585858"/>
                </a:solidFill>
                <a:latin typeface="+mn-lt"/>
                <a:cs typeface="Calibri"/>
              </a:rPr>
              <a:t>ils sont</a:t>
            </a:r>
            <a:r>
              <a:rPr lang="fr-FR" sz="1200" spc="-40" dirty="0" smtClean="0">
                <a:solidFill>
                  <a:srgbClr val="585858"/>
                </a:solidFill>
                <a:latin typeface="+mn-lt"/>
                <a:cs typeface="Calibri"/>
              </a:rPr>
              <a:t> </a:t>
            </a:r>
            <a:r>
              <a:rPr lang="fr-FR" sz="1200" dirty="0" smtClean="0">
                <a:solidFill>
                  <a:srgbClr val="585858"/>
                </a:solidFill>
                <a:latin typeface="+mn-lt"/>
                <a:cs typeface="Calibri"/>
              </a:rPr>
              <a:t>liés</a:t>
            </a:r>
            <a:r>
              <a:rPr lang="fr-FR" sz="1200" spc="-15" dirty="0" smtClean="0">
                <a:solidFill>
                  <a:srgbClr val="585858"/>
                </a:solidFill>
                <a:latin typeface="+mn-lt"/>
                <a:cs typeface="Calibri"/>
              </a:rPr>
              <a:t> </a:t>
            </a:r>
            <a:r>
              <a:rPr lang="fr-FR" sz="1200" dirty="0" smtClean="0">
                <a:solidFill>
                  <a:srgbClr val="585858"/>
                </a:solidFill>
                <a:latin typeface="+mn-lt"/>
                <a:cs typeface="Calibri"/>
              </a:rPr>
              <a:t>entre</a:t>
            </a:r>
            <a:r>
              <a:rPr lang="fr-FR" sz="1200" spc="-40" dirty="0" smtClean="0">
                <a:solidFill>
                  <a:srgbClr val="585858"/>
                </a:solidFill>
                <a:latin typeface="+mn-lt"/>
                <a:cs typeface="Calibri"/>
              </a:rPr>
              <a:t> </a:t>
            </a:r>
            <a:r>
              <a:rPr lang="fr-FR" sz="1200" dirty="0" smtClean="0">
                <a:solidFill>
                  <a:srgbClr val="585858"/>
                </a:solidFill>
                <a:latin typeface="+mn-lt"/>
                <a:cs typeface="Calibri"/>
              </a:rPr>
              <a:t>eux</a:t>
            </a:r>
            <a:r>
              <a:rPr lang="fr-FR" sz="1200" spc="-40" dirty="0" smtClean="0">
                <a:solidFill>
                  <a:srgbClr val="585858"/>
                </a:solidFill>
                <a:latin typeface="+mn-lt"/>
                <a:cs typeface="Calibri"/>
              </a:rPr>
              <a:t> </a:t>
            </a:r>
            <a:r>
              <a:rPr lang="fr-FR" sz="1200" dirty="0" smtClean="0">
                <a:solidFill>
                  <a:srgbClr val="585858"/>
                </a:solidFill>
                <a:latin typeface="+mn-lt"/>
                <a:cs typeface="Calibri"/>
              </a:rPr>
              <a:t>via</a:t>
            </a:r>
            <a:r>
              <a:rPr lang="fr-FR" sz="1200" spc="-30" dirty="0" smtClean="0">
                <a:solidFill>
                  <a:srgbClr val="585858"/>
                </a:solidFill>
                <a:latin typeface="+mn-lt"/>
                <a:cs typeface="Calibri"/>
              </a:rPr>
              <a:t> </a:t>
            </a:r>
            <a:r>
              <a:rPr lang="fr-FR" sz="1200" dirty="0" smtClean="0">
                <a:solidFill>
                  <a:srgbClr val="585858"/>
                </a:solidFill>
                <a:latin typeface="+mn-lt"/>
                <a:cs typeface="Calibri"/>
              </a:rPr>
              <a:t>leur</a:t>
            </a:r>
            <a:r>
              <a:rPr lang="fr-FR" sz="1200" spc="-35" dirty="0" smtClean="0">
                <a:solidFill>
                  <a:srgbClr val="585858"/>
                </a:solidFill>
                <a:latin typeface="+mn-lt"/>
                <a:cs typeface="Calibri"/>
              </a:rPr>
              <a:t> </a:t>
            </a:r>
            <a:r>
              <a:rPr lang="fr-FR" sz="1200" dirty="0" smtClean="0">
                <a:solidFill>
                  <a:srgbClr val="585858"/>
                </a:solidFill>
                <a:latin typeface="+mn-lt"/>
                <a:cs typeface="Calibri"/>
              </a:rPr>
              <a:t>adresse.</a:t>
            </a:r>
            <a:r>
              <a:rPr lang="fr-FR" sz="1200" spc="-40" dirty="0" smtClean="0">
                <a:solidFill>
                  <a:srgbClr val="585858"/>
                </a:solidFill>
                <a:latin typeface="+mn-lt"/>
                <a:cs typeface="Calibri"/>
              </a:rPr>
              <a:t> </a:t>
            </a:r>
          </a:p>
          <a:p>
            <a:pPr marL="1270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Cette</a:t>
            </a:r>
            <a:r>
              <a:rPr lang="fr-FR" sz="1200" spc="-50" dirty="0" smtClean="0">
                <a:solidFill>
                  <a:srgbClr val="585858"/>
                </a:solidFill>
                <a:latin typeface="+mn-lt"/>
                <a:cs typeface="Calibri"/>
              </a:rPr>
              <a:t> </a:t>
            </a:r>
            <a:r>
              <a:rPr lang="fr-FR" sz="1200" dirty="0" smtClean="0">
                <a:solidFill>
                  <a:srgbClr val="585858"/>
                </a:solidFill>
                <a:latin typeface="+mn-lt"/>
                <a:cs typeface="Calibri"/>
              </a:rPr>
              <a:t>technique</a:t>
            </a:r>
            <a:r>
              <a:rPr lang="fr-FR" sz="1200" spc="-25" dirty="0" smtClean="0">
                <a:solidFill>
                  <a:srgbClr val="585858"/>
                </a:solidFill>
                <a:latin typeface="+mn-lt"/>
                <a:cs typeface="Calibri"/>
              </a:rPr>
              <a:t> </a:t>
            </a:r>
            <a:r>
              <a:rPr lang="fr-FR" sz="1200" dirty="0" smtClean="0">
                <a:solidFill>
                  <a:srgbClr val="585858"/>
                </a:solidFill>
                <a:latin typeface="+mn-lt"/>
                <a:cs typeface="Calibri"/>
              </a:rPr>
              <a:t>résout</a:t>
            </a:r>
            <a:r>
              <a:rPr lang="fr-FR" sz="1200" spc="-30" dirty="0" smtClean="0">
                <a:solidFill>
                  <a:srgbClr val="585858"/>
                </a:solidFill>
                <a:latin typeface="+mn-lt"/>
                <a:cs typeface="Calibri"/>
              </a:rPr>
              <a:t> </a:t>
            </a:r>
            <a:r>
              <a:rPr lang="fr-FR" sz="1200" dirty="0" smtClean="0">
                <a:solidFill>
                  <a:srgbClr val="585858"/>
                </a:solidFill>
                <a:latin typeface="+mn-lt"/>
                <a:cs typeface="Calibri"/>
              </a:rPr>
              <a:t>le</a:t>
            </a:r>
            <a:r>
              <a:rPr lang="fr-FR" sz="1200" spc="-30" dirty="0" smtClean="0">
                <a:solidFill>
                  <a:srgbClr val="585858"/>
                </a:solidFill>
                <a:latin typeface="+mn-lt"/>
                <a:cs typeface="Calibri"/>
              </a:rPr>
              <a:t> </a:t>
            </a:r>
            <a:r>
              <a:rPr lang="fr-FR" sz="1200" dirty="0" smtClean="0">
                <a:solidFill>
                  <a:srgbClr val="585858"/>
                </a:solidFill>
                <a:latin typeface="+mn-lt"/>
                <a:cs typeface="Calibri"/>
              </a:rPr>
              <a:t>problème</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l’allocation</a:t>
            </a:r>
            <a:r>
              <a:rPr lang="fr-FR" sz="1200" dirty="0" smtClean="0">
                <a:solidFill>
                  <a:srgbClr val="585858"/>
                </a:solidFill>
                <a:latin typeface="+mn-lt"/>
                <a:cs typeface="Calibri"/>
              </a:rPr>
              <a:t> contigüe,</a:t>
            </a:r>
            <a:r>
              <a:rPr lang="fr-FR" sz="1200" spc="-40" dirty="0" smtClean="0">
                <a:solidFill>
                  <a:srgbClr val="585858"/>
                </a:solidFill>
                <a:latin typeface="+mn-lt"/>
                <a:cs typeface="Calibri"/>
              </a:rPr>
              <a:t> </a:t>
            </a:r>
            <a:r>
              <a:rPr lang="fr-FR" sz="1200" dirty="0" smtClean="0">
                <a:solidFill>
                  <a:srgbClr val="585858"/>
                </a:solidFill>
                <a:latin typeface="+mn-lt"/>
                <a:cs typeface="Calibri"/>
              </a:rPr>
              <a:t>car</a:t>
            </a:r>
            <a:r>
              <a:rPr lang="fr-FR" sz="1200" spc="-60" dirty="0" smtClean="0">
                <a:solidFill>
                  <a:srgbClr val="585858"/>
                </a:solidFill>
                <a:latin typeface="+mn-lt"/>
                <a:cs typeface="Calibri"/>
              </a:rPr>
              <a:t> </a:t>
            </a:r>
            <a:r>
              <a:rPr lang="fr-FR" sz="1200" dirty="0" smtClean="0">
                <a:solidFill>
                  <a:srgbClr val="585858"/>
                </a:solidFill>
                <a:latin typeface="+mn-lt"/>
                <a:cs typeface="Calibri"/>
              </a:rPr>
              <a:t>avec</a:t>
            </a:r>
            <a:r>
              <a:rPr lang="fr-FR" sz="1200" spc="-50" dirty="0" smtClean="0">
                <a:solidFill>
                  <a:srgbClr val="585858"/>
                </a:solidFill>
                <a:latin typeface="+mn-lt"/>
                <a:cs typeface="Calibri"/>
              </a:rPr>
              <a:t> </a:t>
            </a:r>
            <a:r>
              <a:rPr lang="fr-FR" sz="1200" spc="-10" dirty="0" smtClean="0">
                <a:solidFill>
                  <a:srgbClr val="585858"/>
                </a:solidFill>
                <a:latin typeface="+mn-lt"/>
                <a:cs typeface="Calibri"/>
              </a:rPr>
              <a:t>l’allocation</a:t>
            </a:r>
            <a:r>
              <a:rPr lang="fr-FR" sz="1200" spc="25" dirty="0" smtClean="0">
                <a:solidFill>
                  <a:srgbClr val="585858"/>
                </a:solidFill>
                <a:latin typeface="+mn-lt"/>
                <a:cs typeface="Calibri"/>
              </a:rPr>
              <a:t> </a:t>
            </a:r>
            <a:r>
              <a:rPr lang="fr-FR" sz="1200" dirty="0" smtClean="0">
                <a:solidFill>
                  <a:srgbClr val="585858"/>
                </a:solidFill>
                <a:latin typeface="+mn-lt"/>
                <a:cs typeface="Calibri"/>
              </a:rPr>
              <a:t>chaînée,</a:t>
            </a:r>
            <a:r>
              <a:rPr lang="fr-FR" sz="1200" spc="-20" dirty="0" smtClean="0">
                <a:solidFill>
                  <a:srgbClr val="585858"/>
                </a:solidFill>
                <a:latin typeface="+mn-lt"/>
                <a:cs typeface="Calibri"/>
              </a:rPr>
              <a:t> </a:t>
            </a:r>
            <a:r>
              <a:rPr lang="fr-FR" sz="1200" dirty="0" smtClean="0">
                <a:solidFill>
                  <a:srgbClr val="585858"/>
                </a:solidFill>
                <a:latin typeface="+mn-lt"/>
                <a:cs typeface="Calibri"/>
              </a:rPr>
              <a:t>il</a:t>
            </a:r>
            <a:r>
              <a:rPr lang="fr-FR" sz="1200" spc="-45" dirty="0" smtClean="0">
                <a:solidFill>
                  <a:srgbClr val="585858"/>
                </a:solidFill>
                <a:latin typeface="+mn-lt"/>
                <a:cs typeface="Calibri"/>
              </a:rPr>
              <a:t> </a:t>
            </a:r>
            <a:r>
              <a:rPr lang="fr-FR" sz="1200" dirty="0" smtClean="0">
                <a:solidFill>
                  <a:srgbClr val="585858"/>
                </a:solidFill>
                <a:latin typeface="+mn-lt"/>
                <a:cs typeface="Calibri"/>
              </a:rPr>
              <a:t>n’y</a:t>
            </a:r>
            <a:r>
              <a:rPr lang="fr-FR" sz="1200" spc="-45" dirty="0" smtClean="0">
                <a:solidFill>
                  <a:srgbClr val="585858"/>
                </a:solidFill>
                <a:latin typeface="+mn-lt"/>
                <a:cs typeface="Calibri"/>
              </a:rPr>
              <a:t> </a:t>
            </a:r>
            <a:r>
              <a:rPr lang="fr-FR" sz="1200" dirty="0" smtClean="0">
                <a:solidFill>
                  <a:srgbClr val="585858"/>
                </a:solidFill>
                <a:latin typeface="+mn-lt"/>
                <a:cs typeface="Calibri"/>
              </a:rPr>
              <a:t>a</a:t>
            </a:r>
            <a:r>
              <a:rPr lang="fr-FR" sz="1200" spc="-30" dirty="0" smtClean="0">
                <a:solidFill>
                  <a:srgbClr val="585858"/>
                </a:solidFill>
                <a:latin typeface="+mn-lt"/>
                <a:cs typeface="Calibri"/>
              </a:rPr>
              <a:t> </a:t>
            </a:r>
            <a:r>
              <a:rPr lang="fr-FR" sz="1200" dirty="0" smtClean="0">
                <a:solidFill>
                  <a:srgbClr val="585858"/>
                </a:solidFill>
                <a:latin typeface="+mn-lt"/>
                <a:cs typeface="Calibri"/>
              </a:rPr>
              <a:t>aucune</a:t>
            </a:r>
            <a:r>
              <a:rPr lang="fr-FR" sz="1200" spc="-30" dirty="0" smtClean="0">
                <a:solidFill>
                  <a:srgbClr val="585858"/>
                </a:solidFill>
                <a:latin typeface="+mn-lt"/>
                <a:cs typeface="Calibri"/>
              </a:rPr>
              <a:t> </a:t>
            </a:r>
            <a:r>
              <a:rPr lang="fr-FR" sz="1200" dirty="0" smtClean="0">
                <a:solidFill>
                  <a:srgbClr val="585858"/>
                </a:solidFill>
                <a:latin typeface="+mn-lt"/>
                <a:cs typeface="Calibri"/>
              </a:rPr>
              <a:t>limitation</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50" dirty="0" smtClean="0">
                <a:solidFill>
                  <a:srgbClr val="585858"/>
                </a:solidFill>
                <a:latin typeface="+mn-lt"/>
                <a:cs typeface="Calibri"/>
              </a:rPr>
              <a:t> </a:t>
            </a:r>
            <a:r>
              <a:rPr lang="fr-FR" sz="1200" dirty="0" smtClean="0">
                <a:solidFill>
                  <a:srgbClr val="585858"/>
                </a:solidFill>
                <a:latin typeface="+mn-lt"/>
                <a:cs typeface="Calibri"/>
              </a:rPr>
              <a:t>taille,</a:t>
            </a:r>
            <a:r>
              <a:rPr lang="fr-FR" sz="1200" spc="-5" dirty="0" smtClean="0">
                <a:solidFill>
                  <a:srgbClr val="585858"/>
                </a:solidFill>
                <a:latin typeface="+mn-lt"/>
                <a:cs typeface="Calibri"/>
              </a:rPr>
              <a:t> </a:t>
            </a:r>
            <a:r>
              <a:rPr lang="fr-FR" sz="1200" dirty="0" smtClean="0">
                <a:solidFill>
                  <a:srgbClr val="585858"/>
                </a:solidFill>
                <a:latin typeface="+mn-lt"/>
                <a:cs typeface="Calibri"/>
              </a:rPr>
              <a:t>seulement</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l’espace </a:t>
            </a:r>
            <a:r>
              <a:rPr lang="fr-FR" sz="1200" dirty="0" smtClean="0">
                <a:solidFill>
                  <a:srgbClr val="585858"/>
                </a:solidFill>
                <a:latin typeface="+mn-lt"/>
                <a:cs typeface="Calibri"/>
              </a:rPr>
              <a:t>disque</a:t>
            </a:r>
            <a:r>
              <a:rPr lang="fr-FR" sz="1200" spc="-30" dirty="0" smtClean="0">
                <a:solidFill>
                  <a:srgbClr val="585858"/>
                </a:solidFill>
                <a:latin typeface="+mn-lt"/>
                <a:cs typeface="Calibri"/>
              </a:rPr>
              <a:t> </a:t>
            </a:r>
            <a:r>
              <a:rPr lang="fr-FR" sz="1200" spc="-20" dirty="0" smtClean="0">
                <a:solidFill>
                  <a:srgbClr val="585858"/>
                </a:solidFill>
                <a:latin typeface="+mn-lt"/>
                <a:cs typeface="Calibri"/>
              </a:rPr>
              <a:t>lui-</a:t>
            </a:r>
            <a:r>
              <a:rPr lang="fr-FR" sz="1200" spc="-10" dirty="0" smtClean="0">
                <a:solidFill>
                  <a:srgbClr val="585858"/>
                </a:solidFill>
                <a:latin typeface="+mn-lt"/>
                <a:cs typeface="Calibri"/>
              </a:rPr>
              <a:t>même.</a:t>
            </a:r>
            <a:endParaRPr lang="fr-FR" sz="1200" dirty="0" smtClean="0">
              <a:latin typeface="+mn-lt"/>
              <a:cs typeface="Calibri"/>
            </a:endParaRPr>
          </a:p>
          <a:p>
            <a:pPr marL="12700">
              <a:lnSpc>
                <a:spcPct val="100000"/>
              </a:lnSpc>
            </a:pP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13</a:t>
            </a:fld>
            <a:endParaRPr lang="fr-FR"/>
          </a:p>
        </p:txBody>
      </p:sp>
    </p:spTree>
    <p:extLst>
      <p:ext uri="{BB962C8B-B14F-4D97-AF65-F5344CB8AC3E}">
        <p14:creationId xmlns:p14="http://schemas.microsoft.com/office/powerpoint/2010/main" val="4179528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715" lvl="0" indent="0" algn="just" defTabSz="914400" rtl="0" eaLnBrk="1" fontAlgn="auto" latinLnBrk="0" hangingPunct="1">
              <a:lnSpc>
                <a:spcPct val="150000"/>
              </a:lnSpc>
              <a:spcBef>
                <a:spcPts val="605"/>
              </a:spcBef>
              <a:spcAft>
                <a:spcPts val="0"/>
              </a:spcAft>
              <a:buClrTx/>
              <a:buSzTx/>
              <a:buFontTx/>
              <a:buNone/>
              <a:tabLst/>
              <a:defRPr/>
            </a:pPr>
            <a:endParaRPr lang="fr-FR" sz="1200" dirty="0" smtClean="0">
              <a:solidFill>
                <a:srgbClr val="585858"/>
              </a:solidFill>
              <a:latin typeface="+mn-lt"/>
              <a:cs typeface="Calibri"/>
            </a:endParaRPr>
          </a:p>
          <a:p>
            <a:pPr marL="12700" marR="5715" algn="just">
              <a:lnSpc>
                <a:spcPct val="150000"/>
              </a:lnSpc>
              <a:spcBef>
                <a:spcPts val="605"/>
              </a:spcBef>
            </a:pPr>
            <a:endParaRPr lang="fr-FR" sz="1200" dirty="0" smtClean="0">
              <a:latin typeface="+mn-lt"/>
              <a:cs typeface="Calibri"/>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14</a:t>
            </a:fld>
            <a:endParaRPr lang="fr-FR"/>
          </a:p>
        </p:txBody>
      </p:sp>
    </p:spTree>
    <p:extLst>
      <p:ext uri="{BB962C8B-B14F-4D97-AF65-F5344CB8AC3E}">
        <p14:creationId xmlns:p14="http://schemas.microsoft.com/office/powerpoint/2010/main" val="1152321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715" lvl="0" indent="0" algn="just" defTabSz="914400" rtl="0" eaLnBrk="1" fontAlgn="auto" latinLnBrk="0" hangingPunct="1">
              <a:lnSpc>
                <a:spcPct val="150000"/>
              </a:lnSpc>
              <a:spcBef>
                <a:spcPts val="605"/>
              </a:spcBef>
              <a:spcAft>
                <a:spcPts val="0"/>
              </a:spcAft>
              <a:buClrTx/>
              <a:buSzTx/>
              <a:buFontTx/>
              <a:buNone/>
              <a:tabLst/>
              <a:defRPr/>
            </a:pPr>
            <a:r>
              <a:rPr lang="fr-FR" b="0" dirty="0" smtClean="0">
                <a:latin typeface="+mn-lt"/>
                <a:cs typeface="Calibri"/>
              </a:rPr>
              <a:t>Comme</a:t>
            </a:r>
            <a:r>
              <a:rPr lang="fr-FR" b="0" spc="-15" dirty="0" smtClean="0">
                <a:latin typeface="+mn-lt"/>
                <a:cs typeface="Calibri"/>
              </a:rPr>
              <a:t> </a:t>
            </a:r>
            <a:r>
              <a:rPr lang="fr-FR" b="0" dirty="0" smtClean="0">
                <a:latin typeface="+mn-lt"/>
                <a:cs typeface="Calibri"/>
              </a:rPr>
              <a:t>tout</a:t>
            </a:r>
            <a:r>
              <a:rPr lang="fr-FR" b="0" spc="-25" dirty="0" smtClean="0">
                <a:latin typeface="+mn-lt"/>
                <a:cs typeface="Calibri"/>
              </a:rPr>
              <a:t> </a:t>
            </a:r>
            <a:r>
              <a:rPr lang="fr-FR" b="0" dirty="0" smtClean="0">
                <a:latin typeface="+mn-lt"/>
                <a:cs typeface="Calibri"/>
              </a:rPr>
              <a:t>les</a:t>
            </a:r>
            <a:r>
              <a:rPr lang="fr-FR" b="0" spc="-20" dirty="0" smtClean="0">
                <a:latin typeface="+mn-lt"/>
                <a:cs typeface="Calibri"/>
              </a:rPr>
              <a:t> </a:t>
            </a:r>
            <a:r>
              <a:rPr lang="fr-FR" b="0" spc="-10" dirty="0" smtClean="0">
                <a:latin typeface="+mn-lt"/>
                <a:cs typeface="Calibri"/>
              </a:rPr>
              <a:t>techniques,</a:t>
            </a:r>
            <a:r>
              <a:rPr lang="fr-FR" b="0" dirty="0" smtClean="0">
                <a:latin typeface="+mn-lt"/>
                <a:cs typeface="Calibri"/>
              </a:rPr>
              <a:t> </a:t>
            </a:r>
            <a:r>
              <a:rPr lang="fr-FR" b="0" spc="-10" dirty="0" smtClean="0">
                <a:latin typeface="+mn-lt"/>
                <a:cs typeface="Calibri"/>
              </a:rPr>
              <a:t>l’allocation</a:t>
            </a:r>
            <a:r>
              <a:rPr lang="fr-FR" b="0" spc="45" dirty="0" smtClean="0">
                <a:latin typeface="+mn-lt"/>
                <a:cs typeface="Calibri"/>
              </a:rPr>
              <a:t> </a:t>
            </a:r>
            <a:r>
              <a:rPr lang="fr-FR" b="0" dirty="0" smtClean="0">
                <a:latin typeface="+mn-lt"/>
                <a:cs typeface="Calibri"/>
              </a:rPr>
              <a:t>chaînée</a:t>
            </a:r>
            <a:r>
              <a:rPr lang="fr-FR" b="0" spc="-5" dirty="0" smtClean="0">
                <a:latin typeface="+mn-lt"/>
                <a:cs typeface="Calibri"/>
              </a:rPr>
              <a:t> </a:t>
            </a:r>
            <a:r>
              <a:rPr lang="fr-FR" b="0" spc="-10" dirty="0" smtClean="0">
                <a:latin typeface="+mn-lt"/>
                <a:cs typeface="Calibri"/>
              </a:rPr>
              <a:t>présente</a:t>
            </a:r>
            <a:r>
              <a:rPr lang="fr-FR" b="0" spc="-30" dirty="0" smtClean="0">
                <a:latin typeface="+mn-lt"/>
                <a:cs typeface="Calibri"/>
              </a:rPr>
              <a:t> </a:t>
            </a:r>
            <a:r>
              <a:rPr lang="fr-FR" b="0" dirty="0" smtClean="0">
                <a:latin typeface="+mn-lt"/>
                <a:cs typeface="Calibri"/>
              </a:rPr>
              <a:t>des </a:t>
            </a:r>
            <a:r>
              <a:rPr lang="fr-FR" b="0" spc="-10" dirty="0" smtClean="0">
                <a:latin typeface="+mn-lt"/>
                <a:cs typeface="Calibri"/>
              </a:rPr>
              <a:t>avantages</a:t>
            </a:r>
            <a:r>
              <a:rPr lang="fr-FR" b="0" spc="-55" dirty="0" smtClean="0">
                <a:latin typeface="+mn-lt"/>
                <a:cs typeface="Calibri"/>
              </a:rPr>
              <a:t> </a:t>
            </a:r>
            <a:r>
              <a:rPr lang="fr-FR" b="0" dirty="0" smtClean="0">
                <a:latin typeface="+mn-lt"/>
                <a:cs typeface="Calibri"/>
              </a:rPr>
              <a:t>et</a:t>
            </a:r>
            <a:r>
              <a:rPr lang="fr-FR" b="0" spc="-30" dirty="0" smtClean="0">
                <a:latin typeface="+mn-lt"/>
                <a:cs typeface="Calibri"/>
              </a:rPr>
              <a:t> </a:t>
            </a:r>
            <a:r>
              <a:rPr lang="fr-FR" b="0" dirty="0" smtClean="0">
                <a:latin typeface="+mn-lt"/>
                <a:cs typeface="Calibri"/>
              </a:rPr>
              <a:t>des </a:t>
            </a:r>
            <a:r>
              <a:rPr lang="fr-FR" b="0" spc="-10" dirty="0" smtClean="0">
                <a:latin typeface="+mn-lt"/>
                <a:cs typeface="Calibri"/>
              </a:rPr>
              <a:t>inconvénients.</a:t>
            </a:r>
            <a:endParaRPr lang="fr-FR" sz="1200" dirty="0" smtClean="0">
              <a:solidFill>
                <a:srgbClr val="585858"/>
              </a:solidFill>
              <a:latin typeface="+mn-lt"/>
              <a:cs typeface="Calibri"/>
            </a:endParaRPr>
          </a:p>
          <a:p>
            <a:r>
              <a:rPr lang="fr-FR" sz="1200" kern="1200" dirty="0" err="1" smtClean="0">
                <a:solidFill>
                  <a:schemeClr val="tx1"/>
                </a:solidFill>
                <a:effectLst/>
                <a:latin typeface="+mn-lt"/>
                <a:ea typeface="+mn-ea"/>
                <a:cs typeface="+mn-cs"/>
              </a:rPr>
              <a:t>Inconveignant</a:t>
            </a:r>
            <a:r>
              <a:rPr lang="fr-FR" sz="1200" kern="1200" dirty="0" smtClean="0">
                <a:solidFill>
                  <a:schemeClr val="tx1"/>
                </a:solidFill>
                <a:effectLst/>
                <a:latin typeface="+mn-lt"/>
                <a:ea typeface="+mn-ea"/>
                <a:cs typeface="+mn-cs"/>
              </a:rPr>
              <a:t> :</a:t>
            </a:r>
          </a:p>
          <a:p>
            <a:r>
              <a:rPr lang="fr-FR" sz="1200" kern="1200" dirty="0" smtClean="0">
                <a:solidFill>
                  <a:schemeClr val="tx1"/>
                </a:solidFill>
                <a:effectLst/>
                <a:latin typeface="+mn-lt"/>
                <a:ea typeface="+mn-ea"/>
                <a:cs typeface="+mn-cs"/>
              </a:rPr>
              <a:t>Les pointeurs nécessitent de l’espace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smtClean="0">
                <a:solidFill>
                  <a:schemeClr val="tx1"/>
                </a:solidFill>
                <a:effectLst/>
                <a:latin typeface="+mn-lt"/>
                <a:ea typeface="+mn-ea"/>
                <a:cs typeface="+mn-cs"/>
              </a:rPr>
              <a:t>Les pointeurs ne doivent pas être corrompu: la</a:t>
            </a:r>
            <a:r>
              <a:rPr lang="fr-FR" sz="1200" b="0" spc="105" dirty="0" smtClean="0">
                <a:latin typeface="+mn-lt"/>
                <a:cs typeface="Calibri"/>
              </a:rPr>
              <a:t> </a:t>
            </a:r>
            <a:r>
              <a:rPr lang="fr-FR" sz="1200" b="0" dirty="0" smtClean="0">
                <a:latin typeface="+mn-lt"/>
                <a:cs typeface="Calibri"/>
              </a:rPr>
              <a:t>manipulation</a:t>
            </a:r>
            <a:r>
              <a:rPr lang="fr-FR" sz="1200" b="0" spc="85" dirty="0" smtClean="0">
                <a:latin typeface="+mn-lt"/>
                <a:cs typeface="Calibri"/>
              </a:rPr>
              <a:t> </a:t>
            </a:r>
            <a:r>
              <a:rPr lang="fr-FR" sz="1200" b="0" dirty="0" smtClean="0">
                <a:latin typeface="+mn-lt"/>
                <a:cs typeface="Calibri"/>
              </a:rPr>
              <a:t>des</a:t>
            </a:r>
            <a:r>
              <a:rPr lang="fr-FR" sz="1200" b="0" spc="90" dirty="0" smtClean="0">
                <a:latin typeface="+mn-lt"/>
                <a:cs typeface="Calibri"/>
              </a:rPr>
              <a:t> </a:t>
            </a:r>
            <a:r>
              <a:rPr lang="fr-FR" sz="1200" b="0" dirty="0" smtClean="0">
                <a:latin typeface="+mn-lt"/>
                <a:cs typeface="Calibri"/>
              </a:rPr>
              <a:t>blocs</a:t>
            </a:r>
            <a:r>
              <a:rPr lang="fr-FR" sz="1200" b="0" spc="90" dirty="0" smtClean="0">
                <a:latin typeface="+mn-lt"/>
                <a:cs typeface="Calibri"/>
              </a:rPr>
              <a:t> </a:t>
            </a:r>
            <a:r>
              <a:rPr lang="fr-FR" sz="1200" b="0" dirty="0" smtClean="0">
                <a:latin typeface="+mn-lt"/>
                <a:cs typeface="Calibri"/>
              </a:rPr>
              <a:t>chaînés</a:t>
            </a:r>
            <a:r>
              <a:rPr lang="fr-FR" sz="1200" b="0" spc="95" dirty="0" smtClean="0">
                <a:latin typeface="+mn-lt"/>
                <a:cs typeface="Calibri"/>
              </a:rPr>
              <a:t> </a:t>
            </a:r>
            <a:r>
              <a:rPr lang="fr-FR" sz="1200" b="0" dirty="0" smtClean="0">
                <a:latin typeface="+mn-lt"/>
                <a:cs typeface="Calibri"/>
              </a:rPr>
              <a:t>est</a:t>
            </a:r>
            <a:r>
              <a:rPr lang="fr-FR" sz="1200" b="0" spc="80" dirty="0" smtClean="0">
                <a:latin typeface="+mn-lt"/>
                <a:cs typeface="Calibri"/>
              </a:rPr>
              <a:t> </a:t>
            </a:r>
            <a:r>
              <a:rPr lang="fr-FR" sz="1200" b="0" dirty="0" smtClean="0">
                <a:latin typeface="+mn-lt"/>
                <a:cs typeface="Calibri"/>
              </a:rPr>
              <a:t>très</a:t>
            </a:r>
            <a:r>
              <a:rPr lang="fr-FR" sz="1200" b="0" spc="120" dirty="0" smtClean="0">
                <a:latin typeface="+mn-lt"/>
                <a:cs typeface="Calibri"/>
              </a:rPr>
              <a:t> </a:t>
            </a:r>
            <a:r>
              <a:rPr lang="fr-FR" sz="1200" b="0" dirty="0" smtClean="0">
                <a:latin typeface="+mn-lt"/>
                <a:cs typeface="Calibri"/>
              </a:rPr>
              <a:t>délicate</a:t>
            </a:r>
            <a:r>
              <a:rPr lang="fr-FR" sz="1200" b="0" spc="80" dirty="0" smtClean="0">
                <a:latin typeface="+mn-lt"/>
                <a:cs typeface="Calibri"/>
              </a:rPr>
              <a:t> </a:t>
            </a:r>
            <a:r>
              <a:rPr lang="fr-FR" sz="1200" b="0" dirty="0" smtClean="0">
                <a:latin typeface="+mn-lt"/>
                <a:cs typeface="Calibri"/>
              </a:rPr>
              <a:t>et</a:t>
            </a:r>
            <a:r>
              <a:rPr lang="fr-FR" sz="1200" b="0" spc="85" dirty="0" smtClean="0">
                <a:latin typeface="+mn-lt"/>
                <a:cs typeface="Calibri"/>
              </a:rPr>
              <a:t> </a:t>
            </a:r>
            <a:r>
              <a:rPr lang="fr-FR" sz="1200" b="0" dirty="0" smtClean="0">
                <a:latin typeface="+mn-lt"/>
                <a:cs typeface="Calibri"/>
              </a:rPr>
              <a:t>n’est</a:t>
            </a:r>
            <a:r>
              <a:rPr lang="fr-FR" sz="1200" b="0" spc="110" dirty="0" smtClean="0">
                <a:latin typeface="+mn-lt"/>
                <a:cs typeface="Calibri"/>
              </a:rPr>
              <a:t> </a:t>
            </a:r>
            <a:r>
              <a:rPr lang="fr-FR" sz="1200" b="0" dirty="0" smtClean="0">
                <a:latin typeface="+mn-lt"/>
                <a:cs typeface="Calibri"/>
              </a:rPr>
              <a:t>pas</a:t>
            </a:r>
            <a:r>
              <a:rPr lang="fr-FR" sz="1200" b="0" spc="90" dirty="0" smtClean="0">
                <a:latin typeface="+mn-lt"/>
                <a:cs typeface="Calibri"/>
              </a:rPr>
              <a:t> </a:t>
            </a:r>
            <a:r>
              <a:rPr lang="fr-FR" sz="1200" b="0" dirty="0" smtClean="0">
                <a:latin typeface="+mn-lt"/>
                <a:cs typeface="Calibri"/>
              </a:rPr>
              <a:t>sécurisée</a:t>
            </a:r>
            <a:r>
              <a:rPr lang="fr-FR" sz="1200" b="0" spc="110" dirty="0" smtClean="0">
                <a:latin typeface="+mn-lt"/>
                <a:cs typeface="Calibri"/>
              </a:rPr>
              <a:t> </a:t>
            </a:r>
            <a:r>
              <a:rPr lang="fr-FR" sz="1200" b="0" dirty="0" smtClean="0">
                <a:latin typeface="+mn-lt"/>
                <a:cs typeface="Calibri"/>
              </a:rPr>
              <a:t>car</a:t>
            </a:r>
            <a:r>
              <a:rPr lang="fr-FR" sz="1200" b="0" spc="90" dirty="0" smtClean="0">
                <a:latin typeface="+mn-lt"/>
                <a:cs typeface="Calibri"/>
              </a:rPr>
              <a:t> </a:t>
            </a:r>
            <a:r>
              <a:rPr lang="fr-FR" sz="1200" b="0" dirty="0" smtClean="0">
                <a:latin typeface="+mn-lt"/>
                <a:cs typeface="Calibri"/>
              </a:rPr>
              <a:t>la</a:t>
            </a:r>
            <a:r>
              <a:rPr lang="fr-FR" sz="1200" b="0" spc="85" dirty="0" smtClean="0">
                <a:latin typeface="+mn-lt"/>
                <a:cs typeface="Calibri"/>
              </a:rPr>
              <a:t> </a:t>
            </a:r>
            <a:r>
              <a:rPr lang="fr-FR" sz="1200" b="0" dirty="0" smtClean="0">
                <a:latin typeface="+mn-lt"/>
                <a:cs typeface="Calibri"/>
              </a:rPr>
              <a:t>perte</a:t>
            </a:r>
            <a:r>
              <a:rPr lang="fr-FR" sz="1200" b="0" spc="85" dirty="0" smtClean="0">
                <a:latin typeface="+mn-lt"/>
                <a:cs typeface="Calibri"/>
              </a:rPr>
              <a:t> </a:t>
            </a:r>
            <a:r>
              <a:rPr lang="fr-FR" sz="1200" b="0" dirty="0" smtClean="0">
                <a:latin typeface="+mn-lt"/>
                <a:cs typeface="Calibri"/>
              </a:rPr>
              <a:t>d’un</a:t>
            </a:r>
            <a:r>
              <a:rPr lang="fr-FR" sz="1200" b="0" spc="120" dirty="0" smtClean="0">
                <a:latin typeface="+mn-lt"/>
                <a:cs typeface="Calibri"/>
              </a:rPr>
              <a:t> </a:t>
            </a:r>
            <a:r>
              <a:rPr lang="fr-FR" sz="1200" b="0" dirty="0" smtClean="0">
                <a:latin typeface="+mn-lt"/>
                <a:cs typeface="Calibri"/>
              </a:rPr>
              <a:t>chaînage</a:t>
            </a:r>
            <a:r>
              <a:rPr lang="fr-FR" sz="1200" b="0" spc="80" dirty="0" smtClean="0">
                <a:latin typeface="+mn-lt"/>
                <a:cs typeface="Calibri"/>
              </a:rPr>
              <a:t> </a:t>
            </a:r>
            <a:r>
              <a:rPr lang="fr-FR" sz="1200" b="0" dirty="0" smtClean="0">
                <a:latin typeface="+mn-lt"/>
                <a:cs typeface="Calibri"/>
              </a:rPr>
              <a:t>va</a:t>
            </a:r>
            <a:r>
              <a:rPr lang="fr-FR" sz="1200" b="0" spc="80" dirty="0" smtClean="0">
                <a:latin typeface="+mn-lt"/>
                <a:cs typeface="Calibri"/>
              </a:rPr>
              <a:t> </a:t>
            </a:r>
            <a:r>
              <a:rPr lang="fr-FR" sz="1200" b="0" dirty="0" smtClean="0">
                <a:latin typeface="+mn-lt"/>
                <a:cs typeface="Calibri"/>
              </a:rPr>
              <a:t>entraîner</a:t>
            </a:r>
            <a:r>
              <a:rPr lang="fr-FR" sz="1200" b="0" spc="95" dirty="0" smtClean="0">
                <a:latin typeface="+mn-lt"/>
                <a:cs typeface="Calibri"/>
              </a:rPr>
              <a:t> </a:t>
            </a:r>
            <a:r>
              <a:rPr lang="fr-FR" sz="1200" b="0" dirty="0" smtClean="0">
                <a:latin typeface="+mn-lt"/>
                <a:cs typeface="Calibri"/>
              </a:rPr>
              <a:t>par</a:t>
            </a:r>
            <a:r>
              <a:rPr lang="fr-FR" sz="1200" b="0" spc="70" dirty="0" smtClean="0">
                <a:latin typeface="+mn-lt"/>
                <a:cs typeface="Calibri"/>
              </a:rPr>
              <a:t> </a:t>
            </a:r>
            <a:r>
              <a:rPr lang="fr-FR" sz="1200" b="0" dirty="0" smtClean="0">
                <a:latin typeface="+mn-lt"/>
                <a:cs typeface="Calibri"/>
              </a:rPr>
              <a:t>conséquence</a:t>
            </a:r>
            <a:r>
              <a:rPr lang="fr-FR" sz="1200" b="0" spc="110" dirty="0" smtClean="0">
                <a:latin typeface="+mn-lt"/>
                <a:cs typeface="Calibri"/>
              </a:rPr>
              <a:t> </a:t>
            </a:r>
            <a:r>
              <a:rPr lang="fr-FR" sz="1200" b="0" dirty="0" smtClean="0">
                <a:latin typeface="+mn-lt"/>
                <a:cs typeface="Calibri"/>
              </a:rPr>
              <a:t>la</a:t>
            </a:r>
            <a:r>
              <a:rPr lang="fr-FR" sz="1200" b="0" spc="105" dirty="0" smtClean="0">
                <a:latin typeface="+mn-lt"/>
                <a:cs typeface="Calibri"/>
              </a:rPr>
              <a:t> </a:t>
            </a:r>
            <a:r>
              <a:rPr lang="fr-FR" sz="1200" b="0" dirty="0" smtClean="0">
                <a:latin typeface="+mn-lt"/>
                <a:cs typeface="Calibri"/>
              </a:rPr>
              <a:t>perte</a:t>
            </a:r>
            <a:r>
              <a:rPr lang="fr-FR" sz="1200" b="0" spc="130" dirty="0" smtClean="0">
                <a:latin typeface="+mn-lt"/>
                <a:cs typeface="Calibri"/>
              </a:rPr>
              <a:t> </a:t>
            </a:r>
            <a:r>
              <a:rPr lang="fr-FR" sz="1200" b="0" dirty="0" smtClean="0">
                <a:latin typeface="+mn-lt"/>
                <a:cs typeface="Calibri"/>
              </a:rPr>
              <a:t>de</a:t>
            </a:r>
            <a:r>
              <a:rPr lang="fr-FR" sz="1200" b="0" spc="80" dirty="0" smtClean="0">
                <a:latin typeface="+mn-lt"/>
                <a:cs typeface="Calibri"/>
              </a:rPr>
              <a:t> </a:t>
            </a:r>
            <a:r>
              <a:rPr lang="fr-FR" sz="1200" b="0" dirty="0" smtClean="0">
                <a:latin typeface="+mn-lt"/>
                <a:cs typeface="Calibri"/>
              </a:rPr>
              <a:t>tout</a:t>
            </a:r>
            <a:r>
              <a:rPr lang="fr-FR" sz="1200" b="0" spc="80" dirty="0" smtClean="0">
                <a:latin typeface="+mn-lt"/>
                <a:cs typeface="Calibri"/>
              </a:rPr>
              <a:t> </a:t>
            </a:r>
            <a:r>
              <a:rPr lang="fr-FR" sz="1200" b="0" dirty="0" smtClean="0">
                <a:latin typeface="+mn-lt"/>
                <a:cs typeface="Calibri"/>
              </a:rPr>
              <a:t>le</a:t>
            </a:r>
            <a:r>
              <a:rPr lang="fr-FR" sz="1200" b="0" spc="130" dirty="0" smtClean="0">
                <a:latin typeface="+mn-lt"/>
                <a:cs typeface="Calibri"/>
              </a:rPr>
              <a:t> </a:t>
            </a:r>
            <a:r>
              <a:rPr lang="fr-FR" sz="1200" b="0" dirty="0" smtClean="0">
                <a:latin typeface="+mn-lt"/>
                <a:cs typeface="Calibri"/>
              </a:rPr>
              <a:t>reste</a:t>
            </a:r>
            <a:r>
              <a:rPr lang="fr-FR" sz="1200" b="0" spc="110" dirty="0" smtClean="0">
                <a:latin typeface="+mn-lt"/>
                <a:cs typeface="Calibri"/>
              </a:rPr>
              <a:t> </a:t>
            </a:r>
            <a:r>
              <a:rPr lang="fr-FR" sz="1200" b="0" spc="-25" dirty="0" smtClean="0">
                <a:latin typeface="+mn-lt"/>
                <a:cs typeface="Calibri"/>
              </a:rPr>
              <a:t>du </a:t>
            </a:r>
            <a:r>
              <a:rPr lang="fr-FR" sz="1200" b="0" spc="-20" dirty="0" smtClean="0">
                <a:latin typeface="+mn-lt"/>
                <a:cs typeface="Calibri"/>
              </a:rPr>
              <a:t>fichier.</a:t>
            </a:r>
            <a:r>
              <a:rPr lang="fr-FR" sz="1200" b="0" spc="-10" dirty="0" smtClean="0">
                <a:latin typeface="+mn-lt"/>
                <a:cs typeface="Calibri"/>
              </a:rPr>
              <a:t> </a:t>
            </a:r>
            <a:r>
              <a:rPr lang="fr-FR" sz="1200" b="0" dirty="0" smtClean="0">
                <a:latin typeface="+mn-lt"/>
                <a:cs typeface="Calibri"/>
              </a:rPr>
              <a:t>Pire</a:t>
            </a:r>
            <a:r>
              <a:rPr lang="fr-FR" sz="1200" b="0" spc="-20" dirty="0" smtClean="0">
                <a:latin typeface="+mn-lt"/>
                <a:cs typeface="Calibri"/>
              </a:rPr>
              <a:t> </a:t>
            </a:r>
            <a:r>
              <a:rPr lang="fr-FR" sz="1200" b="0" dirty="0" smtClean="0">
                <a:latin typeface="+mn-lt"/>
                <a:cs typeface="Calibri"/>
              </a:rPr>
              <a:t>encore,</a:t>
            </a:r>
            <a:r>
              <a:rPr lang="fr-FR" sz="1200" b="0" spc="-5" dirty="0" smtClean="0">
                <a:latin typeface="+mn-lt"/>
                <a:cs typeface="Calibri"/>
              </a:rPr>
              <a:t> </a:t>
            </a:r>
            <a:r>
              <a:rPr lang="fr-FR" sz="1200" b="0" dirty="0" smtClean="0">
                <a:latin typeface="+mn-lt"/>
                <a:cs typeface="Calibri"/>
              </a:rPr>
              <a:t>une</a:t>
            </a:r>
            <a:r>
              <a:rPr lang="fr-FR" sz="1200" b="0" spc="-25" dirty="0" smtClean="0">
                <a:latin typeface="+mn-lt"/>
                <a:cs typeface="Calibri"/>
              </a:rPr>
              <a:t> </a:t>
            </a:r>
            <a:r>
              <a:rPr lang="fr-FR" sz="1200" b="0" spc="-10" dirty="0" smtClean="0">
                <a:latin typeface="+mn-lt"/>
                <a:cs typeface="Calibri"/>
              </a:rPr>
              <a:t>modification</a:t>
            </a:r>
            <a:r>
              <a:rPr lang="fr-FR" sz="1200" b="0" spc="-5" dirty="0" smtClean="0">
                <a:latin typeface="+mn-lt"/>
                <a:cs typeface="Calibri"/>
              </a:rPr>
              <a:t> </a:t>
            </a:r>
            <a:r>
              <a:rPr lang="fr-FR" sz="1200" b="0" dirty="0" smtClean="0">
                <a:latin typeface="+mn-lt"/>
                <a:cs typeface="Calibri"/>
              </a:rPr>
              <a:t>d’une</a:t>
            </a:r>
            <a:r>
              <a:rPr lang="fr-FR" sz="1200" b="0" spc="-25" dirty="0" smtClean="0">
                <a:latin typeface="+mn-lt"/>
                <a:cs typeface="Calibri"/>
              </a:rPr>
              <a:t> </a:t>
            </a:r>
            <a:r>
              <a:rPr lang="fr-FR" sz="1200" b="0" dirty="0" smtClean="0">
                <a:latin typeface="+mn-lt"/>
                <a:cs typeface="Calibri"/>
              </a:rPr>
              <a:t>valeur</a:t>
            </a:r>
            <a:r>
              <a:rPr lang="fr-FR" sz="1200" b="0" spc="-30" dirty="0" smtClean="0">
                <a:latin typeface="+mn-lt"/>
                <a:cs typeface="Calibri"/>
              </a:rPr>
              <a:t> </a:t>
            </a:r>
            <a:r>
              <a:rPr lang="fr-FR" sz="1200" b="0" dirty="0" smtClean="0">
                <a:latin typeface="+mn-lt"/>
                <a:cs typeface="Calibri"/>
              </a:rPr>
              <a:t>dans</a:t>
            </a:r>
            <a:r>
              <a:rPr lang="fr-FR" sz="1200" b="0" spc="-35" dirty="0" smtClean="0">
                <a:latin typeface="+mn-lt"/>
                <a:cs typeface="Calibri"/>
              </a:rPr>
              <a:t> </a:t>
            </a:r>
            <a:r>
              <a:rPr lang="fr-FR" sz="1200" b="0" dirty="0" smtClean="0">
                <a:latin typeface="+mn-lt"/>
                <a:cs typeface="Calibri"/>
              </a:rPr>
              <a:t>un</a:t>
            </a:r>
            <a:r>
              <a:rPr lang="fr-FR" sz="1200" b="0" spc="-30" dirty="0" smtClean="0">
                <a:latin typeface="+mn-lt"/>
                <a:cs typeface="Calibri"/>
              </a:rPr>
              <a:t> </a:t>
            </a:r>
            <a:r>
              <a:rPr lang="fr-FR" sz="1200" b="0" dirty="0" smtClean="0">
                <a:latin typeface="+mn-lt"/>
                <a:cs typeface="Calibri"/>
              </a:rPr>
              <a:t>pointeur</a:t>
            </a:r>
            <a:r>
              <a:rPr lang="fr-FR" sz="1200" b="0" spc="-25" dirty="0" smtClean="0">
                <a:latin typeface="+mn-lt"/>
                <a:cs typeface="Calibri"/>
              </a:rPr>
              <a:t> </a:t>
            </a:r>
            <a:r>
              <a:rPr lang="fr-FR" sz="1200" b="0" dirty="0" smtClean="0">
                <a:latin typeface="+mn-lt"/>
                <a:cs typeface="Calibri"/>
              </a:rPr>
              <a:t>suffit</a:t>
            </a:r>
            <a:r>
              <a:rPr lang="fr-FR" sz="1200" b="0" spc="-35" dirty="0" smtClean="0">
                <a:latin typeface="+mn-lt"/>
                <a:cs typeface="Calibri"/>
              </a:rPr>
              <a:t> </a:t>
            </a:r>
            <a:r>
              <a:rPr lang="fr-FR" sz="1200" b="0" dirty="0" smtClean="0">
                <a:latin typeface="+mn-lt"/>
                <a:cs typeface="Calibri"/>
              </a:rPr>
              <a:t>pour</a:t>
            </a:r>
            <a:r>
              <a:rPr lang="fr-FR" sz="1200" b="0" spc="-35" dirty="0" smtClean="0">
                <a:latin typeface="+mn-lt"/>
                <a:cs typeface="Calibri"/>
              </a:rPr>
              <a:t> </a:t>
            </a:r>
            <a:r>
              <a:rPr lang="fr-FR" sz="1200" b="0" dirty="0" smtClean="0">
                <a:latin typeface="+mn-lt"/>
                <a:cs typeface="Calibri"/>
              </a:rPr>
              <a:t>se</a:t>
            </a:r>
            <a:r>
              <a:rPr lang="fr-FR" sz="1200" b="0" spc="-20" dirty="0" smtClean="0">
                <a:latin typeface="+mn-lt"/>
                <a:cs typeface="Calibri"/>
              </a:rPr>
              <a:t> </a:t>
            </a:r>
            <a:r>
              <a:rPr lang="fr-FR" sz="1200" b="0" dirty="0" smtClean="0">
                <a:latin typeface="+mn-lt"/>
                <a:cs typeface="Calibri"/>
              </a:rPr>
              <a:t>trouver</a:t>
            </a:r>
            <a:r>
              <a:rPr lang="fr-FR" sz="1200" b="0" spc="-50" dirty="0" smtClean="0">
                <a:latin typeface="+mn-lt"/>
                <a:cs typeface="Calibri"/>
              </a:rPr>
              <a:t> </a:t>
            </a:r>
            <a:r>
              <a:rPr lang="fr-FR" sz="1200" b="0" dirty="0" smtClean="0">
                <a:latin typeface="+mn-lt"/>
                <a:cs typeface="Calibri"/>
              </a:rPr>
              <a:t>dans</a:t>
            </a:r>
            <a:r>
              <a:rPr lang="fr-FR" sz="1200" b="0" spc="-35" dirty="0" smtClean="0">
                <a:latin typeface="+mn-lt"/>
                <a:cs typeface="Calibri"/>
              </a:rPr>
              <a:t> </a:t>
            </a:r>
            <a:r>
              <a:rPr lang="fr-FR" sz="1200" b="0" dirty="0" smtClean="0">
                <a:latin typeface="+mn-lt"/>
                <a:cs typeface="Calibri"/>
              </a:rPr>
              <a:t>un</a:t>
            </a:r>
            <a:r>
              <a:rPr lang="fr-FR" sz="1200" b="0" spc="-25" dirty="0" smtClean="0">
                <a:latin typeface="+mn-lt"/>
                <a:cs typeface="Calibri"/>
              </a:rPr>
              <a:t> </a:t>
            </a:r>
            <a:r>
              <a:rPr lang="fr-FR" sz="1200" b="0" dirty="0" smtClean="0">
                <a:latin typeface="+mn-lt"/>
                <a:cs typeface="Calibri"/>
              </a:rPr>
              <a:t>autre</a:t>
            </a:r>
            <a:r>
              <a:rPr lang="fr-FR" sz="1200" b="0" spc="-40" dirty="0" smtClean="0">
                <a:latin typeface="+mn-lt"/>
                <a:cs typeface="Calibri"/>
              </a:rPr>
              <a:t> </a:t>
            </a:r>
            <a:r>
              <a:rPr lang="fr-FR" sz="1200" b="0" spc="-10" dirty="0" smtClean="0">
                <a:latin typeface="+mn-lt"/>
                <a:cs typeface="Calibri"/>
              </a:rPr>
              <a:t>bloc.</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dirty="0" smtClean="0">
                <a:latin typeface="+mn-lt"/>
                <a:cs typeface="Calibri"/>
              </a:rPr>
              <a:t>Notez</a:t>
            </a:r>
            <a:r>
              <a:rPr lang="fr-FR" sz="1200" b="0" spc="-20" dirty="0" smtClean="0">
                <a:latin typeface="+mn-lt"/>
                <a:cs typeface="Calibri"/>
              </a:rPr>
              <a:t> </a:t>
            </a:r>
            <a:r>
              <a:rPr lang="fr-FR" sz="1200" b="0" dirty="0" smtClean="0">
                <a:latin typeface="+mn-lt"/>
                <a:cs typeface="Calibri"/>
              </a:rPr>
              <a:t>qu’un</a:t>
            </a:r>
            <a:r>
              <a:rPr lang="fr-FR" sz="1200" b="0" spc="-30" dirty="0" smtClean="0">
                <a:latin typeface="+mn-lt"/>
                <a:cs typeface="Calibri"/>
              </a:rPr>
              <a:t> </a:t>
            </a:r>
            <a:r>
              <a:rPr lang="fr-FR" sz="1200" b="0" dirty="0" smtClean="0">
                <a:latin typeface="+mn-lt"/>
                <a:cs typeface="Calibri"/>
              </a:rPr>
              <a:t>pointeur</a:t>
            </a:r>
            <a:r>
              <a:rPr lang="fr-FR" sz="1200" b="0" spc="-35" dirty="0" smtClean="0">
                <a:latin typeface="+mn-lt"/>
                <a:cs typeface="Calibri"/>
              </a:rPr>
              <a:t> </a:t>
            </a:r>
            <a:r>
              <a:rPr lang="fr-FR" sz="1200" b="0" dirty="0" smtClean="0">
                <a:latin typeface="+mn-lt"/>
                <a:cs typeface="Calibri"/>
              </a:rPr>
              <a:t>est</a:t>
            </a:r>
            <a:r>
              <a:rPr lang="fr-FR" sz="1200" b="0" spc="-20" dirty="0" smtClean="0">
                <a:latin typeface="+mn-lt"/>
                <a:cs typeface="Calibri"/>
              </a:rPr>
              <a:t> </a:t>
            </a:r>
            <a:r>
              <a:rPr lang="fr-FR" sz="1200" b="0" dirty="0" smtClean="0">
                <a:latin typeface="+mn-lt"/>
                <a:cs typeface="Calibri"/>
              </a:rPr>
              <a:t>une</a:t>
            </a:r>
            <a:r>
              <a:rPr lang="fr-FR" sz="1200" b="0" spc="-45" dirty="0" smtClean="0">
                <a:latin typeface="+mn-lt"/>
                <a:cs typeface="Calibri"/>
              </a:rPr>
              <a:t> </a:t>
            </a:r>
            <a:r>
              <a:rPr lang="fr-FR" sz="1200" b="0" dirty="0" smtClean="0">
                <a:latin typeface="+mn-lt"/>
                <a:cs typeface="Calibri"/>
              </a:rPr>
              <a:t>variable</a:t>
            </a:r>
            <a:r>
              <a:rPr lang="fr-FR" sz="1200" b="0" spc="-35" dirty="0" smtClean="0">
                <a:latin typeface="+mn-lt"/>
                <a:cs typeface="Calibri"/>
              </a:rPr>
              <a:t> </a:t>
            </a:r>
            <a:r>
              <a:rPr lang="fr-FR" sz="1200" b="0" spc="-10" dirty="0" smtClean="0">
                <a:latin typeface="+mn-lt"/>
                <a:cs typeface="Calibri"/>
              </a:rPr>
              <a:t>contenant</a:t>
            </a:r>
            <a:r>
              <a:rPr lang="fr-FR" sz="1200" b="0" spc="-40" dirty="0" smtClean="0">
                <a:latin typeface="+mn-lt"/>
                <a:cs typeface="Calibri"/>
              </a:rPr>
              <a:t> </a:t>
            </a:r>
            <a:r>
              <a:rPr lang="fr-FR" sz="1200" b="0" spc="-10" dirty="0" smtClean="0">
                <a:latin typeface="+mn-lt"/>
                <a:cs typeface="Calibri"/>
              </a:rPr>
              <a:t>l’adresse </a:t>
            </a:r>
            <a:r>
              <a:rPr lang="fr-FR" sz="1200" b="0" dirty="0" smtClean="0">
                <a:latin typeface="+mn-lt"/>
                <a:cs typeface="Calibri"/>
              </a:rPr>
              <a:t>du</a:t>
            </a:r>
            <a:r>
              <a:rPr lang="fr-FR" sz="1200" b="0" spc="-35" dirty="0" smtClean="0">
                <a:latin typeface="+mn-lt"/>
                <a:cs typeface="Calibri"/>
              </a:rPr>
              <a:t> </a:t>
            </a:r>
            <a:r>
              <a:rPr lang="fr-FR" sz="1200" b="0" dirty="0" smtClean="0">
                <a:latin typeface="+mn-lt"/>
                <a:cs typeface="Calibri"/>
              </a:rPr>
              <a:t>bloc</a:t>
            </a:r>
            <a:r>
              <a:rPr lang="fr-FR" sz="1200" b="0" spc="-5" dirty="0" smtClean="0">
                <a:latin typeface="+mn-lt"/>
                <a:cs typeface="Calibri"/>
              </a:rPr>
              <a:t> </a:t>
            </a:r>
            <a:r>
              <a:rPr lang="fr-FR" sz="1200" b="0" spc="-10" dirty="0" smtClean="0">
                <a:latin typeface="+mn-lt"/>
                <a:cs typeface="Calibri"/>
              </a:rPr>
              <a:t>suivant.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spc="-20" dirty="0" smtClean="0">
                <a:latin typeface="+mn-lt"/>
                <a:cs typeface="Calibri"/>
              </a:rPr>
              <a:t>Tous</a:t>
            </a:r>
            <a:r>
              <a:rPr lang="fr-FR" sz="1200" b="0" spc="-30" dirty="0" smtClean="0">
                <a:latin typeface="+mn-lt"/>
                <a:cs typeface="Calibri"/>
              </a:rPr>
              <a:t> </a:t>
            </a:r>
            <a:r>
              <a:rPr lang="fr-FR" sz="1200" b="0" dirty="0" smtClean="0">
                <a:latin typeface="+mn-lt"/>
                <a:cs typeface="Calibri"/>
              </a:rPr>
              <a:t>les</a:t>
            </a:r>
            <a:r>
              <a:rPr lang="fr-FR" sz="1200" b="0" spc="-10" dirty="0" smtClean="0">
                <a:latin typeface="+mn-lt"/>
                <a:cs typeface="Calibri"/>
              </a:rPr>
              <a:t> inconvénients</a:t>
            </a:r>
            <a:r>
              <a:rPr lang="fr-FR" sz="1200" b="0" spc="-25" dirty="0" smtClean="0">
                <a:latin typeface="+mn-lt"/>
                <a:cs typeface="Calibri"/>
              </a:rPr>
              <a:t> </a:t>
            </a:r>
            <a:r>
              <a:rPr lang="fr-FR" sz="1200" b="0" dirty="0" smtClean="0">
                <a:latin typeface="+mn-lt"/>
                <a:cs typeface="Calibri"/>
              </a:rPr>
              <a:t>cités</a:t>
            </a:r>
            <a:r>
              <a:rPr lang="fr-FR" sz="1200" b="0" spc="-5" dirty="0" smtClean="0">
                <a:latin typeface="+mn-lt"/>
                <a:cs typeface="Calibri"/>
              </a:rPr>
              <a:t> </a:t>
            </a:r>
            <a:r>
              <a:rPr lang="fr-FR" sz="1200" b="0" spc="-20" dirty="0" smtClean="0">
                <a:latin typeface="+mn-lt"/>
                <a:cs typeface="Calibri"/>
              </a:rPr>
              <a:t>ci-</a:t>
            </a:r>
            <a:r>
              <a:rPr lang="fr-FR" sz="1200" b="0" dirty="0" smtClean="0">
                <a:latin typeface="+mn-lt"/>
                <a:cs typeface="Calibri"/>
              </a:rPr>
              <a:t>dessus</a:t>
            </a:r>
            <a:r>
              <a:rPr lang="fr-FR" sz="1200" b="0" spc="-20" dirty="0" smtClean="0">
                <a:latin typeface="+mn-lt"/>
                <a:cs typeface="Calibri"/>
              </a:rPr>
              <a:t> </a:t>
            </a:r>
            <a:r>
              <a:rPr lang="fr-FR" sz="1200" b="0" spc="-10" dirty="0" smtClean="0">
                <a:latin typeface="+mn-lt"/>
                <a:cs typeface="Calibri"/>
              </a:rPr>
              <a:t>peuvent</a:t>
            </a:r>
            <a:r>
              <a:rPr lang="fr-FR" sz="1200" b="0" spc="-60" dirty="0" smtClean="0">
                <a:latin typeface="+mn-lt"/>
                <a:cs typeface="Calibri"/>
              </a:rPr>
              <a:t> </a:t>
            </a:r>
            <a:r>
              <a:rPr lang="fr-FR" sz="1200" b="0" dirty="0" smtClean="0">
                <a:latin typeface="+mn-lt"/>
                <a:cs typeface="Calibri"/>
              </a:rPr>
              <a:t>être</a:t>
            </a:r>
            <a:r>
              <a:rPr lang="fr-FR" sz="1200" b="0" spc="-15" dirty="0" smtClean="0">
                <a:latin typeface="+mn-lt"/>
                <a:cs typeface="Calibri"/>
              </a:rPr>
              <a:t> </a:t>
            </a:r>
            <a:r>
              <a:rPr lang="fr-FR" sz="1200" b="0" dirty="0" smtClean="0">
                <a:latin typeface="+mn-lt"/>
                <a:cs typeface="Calibri"/>
              </a:rPr>
              <a:t>résolus</a:t>
            </a:r>
            <a:r>
              <a:rPr lang="fr-FR" sz="1200" b="0" spc="-10" dirty="0" smtClean="0">
                <a:latin typeface="+mn-lt"/>
                <a:cs typeface="Calibri"/>
              </a:rPr>
              <a:t> </a:t>
            </a:r>
            <a:r>
              <a:rPr lang="fr-FR" sz="1200" b="0" dirty="0" smtClean="0">
                <a:latin typeface="+mn-lt"/>
                <a:cs typeface="Calibri"/>
              </a:rPr>
              <a:t>en</a:t>
            </a:r>
            <a:r>
              <a:rPr lang="fr-FR" sz="1200" b="0" spc="-25" dirty="0" smtClean="0">
                <a:latin typeface="+mn-lt"/>
                <a:cs typeface="Calibri"/>
              </a:rPr>
              <a:t> </a:t>
            </a:r>
            <a:r>
              <a:rPr lang="fr-FR" sz="1200" b="0" dirty="0" smtClean="0">
                <a:latin typeface="+mn-lt"/>
                <a:cs typeface="Calibri"/>
              </a:rPr>
              <a:t>utilisant</a:t>
            </a:r>
            <a:r>
              <a:rPr lang="fr-FR" sz="1200" b="0" spc="-10" dirty="0" smtClean="0">
                <a:latin typeface="+mn-lt"/>
                <a:cs typeface="Calibri"/>
              </a:rPr>
              <a:t> </a:t>
            </a:r>
            <a:r>
              <a:rPr lang="fr-FR" sz="1200" b="0" dirty="0" smtClean="0">
                <a:latin typeface="+mn-lt"/>
                <a:cs typeface="Calibri"/>
              </a:rPr>
              <a:t>la</a:t>
            </a:r>
            <a:r>
              <a:rPr lang="fr-FR" sz="1200" b="0" spc="-40" dirty="0" smtClean="0">
                <a:latin typeface="+mn-lt"/>
                <a:cs typeface="Calibri"/>
              </a:rPr>
              <a:t> </a:t>
            </a:r>
            <a:r>
              <a:rPr lang="fr-FR" sz="1200" dirty="0" smtClean="0"/>
              <a:t>technique </a:t>
            </a:r>
            <a:r>
              <a:rPr lang="fr-FR" sz="1200" spc="-10" dirty="0" smtClean="0"/>
              <a:t>d’allocation</a:t>
            </a:r>
            <a:r>
              <a:rPr lang="fr-FR" sz="1200" spc="-5" dirty="0" smtClean="0"/>
              <a:t> </a:t>
            </a:r>
            <a:r>
              <a:rPr lang="fr-FR" sz="1200" spc="-10" dirty="0" smtClean="0"/>
              <a:t>indexée</a:t>
            </a:r>
            <a:r>
              <a:rPr lang="fr-FR" sz="1200" b="0" spc="-10" dirty="0" smtClean="0">
                <a:latin typeface="+mn-lt"/>
                <a:cs typeface="Calibri"/>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spc="-10" dirty="0" smtClean="0">
              <a:latin typeface="+mn-l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spc="-10" dirty="0" smtClean="0">
              <a:latin typeface="+mn-lt"/>
              <a:cs typeface="Calibri"/>
            </a:endParaRPr>
          </a:p>
          <a:p>
            <a:endParaRPr lang="fr-FR" sz="1200" kern="1200" dirty="0" smtClean="0">
              <a:solidFill>
                <a:schemeClr val="tx1"/>
              </a:solidFill>
              <a:effectLst/>
              <a:latin typeface="+mn-lt"/>
              <a:ea typeface="+mn-ea"/>
              <a:cs typeface="+mn-cs"/>
            </a:endParaRPr>
          </a:p>
          <a:p>
            <a:endParaRPr lang="fr-FR" sz="1200" kern="1200" dirty="0" smtClean="0">
              <a:solidFill>
                <a:schemeClr val="tx1"/>
              </a:solidFill>
              <a:effectLst/>
              <a:latin typeface="+mn-lt"/>
              <a:ea typeface="+mn-ea"/>
              <a:cs typeface="+mn-cs"/>
            </a:endParaRPr>
          </a:p>
          <a:p>
            <a:pPr marL="12700" marR="5715" algn="just">
              <a:lnSpc>
                <a:spcPct val="150000"/>
              </a:lnSpc>
              <a:spcBef>
                <a:spcPts val="605"/>
              </a:spcBef>
            </a:pPr>
            <a:endParaRPr lang="fr-FR" sz="1200" dirty="0" smtClean="0">
              <a:latin typeface="+mn-lt"/>
              <a:cs typeface="Calibri"/>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15</a:t>
            </a:fld>
            <a:endParaRPr lang="fr-FR"/>
          </a:p>
        </p:txBody>
      </p:sp>
    </p:spTree>
    <p:extLst>
      <p:ext uri="{BB962C8B-B14F-4D97-AF65-F5344CB8AC3E}">
        <p14:creationId xmlns:p14="http://schemas.microsoft.com/office/powerpoint/2010/main" val="1324463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spc="-10" dirty="0" smtClean="0">
                <a:solidFill>
                  <a:srgbClr val="585858"/>
                </a:solidFill>
                <a:latin typeface="+mn-lt"/>
                <a:cs typeface="Calibri"/>
              </a:rPr>
              <a:t>L’utilisation</a:t>
            </a:r>
            <a:r>
              <a:rPr lang="fr-FR" sz="1200" spc="235" dirty="0" smtClean="0">
                <a:solidFill>
                  <a:srgbClr val="585858"/>
                </a:solidFill>
                <a:latin typeface="+mn-lt"/>
                <a:cs typeface="Calibri"/>
              </a:rPr>
              <a:t> </a:t>
            </a:r>
            <a:r>
              <a:rPr lang="fr-FR" sz="1200" dirty="0" smtClean="0">
                <a:solidFill>
                  <a:srgbClr val="585858"/>
                </a:solidFill>
                <a:latin typeface="+mn-lt"/>
                <a:cs typeface="Calibri"/>
              </a:rPr>
              <a:t>d’une</a:t>
            </a:r>
            <a:r>
              <a:rPr lang="fr-FR" sz="1200" spc="-30" dirty="0" smtClean="0">
                <a:solidFill>
                  <a:srgbClr val="585858"/>
                </a:solidFill>
                <a:latin typeface="+mn-lt"/>
                <a:cs typeface="Calibri"/>
              </a:rPr>
              <a:t> </a:t>
            </a:r>
            <a:r>
              <a:rPr lang="fr-FR" sz="1200" dirty="0" smtClean="0">
                <a:solidFill>
                  <a:srgbClr val="585858"/>
                </a:solidFill>
                <a:latin typeface="+mn-lt"/>
                <a:cs typeface="Calibri"/>
              </a:rPr>
              <a:t>table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d’index</a:t>
            </a:r>
            <a:r>
              <a:rPr lang="fr-FR" sz="1200" spc="-20" dirty="0" smtClean="0">
                <a:solidFill>
                  <a:srgbClr val="585858"/>
                </a:solidFill>
                <a:latin typeface="+mn-lt"/>
                <a:cs typeface="Calibri"/>
              </a:rPr>
              <a:t> </a:t>
            </a:r>
            <a:r>
              <a:rPr lang="fr-FR" sz="1200" dirty="0" smtClean="0">
                <a:solidFill>
                  <a:srgbClr val="585858"/>
                </a:solidFill>
                <a:latin typeface="+mn-lt"/>
                <a:cs typeface="Calibri"/>
              </a:rPr>
              <a:t>permet</a:t>
            </a:r>
            <a:r>
              <a:rPr lang="fr-FR" sz="1200" spc="-20" dirty="0" smtClean="0">
                <a:solidFill>
                  <a:srgbClr val="585858"/>
                </a:solidFill>
                <a:latin typeface="+mn-lt"/>
                <a:cs typeface="Calibri"/>
              </a:rPr>
              <a:t> </a:t>
            </a:r>
            <a:r>
              <a:rPr lang="fr-FR" sz="1200" dirty="0" smtClean="0">
                <a:solidFill>
                  <a:srgbClr val="585858"/>
                </a:solidFill>
                <a:latin typeface="+mn-lt"/>
                <a:cs typeface="Calibri"/>
              </a:rPr>
              <a:t>de</a:t>
            </a:r>
            <a:r>
              <a:rPr lang="fr-FR" sz="1200" spc="-55" dirty="0" smtClean="0">
                <a:solidFill>
                  <a:srgbClr val="585858"/>
                </a:solidFill>
                <a:latin typeface="+mn-lt"/>
                <a:cs typeface="Calibri"/>
              </a:rPr>
              <a:t> </a:t>
            </a:r>
            <a:r>
              <a:rPr lang="fr-FR" sz="1200" dirty="0" smtClean="0">
                <a:solidFill>
                  <a:srgbClr val="585858"/>
                </a:solidFill>
                <a:latin typeface="+mn-lt"/>
                <a:cs typeface="Calibri"/>
              </a:rPr>
              <a:t>remédier</a:t>
            </a:r>
            <a:r>
              <a:rPr lang="fr-FR" sz="1200" spc="-10" dirty="0" smtClean="0">
                <a:solidFill>
                  <a:srgbClr val="585858"/>
                </a:solidFill>
                <a:latin typeface="+mn-lt"/>
                <a:cs typeface="Calibri"/>
              </a:rPr>
              <a:t> </a:t>
            </a:r>
            <a:r>
              <a:rPr lang="fr-FR" sz="1200" dirty="0" smtClean="0">
                <a:solidFill>
                  <a:srgbClr val="585858"/>
                </a:solidFill>
                <a:latin typeface="+mn-lt"/>
                <a:cs typeface="Calibri"/>
              </a:rPr>
              <a:t>à</a:t>
            </a:r>
            <a:r>
              <a:rPr lang="fr-FR" sz="1200" spc="-55" dirty="0" smtClean="0">
                <a:solidFill>
                  <a:srgbClr val="585858"/>
                </a:solidFill>
                <a:latin typeface="+mn-lt"/>
                <a:cs typeface="Calibri"/>
              </a:rPr>
              <a:t> </a:t>
            </a:r>
            <a:r>
              <a:rPr lang="fr-FR" sz="1200" spc="-10" dirty="0" smtClean="0">
                <a:solidFill>
                  <a:srgbClr val="585858"/>
                </a:solidFill>
                <a:latin typeface="+mn-lt"/>
                <a:cs typeface="Calibri"/>
              </a:rPr>
              <a:t>l’insuffisance</a:t>
            </a:r>
            <a:r>
              <a:rPr lang="fr-FR" sz="1200" spc="20" dirty="0" smtClean="0">
                <a:solidFill>
                  <a:srgbClr val="585858"/>
                </a:solidFill>
                <a:latin typeface="+mn-lt"/>
                <a:cs typeface="Calibri"/>
              </a:rPr>
              <a:t> </a:t>
            </a:r>
            <a:r>
              <a:rPr lang="fr-FR" sz="1200" dirty="0" smtClean="0">
                <a:solidFill>
                  <a:srgbClr val="585858"/>
                </a:solidFill>
                <a:latin typeface="+mn-lt"/>
                <a:cs typeface="Calibri"/>
              </a:rPr>
              <a:t>de</a:t>
            </a:r>
            <a:r>
              <a:rPr lang="fr-FR" sz="1200" spc="-50" dirty="0" smtClean="0">
                <a:solidFill>
                  <a:srgbClr val="585858"/>
                </a:solidFill>
                <a:latin typeface="+mn-lt"/>
                <a:cs typeface="Calibri"/>
              </a:rPr>
              <a:t> </a:t>
            </a:r>
            <a:r>
              <a:rPr lang="fr-FR" sz="1200" spc="-10" dirty="0" smtClean="0">
                <a:solidFill>
                  <a:srgbClr val="585858"/>
                </a:solidFill>
                <a:latin typeface="+mn-lt"/>
                <a:cs typeface="Calibri"/>
              </a:rPr>
              <a:t>l’allocation</a:t>
            </a:r>
            <a:r>
              <a:rPr lang="fr-FR" sz="1200" spc="25" dirty="0" smtClean="0">
                <a:solidFill>
                  <a:srgbClr val="585858"/>
                </a:solidFill>
                <a:latin typeface="+mn-lt"/>
                <a:cs typeface="Calibri"/>
              </a:rPr>
              <a:t> </a:t>
            </a:r>
            <a:r>
              <a:rPr lang="fr-FR" sz="1200" dirty="0" smtClean="0">
                <a:solidFill>
                  <a:srgbClr val="585858"/>
                </a:solidFill>
                <a:latin typeface="+mn-lt"/>
                <a:cs typeface="Calibri"/>
              </a:rPr>
              <a:t>chaînée</a:t>
            </a:r>
            <a:r>
              <a:rPr lang="fr-FR" sz="1200" spc="-25" dirty="0" smtClean="0">
                <a:solidFill>
                  <a:srgbClr val="585858"/>
                </a:solidFill>
                <a:latin typeface="+mn-lt"/>
                <a:cs typeface="Calibri"/>
              </a:rPr>
              <a:t> </a:t>
            </a:r>
            <a:r>
              <a:rPr lang="fr-FR" sz="1200" dirty="0" smtClean="0">
                <a:solidFill>
                  <a:srgbClr val="585858"/>
                </a:solidFill>
                <a:latin typeface="+mn-lt"/>
                <a:cs typeface="Calibri"/>
              </a:rPr>
              <a:t>d’une</a:t>
            </a:r>
            <a:r>
              <a:rPr lang="fr-FR" sz="1200" spc="-30" dirty="0" smtClean="0">
                <a:solidFill>
                  <a:srgbClr val="585858"/>
                </a:solidFill>
                <a:latin typeface="+mn-lt"/>
                <a:cs typeface="Calibri"/>
              </a:rPr>
              <a:t> </a:t>
            </a:r>
            <a:r>
              <a:rPr lang="fr-FR" sz="1200" dirty="0" smtClean="0">
                <a:solidFill>
                  <a:srgbClr val="585858"/>
                </a:solidFill>
                <a:latin typeface="+mn-lt"/>
                <a:cs typeface="Calibri"/>
              </a:rPr>
              <a:t>manière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simple.</a:t>
            </a:r>
          </a:p>
          <a:p>
            <a:pPr marL="12700">
              <a:lnSpc>
                <a:spcPct val="100000"/>
              </a:lnSpc>
              <a:spcBef>
                <a:spcPts val="1105"/>
              </a:spcBef>
            </a:pPr>
            <a:r>
              <a:rPr lang="fr-FR" sz="1200" dirty="0" smtClean="0">
                <a:solidFill>
                  <a:srgbClr val="585858"/>
                </a:solidFill>
                <a:latin typeface="+mn-lt"/>
                <a:cs typeface="Calibri"/>
              </a:rPr>
              <a:t>Les</a:t>
            </a:r>
            <a:r>
              <a:rPr lang="fr-FR" sz="1200" baseline="0" dirty="0" smtClean="0">
                <a:solidFill>
                  <a:srgbClr val="585858"/>
                </a:solidFill>
                <a:latin typeface="+mn-lt"/>
                <a:cs typeface="Calibri"/>
              </a:rPr>
              <a:t> </a:t>
            </a:r>
            <a:r>
              <a:rPr lang="fr-FR" sz="1200" dirty="0" smtClean="0">
                <a:solidFill>
                  <a:srgbClr val="585858"/>
                </a:solidFill>
                <a:latin typeface="+mn-lt"/>
                <a:cs typeface="Calibri"/>
              </a:rPr>
              <a:t>Figures</a:t>
            </a:r>
            <a:r>
              <a:rPr lang="fr-FR" sz="1200" spc="-25" dirty="0" smtClean="0">
                <a:solidFill>
                  <a:srgbClr val="585858"/>
                </a:solidFill>
                <a:latin typeface="+mn-lt"/>
                <a:cs typeface="Calibri"/>
              </a:rPr>
              <a:t> </a:t>
            </a:r>
            <a:r>
              <a:rPr lang="fr-FR" sz="1200" dirty="0" smtClean="0">
                <a:solidFill>
                  <a:srgbClr val="585858"/>
                </a:solidFill>
                <a:latin typeface="+mn-lt"/>
                <a:cs typeface="Calibri"/>
              </a:rPr>
              <a:t>montrent</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l’utilité</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40" dirty="0" smtClean="0">
                <a:solidFill>
                  <a:srgbClr val="585858"/>
                </a:solidFill>
                <a:latin typeface="+mn-lt"/>
                <a:cs typeface="Calibri"/>
              </a:rPr>
              <a:t> </a:t>
            </a:r>
            <a:r>
              <a:rPr lang="fr-FR" sz="1200" dirty="0" smtClean="0">
                <a:solidFill>
                  <a:srgbClr val="585858"/>
                </a:solidFill>
                <a:latin typeface="+mn-lt"/>
                <a:cs typeface="Calibri"/>
              </a:rPr>
              <a:t>la</a:t>
            </a:r>
            <a:r>
              <a:rPr lang="fr-FR" sz="1200" spc="-15" dirty="0" smtClean="0">
                <a:solidFill>
                  <a:srgbClr val="585858"/>
                </a:solidFill>
                <a:latin typeface="+mn-lt"/>
                <a:cs typeface="Calibri"/>
              </a:rPr>
              <a:t> </a:t>
            </a:r>
            <a:r>
              <a:rPr lang="fr-FR" sz="1200" dirty="0" smtClean="0">
                <a:solidFill>
                  <a:srgbClr val="585858"/>
                </a:solidFill>
                <a:latin typeface="+mn-lt"/>
                <a:cs typeface="Calibri"/>
              </a:rPr>
              <a:t>table</a:t>
            </a:r>
            <a:r>
              <a:rPr lang="fr-FR" sz="1200" spc="-15" dirty="0" smtClean="0">
                <a:solidFill>
                  <a:srgbClr val="585858"/>
                </a:solidFill>
                <a:latin typeface="+mn-lt"/>
                <a:cs typeface="Calibri"/>
              </a:rPr>
              <a:t> </a:t>
            </a:r>
            <a:r>
              <a:rPr lang="fr-FR" sz="1200" dirty="0" smtClean="0">
                <a:solidFill>
                  <a:srgbClr val="585858"/>
                </a:solidFill>
                <a:latin typeface="+mn-lt"/>
                <a:cs typeface="Calibri"/>
              </a:rPr>
              <a:t>d’index</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contenant</a:t>
            </a:r>
            <a:r>
              <a:rPr lang="fr-FR" sz="1200" spc="-35" dirty="0" smtClean="0">
                <a:solidFill>
                  <a:srgbClr val="585858"/>
                </a:solidFill>
                <a:latin typeface="+mn-lt"/>
                <a:cs typeface="Calibri"/>
              </a:rPr>
              <a:t> </a:t>
            </a:r>
            <a:r>
              <a:rPr lang="fr-FR" sz="1200" dirty="0" smtClean="0">
                <a:solidFill>
                  <a:srgbClr val="585858"/>
                </a:solidFill>
                <a:latin typeface="+mn-lt"/>
                <a:cs typeface="Calibri"/>
              </a:rPr>
              <a:t>les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pointeurs</a:t>
            </a:r>
            <a:r>
              <a:rPr lang="fr-FR" sz="1200" spc="-5" dirty="0" smtClean="0">
                <a:solidFill>
                  <a:srgbClr val="585858"/>
                </a:solidFill>
                <a:latin typeface="+mn-lt"/>
                <a:cs typeface="Calibri"/>
              </a:rPr>
              <a:t> </a:t>
            </a:r>
            <a:r>
              <a:rPr lang="fr-FR" sz="1200" dirty="0" smtClean="0">
                <a:solidFill>
                  <a:srgbClr val="585858"/>
                </a:solidFill>
                <a:latin typeface="+mn-lt"/>
                <a:cs typeface="Calibri"/>
              </a:rPr>
              <a:t>pour</a:t>
            </a:r>
            <a:r>
              <a:rPr lang="fr-FR" sz="1200" spc="-30" dirty="0" smtClean="0">
                <a:solidFill>
                  <a:srgbClr val="585858"/>
                </a:solidFill>
                <a:latin typeface="+mn-lt"/>
                <a:cs typeface="Calibri"/>
              </a:rPr>
              <a:t> </a:t>
            </a:r>
            <a:r>
              <a:rPr lang="fr-FR" sz="1200" dirty="0" smtClean="0">
                <a:solidFill>
                  <a:srgbClr val="585858"/>
                </a:solidFill>
                <a:latin typeface="+mn-lt"/>
                <a:cs typeface="Calibri"/>
              </a:rPr>
              <a:t>obtenir</a:t>
            </a:r>
            <a:r>
              <a:rPr lang="fr-FR" sz="1200" spc="-5" dirty="0" smtClean="0">
                <a:solidFill>
                  <a:srgbClr val="585858"/>
                </a:solidFill>
                <a:latin typeface="+mn-lt"/>
                <a:cs typeface="Calibri"/>
              </a:rPr>
              <a:t> </a:t>
            </a:r>
            <a:r>
              <a:rPr lang="fr-FR" sz="1200" dirty="0" smtClean="0">
                <a:solidFill>
                  <a:srgbClr val="585858"/>
                </a:solidFill>
                <a:latin typeface="+mn-lt"/>
                <a:cs typeface="Calibri"/>
              </a:rPr>
              <a:t>les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informations</a:t>
            </a:r>
            <a:r>
              <a:rPr lang="fr-FR" sz="1200" spc="-30" dirty="0" smtClean="0">
                <a:solidFill>
                  <a:srgbClr val="585858"/>
                </a:solidFill>
                <a:latin typeface="+mn-lt"/>
                <a:cs typeface="Calibri"/>
              </a:rPr>
              <a:t> </a:t>
            </a:r>
            <a:r>
              <a:rPr lang="fr-FR" sz="1200" dirty="0" smtClean="0">
                <a:solidFill>
                  <a:srgbClr val="585858"/>
                </a:solidFill>
                <a:latin typeface="+mn-lt"/>
                <a:cs typeface="Calibri"/>
              </a:rPr>
              <a:t>concernant</a:t>
            </a:r>
            <a:r>
              <a:rPr lang="fr-FR" sz="1200" spc="-10" dirty="0" smtClean="0">
                <a:solidFill>
                  <a:srgbClr val="585858"/>
                </a:solidFill>
                <a:latin typeface="+mn-lt"/>
                <a:cs typeface="Calibri"/>
              </a:rPr>
              <a:t> </a:t>
            </a:r>
            <a:r>
              <a:rPr lang="fr-FR" sz="1200" dirty="0" smtClean="0">
                <a:solidFill>
                  <a:srgbClr val="585858"/>
                </a:solidFill>
                <a:latin typeface="+mn-lt"/>
                <a:cs typeface="Calibri"/>
              </a:rPr>
              <a:t>les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numéros </a:t>
            </a:r>
            <a:r>
              <a:rPr lang="fr-FR" sz="1200" dirty="0" smtClean="0">
                <a:solidFill>
                  <a:srgbClr val="585858"/>
                </a:solidFill>
                <a:latin typeface="+mn-lt"/>
                <a:cs typeface="Calibri"/>
              </a:rPr>
              <a:t>de</a:t>
            </a:r>
            <a:r>
              <a:rPr lang="fr-FR" sz="1200" spc="-15" dirty="0" smtClean="0">
                <a:solidFill>
                  <a:srgbClr val="585858"/>
                </a:solidFill>
                <a:latin typeface="+mn-lt"/>
                <a:cs typeface="Calibri"/>
              </a:rPr>
              <a:t> </a:t>
            </a:r>
            <a:r>
              <a:rPr lang="fr-FR" sz="1200" spc="-15" baseline="0" dirty="0" smtClean="0">
                <a:solidFill>
                  <a:srgbClr val="585858"/>
                </a:solidFill>
                <a:latin typeface="+mn-lt"/>
                <a:cs typeface="Calibri"/>
              </a:rPr>
              <a:t> </a:t>
            </a:r>
            <a:r>
              <a:rPr lang="fr-FR" sz="1200" spc="-10" dirty="0" smtClean="0">
                <a:solidFill>
                  <a:srgbClr val="585858"/>
                </a:solidFill>
                <a:latin typeface="+mn-lt"/>
                <a:cs typeface="Calibri"/>
              </a:rPr>
              <a:t>blocs.</a:t>
            </a:r>
            <a:endParaRPr lang="fr-FR" sz="1200" dirty="0" smtClean="0">
              <a:latin typeface="+mn-l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smtClean="0">
              <a:solidFill>
                <a:schemeClr val="tx1"/>
              </a:solidFill>
              <a:effectLst/>
              <a:latin typeface="+mn-lt"/>
              <a:ea typeface="+mn-ea"/>
              <a:cs typeface="+mn-cs"/>
            </a:endParaRPr>
          </a:p>
          <a:p>
            <a:r>
              <a:rPr lang="fr-FR" sz="1200" kern="1200" dirty="0" smtClean="0">
                <a:solidFill>
                  <a:schemeClr val="tx1"/>
                </a:solidFill>
                <a:effectLst/>
                <a:latin typeface="+mn-lt"/>
                <a:ea typeface="+mn-ea"/>
                <a:cs typeface="+mn-cs"/>
              </a:rPr>
              <a:t>Avantages :</a:t>
            </a:r>
          </a:p>
          <a:p>
            <a:r>
              <a:rPr lang="fr-FR" sz="1200" kern="1200" dirty="0" smtClean="0">
                <a:solidFill>
                  <a:schemeClr val="tx1"/>
                </a:solidFill>
                <a:effectLst/>
                <a:latin typeface="+mn-lt"/>
                <a:ea typeface="+mn-ea"/>
                <a:cs typeface="+mn-cs"/>
              </a:rPr>
              <a:t>Pas de fragmentation </a:t>
            </a:r>
          </a:p>
          <a:p>
            <a:r>
              <a:rPr lang="fr-FR" sz="1200" kern="1200" dirty="0" smtClean="0">
                <a:solidFill>
                  <a:schemeClr val="tx1"/>
                </a:solidFill>
                <a:effectLst/>
                <a:latin typeface="+mn-lt"/>
                <a:ea typeface="+mn-ea"/>
                <a:cs typeface="+mn-cs"/>
              </a:rPr>
              <a:t>Le fichier peut s’étendre sans difficulté </a:t>
            </a:r>
          </a:p>
          <a:p>
            <a:r>
              <a:rPr lang="fr-FR" sz="1200" kern="1200" dirty="0" smtClean="0">
                <a:solidFill>
                  <a:schemeClr val="tx1"/>
                </a:solidFill>
                <a:effectLst/>
                <a:latin typeface="+mn-lt"/>
                <a:ea typeface="+mn-ea"/>
                <a:cs typeface="+mn-cs"/>
              </a:rPr>
              <a:t>Mémorisation seulement de la </a:t>
            </a:r>
            <a:r>
              <a:rPr lang="fr-FR" sz="1200" kern="1200" dirty="0" err="1" smtClean="0">
                <a:solidFill>
                  <a:schemeClr val="tx1"/>
                </a:solidFill>
                <a:effectLst/>
                <a:latin typeface="+mn-lt"/>
                <a:ea typeface="+mn-ea"/>
                <a:cs typeface="+mn-cs"/>
              </a:rPr>
              <a:t>prmière</a:t>
            </a:r>
            <a:r>
              <a:rPr lang="fr-FR" sz="1200" kern="1200" dirty="0" smtClean="0">
                <a:solidFill>
                  <a:schemeClr val="tx1"/>
                </a:solidFill>
                <a:effectLst/>
                <a:latin typeface="+mn-lt"/>
                <a:ea typeface="+mn-ea"/>
                <a:cs typeface="+mn-cs"/>
              </a:rPr>
              <a:t> adresse</a:t>
            </a:r>
          </a:p>
          <a:p>
            <a:r>
              <a:rPr lang="fr-FR" sz="1200" kern="1200" dirty="0" err="1" smtClean="0">
                <a:solidFill>
                  <a:schemeClr val="tx1"/>
                </a:solidFill>
                <a:effectLst/>
                <a:latin typeface="+mn-lt"/>
                <a:ea typeface="+mn-ea"/>
                <a:cs typeface="+mn-cs"/>
              </a:rPr>
              <a:t>Inconveignants</a:t>
            </a:r>
            <a:r>
              <a:rPr lang="fr-FR" sz="1200" kern="1200" dirty="0" smtClean="0">
                <a:solidFill>
                  <a:schemeClr val="tx1"/>
                </a:solidFill>
                <a:effectLst/>
                <a:latin typeface="+mn-lt"/>
                <a:ea typeface="+mn-ea"/>
                <a:cs typeface="+mn-cs"/>
              </a:rPr>
              <a:t> :</a:t>
            </a:r>
          </a:p>
          <a:p>
            <a:r>
              <a:rPr lang="fr-FR" sz="1200" kern="1200" dirty="0" smtClean="0">
                <a:solidFill>
                  <a:schemeClr val="tx1"/>
                </a:solidFill>
                <a:effectLst/>
                <a:latin typeface="+mn-lt"/>
                <a:ea typeface="+mn-ea"/>
                <a:cs typeface="+mn-cs"/>
              </a:rPr>
              <a:t>Table énorme en </a:t>
            </a:r>
            <a:r>
              <a:rPr lang="fr-FR" sz="1200" kern="1200" dirty="0" err="1" smtClean="0">
                <a:solidFill>
                  <a:schemeClr val="tx1"/>
                </a:solidFill>
                <a:effectLst/>
                <a:latin typeface="+mn-lt"/>
                <a:ea typeface="+mn-ea"/>
                <a:cs typeface="+mn-cs"/>
              </a:rPr>
              <a:t>mémoir</a:t>
            </a:r>
            <a:endParaRPr lang="fr-FR" sz="1200" kern="1200" dirty="0" smtClean="0">
              <a:solidFill>
                <a:schemeClr val="tx1"/>
              </a:solidFill>
              <a:effectLst/>
              <a:latin typeface="+mn-lt"/>
              <a:ea typeface="+mn-ea"/>
              <a:cs typeface="+mn-cs"/>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16</a:t>
            </a:fld>
            <a:endParaRPr lang="fr-FR"/>
          </a:p>
        </p:txBody>
      </p:sp>
    </p:spTree>
    <p:extLst>
      <p:ext uri="{BB962C8B-B14F-4D97-AF65-F5344CB8AC3E}">
        <p14:creationId xmlns:p14="http://schemas.microsoft.com/office/powerpoint/2010/main" val="24760310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smtClean="0">
                <a:solidFill>
                  <a:srgbClr val="FF7800"/>
                </a:solidFill>
                <a:latin typeface="+mn-lt"/>
                <a:cs typeface="Calibri"/>
              </a:rPr>
              <a:t>Allocation</a:t>
            </a:r>
            <a:r>
              <a:rPr lang="fr-FR" b="1" spc="-45" dirty="0" smtClean="0">
                <a:solidFill>
                  <a:srgbClr val="FF7800"/>
                </a:solidFill>
                <a:latin typeface="+mn-lt"/>
                <a:cs typeface="Calibri"/>
              </a:rPr>
              <a:t> </a:t>
            </a:r>
            <a:r>
              <a:rPr lang="fr-FR" b="1" dirty="0" smtClean="0">
                <a:solidFill>
                  <a:srgbClr val="FF7800"/>
                </a:solidFill>
                <a:latin typeface="+mn-lt"/>
                <a:cs typeface="Calibri"/>
              </a:rPr>
              <a:t>non</a:t>
            </a:r>
            <a:r>
              <a:rPr lang="fr-FR" b="1" spc="-55" dirty="0" smtClean="0">
                <a:solidFill>
                  <a:srgbClr val="FF7800"/>
                </a:solidFill>
                <a:latin typeface="+mn-lt"/>
                <a:cs typeface="Calibri"/>
              </a:rPr>
              <a:t> </a:t>
            </a:r>
            <a:r>
              <a:rPr lang="fr-FR" b="1" dirty="0" smtClean="0">
                <a:solidFill>
                  <a:srgbClr val="FF7800"/>
                </a:solidFill>
                <a:latin typeface="+mn-lt"/>
                <a:cs typeface="Calibri"/>
              </a:rPr>
              <a:t>contiguë</a:t>
            </a:r>
            <a:r>
              <a:rPr lang="fr-FR" b="1" spc="-60" dirty="0" smtClean="0">
                <a:solidFill>
                  <a:srgbClr val="FF7800"/>
                </a:solidFill>
                <a:latin typeface="+mn-lt"/>
                <a:cs typeface="Calibri"/>
              </a:rPr>
              <a:t> </a:t>
            </a:r>
            <a:r>
              <a:rPr lang="fr-FR" b="1" spc="-10" dirty="0" smtClean="0">
                <a:solidFill>
                  <a:srgbClr val="FF7800"/>
                </a:solidFill>
                <a:latin typeface="+mn-lt"/>
                <a:cs typeface="Calibri"/>
              </a:rPr>
              <a:t>indexée</a:t>
            </a:r>
            <a:r>
              <a:rPr lang="fr-FR" b="0" spc="0" dirty="0" smtClean="0">
                <a:solidFill>
                  <a:schemeClr val="tx1"/>
                </a:solidFill>
                <a:latin typeface="+mn-lt"/>
                <a:cs typeface="Calibri"/>
              </a:rPr>
              <a:t>:</a:t>
            </a:r>
            <a:r>
              <a:rPr lang="fr-FR" b="0" spc="0" baseline="0" dirty="0" smtClean="0">
                <a:solidFill>
                  <a:schemeClr val="tx1"/>
                </a:solidFill>
                <a:latin typeface="+mn-lt"/>
                <a:cs typeface="Calibri"/>
              </a:rPr>
              <a:t> </a:t>
            </a:r>
            <a:r>
              <a:rPr lang="fr-FR" sz="1200" dirty="0" smtClean="0">
                <a:solidFill>
                  <a:srgbClr val="585858"/>
                </a:solidFill>
                <a:latin typeface="+mn-lt"/>
                <a:cs typeface="Calibri"/>
              </a:rPr>
              <a:t>est</a:t>
            </a:r>
            <a:r>
              <a:rPr lang="fr-FR" sz="1200" spc="-10" dirty="0" smtClean="0">
                <a:solidFill>
                  <a:srgbClr val="585858"/>
                </a:solidFill>
                <a:latin typeface="+mn-lt"/>
                <a:cs typeface="Calibri"/>
              </a:rPr>
              <a:t> </a:t>
            </a:r>
            <a:r>
              <a:rPr lang="fr-FR" sz="1200" dirty="0" smtClean="0">
                <a:solidFill>
                  <a:srgbClr val="585858"/>
                </a:solidFill>
                <a:latin typeface="+mn-lt"/>
                <a:cs typeface="Calibri"/>
              </a:rPr>
              <a:t>appliquée</a:t>
            </a:r>
            <a:r>
              <a:rPr lang="fr-FR" sz="1200" spc="15" dirty="0" smtClean="0">
                <a:solidFill>
                  <a:srgbClr val="585858"/>
                </a:solidFill>
                <a:latin typeface="+mn-lt"/>
                <a:cs typeface="Calibri"/>
              </a:rPr>
              <a:t> </a:t>
            </a:r>
            <a:r>
              <a:rPr lang="fr-FR" sz="1200" dirty="0" smtClean="0">
                <a:solidFill>
                  <a:srgbClr val="585858"/>
                </a:solidFill>
                <a:latin typeface="+mn-lt"/>
                <a:cs typeface="Calibri"/>
              </a:rPr>
              <a:t>par</a:t>
            </a:r>
            <a:r>
              <a:rPr lang="fr-FR" sz="1200" spc="-10"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plupart</a:t>
            </a:r>
            <a:r>
              <a:rPr lang="fr-FR" sz="1200" spc="-10" dirty="0" smtClean="0">
                <a:solidFill>
                  <a:srgbClr val="585858"/>
                </a:solidFill>
                <a:latin typeface="+mn-lt"/>
                <a:cs typeface="Calibri"/>
              </a:rPr>
              <a:t> </a:t>
            </a:r>
            <a:r>
              <a:rPr lang="fr-FR" sz="1200" dirty="0" smtClean="0">
                <a:solidFill>
                  <a:srgbClr val="585858"/>
                </a:solidFill>
                <a:latin typeface="+mn-lt"/>
                <a:cs typeface="Calibri"/>
              </a:rPr>
              <a:t>des</a:t>
            </a:r>
            <a:r>
              <a:rPr lang="fr-FR" sz="1200" spc="-5" dirty="0" smtClean="0">
                <a:solidFill>
                  <a:srgbClr val="585858"/>
                </a:solidFill>
                <a:latin typeface="+mn-lt"/>
                <a:cs typeface="Calibri"/>
              </a:rPr>
              <a:t> </a:t>
            </a:r>
            <a:r>
              <a:rPr lang="fr-FR" sz="1200" dirty="0" smtClean="0">
                <a:solidFill>
                  <a:srgbClr val="585858"/>
                </a:solidFill>
                <a:latin typeface="+mn-lt"/>
                <a:cs typeface="Calibri"/>
              </a:rPr>
              <a:t>systèmes actuels.</a:t>
            </a:r>
            <a:r>
              <a:rPr lang="fr-FR" sz="1200" spc="10" dirty="0" smtClean="0">
                <a:solidFill>
                  <a:srgbClr val="585858"/>
                </a:solidFill>
                <a:latin typeface="+mn-lt"/>
                <a:cs typeface="Calibri"/>
              </a:rPr>
              <a:t> </a:t>
            </a:r>
            <a:r>
              <a:rPr lang="fr-FR" dirty="0" smtClean="0"/>
              <a:t>On cite à titre d’exemple, La FAT (l’abréviation de File allocation Table), qui est utilisée par MS-DOS pour</a:t>
            </a:r>
          </a:p>
          <a:p>
            <a:r>
              <a:rPr lang="fr-FR" dirty="0" smtClean="0"/>
              <a:t>conservation des chaînages entre les blocs. Windows NT utilise la MFT (l’abréviation de Master File Table) associé au système NTFS (l’abréviation de New </a:t>
            </a:r>
            <a:r>
              <a:rPr lang="fr-FR" dirty="0" err="1" smtClean="0"/>
              <a:t>Technology</a:t>
            </a:r>
            <a:r>
              <a:rPr lang="fr-FR" dirty="0" smtClean="0"/>
              <a:t> File System).</a:t>
            </a:r>
          </a:p>
          <a:p>
            <a:r>
              <a:rPr lang="fr-FR" dirty="0" smtClean="0"/>
              <a:t>Enfin, le SE UNIX, GNU/Linux emploie le I-</a:t>
            </a:r>
            <a:r>
              <a:rPr lang="fr-FR" dirty="0" err="1" smtClean="0"/>
              <a:t>Node</a:t>
            </a:r>
            <a:r>
              <a:rPr lang="fr-FR" dirty="0" smtClean="0"/>
              <a:t> (l’abréviation de Index </a:t>
            </a:r>
            <a:r>
              <a:rPr lang="fr-FR" dirty="0" err="1" smtClean="0"/>
              <a:t>Node</a:t>
            </a:r>
            <a:r>
              <a:rPr lang="fr-FR" dirty="0" smtClean="0"/>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Dans</a:t>
            </a:r>
            <a:r>
              <a:rPr lang="fr-FR" sz="1200" spc="-5" dirty="0" smtClean="0">
                <a:solidFill>
                  <a:srgbClr val="585858"/>
                </a:solidFill>
                <a:latin typeface="+mn-lt"/>
                <a:cs typeface="Calibri"/>
              </a:rPr>
              <a:t> </a:t>
            </a:r>
            <a:r>
              <a:rPr lang="fr-FR" sz="1200" dirty="0" smtClean="0">
                <a:solidFill>
                  <a:srgbClr val="585858"/>
                </a:solidFill>
                <a:latin typeface="+mn-lt"/>
                <a:cs typeface="Calibri"/>
              </a:rPr>
              <a:t>le</a:t>
            </a:r>
            <a:r>
              <a:rPr lang="fr-FR" sz="1200" spc="-10" dirty="0" smtClean="0">
                <a:solidFill>
                  <a:srgbClr val="585858"/>
                </a:solidFill>
                <a:latin typeface="+mn-lt"/>
                <a:cs typeface="Calibri"/>
              </a:rPr>
              <a:t> </a:t>
            </a:r>
            <a:r>
              <a:rPr lang="fr-FR" sz="1200" dirty="0" smtClean="0">
                <a:solidFill>
                  <a:srgbClr val="585858"/>
                </a:solidFill>
                <a:latin typeface="+mn-lt"/>
                <a:cs typeface="Calibri"/>
              </a:rPr>
              <a:t>passé,</a:t>
            </a:r>
            <a:r>
              <a:rPr lang="fr-FR" sz="1200" spc="-15" dirty="0" smtClean="0">
                <a:solidFill>
                  <a:srgbClr val="585858"/>
                </a:solidFill>
                <a:latin typeface="+mn-lt"/>
                <a:cs typeface="Calibri"/>
              </a:rPr>
              <a:t> </a:t>
            </a:r>
            <a:r>
              <a:rPr lang="fr-FR" sz="1200" dirty="0" smtClean="0">
                <a:solidFill>
                  <a:srgbClr val="585858"/>
                </a:solidFill>
                <a:latin typeface="+mn-lt"/>
                <a:cs typeface="Calibri"/>
              </a:rPr>
              <a:t>ce</a:t>
            </a:r>
            <a:r>
              <a:rPr lang="fr-FR" sz="1200" spc="-10" dirty="0" smtClean="0">
                <a:solidFill>
                  <a:srgbClr val="585858"/>
                </a:solidFill>
                <a:latin typeface="+mn-lt"/>
                <a:cs typeface="Calibri"/>
              </a:rPr>
              <a:t> </a:t>
            </a:r>
            <a:r>
              <a:rPr lang="fr-FR" sz="1200" dirty="0" smtClean="0">
                <a:solidFill>
                  <a:srgbClr val="585858"/>
                </a:solidFill>
                <a:latin typeface="+mn-lt"/>
                <a:cs typeface="Calibri"/>
              </a:rPr>
              <a:t>sont</a:t>
            </a:r>
            <a:r>
              <a:rPr lang="fr-FR" sz="1200" spc="-10" dirty="0" smtClean="0">
                <a:solidFill>
                  <a:srgbClr val="585858"/>
                </a:solidFill>
                <a:latin typeface="+mn-lt"/>
                <a:cs typeface="Calibri"/>
              </a:rPr>
              <a:t> </a:t>
            </a:r>
            <a:r>
              <a:rPr lang="fr-FR" sz="1200" dirty="0" smtClean="0">
                <a:solidFill>
                  <a:srgbClr val="585858"/>
                </a:solidFill>
                <a:latin typeface="+mn-lt"/>
                <a:cs typeface="Calibri"/>
              </a:rPr>
              <a:t>les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utilisateurs</a:t>
            </a:r>
            <a:r>
              <a:rPr lang="fr-FR" sz="1200" spc="5" dirty="0" smtClean="0">
                <a:solidFill>
                  <a:srgbClr val="585858"/>
                </a:solidFill>
                <a:latin typeface="+mn-lt"/>
                <a:cs typeface="Calibri"/>
              </a:rPr>
              <a:t> </a:t>
            </a:r>
            <a:r>
              <a:rPr lang="fr-FR" sz="1200" dirty="0" smtClean="0">
                <a:solidFill>
                  <a:srgbClr val="585858"/>
                </a:solidFill>
                <a:latin typeface="+mn-lt"/>
                <a:cs typeface="Calibri"/>
              </a:rPr>
              <a:t>qui</a:t>
            </a:r>
            <a:r>
              <a:rPr lang="fr-FR" sz="1200" spc="-25" dirty="0" smtClean="0">
                <a:solidFill>
                  <a:srgbClr val="585858"/>
                </a:solidFill>
                <a:latin typeface="+mn-lt"/>
                <a:cs typeface="Calibri"/>
              </a:rPr>
              <a:t> </a:t>
            </a:r>
            <a:r>
              <a:rPr lang="fr-FR" sz="1200" dirty="0" err="1" smtClean="0">
                <a:solidFill>
                  <a:srgbClr val="585858"/>
                </a:solidFill>
                <a:latin typeface="+mn-lt"/>
                <a:cs typeface="Calibri"/>
              </a:rPr>
              <a:t>prennaient</a:t>
            </a:r>
            <a:r>
              <a:rPr lang="fr-FR" sz="1200" dirty="0" smtClean="0">
                <a:solidFill>
                  <a:srgbClr val="585858"/>
                </a:solidFill>
                <a:latin typeface="+mn-lt"/>
                <a:cs typeface="Calibri"/>
              </a:rPr>
              <a:t> en</a:t>
            </a:r>
            <a:r>
              <a:rPr lang="fr-FR" sz="1200" spc="-15" dirty="0" smtClean="0">
                <a:solidFill>
                  <a:srgbClr val="585858"/>
                </a:solidFill>
                <a:latin typeface="+mn-lt"/>
                <a:cs typeface="Calibri"/>
              </a:rPr>
              <a:t> </a:t>
            </a:r>
            <a:r>
              <a:rPr lang="fr-FR" sz="1200" dirty="0" smtClean="0">
                <a:solidFill>
                  <a:srgbClr val="585858"/>
                </a:solidFill>
                <a:latin typeface="+mn-lt"/>
                <a:cs typeface="Calibri"/>
              </a:rPr>
              <a:t>charge</a:t>
            </a:r>
            <a:r>
              <a:rPr lang="fr-FR" sz="1200" spc="-15"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préparation</a:t>
            </a:r>
            <a:r>
              <a:rPr lang="fr-FR" sz="1200" spc="-15" dirty="0" smtClean="0">
                <a:solidFill>
                  <a:srgbClr val="585858"/>
                </a:solidFill>
                <a:latin typeface="+mn-lt"/>
                <a:cs typeface="Calibri"/>
              </a:rPr>
              <a:t> </a:t>
            </a:r>
            <a:r>
              <a:rPr lang="fr-FR" sz="1200" spc="-25" dirty="0" smtClean="0">
                <a:solidFill>
                  <a:srgbClr val="585858"/>
                </a:solidFill>
                <a:latin typeface="+mn-lt"/>
                <a:cs typeface="Calibri"/>
              </a:rPr>
              <a:t>de </a:t>
            </a:r>
            <a:r>
              <a:rPr lang="fr-FR" sz="1200" dirty="0" smtClean="0">
                <a:solidFill>
                  <a:srgbClr val="585858"/>
                </a:solidFill>
                <a:latin typeface="+mn-lt"/>
                <a:cs typeface="Calibri"/>
              </a:rPr>
              <a:t>nouveaux</a:t>
            </a:r>
            <a:r>
              <a:rPr lang="fr-FR" sz="1200" spc="-35" dirty="0" smtClean="0">
                <a:solidFill>
                  <a:srgbClr val="585858"/>
                </a:solidFill>
                <a:latin typeface="+mn-lt"/>
                <a:cs typeface="Calibri"/>
              </a:rPr>
              <a:t> </a:t>
            </a:r>
            <a:r>
              <a:rPr lang="fr-FR" sz="1200" dirty="0" smtClean="0">
                <a:solidFill>
                  <a:srgbClr val="585858"/>
                </a:solidFill>
                <a:latin typeface="+mn-lt"/>
                <a:cs typeface="Calibri"/>
              </a:rPr>
              <a:t>supports</a:t>
            </a:r>
            <a:r>
              <a:rPr lang="fr-FR" sz="1200" spc="-45" dirty="0" smtClean="0">
                <a:solidFill>
                  <a:srgbClr val="585858"/>
                </a:solidFill>
                <a:latin typeface="+mn-lt"/>
                <a:cs typeface="Calibri"/>
              </a:rPr>
              <a:t> </a:t>
            </a:r>
            <a:r>
              <a:rPr lang="fr-FR" sz="1200" dirty="0" smtClean="0">
                <a:solidFill>
                  <a:srgbClr val="585858"/>
                </a:solidFill>
                <a:latin typeface="+mn-lt"/>
                <a:cs typeface="Calibri"/>
              </a:rPr>
              <a:t>de</a:t>
            </a:r>
            <a:r>
              <a:rPr lang="fr-FR" sz="1200" spc="-20" dirty="0" smtClean="0">
                <a:solidFill>
                  <a:srgbClr val="585858"/>
                </a:solidFill>
                <a:latin typeface="+mn-lt"/>
                <a:cs typeface="Calibri"/>
              </a:rPr>
              <a:t> </a:t>
            </a:r>
            <a:r>
              <a:rPr lang="fr-FR" sz="1200" dirty="0" smtClean="0">
                <a:solidFill>
                  <a:srgbClr val="585858"/>
                </a:solidFill>
                <a:latin typeface="+mn-lt"/>
                <a:cs typeface="Calibri"/>
              </a:rPr>
              <a:t>données</a:t>
            </a:r>
            <a:r>
              <a:rPr lang="fr-FR" sz="1200" spc="-10" dirty="0" smtClean="0">
                <a:solidFill>
                  <a:srgbClr val="585858"/>
                </a:solidFill>
                <a:latin typeface="+mn-lt"/>
                <a:cs typeface="Calibri"/>
              </a:rPr>
              <a:t> </a:t>
            </a:r>
            <a:r>
              <a:rPr lang="fr-FR" sz="1200" dirty="0" smtClean="0">
                <a:solidFill>
                  <a:srgbClr val="585858"/>
                </a:solidFill>
                <a:latin typeface="+mn-lt"/>
                <a:cs typeface="Calibri"/>
              </a:rPr>
              <a:t>pour</a:t>
            </a:r>
            <a:r>
              <a:rPr lang="fr-FR" sz="1200" spc="-30" dirty="0" smtClean="0">
                <a:solidFill>
                  <a:srgbClr val="585858"/>
                </a:solidFill>
                <a:latin typeface="+mn-lt"/>
                <a:cs typeface="Calibri"/>
              </a:rPr>
              <a:t> </a:t>
            </a:r>
            <a:r>
              <a:rPr lang="fr-FR" sz="1200" dirty="0" smtClean="0">
                <a:solidFill>
                  <a:srgbClr val="585858"/>
                </a:solidFill>
                <a:latin typeface="+mn-lt"/>
                <a:cs typeface="Calibri"/>
              </a:rPr>
              <a:t>le</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stockage</a:t>
            </a:r>
            <a:r>
              <a:rPr lang="fr-FR" sz="1200" spc="-40" dirty="0" smtClean="0">
                <a:solidFill>
                  <a:srgbClr val="585858"/>
                </a:solidFill>
                <a:latin typeface="+mn-lt"/>
                <a:cs typeface="Calibri"/>
              </a:rPr>
              <a:t> </a:t>
            </a:r>
            <a:r>
              <a:rPr lang="fr-FR" sz="1200" dirty="0" smtClean="0">
                <a:solidFill>
                  <a:srgbClr val="585858"/>
                </a:solidFill>
                <a:latin typeface="+mn-lt"/>
                <a:cs typeface="Calibri"/>
              </a:rPr>
              <a:t>et</a:t>
            </a:r>
            <a:r>
              <a:rPr lang="fr-FR" sz="1200" spc="-35" dirty="0" smtClean="0">
                <a:solidFill>
                  <a:srgbClr val="585858"/>
                </a:solidFill>
                <a:latin typeface="+mn-lt"/>
                <a:cs typeface="Calibri"/>
              </a:rPr>
              <a:t> </a:t>
            </a:r>
            <a:r>
              <a:rPr lang="fr-FR" sz="1200" dirty="0" smtClean="0">
                <a:solidFill>
                  <a:srgbClr val="585858"/>
                </a:solidFill>
                <a:latin typeface="+mn-lt"/>
                <a:cs typeface="Calibri"/>
              </a:rPr>
              <a:t>la</a:t>
            </a:r>
            <a:r>
              <a:rPr lang="fr-FR" sz="1200" spc="-20"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50" dirty="0" smtClean="0">
                <a:solidFill>
                  <a:srgbClr val="585858"/>
                </a:solidFill>
                <a:latin typeface="+mn-lt"/>
                <a:cs typeface="Calibri"/>
              </a:rPr>
              <a:t> </a:t>
            </a:r>
            <a:r>
              <a:rPr lang="fr-FR" sz="1200" dirty="0" smtClean="0">
                <a:solidFill>
                  <a:srgbClr val="585858"/>
                </a:solidFill>
                <a:latin typeface="+mn-lt"/>
                <a:cs typeface="Calibri"/>
              </a:rPr>
              <a:t>des</a:t>
            </a:r>
            <a:r>
              <a:rPr lang="fr-FR" sz="1200" spc="-3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dirty="0" smtClean="0">
                <a:solidFill>
                  <a:srgbClr val="585858"/>
                </a:solidFill>
                <a:latin typeface="+mn-lt"/>
                <a:cs typeface="Calibri"/>
              </a:rPr>
              <a:t>De</a:t>
            </a:r>
            <a:r>
              <a:rPr lang="fr-FR" sz="1200" spc="-40" dirty="0" smtClean="0">
                <a:solidFill>
                  <a:srgbClr val="585858"/>
                </a:solidFill>
                <a:latin typeface="+mn-lt"/>
                <a:cs typeface="Calibri"/>
              </a:rPr>
              <a:t> </a:t>
            </a:r>
            <a:r>
              <a:rPr lang="fr-FR" sz="1200" dirty="0" smtClean="0">
                <a:solidFill>
                  <a:srgbClr val="585858"/>
                </a:solidFill>
                <a:latin typeface="+mn-lt"/>
                <a:cs typeface="Calibri"/>
              </a:rPr>
              <a:t>nos</a:t>
            </a:r>
            <a:r>
              <a:rPr lang="fr-FR" sz="1200" spc="-15" dirty="0" smtClean="0">
                <a:solidFill>
                  <a:srgbClr val="585858"/>
                </a:solidFill>
                <a:latin typeface="+mn-lt"/>
                <a:cs typeface="Calibri"/>
              </a:rPr>
              <a:t> </a:t>
            </a:r>
            <a:r>
              <a:rPr lang="fr-FR" sz="1200" dirty="0" smtClean="0">
                <a:solidFill>
                  <a:srgbClr val="585858"/>
                </a:solidFill>
                <a:latin typeface="+mn-lt"/>
                <a:cs typeface="Calibri"/>
              </a:rPr>
              <a:t>jours,</a:t>
            </a:r>
            <a:r>
              <a:rPr lang="fr-FR" sz="1200" spc="-5" dirty="0" smtClean="0">
                <a:solidFill>
                  <a:srgbClr val="585858"/>
                </a:solidFill>
                <a:latin typeface="+mn-lt"/>
                <a:cs typeface="Calibri"/>
              </a:rPr>
              <a:t> </a:t>
            </a:r>
            <a:r>
              <a:rPr lang="fr-FR" sz="1200" dirty="0" smtClean="0">
                <a:solidFill>
                  <a:srgbClr val="585858"/>
                </a:solidFill>
                <a:latin typeface="+mn-lt"/>
                <a:cs typeface="Calibri"/>
              </a:rPr>
              <a:t>les</a:t>
            </a:r>
            <a:r>
              <a:rPr lang="fr-FR" sz="1200" spc="-30" dirty="0" smtClean="0">
                <a:solidFill>
                  <a:srgbClr val="585858"/>
                </a:solidFill>
                <a:latin typeface="+mn-lt"/>
                <a:cs typeface="Calibri"/>
              </a:rPr>
              <a:t> </a:t>
            </a:r>
            <a:r>
              <a:rPr lang="fr-FR" sz="1200" dirty="0" smtClean="0">
                <a:solidFill>
                  <a:srgbClr val="585858"/>
                </a:solidFill>
                <a:latin typeface="+mn-lt"/>
                <a:cs typeface="Calibri"/>
              </a:rPr>
              <a:t>supports</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45" dirty="0" smtClean="0">
                <a:solidFill>
                  <a:srgbClr val="585858"/>
                </a:solidFill>
                <a:latin typeface="+mn-lt"/>
                <a:cs typeface="Calibri"/>
              </a:rPr>
              <a:t> </a:t>
            </a:r>
            <a:r>
              <a:rPr lang="fr-FR" sz="1200" spc="-10" dirty="0" smtClean="0">
                <a:solidFill>
                  <a:srgbClr val="585858"/>
                </a:solidFill>
                <a:latin typeface="+mn-lt"/>
                <a:cs typeface="Calibri"/>
              </a:rPr>
              <a:t>stockage</a:t>
            </a:r>
            <a:r>
              <a:rPr lang="fr-FR" sz="1200" spc="-30" dirty="0" smtClean="0">
                <a:solidFill>
                  <a:srgbClr val="585858"/>
                </a:solidFill>
                <a:latin typeface="+mn-lt"/>
                <a:cs typeface="Calibri"/>
              </a:rPr>
              <a:t> </a:t>
            </a:r>
            <a:r>
              <a:rPr lang="fr-FR" sz="1200" dirty="0" smtClean="0">
                <a:solidFill>
                  <a:srgbClr val="585858"/>
                </a:solidFill>
                <a:latin typeface="+mn-lt"/>
                <a:cs typeface="Calibri"/>
              </a:rPr>
              <a:t>achetés</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45" dirty="0" smtClean="0">
                <a:solidFill>
                  <a:srgbClr val="585858"/>
                </a:solidFill>
                <a:latin typeface="+mn-lt"/>
                <a:cs typeface="Calibri"/>
              </a:rPr>
              <a:t> </a:t>
            </a:r>
            <a:r>
              <a:rPr lang="fr-FR" sz="1200" dirty="0" smtClean="0">
                <a:solidFill>
                  <a:srgbClr val="585858"/>
                </a:solidFill>
                <a:latin typeface="+mn-lt"/>
                <a:cs typeface="Calibri"/>
              </a:rPr>
              <a:t>nos</a:t>
            </a:r>
            <a:r>
              <a:rPr lang="fr-FR" sz="1200" spc="-10" dirty="0" smtClean="0">
                <a:solidFill>
                  <a:srgbClr val="585858"/>
                </a:solidFill>
                <a:latin typeface="+mn-lt"/>
                <a:cs typeface="Calibri"/>
              </a:rPr>
              <a:t> </a:t>
            </a:r>
            <a:r>
              <a:rPr lang="fr-FR" sz="1200" dirty="0" smtClean="0">
                <a:solidFill>
                  <a:srgbClr val="585858"/>
                </a:solidFill>
                <a:latin typeface="+mn-lt"/>
                <a:cs typeface="Calibri"/>
              </a:rPr>
              <a:t>jours</a:t>
            </a:r>
            <a:r>
              <a:rPr lang="fr-FR" sz="1200" spc="-15" dirty="0" smtClean="0">
                <a:solidFill>
                  <a:srgbClr val="585858"/>
                </a:solidFill>
                <a:latin typeface="+mn-lt"/>
                <a:cs typeface="Calibri"/>
              </a:rPr>
              <a:t> </a:t>
            </a:r>
            <a:r>
              <a:rPr lang="fr-FR" sz="1200" dirty="0" smtClean="0">
                <a:solidFill>
                  <a:srgbClr val="585858"/>
                </a:solidFill>
                <a:latin typeface="+mn-lt"/>
                <a:cs typeface="Calibri"/>
              </a:rPr>
              <a:t>sont</a:t>
            </a:r>
            <a:r>
              <a:rPr lang="fr-FR" sz="1200" spc="-35" dirty="0" smtClean="0">
                <a:solidFill>
                  <a:srgbClr val="585858"/>
                </a:solidFill>
                <a:latin typeface="+mn-lt"/>
                <a:cs typeface="Calibri"/>
              </a:rPr>
              <a:t> </a:t>
            </a:r>
            <a:r>
              <a:rPr lang="fr-FR" sz="1200" dirty="0" smtClean="0">
                <a:solidFill>
                  <a:srgbClr val="585858"/>
                </a:solidFill>
                <a:latin typeface="+mn-lt"/>
                <a:cs typeface="Calibri"/>
              </a:rPr>
              <a:t>déjà</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formatés.</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17</a:t>
            </a:fld>
            <a:endParaRPr lang="fr-FR"/>
          </a:p>
        </p:txBody>
      </p:sp>
    </p:spTree>
    <p:extLst>
      <p:ext uri="{BB962C8B-B14F-4D97-AF65-F5344CB8AC3E}">
        <p14:creationId xmlns:p14="http://schemas.microsoft.com/office/powerpoint/2010/main" val="29431753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83515" indent="-170815">
              <a:lnSpc>
                <a:spcPct val="100000"/>
              </a:lnSpc>
              <a:spcBef>
                <a:spcPts val="1440"/>
              </a:spcBef>
              <a:buFont typeface="Courier New"/>
              <a:buChar char="o"/>
              <a:tabLst>
                <a:tab pos="183515" algn="l"/>
              </a:tabLst>
            </a:pPr>
            <a:r>
              <a:rPr lang="fr-FR" sz="1200" dirty="0" smtClean="0">
                <a:solidFill>
                  <a:srgbClr val="585858"/>
                </a:solidFill>
                <a:latin typeface="+mn-lt"/>
                <a:cs typeface="Calibri"/>
              </a:rPr>
              <a:t>Chaque</a:t>
            </a:r>
            <a:r>
              <a:rPr lang="fr-FR" sz="1200" spc="-35" dirty="0" smtClean="0">
                <a:solidFill>
                  <a:srgbClr val="585858"/>
                </a:solidFill>
                <a:latin typeface="+mn-lt"/>
                <a:cs typeface="Calibri"/>
              </a:rPr>
              <a:t> </a:t>
            </a:r>
            <a:r>
              <a:rPr lang="fr-FR" sz="1200" dirty="0" smtClean="0">
                <a:solidFill>
                  <a:srgbClr val="585858"/>
                </a:solidFill>
                <a:latin typeface="+mn-lt"/>
                <a:cs typeface="Calibri"/>
              </a:rPr>
              <a:t>fichier</a:t>
            </a:r>
            <a:r>
              <a:rPr lang="fr-FR" sz="1200" spc="-10" dirty="0" smtClean="0">
                <a:solidFill>
                  <a:srgbClr val="585858"/>
                </a:solidFill>
                <a:latin typeface="+mn-lt"/>
                <a:cs typeface="Calibri"/>
              </a:rPr>
              <a:t> </a:t>
            </a:r>
            <a:r>
              <a:rPr lang="fr-FR" sz="1200" dirty="0" smtClean="0">
                <a:solidFill>
                  <a:srgbClr val="585858"/>
                </a:solidFill>
                <a:latin typeface="+mn-lt"/>
                <a:cs typeface="Calibri"/>
              </a:rPr>
              <a:t>et</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répertoire</a:t>
            </a:r>
            <a:r>
              <a:rPr lang="fr-FR" sz="1200" spc="10" dirty="0" smtClean="0">
                <a:solidFill>
                  <a:srgbClr val="585858"/>
                </a:solidFill>
                <a:latin typeface="+mn-lt"/>
                <a:cs typeface="Calibri"/>
              </a:rPr>
              <a:t> </a:t>
            </a:r>
            <a:r>
              <a:rPr lang="fr-FR" sz="1200" dirty="0" smtClean="0">
                <a:solidFill>
                  <a:srgbClr val="585858"/>
                </a:solidFill>
                <a:latin typeface="+mn-lt"/>
                <a:cs typeface="Calibri"/>
              </a:rPr>
              <a:t>se</a:t>
            </a:r>
            <a:r>
              <a:rPr lang="fr-FR" sz="1200" spc="-35" dirty="0" smtClean="0">
                <a:solidFill>
                  <a:srgbClr val="585858"/>
                </a:solidFill>
                <a:latin typeface="+mn-lt"/>
                <a:cs typeface="Calibri"/>
              </a:rPr>
              <a:t> </a:t>
            </a:r>
            <a:r>
              <a:rPr lang="fr-FR" sz="1200" dirty="0" smtClean="0">
                <a:solidFill>
                  <a:srgbClr val="585858"/>
                </a:solidFill>
                <a:latin typeface="+mn-lt"/>
                <a:cs typeface="Calibri"/>
              </a:rPr>
              <a:t>voit</a:t>
            </a:r>
            <a:r>
              <a:rPr lang="fr-FR" sz="1200" spc="-35" dirty="0" smtClean="0">
                <a:solidFill>
                  <a:srgbClr val="585858"/>
                </a:solidFill>
                <a:latin typeface="+mn-lt"/>
                <a:cs typeface="Calibri"/>
              </a:rPr>
              <a:t> </a:t>
            </a:r>
            <a:r>
              <a:rPr lang="fr-FR" sz="1200" dirty="0" smtClean="0">
                <a:solidFill>
                  <a:srgbClr val="585858"/>
                </a:solidFill>
                <a:latin typeface="+mn-lt"/>
                <a:cs typeface="Calibri"/>
              </a:rPr>
              <a:t>attribuer</a:t>
            </a:r>
            <a:r>
              <a:rPr lang="fr-FR" sz="1200" spc="-25" dirty="0" smtClean="0">
                <a:solidFill>
                  <a:srgbClr val="585858"/>
                </a:solidFill>
                <a:latin typeface="+mn-lt"/>
                <a:cs typeface="Calibri"/>
              </a:rPr>
              <a:t> </a:t>
            </a:r>
            <a:r>
              <a:rPr lang="fr-FR" sz="1200" dirty="0" smtClean="0">
                <a:solidFill>
                  <a:srgbClr val="585858"/>
                </a:solidFill>
                <a:latin typeface="+mn-lt"/>
                <a:cs typeface="Calibri"/>
              </a:rPr>
              <a:t>une</a:t>
            </a:r>
            <a:r>
              <a:rPr lang="fr-FR" sz="1200" spc="-40" dirty="0" smtClean="0">
                <a:solidFill>
                  <a:srgbClr val="585858"/>
                </a:solidFill>
                <a:latin typeface="+mn-lt"/>
                <a:cs typeface="Calibri"/>
              </a:rPr>
              <a:t> </a:t>
            </a:r>
            <a:r>
              <a:rPr lang="fr-FR" sz="1200" dirty="0" smtClean="0">
                <a:solidFill>
                  <a:srgbClr val="585858"/>
                </a:solidFill>
                <a:latin typeface="+mn-lt"/>
                <a:cs typeface="Calibri"/>
              </a:rPr>
              <a:t>entrée</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répertoire</a:t>
            </a:r>
            <a:r>
              <a:rPr lang="fr-FR" sz="1200" spc="10" dirty="0" smtClean="0">
                <a:solidFill>
                  <a:srgbClr val="585858"/>
                </a:solidFill>
                <a:latin typeface="+mn-lt"/>
                <a:cs typeface="Calibri"/>
              </a:rPr>
              <a:t> </a:t>
            </a:r>
            <a:r>
              <a:rPr lang="fr-FR" sz="1200" dirty="0" smtClean="0">
                <a:solidFill>
                  <a:srgbClr val="585858"/>
                </a:solidFill>
                <a:latin typeface="+mn-lt"/>
                <a:cs typeface="Calibri"/>
              </a:rPr>
              <a:t>qui</a:t>
            </a:r>
            <a:r>
              <a:rPr lang="fr-FR" sz="1200" spc="-30" dirty="0" smtClean="0">
                <a:solidFill>
                  <a:srgbClr val="585858"/>
                </a:solidFill>
                <a:latin typeface="+mn-lt"/>
                <a:cs typeface="Calibri"/>
              </a:rPr>
              <a:t> </a:t>
            </a:r>
            <a:r>
              <a:rPr lang="fr-FR" sz="1200" dirty="0" smtClean="0">
                <a:solidFill>
                  <a:srgbClr val="585858"/>
                </a:solidFill>
                <a:latin typeface="+mn-lt"/>
                <a:cs typeface="Calibri"/>
              </a:rPr>
              <a:t>contient</a:t>
            </a:r>
            <a:r>
              <a:rPr lang="fr-FR" sz="1200" spc="-30"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pPr marL="512445" lvl="1" indent="-79375">
              <a:lnSpc>
                <a:spcPct val="100000"/>
              </a:lnSpc>
              <a:spcBef>
                <a:spcPts val="1445"/>
              </a:spcBef>
              <a:buChar char="-"/>
              <a:tabLst>
                <a:tab pos="512445" algn="l"/>
              </a:tabLst>
            </a:pPr>
            <a:r>
              <a:rPr lang="fr-FR" sz="1200" dirty="0" smtClean="0">
                <a:solidFill>
                  <a:srgbClr val="585858"/>
                </a:solidFill>
                <a:latin typeface="+mn-lt"/>
                <a:cs typeface="Calibri"/>
              </a:rPr>
              <a:t>Nom</a:t>
            </a:r>
            <a:r>
              <a:rPr lang="fr-FR" sz="1200" spc="-20" dirty="0" smtClean="0">
                <a:solidFill>
                  <a:srgbClr val="585858"/>
                </a:solidFill>
                <a:latin typeface="+mn-lt"/>
                <a:cs typeface="Calibri"/>
              </a:rPr>
              <a:t> </a:t>
            </a:r>
            <a:r>
              <a:rPr lang="fr-FR" sz="1200" dirty="0" smtClean="0">
                <a:solidFill>
                  <a:srgbClr val="585858"/>
                </a:solidFill>
                <a:latin typeface="+mn-lt"/>
                <a:cs typeface="Calibri"/>
              </a:rPr>
              <a:t>de</a:t>
            </a:r>
            <a:r>
              <a:rPr lang="fr-FR" sz="1200" spc="-20" dirty="0" smtClean="0">
                <a:solidFill>
                  <a:srgbClr val="585858"/>
                </a:solidFill>
                <a:latin typeface="+mn-lt"/>
                <a:cs typeface="Calibri"/>
              </a:rPr>
              <a:t> </a:t>
            </a:r>
            <a:r>
              <a:rPr lang="fr-FR" sz="1200" dirty="0" smtClean="0">
                <a:solidFill>
                  <a:srgbClr val="585858"/>
                </a:solidFill>
                <a:latin typeface="+mn-lt"/>
                <a:cs typeface="Calibri"/>
              </a:rPr>
              <a:t>fichier</a:t>
            </a:r>
            <a:r>
              <a:rPr lang="fr-FR" sz="1200" spc="-10"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pPr marL="512445" lvl="1" indent="-79375">
              <a:lnSpc>
                <a:spcPct val="100000"/>
              </a:lnSpc>
              <a:spcBef>
                <a:spcPts val="1440"/>
              </a:spcBef>
              <a:buChar char="-"/>
              <a:tabLst>
                <a:tab pos="512445" algn="l"/>
              </a:tabLst>
            </a:pPr>
            <a:r>
              <a:rPr lang="fr-FR" sz="1200" spc="-10" dirty="0" smtClean="0">
                <a:solidFill>
                  <a:srgbClr val="585858"/>
                </a:solidFill>
                <a:latin typeface="+mn-lt"/>
                <a:cs typeface="Calibri"/>
              </a:rPr>
              <a:t>Taille</a:t>
            </a:r>
            <a:r>
              <a:rPr lang="fr-FR" sz="1200" spc="-15" dirty="0" smtClean="0">
                <a:solidFill>
                  <a:srgbClr val="585858"/>
                </a:solidFill>
                <a:latin typeface="+mn-lt"/>
                <a:cs typeface="Calibri"/>
              </a:rPr>
              <a:t> </a:t>
            </a:r>
            <a:r>
              <a:rPr lang="fr-FR" sz="1200" dirty="0" smtClean="0">
                <a:solidFill>
                  <a:srgbClr val="585858"/>
                </a:solidFill>
                <a:latin typeface="+mn-lt"/>
                <a:cs typeface="Calibri"/>
              </a:rPr>
              <a:t>du</a:t>
            </a:r>
            <a:r>
              <a:rPr lang="fr-FR" sz="1200" spc="-45" dirty="0" smtClean="0">
                <a:solidFill>
                  <a:srgbClr val="585858"/>
                </a:solidFill>
                <a:latin typeface="+mn-lt"/>
                <a:cs typeface="Calibri"/>
              </a:rPr>
              <a:t> </a:t>
            </a:r>
            <a:r>
              <a:rPr lang="fr-FR" sz="1200" dirty="0" smtClean="0">
                <a:solidFill>
                  <a:srgbClr val="585858"/>
                </a:solidFill>
                <a:latin typeface="+mn-lt"/>
                <a:cs typeface="Calibri"/>
              </a:rPr>
              <a:t>fichier</a:t>
            </a:r>
            <a:r>
              <a:rPr lang="fr-FR" sz="1200" spc="-25"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pPr marL="512445" lvl="1" indent="-79375">
              <a:lnSpc>
                <a:spcPct val="100000"/>
              </a:lnSpc>
              <a:spcBef>
                <a:spcPts val="1440"/>
              </a:spcBef>
              <a:buChar char="-"/>
              <a:tabLst>
                <a:tab pos="512445" algn="l"/>
              </a:tabLst>
            </a:pPr>
            <a:r>
              <a:rPr lang="fr-FR" sz="1200" dirty="0" smtClean="0">
                <a:solidFill>
                  <a:srgbClr val="585858"/>
                </a:solidFill>
                <a:latin typeface="+mn-lt"/>
                <a:cs typeface="Calibri"/>
              </a:rPr>
              <a:t>Adresse</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40" dirty="0" smtClean="0">
                <a:solidFill>
                  <a:srgbClr val="585858"/>
                </a:solidFill>
                <a:latin typeface="+mn-lt"/>
                <a:cs typeface="Calibri"/>
              </a:rPr>
              <a:t> </a:t>
            </a:r>
            <a:r>
              <a:rPr lang="fr-FR" sz="1200" dirty="0" smtClean="0">
                <a:solidFill>
                  <a:srgbClr val="585858"/>
                </a:solidFill>
                <a:latin typeface="+mn-lt"/>
                <a:cs typeface="Calibri"/>
              </a:rPr>
              <a:t>départ</a:t>
            </a:r>
            <a:r>
              <a:rPr lang="fr-FR" sz="1200" spc="-15" dirty="0" smtClean="0">
                <a:solidFill>
                  <a:srgbClr val="585858"/>
                </a:solidFill>
                <a:latin typeface="+mn-lt"/>
                <a:cs typeface="Calibri"/>
              </a:rPr>
              <a:t> </a:t>
            </a:r>
            <a:r>
              <a:rPr lang="fr-FR" sz="1200" dirty="0" smtClean="0">
                <a:solidFill>
                  <a:srgbClr val="585858"/>
                </a:solidFill>
                <a:latin typeface="+mn-lt"/>
                <a:cs typeface="Calibri"/>
              </a:rPr>
              <a:t>du</a:t>
            </a:r>
            <a:r>
              <a:rPr lang="fr-FR" sz="1200" spc="-45" dirty="0" smtClean="0">
                <a:solidFill>
                  <a:srgbClr val="585858"/>
                </a:solidFill>
                <a:latin typeface="+mn-lt"/>
                <a:cs typeface="Calibri"/>
              </a:rPr>
              <a:t> </a:t>
            </a:r>
            <a:r>
              <a:rPr lang="fr-FR" sz="1200" spc="-10" dirty="0" smtClean="0">
                <a:solidFill>
                  <a:srgbClr val="585858"/>
                </a:solidFill>
                <a:latin typeface="+mn-lt"/>
                <a:cs typeface="Calibri"/>
              </a:rPr>
              <a:t>contenu.</a:t>
            </a:r>
            <a:endParaRPr lang="fr-FR" sz="1200" dirty="0" smtClean="0">
              <a:latin typeface="+mn-lt"/>
              <a:cs typeface="Calibri"/>
            </a:endParaRPr>
          </a:p>
          <a:p>
            <a:r>
              <a:rPr lang="fr-FR" sz="1200" dirty="0" smtClean="0">
                <a:solidFill>
                  <a:srgbClr val="585858"/>
                </a:solidFill>
                <a:latin typeface="+mn-lt"/>
                <a:cs typeface="Calibri"/>
              </a:rPr>
              <a:t>Grace</a:t>
            </a:r>
            <a:r>
              <a:rPr lang="fr-FR" sz="1200" spc="-10" dirty="0" smtClean="0">
                <a:solidFill>
                  <a:srgbClr val="585858"/>
                </a:solidFill>
                <a:latin typeface="+mn-lt"/>
                <a:cs typeface="Calibri"/>
              </a:rPr>
              <a:t> </a:t>
            </a:r>
            <a:r>
              <a:rPr lang="fr-FR" sz="1200" dirty="0" smtClean="0">
                <a:solidFill>
                  <a:srgbClr val="585858"/>
                </a:solidFill>
                <a:latin typeface="+mn-lt"/>
                <a:cs typeface="Calibri"/>
              </a:rPr>
              <a:t>à</a:t>
            </a:r>
            <a:r>
              <a:rPr lang="fr-FR" sz="1200" spc="-15" dirty="0" smtClean="0">
                <a:solidFill>
                  <a:srgbClr val="585858"/>
                </a:solidFill>
                <a:latin typeface="+mn-lt"/>
                <a:cs typeface="Calibri"/>
              </a:rPr>
              <a:t> </a:t>
            </a:r>
            <a:r>
              <a:rPr lang="fr-FR" sz="1200" dirty="0" smtClean="0">
                <a:solidFill>
                  <a:srgbClr val="585858"/>
                </a:solidFill>
                <a:latin typeface="+mn-lt"/>
                <a:cs typeface="Calibri"/>
              </a:rPr>
              <a:t>cette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portabilité,</a:t>
            </a:r>
            <a:r>
              <a:rPr lang="fr-FR" sz="1200" spc="20" dirty="0" smtClean="0">
                <a:solidFill>
                  <a:srgbClr val="585858"/>
                </a:solidFill>
                <a:latin typeface="+mn-lt"/>
                <a:cs typeface="Calibri"/>
              </a:rPr>
              <a:t> </a:t>
            </a:r>
            <a:r>
              <a:rPr lang="fr-FR" sz="1200" spc="-45" dirty="0" smtClean="0">
                <a:solidFill>
                  <a:srgbClr val="585858"/>
                </a:solidFill>
                <a:latin typeface="+mn-lt"/>
                <a:cs typeface="Calibri"/>
              </a:rPr>
              <a:t>FAT</a:t>
            </a:r>
            <a:r>
              <a:rPr lang="fr-FR" sz="1200" dirty="0" smtClean="0">
                <a:solidFill>
                  <a:srgbClr val="585858"/>
                </a:solidFill>
                <a:latin typeface="+mn-lt"/>
                <a:cs typeface="Calibri"/>
              </a:rPr>
              <a:t> est</a:t>
            </a:r>
            <a:r>
              <a:rPr lang="fr-FR" sz="1200" spc="-30" dirty="0" smtClean="0">
                <a:solidFill>
                  <a:srgbClr val="585858"/>
                </a:solidFill>
                <a:latin typeface="+mn-lt"/>
                <a:cs typeface="Calibri"/>
              </a:rPr>
              <a:t> </a:t>
            </a:r>
            <a:r>
              <a:rPr lang="fr-FR" sz="1200" dirty="0" smtClean="0">
                <a:solidFill>
                  <a:srgbClr val="585858"/>
                </a:solidFill>
                <a:latin typeface="+mn-lt"/>
                <a:cs typeface="Calibri"/>
              </a:rPr>
              <a:t>souvent</a:t>
            </a:r>
            <a:r>
              <a:rPr lang="fr-FR" sz="1200" spc="-50" dirty="0" smtClean="0">
                <a:solidFill>
                  <a:srgbClr val="585858"/>
                </a:solidFill>
                <a:latin typeface="+mn-lt"/>
                <a:cs typeface="Calibri"/>
              </a:rPr>
              <a:t> </a:t>
            </a:r>
            <a:r>
              <a:rPr lang="fr-FR" sz="1200" dirty="0" smtClean="0">
                <a:solidFill>
                  <a:srgbClr val="585858"/>
                </a:solidFill>
                <a:latin typeface="+mn-lt"/>
                <a:cs typeface="Calibri"/>
              </a:rPr>
              <a:t>utilisé</a:t>
            </a:r>
            <a:r>
              <a:rPr lang="fr-FR" sz="1200" spc="-5" dirty="0" smtClean="0">
                <a:solidFill>
                  <a:srgbClr val="585858"/>
                </a:solidFill>
                <a:latin typeface="+mn-lt"/>
                <a:cs typeface="Calibri"/>
              </a:rPr>
              <a:t> </a:t>
            </a:r>
            <a:r>
              <a:rPr lang="fr-FR" sz="1200" dirty="0" smtClean="0">
                <a:solidFill>
                  <a:srgbClr val="585858"/>
                </a:solidFill>
                <a:latin typeface="+mn-lt"/>
                <a:cs typeface="Calibri"/>
              </a:rPr>
              <a:t>pour</a:t>
            </a:r>
            <a:r>
              <a:rPr lang="fr-FR" sz="1200" spc="-5" dirty="0" smtClean="0">
                <a:solidFill>
                  <a:srgbClr val="585858"/>
                </a:solidFill>
                <a:latin typeface="+mn-lt"/>
                <a:cs typeface="Calibri"/>
              </a:rPr>
              <a:t> </a:t>
            </a:r>
            <a:r>
              <a:rPr lang="fr-FR" sz="1200" dirty="0" smtClean="0">
                <a:solidFill>
                  <a:srgbClr val="585858"/>
                </a:solidFill>
                <a:latin typeface="+mn-lt"/>
                <a:cs typeface="Calibri"/>
              </a:rPr>
              <a:t>les</a:t>
            </a:r>
            <a:r>
              <a:rPr lang="fr-FR" sz="1200" spc="-25" dirty="0" smtClean="0">
                <a:solidFill>
                  <a:srgbClr val="585858"/>
                </a:solidFill>
                <a:latin typeface="+mn-lt"/>
                <a:cs typeface="Calibri"/>
              </a:rPr>
              <a:t> </a:t>
            </a:r>
            <a:r>
              <a:rPr lang="fr-FR" sz="1200" dirty="0" smtClean="0">
                <a:solidFill>
                  <a:srgbClr val="585858"/>
                </a:solidFill>
                <a:latin typeface="+mn-lt"/>
                <a:cs typeface="Calibri"/>
              </a:rPr>
              <a:t>clés</a:t>
            </a:r>
            <a:r>
              <a:rPr lang="fr-FR" sz="1200" spc="20" dirty="0" smtClean="0">
                <a:solidFill>
                  <a:srgbClr val="585858"/>
                </a:solidFill>
                <a:latin typeface="+mn-lt"/>
                <a:cs typeface="Calibri"/>
              </a:rPr>
              <a:t> </a:t>
            </a:r>
            <a:r>
              <a:rPr lang="fr-FR" sz="1200" dirty="0" smtClean="0">
                <a:solidFill>
                  <a:srgbClr val="585858"/>
                </a:solidFill>
                <a:latin typeface="+mn-lt"/>
                <a:cs typeface="Calibri"/>
              </a:rPr>
              <a:t>USB</a:t>
            </a:r>
            <a:r>
              <a:rPr lang="fr-FR" sz="1200" spc="-40" dirty="0" smtClean="0">
                <a:solidFill>
                  <a:srgbClr val="585858"/>
                </a:solidFill>
                <a:latin typeface="+mn-lt"/>
                <a:cs typeface="Calibri"/>
              </a:rPr>
              <a:t> </a:t>
            </a:r>
            <a:r>
              <a:rPr lang="fr-FR" sz="1200" dirty="0" smtClean="0">
                <a:solidFill>
                  <a:srgbClr val="585858"/>
                </a:solidFill>
                <a:latin typeface="+mn-lt"/>
                <a:cs typeface="Calibri"/>
              </a:rPr>
              <a:t>et</a:t>
            </a:r>
            <a:r>
              <a:rPr lang="fr-FR" sz="1200" spc="-30" dirty="0" smtClean="0">
                <a:solidFill>
                  <a:srgbClr val="585858"/>
                </a:solidFill>
                <a:latin typeface="+mn-lt"/>
                <a:cs typeface="Calibri"/>
              </a:rPr>
              <a:t> </a:t>
            </a:r>
            <a:r>
              <a:rPr lang="fr-FR" sz="1200" dirty="0" smtClean="0">
                <a:solidFill>
                  <a:srgbClr val="585858"/>
                </a:solidFill>
                <a:latin typeface="+mn-lt"/>
                <a:cs typeface="Calibri"/>
              </a:rPr>
              <a:t>pour</a:t>
            </a:r>
            <a:r>
              <a:rPr lang="fr-FR" sz="1200" spc="-25"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partition</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/boot.</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18</a:t>
            </a:fld>
            <a:endParaRPr lang="fr-FR"/>
          </a:p>
        </p:txBody>
      </p:sp>
    </p:spTree>
    <p:extLst>
      <p:ext uri="{BB962C8B-B14F-4D97-AF65-F5344CB8AC3E}">
        <p14:creationId xmlns:p14="http://schemas.microsoft.com/office/powerpoint/2010/main" val="40574731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i="0" kern="1200" dirty="0" smtClean="0">
                <a:solidFill>
                  <a:schemeClr val="tx1"/>
                </a:solidFill>
                <a:effectLst/>
                <a:latin typeface="+mn-lt"/>
                <a:ea typeface="+mn-ea"/>
                <a:cs typeface="+mn-cs"/>
              </a:rPr>
              <a:t>Taille de l'entrée de la FAT :</a:t>
            </a:r>
            <a:r>
              <a:rPr lang="fr-FR" sz="1200" b="0" i="0" kern="1200" dirty="0" smtClean="0">
                <a:solidFill>
                  <a:schemeClr val="tx1"/>
                </a:solidFill>
                <a:effectLst/>
                <a:latin typeface="+mn-lt"/>
                <a:ea typeface="+mn-ea"/>
                <a:cs typeface="+mn-cs"/>
              </a:rPr>
              <a:t> Dans FAT12, chaque entrée de la table d'allocation (FAT) est de 12 bits. Cela signifie qu'une entrée de la FAT peut avoir 2^12 (4096) valeurs différentes.</a:t>
            </a:r>
          </a:p>
          <a:p>
            <a:r>
              <a:rPr lang="fr-FR" sz="1200" b="1" i="0" kern="1200" dirty="0" smtClean="0">
                <a:solidFill>
                  <a:schemeClr val="tx1"/>
                </a:solidFill>
                <a:effectLst/>
                <a:latin typeface="+mn-lt"/>
                <a:ea typeface="+mn-ea"/>
                <a:cs typeface="+mn-cs"/>
              </a:rPr>
              <a:t>Calcul du nombre maximal de clusters :</a:t>
            </a:r>
            <a:r>
              <a:rPr lang="fr-FR" sz="1200" b="0" i="0" kern="1200" dirty="0" smtClean="0">
                <a:solidFill>
                  <a:schemeClr val="tx1"/>
                </a:solidFill>
                <a:effectLst/>
                <a:latin typeface="+mn-lt"/>
                <a:ea typeface="+mn-ea"/>
                <a:cs typeface="+mn-cs"/>
              </a:rPr>
              <a:t> Étant donné que chaque entrée de la FAT fait référence à un cluster, le nombre maximal de clusters dans un volume FAT12 est de 4096.</a:t>
            </a:r>
          </a:p>
          <a:p>
            <a:r>
              <a:rPr lang="fr-FR" sz="1200" b="1" i="0" kern="1200" dirty="0" smtClean="0">
                <a:solidFill>
                  <a:schemeClr val="tx1"/>
                </a:solidFill>
                <a:effectLst/>
                <a:latin typeface="+mn-lt"/>
                <a:ea typeface="+mn-ea"/>
                <a:cs typeface="+mn-cs"/>
              </a:rPr>
              <a:t>Calcul de la taille maximale du volume :</a:t>
            </a:r>
            <a:r>
              <a:rPr lang="fr-FR" sz="1200" b="0" i="0" kern="1200" dirty="0" smtClean="0">
                <a:solidFill>
                  <a:schemeClr val="tx1"/>
                </a:solidFill>
                <a:effectLst/>
                <a:latin typeface="+mn-lt"/>
                <a:ea typeface="+mn-ea"/>
                <a:cs typeface="+mn-cs"/>
              </a:rPr>
              <a:t> La taille maximale du volume est obtenue en multipliant le nombre maximal de clusters par la taille de chaque cluster. Dans le cas où la taille maximale d'un bloc est de 8ko , la taille maximale du volume est de 4096 * 8 </a:t>
            </a:r>
            <a:r>
              <a:rPr lang="fr-FR" sz="1200" b="0" i="0" kern="1200" dirty="0" err="1" smtClean="0">
                <a:solidFill>
                  <a:schemeClr val="tx1"/>
                </a:solidFill>
                <a:effectLst/>
                <a:latin typeface="+mn-lt"/>
                <a:ea typeface="+mn-ea"/>
                <a:cs typeface="+mn-cs"/>
              </a:rPr>
              <a:t>koctets</a:t>
            </a:r>
            <a:r>
              <a:rPr lang="fr-FR" sz="1200" b="0" i="0" kern="1200" dirty="0" smtClean="0">
                <a:solidFill>
                  <a:schemeClr val="tx1"/>
                </a:solidFill>
                <a:effectLst/>
                <a:latin typeface="+mn-lt"/>
                <a:ea typeface="+mn-ea"/>
                <a:cs typeface="+mn-cs"/>
              </a:rPr>
              <a:t> =  32768 </a:t>
            </a:r>
            <a:r>
              <a:rPr lang="fr-FR" sz="1200" b="0" i="0" kern="1200" dirty="0" err="1" smtClean="0">
                <a:solidFill>
                  <a:schemeClr val="tx1"/>
                </a:solidFill>
                <a:effectLst/>
                <a:latin typeface="+mn-lt"/>
                <a:ea typeface="+mn-ea"/>
                <a:cs typeface="+mn-cs"/>
              </a:rPr>
              <a:t>koctets</a:t>
            </a:r>
            <a:r>
              <a:rPr lang="fr-FR" sz="1200" b="0" i="0" kern="1200" dirty="0" smtClean="0">
                <a:solidFill>
                  <a:schemeClr val="tx1"/>
                </a:solidFill>
                <a:effectLst/>
                <a:latin typeface="+mn-lt"/>
                <a:ea typeface="+mn-ea"/>
                <a:cs typeface="+mn-cs"/>
              </a:rPr>
              <a:t>.</a:t>
            </a:r>
          </a:p>
          <a:p>
            <a:r>
              <a:rPr lang="fr-FR" sz="1200" b="1" i="0" kern="1200" dirty="0" smtClean="0">
                <a:solidFill>
                  <a:schemeClr val="tx1"/>
                </a:solidFill>
                <a:effectLst/>
                <a:latin typeface="+mn-lt"/>
                <a:ea typeface="+mn-ea"/>
                <a:cs typeface="+mn-cs"/>
              </a:rPr>
              <a:t>Conversion en mégaoctets (Mo) :</a:t>
            </a:r>
            <a:r>
              <a:rPr lang="fr-FR" sz="1200" b="0" i="0" kern="1200" dirty="0" smtClean="0">
                <a:solidFill>
                  <a:schemeClr val="tx1"/>
                </a:solidFill>
                <a:effectLst/>
                <a:latin typeface="+mn-lt"/>
                <a:ea typeface="+mn-ea"/>
                <a:cs typeface="+mn-cs"/>
              </a:rPr>
              <a:t> Pour convertir la taille maximale du volume en mégaoctets, on divise le nombre total d'octets par 1024 (qui est le nombre d'octets dans un mégaoctet). Ainsi, 32768 </a:t>
            </a:r>
            <a:r>
              <a:rPr lang="fr-FR" sz="1200" b="0" i="0" kern="1200" dirty="0" err="1" smtClean="0">
                <a:solidFill>
                  <a:schemeClr val="tx1"/>
                </a:solidFill>
                <a:effectLst/>
                <a:latin typeface="+mn-lt"/>
                <a:ea typeface="+mn-ea"/>
                <a:cs typeface="+mn-cs"/>
              </a:rPr>
              <a:t>koctets</a:t>
            </a:r>
            <a:r>
              <a:rPr lang="fr-FR" sz="1200" b="0" i="0" kern="1200" dirty="0" smtClean="0">
                <a:solidFill>
                  <a:schemeClr val="tx1"/>
                </a:solidFill>
                <a:effectLst/>
                <a:latin typeface="+mn-lt"/>
                <a:ea typeface="+mn-ea"/>
                <a:cs typeface="+mn-cs"/>
              </a:rPr>
              <a:t> / 1024= 32 Mo</a:t>
            </a:r>
          </a:p>
          <a:p>
            <a:r>
              <a:rPr lang="fr-FR" sz="1200" b="0" i="0" kern="1200" dirty="0" smtClean="0">
                <a:solidFill>
                  <a:schemeClr val="tx1"/>
                </a:solidFill>
                <a:effectLst/>
                <a:latin typeface="+mn-lt"/>
                <a:ea typeface="+mn-ea"/>
                <a:cs typeface="+mn-cs"/>
              </a:rPr>
              <a:t>bien que FAT32 puisse gérer des volumes jusqu'à 128 Go avec des clusters de 512 octets, la taille maximale d'un fichier individuel reste limitée à 4 Go en raison des limitations de la structure de la table d'allocation et de la taille des champs utilisés pour stocker les informations sur les fichiers.</a:t>
            </a:r>
          </a:p>
          <a:p>
            <a:pPr marL="183515" indent="-170815">
              <a:lnSpc>
                <a:spcPct val="100000"/>
              </a:lnSpc>
              <a:spcBef>
                <a:spcPts val="1440"/>
              </a:spcBef>
              <a:buFont typeface="Courier New"/>
              <a:buChar char="o"/>
              <a:tabLst>
                <a:tab pos="183515" algn="l"/>
              </a:tabLst>
            </a:pP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19</a:t>
            </a:fld>
            <a:endParaRPr lang="fr-FR"/>
          </a:p>
        </p:txBody>
      </p:sp>
    </p:spTree>
    <p:extLst>
      <p:ext uri="{BB962C8B-B14F-4D97-AF65-F5344CB8AC3E}">
        <p14:creationId xmlns:p14="http://schemas.microsoft.com/office/powerpoint/2010/main" val="34079762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0" lvl="0" indent="0" algn="l" defTabSz="914400" rtl="0" eaLnBrk="1" fontAlgn="auto" latinLnBrk="0" hangingPunct="1">
              <a:lnSpc>
                <a:spcPct val="100000"/>
              </a:lnSpc>
              <a:spcBef>
                <a:spcPts val="1440"/>
              </a:spcBef>
              <a:spcAft>
                <a:spcPts val="0"/>
              </a:spcAft>
              <a:buClrTx/>
              <a:buSzTx/>
              <a:buFont typeface="Courier New"/>
              <a:buNone/>
              <a:tabLst>
                <a:tab pos="183515" algn="l"/>
              </a:tabLst>
              <a:defRPr/>
            </a:pPr>
            <a:r>
              <a:rPr lang="fr-FR" sz="1200" dirty="0" smtClean="0">
                <a:solidFill>
                  <a:srgbClr val="555555"/>
                </a:solidFill>
                <a:latin typeface="+mn-lt"/>
                <a:cs typeface="Calibri"/>
              </a:rPr>
              <a:t>Sur</a:t>
            </a:r>
            <a:r>
              <a:rPr lang="fr-FR" sz="1200" spc="140" dirty="0" smtClean="0">
                <a:solidFill>
                  <a:srgbClr val="555555"/>
                </a:solidFill>
                <a:latin typeface="+mn-lt"/>
                <a:cs typeface="Calibri"/>
              </a:rPr>
              <a:t> </a:t>
            </a:r>
            <a:r>
              <a:rPr lang="fr-FR" sz="1200" dirty="0" smtClean="0">
                <a:solidFill>
                  <a:srgbClr val="555555"/>
                </a:solidFill>
                <a:latin typeface="+mn-lt"/>
                <a:cs typeface="Calibri"/>
              </a:rPr>
              <a:t>les</a:t>
            </a:r>
            <a:r>
              <a:rPr lang="fr-FR" sz="1200" spc="160" dirty="0" smtClean="0">
                <a:solidFill>
                  <a:srgbClr val="555555"/>
                </a:solidFill>
                <a:latin typeface="+mn-lt"/>
                <a:cs typeface="Calibri"/>
              </a:rPr>
              <a:t> </a:t>
            </a:r>
            <a:r>
              <a:rPr lang="fr-FR" sz="1200" dirty="0" smtClean="0">
                <a:solidFill>
                  <a:srgbClr val="555555"/>
                </a:solidFill>
                <a:latin typeface="+mn-lt"/>
                <a:cs typeface="Calibri"/>
              </a:rPr>
              <a:t>ordinateurs</a:t>
            </a:r>
            <a:r>
              <a:rPr lang="fr-FR" sz="1200" spc="160" dirty="0" smtClean="0">
                <a:solidFill>
                  <a:srgbClr val="555555"/>
                </a:solidFill>
                <a:latin typeface="+mn-lt"/>
                <a:cs typeface="Calibri"/>
              </a:rPr>
              <a:t> </a:t>
            </a:r>
            <a:r>
              <a:rPr lang="fr-FR" sz="1200" dirty="0" smtClean="0">
                <a:solidFill>
                  <a:srgbClr val="555555"/>
                </a:solidFill>
                <a:latin typeface="+mn-lt"/>
                <a:cs typeface="Calibri"/>
              </a:rPr>
              <a:t>x86,</a:t>
            </a:r>
            <a:r>
              <a:rPr lang="fr-FR" sz="1200" spc="140" dirty="0" smtClean="0">
                <a:solidFill>
                  <a:srgbClr val="555555"/>
                </a:solidFill>
                <a:latin typeface="+mn-lt"/>
                <a:cs typeface="Calibri"/>
              </a:rPr>
              <a:t> </a:t>
            </a:r>
            <a:r>
              <a:rPr lang="fr-FR" sz="1200" spc="-10" dirty="0" smtClean="0">
                <a:solidFill>
                  <a:srgbClr val="555555"/>
                </a:solidFill>
                <a:latin typeface="+mn-lt"/>
                <a:cs typeface="Calibri"/>
              </a:rPr>
              <a:t>l'enregistrement</a:t>
            </a:r>
            <a:r>
              <a:rPr lang="fr-FR" sz="1200" dirty="0" smtClean="0">
                <a:latin typeface="+mn-lt"/>
                <a:cs typeface="Calibri"/>
              </a:rPr>
              <a:t> </a:t>
            </a:r>
            <a:r>
              <a:rPr lang="fr-FR" sz="1200" spc="-10" dirty="0" smtClean="0">
                <a:solidFill>
                  <a:srgbClr val="555555"/>
                </a:solidFill>
                <a:latin typeface="+mn-lt"/>
                <a:cs typeface="Calibri"/>
              </a:rPr>
              <a:t>d'amorçage</a:t>
            </a:r>
            <a:r>
              <a:rPr lang="fr-FR" sz="1200" spc="-35" dirty="0" smtClean="0">
                <a:solidFill>
                  <a:srgbClr val="555555"/>
                </a:solidFill>
                <a:latin typeface="+mn-lt"/>
                <a:cs typeface="Calibri"/>
              </a:rPr>
              <a:t> </a:t>
            </a:r>
            <a:r>
              <a:rPr lang="fr-FR" sz="1200" dirty="0" smtClean="0">
                <a:solidFill>
                  <a:srgbClr val="555555"/>
                </a:solidFill>
                <a:latin typeface="+mn-lt"/>
                <a:cs typeface="Calibri"/>
              </a:rPr>
              <a:t>principal</a:t>
            </a:r>
            <a:r>
              <a:rPr lang="fr-FR" sz="1200" spc="10" dirty="0" smtClean="0">
                <a:solidFill>
                  <a:srgbClr val="555555"/>
                </a:solidFill>
                <a:latin typeface="+mn-lt"/>
                <a:cs typeface="Calibri"/>
              </a:rPr>
              <a:t> </a:t>
            </a:r>
            <a:r>
              <a:rPr lang="fr-FR" sz="1200" dirty="0" smtClean="0">
                <a:solidFill>
                  <a:srgbClr val="555555"/>
                </a:solidFill>
                <a:latin typeface="+mn-lt"/>
                <a:cs typeface="Calibri"/>
              </a:rPr>
              <a:t>utilise</a:t>
            </a:r>
            <a:r>
              <a:rPr lang="fr-FR" sz="1200" spc="-15" dirty="0" smtClean="0">
                <a:solidFill>
                  <a:srgbClr val="555555"/>
                </a:solidFill>
                <a:latin typeface="+mn-lt"/>
                <a:cs typeface="Calibri"/>
              </a:rPr>
              <a:t> </a:t>
            </a:r>
            <a:r>
              <a:rPr lang="fr-FR" sz="1200" dirty="0" smtClean="0">
                <a:solidFill>
                  <a:srgbClr val="555555"/>
                </a:solidFill>
                <a:latin typeface="+mn-lt"/>
                <a:cs typeface="Calibri"/>
              </a:rPr>
              <a:t>le</a:t>
            </a:r>
            <a:r>
              <a:rPr lang="fr-FR" sz="1200" spc="-15" dirty="0" smtClean="0">
                <a:solidFill>
                  <a:srgbClr val="555555"/>
                </a:solidFill>
                <a:latin typeface="+mn-lt"/>
                <a:cs typeface="Calibri"/>
              </a:rPr>
              <a:t> </a:t>
            </a:r>
            <a:r>
              <a:rPr lang="fr-FR" sz="1200" dirty="0" smtClean="0">
                <a:solidFill>
                  <a:srgbClr val="555555"/>
                </a:solidFill>
                <a:latin typeface="+mn-lt"/>
                <a:cs typeface="Calibri"/>
              </a:rPr>
              <a:t>secteur</a:t>
            </a:r>
            <a:r>
              <a:rPr lang="fr-FR" sz="1200" spc="-30" dirty="0" smtClean="0">
                <a:solidFill>
                  <a:srgbClr val="555555"/>
                </a:solidFill>
                <a:latin typeface="+mn-lt"/>
                <a:cs typeface="Calibri"/>
              </a:rPr>
              <a:t> </a:t>
            </a:r>
            <a:r>
              <a:rPr lang="fr-FR" sz="1200" spc="-10" dirty="0" smtClean="0">
                <a:solidFill>
                  <a:srgbClr val="555555"/>
                </a:solidFill>
                <a:latin typeface="+mn-lt"/>
                <a:cs typeface="Calibri"/>
              </a:rPr>
              <a:t>d'amorçage</a:t>
            </a:r>
            <a:r>
              <a:rPr lang="fr-FR" sz="1200" spc="-15" dirty="0" smtClean="0">
                <a:solidFill>
                  <a:srgbClr val="555555"/>
                </a:solidFill>
                <a:latin typeface="+mn-lt"/>
                <a:cs typeface="Calibri"/>
              </a:rPr>
              <a:t> </a:t>
            </a:r>
            <a:r>
              <a:rPr lang="fr-FR" sz="1200" dirty="0" smtClean="0">
                <a:solidFill>
                  <a:srgbClr val="555555"/>
                </a:solidFill>
                <a:latin typeface="+mn-lt"/>
                <a:cs typeface="Calibri"/>
              </a:rPr>
              <a:t>de</a:t>
            </a:r>
            <a:r>
              <a:rPr lang="fr-FR" sz="1200" spc="-40" dirty="0" smtClean="0">
                <a:solidFill>
                  <a:srgbClr val="555555"/>
                </a:solidFill>
                <a:latin typeface="+mn-lt"/>
                <a:cs typeface="Calibri"/>
              </a:rPr>
              <a:t> </a:t>
            </a:r>
            <a:r>
              <a:rPr lang="fr-FR" sz="1200" dirty="0" smtClean="0">
                <a:solidFill>
                  <a:srgbClr val="555555"/>
                </a:solidFill>
                <a:latin typeface="+mn-lt"/>
                <a:cs typeface="Calibri"/>
              </a:rPr>
              <a:t>partition sur</a:t>
            </a:r>
            <a:r>
              <a:rPr lang="fr-FR" sz="1200" spc="-50" dirty="0" smtClean="0">
                <a:solidFill>
                  <a:srgbClr val="555555"/>
                </a:solidFill>
                <a:latin typeface="+mn-lt"/>
                <a:cs typeface="Calibri"/>
              </a:rPr>
              <a:t> </a:t>
            </a:r>
            <a:r>
              <a:rPr lang="fr-FR" sz="1200" dirty="0" smtClean="0">
                <a:solidFill>
                  <a:srgbClr val="555555"/>
                </a:solidFill>
                <a:latin typeface="+mn-lt"/>
                <a:cs typeface="Calibri"/>
              </a:rPr>
              <a:t>la</a:t>
            </a:r>
            <a:r>
              <a:rPr lang="fr-FR" sz="1200" spc="-15" dirty="0" smtClean="0">
                <a:solidFill>
                  <a:srgbClr val="555555"/>
                </a:solidFill>
                <a:latin typeface="+mn-lt"/>
                <a:cs typeface="Calibri"/>
              </a:rPr>
              <a:t> </a:t>
            </a:r>
            <a:r>
              <a:rPr lang="fr-FR" sz="1200" dirty="0" smtClean="0">
                <a:solidFill>
                  <a:srgbClr val="555555"/>
                </a:solidFill>
                <a:latin typeface="+mn-lt"/>
                <a:cs typeface="Calibri"/>
              </a:rPr>
              <a:t>partition</a:t>
            </a:r>
            <a:r>
              <a:rPr lang="fr-FR" sz="1200" spc="-25" dirty="0" smtClean="0">
                <a:solidFill>
                  <a:srgbClr val="555555"/>
                </a:solidFill>
                <a:latin typeface="+mn-lt"/>
                <a:cs typeface="Calibri"/>
              </a:rPr>
              <a:t> </a:t>
            </a:r>
            <a:r>
              <a:rPr lang="fr-FR" sz="1200" spc="-10" dirty="0" smtClean="0">
                <a:solidFill>
                  <a:srgbClr val="555555"/>
                </a:solidFill>
                <a:latin typeface="+mn-lt"/>
                <a:cs typeface="Calibri"/>
              </a:rPr>
              <a:t>système</a:t>
            </a:r>
            <a:r>
              <a:rPr lang="fr-FR" sz="1200" spc="-35" dirty="0" smtClean="0">
                <a:solidFill>
                  <a:srgbClr val="555555"/>
                </a:solidFill>
                <a:latin typeface="+mn-lt"/>
                <a:cs typeface="Calibri"/>
              </a:rPr>
              <a:t> </a:t>
            </a:r>
            <a:r>
              <a:rPr lang="fr-FR" sz="1200" dirty="0" smtClean="0">
                <a:solidFill>
                  <a:srgbClr val="555555"/>
                </a:solidFill>
                <a:latin typeface="+mn-lt"/>
                <a:cs typeface="Calibri"/>
              </a:rPr>
              <a:t>pour</a:t>
            </a:r>
            <a:r>
              <a:rPr lang="fr-FR" sz="1200" spc="-25" dirty="0" smtClean="0">
                <a:solidFill>
                  <a:srgbClr val="555555"/>
                </a:solidFill>
                <a:latin typeface="+mn-lt"/>
                <a:cs typeface="Calibri"/>
              </a:rPr>
              <a:t> </a:t>
            </a:r>
            <a:r>
              <a:rPr lang="fr-FR" sz="1200" dirty="0" smtClean="0">
                <a:solidFill>
                  <a:srgbClr val="555555"/>
                </a:solidFill>
                <a:latin typeface="+mn-lt"/>
                <a:cs typeface="Calibri"/>
              </a:rPr>
              <a:t>charger</a:t>
            </a:r>
            <a:r>
              <a:rPr lang="fr-FR" sz="1200" spc="-30" dirty="0" smtClean="0">
                <a:solidFill>
                  <a:srgbClr val="555555"/>
                </a:solidFill>
                <a:latin typeface="+mn-lt"/>
                <a:cs typeface="Calibri"/>
              </a:rPr>
              <a:t> </a:t>
            </a:r>
            <a:r>
              <a:rPr lang="fr-FR" sz="1200" dirty="0" smtClean="0">
                <a:solidFill>
                  <a:srgbClr val="555555"/>
                </a:solidFill>
                <a:latin typeface="+mn-lt"/>
                <a:cs typeface="Calibri"/>
              </a:rPr>
              <a:t>les</a:t>
            </a:r>
            <a:r>
              <a:rPr lang="fr-FR" sz="1200" spc="-5" dirty="0" smtClean="0">
                <a:solidFill>
                  <a:srgbClr val="555555"/>
                </a:solidFill>
                <a:latin typeface="+mn-lt"/>
                <a:cs typeface="Calibri"/>
              </a:rPr>
              <a:t> </a:t>
            </a:r>
            <a:r>
              <a:rPr lang="fr-FR" sz="1200" dirty="0" smtClean="0">
                <a:solidFill>
                  <a:srgbClr val="555555"/>
                </a:solidFill>
                <a:latin typeface="+mn-lt"/>
                <a:cs typeface="Calibri"/>
              </a:rPr>
              <a:t>fichiers</a:t>
            </a:r>
            <a:r>
              <a:rPr lang="fr-FR" sz="1200" spc="10" dirty="0" smtClean="0">
                <a:solidFill>
                  <a:srgbClr val="555555"/>
                </a:solidFill>
                <a:latin typeface="+mn-lt"/>
                <a:cs typeface="Calibri"/>
              </a:rPr>
              <a:t> </a:t>
            </a:r>
            <a:r>
              <a:rPr lang="fr-FR" sz="1200" dirty="0" smtClean="0">
                <a:solidFill>
                  <a:srgbClr val="555555"/>
                </a:solidFill>
                <a:latin typeface="+mn-lt"/>
                <a:cs typeface="Calibri"/>
              </a:rPr>
              <a:t>du</a:t>
            </a:r>
            <a:r>
              <a:rPr lang="fr-FR" sz="1200" spc="-45" dirty="0" smtClean="0">
                <a:solidFill>
                  <a:srgbClr val="555555"/>
                </a:solidFill>
                <a:latin typeface="+mn-lt"/>
                <a:cs typeface="Calibri"/>
              </a:rPr>
              <a:t> </a:t>
            </a:r>
            <a:r>
              <a:rPr lang="fr-FR" sz="1200" dirty="0" smtClean="0">
                <a:solidFill>
                  <a:srgbClr val="555555"/>
                </a:solidFill>
                <a:latin typeface="+mn-lt"/>
                <a:cs typeface="Calibri"/>
              </a:rPr>
              <a:t>noyau</a:t>
            </a:r>
            <a:r>
              <a:rPr lang="fr-FR" sz="1200" spc="-20" dirty="0" smtClean="0">
                <a:solidFill>
                  <a:srgbClr val="555555"/>
                </a:solidFill>
                <a:latin typeface="+mn-lt"/>
                <a:cs typeface="Calibri"/>
              </a:rPr>
              <a:t> </a:t>
            </a:r>
            <a:r>
              <a:rPr lang="fr-FR" sz="1200" dirty="0" smtClean="0">
                <a:solidFill>
                  <a:srgbClr val="555555"/>
                </a:solidFill>
                <a:latin typeface="+mn-lt"/>
                <a:cs typeface="Calibri"/>
              </a:rPr>
              <a:t>du</a:t>
            </a:r>
            <a:r>
              <a:rPr lang="fr-FR" sz="1200" spc="-45" dirty="0" smtClean="0">
                <a:solidFill>
                  <a:srgbClr val="555555"/>
                </a:solidFill>
                <a:latin typeface="+mn-lt"/>
                <a:cs typeface="Calibri"/>
              </a:rPr>
              <a:t> </a:t>
            </a:r>
            <a:r>
              <a:rPr lang="fr-FR" sz="1200" spc="-10" dirty="0" smtClean="0">
                <a:solidFill>
                  <a:srgbClr val="555555"/>
                </a:solidFill>
                <a:latin typeface="+mn-lt"/>
                <a:cs typeface="Calibri"/>
              </a:rPr>
              <a:t>système</a:t>
            </a:r>
            <a:r>
              <a:rPr lang="fr-FR" sz="1200" spc="-35" dirty="0" smtClean="0">
                <a:solidFill>
                  <a:srgbClr val="555555"/>
                </a:solidFill>
                <a:latin typeface="+mn-lt"/>
                <a:cs typeface="Calibri"/>
              </a:rPr>
              <a:t> </a:t>
            </a:r>
            <a:r>
              <a:rPr lang="fr-FR" sz="1200" spc="-10" dirty="0" smtClean="0">
                <a:solidFill>
                  <a:srgbClr val="555555"/>
                </a:solidFill>
                <a:latin typeface="+mn-lt"/>
                <a:cs typeface="Calibri"/>
              </a:rPr>
              <a:t>d'exploitation.</a:t>
            </a:r>
            <a:endParaRPr lang="fr-FR" sz="1200" dirty="0" smtClean="0">
              <a:latin typeface="+mn-lt"/>
              <a:cs typeface="Calibri"/>
            </a:endParaRPr>
          </a:p>
          <a:p>
            <a:pPr marL="12700" marR="0" lvl="0" indent="0" algn="l" defTabSz="914400" rtl="0" eaLnBrk="1" fontAlgn="auto" latinLnBrk="0" hangingPunct="1">
              <a:lnSpc>
                <a:spcPct val="100000"/>
              </a:lnSpc>
              <a:spcBef>
                <a:spcPts val="1440"/>
              </a:spcBef>
              <a:spcAft>
                <a:spcPts val="0"/>
              </a:spcAft>
              <a:buClrTx/>
              <a:buSzTx/>
              <a:buFont typeface="Courier New"/>
              <a:buNone/>
              <a:tabLst>
                <a:tab pos="183515" algn="l"/>
              </a:tabLst>
              <a:defRPr/>
            </a:pPr>
            <a:endParaRPr lang="fr-FR" sz="1200" b="0" i="0" kern="1200" dirty="0" smtClean="0">
              <a:solidFill>
                <a:schemeClr val="tx1"/>
              </a:solidFill>
              <a:effectLst/>
              <a:latin typeface="+mn-lt"/>
              <a:ea typeface="+mn-ea"/>
              <a:cs typeface="+mn-cs"/>
            </a:endParaRPr>
          </a:p>
          <a:p>
            <a:pPr marL="12700" marR="0" lvl="0" indent="0" algn="l" defTabSz="914400" rtl="0" eaLnBrk="1" fontAlgn="auto" latinLnBrk="0" hangingPunct="1">
              <a:lnSpc>
                <a:spcPct val="100000"/>
              </a:lnSpc>
              <a:spcBef>
                <a:spcPts val="1440"/>
              </a:spcBef>
              <a:spcAft>
                <a:spcPts val="0"/>
              </a:spcAft>
              <a:buClrTx/>
              <a:buSzTx/>
              <a:buFont typeface="Courier New"/>
              <a:buNone/>
              <a:tabLst>
                <a:tab pos="183515" algn="l"/>
              </a:tabLst>
              <a:defRPr/>
            </a:pPr>
            <a:r>
              <a:rPr lang="fr-FR" sz="1200" b="0" i="0" kern="1200" dirty="0" smtClean="0">
                <a:solidFill>
                  <a:schemeClr val="tx1"/>
                </a:solidFill>
                <a:effectLst/>
                <a:latin typeface="+mn-lt"/>
                <a:ea typeface="+mn-ea"/>
                <a:cs typeface="+mn-cs"/>
              </a:rPr>
              <a:t>L'architecture x86 tire son nom du processeur Intel 8086, qui a été introduit en 1978. C'était l'un des premiers processeurs 16 bits d'Intel. L'architecture x86 a ensuite été étendue avec les processeurs Intel 80186, 80286, 80386, etc.</a:t>
            </a:r>
          </a:p>
          <a:p>
            <a:pPr marL="183515" indent="-170815">
              <a:lnSpc>
                <a:spcPct val="100000"/>
              </a:lnSpc>
              <a:spcBef>
                <a:spcPts val="1440"/>
              </a:spcBef>
              <a:buFont typeface="Courier New"/>
              <a:buChar char="o"/>
              <a:tabLst>
                <a:tab pos="183515" algn="l"/>
              </a:tabLst>
            </a:pP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20</a:t>
            </a:fld>
            <a:endParaRPr lang="fr-FR"/>
          </a:p>
        </p:txBody>
      </p:sp>
    </p:spTree>
    <p:extLst>
      <p:ext uri="{BB962C8B-B14F-4D97-AF65-F5344CB8AC3E}">
        <p14:creationId xmlns:p14="http://schemas.microsoft.com/office/powerpoint/2010/main" val="22957366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83515" indent="-170815">
              <a:lnSpc>
                <a:spcPct val="100000"/>
              </a:lnSpc>
              <a:spcBef>
                <a:spcPts val="1440"/>
              </a:spcBef>
              <a:buFont typeface="Courier New"/>
              <a:buChar char="o"/>
              <a:tabLst>
                <a:tab pos="183515" algn="l"/>
              </a:tabLst>
            </a:pPr>
            <a:r>
              <a:rPr lang="fr-FR" sz="1200" dirty="0" smtClean="0">
                <a:solidFill>
                  <a:srgbClr val="555555"/>
                </a:solidFill>
                <a:latin typeface="+mn-lt"/>
                <a:cs typeface="Calibri"/>
              </a:rPr>
              <a:t>Le</a:t>
            </a:r>
            <a:r>
              <a:rPr lang="fr-FR" sz="1200" spc="50" dirty="0" smtClean="0">
                <a:solidFill>
                  <a:srgbClr val="555555"/>
                </a:solidFill>
                <a:latin typeface="+mn-lt"/>
                <a:cs typeface="Calibri"/>
              </a:rPr>
              <a:t> </a:t>
            </a:r>
            <a:r>
              <a:rPr lang="fr-FR" sz="1200" dirty="0" smtClean="0">
                <a:solidFill>
                  <a:srgbClr val="555555"/>
                </a:solidFill>
                <a:latin typeface="+mn-lt"/>
                <a:cs typeface="Calibri"/>
              </a:rPr>
              <a:t>numéro</a:t>
            </a:r>
            <a:r>
              <a:rPr lang="fr-FR" sz="1200" spc="20" dirty="0" smtClean="0">
                <a:solidFill>
                  <a:srgbClr val="555555"/>
                </a:solidFill>
                <a:latin typeface="+mn-lt"/>
                <a:cs typeface="Calibri"/>
              </a:rPr>
              <a:t> </a:t>
            </a:r>
            <a:r>
              <a:rPr lang="fr-FR" sz="1200" dirty="0" smtClean="0">
                <a:solidFill>
                  <a:srgbClr val="555555"/>
                </a:solidFill>
                <a:latin typeface="+mn-lt"/>
                <a:cs typeface="Calibri"/>
              </a:rPr>
              <a:t>de</a:t>
            </a:r>
            <a:r>
              <a:rPr lang="fr-FR" sz="1200" spc="55" dirty="0" smtClean="0">
                <a:solidFill>
                  <a:srgbClr val="555555"/>
                </a:solidFill>
                <a:latin typeface="+mn-lt"/>
                <a:cs typeface="Calibri"/>
              </a:rPr>
              <a:t> </a:t>
            </a:r>
            <a:r>
              <a:rPr lang="fr-FR" sz="1200" dirty="0" smtClean="0">
                <a:solidFill>
                  <a:srgbClr val="555555"/>
                </a:solidFill>
                <a:latin typeface="+mn-lt"/>
                <a:cs typeface="Calibri"/>
              </a:rPr>
              <a:t>cluster</a:t>
            </a:r>
            <a:r>
              <a:rPr lang="fr-FR" sz="1200" spc="20" dirty="0" smtClean="0">
                <a:solidFill>
                  <a:srgbClr val="555555"/>
                </a:solidFill>
                <a:latin typeface="+mn-lt"/>
                <a:cs typeface="Calibri"/>
              </a:rPr>
              <a:t> </a:t>
            </a:r>
            <a:r>
              <a:rPr lang="fr-FR" sz="1200" dirty="0" smtClean="0">
                <a:solidFill>
                  <a:srgbClr val="555555"/>
                </a:solidFill>
                <a:latin typeface="+mn-lt"/>
                <a:cs typeface="Calibri"/>
              </a:rPr>
              <a:t>de</a:t>
            </a:r>
            <a:r>
              <a:rPr lang="fr-FR" sz="1200" spc="30" dirty="0" smtClean="0">
                <a:solidFill>
                  <a:srgbClr val="555555"/>
                </a:solidFill>
                <a:latin typeface="+mn-lt"/>
                <a:cs typeface="Calibri"/>
              </a:rPr>
              <a:t> </a:t>
            </a:r>
            <a:r>
              <a:rPr lang="fr-FR" sz="1200" dirty="0" smtClean="0">
                <a:solidFill>
                  <a:srgbClr val="555555"/>
                </a:solidFill>
                <a:latin typeface="+mn-lt"/>
                <a:cs typeface="Calibri"/>
              </a:rPr>
              <a:t>départ</a:t>
            </a:r>
            <a:r>
              <a:rPr lang="fr-FR" sz="1200" spc="40" dirty="0" smtClean="0">
                <a:solidFill>
                  <a:srgbClr val="555555"/>
                </a:solidFill>
                <a:latin typeface="+mn-lt"/>
                <a:cs typeface="Calibri"/>
              </a:rPr>
              <a:t> </a:t>
            </a:r>
            <a:r>
              <a:rPr lang="fr-FR" sz="1200" dirty="0" smtClean="0">
                <a:solidFill>
                  <a:srgbClr val="555555"/>
                </a:solidFill>
                <a:latin typeface="+mn-lt"/>
                <a:cs typeface="Calibri"/>
              </a:rPr>
              <a:t>est</a:t>
            </a:r>
            <a:r>
              <a:rPr lang="fr-FR" sz="1200" spc="35" dirty="0" smtClean="0">
                <a:solidFill>
                  <a:srgbClr val="555555"/>
                </a:solidFill>
                <a:latin typeface="+mn-lt"/>
                <a:cs typeface="Calibri"/>
              </a:rPr>
              <a:t> </a:t>
            </a:r>
            <a:r>
              <a:rPr lang="fr-FR" sz="1200" dirty="0" smtClean="0">
                <a:solidFill>
                  <a:srgbClr val="555555"/>
                </a:solidFill>
                <a:latin typeface="+mn-lt"/>
                <a:cs typeface="Calibri"/>
              </a:rPr>
              <a:t>l'adresse</a:t>
            </a:r>
            <a:r>
              <a:rPr lang="fr-FR" sz="1200" spc="35" dirty="0" smtClean="0">
                <a:solidFill>
                  <a:srgbClr val="555555"/>
                </a:solidFill>
                <a:latin typeface="+mn-lt"/>
                <a:cs typeface="Calibri"/>
              </a:rPr>
              <a:t> </a:t>
            </a:r>
            <a:r>
              <a:rPr lang="fr-FR" sz="1200" dirty="0" smtClean="0">
                <a:solidFill>
                  <a:srgbClr val="555555"/>
                </a:solidFill>
                <a:latin typeface="+mn-lt"/>
                <a:cs typeface="Calibri"/>
              </a:rPr>
              <a:t>du</a:t>
            </a:r>
            <a:r>
              <a:rPr lang="fr-FR" sz="1200" spc="25" dirty="0" smtClean="0">
                <a:solidFill>
                  <a:srgbClr val="555555"/>
                </a:solidFill>
                <a:latin typeface="+mn-lt"/>
                <a:cs typeface="Calibri"/>
              </a:rPr>
              <a:t> </a:t>
            </a:r>
            <a:r>
              <a:rPr lang="fr-FR" sz="1200" dirty="0" smtClean="0">
                <a:solidFill>
                  <a:srgbClr val="555555"/>
                </a:solidFill>
                <a:latin typeface="+mn-lt"/>
                <a:cs typeface="Calibri"/>
              </a:rPr>
              <a:t>premier</a:t>
            </a:r>
            <a:r>
              <a:rPr lang="fr-FR" sz="1200" spc="25" dirty="0" smtClean="0">
                <a:solidFill>
                  <a:srgbClr val="555555"/>
                </a:solidFill>
                <a:latin typeface="+mn-lt"/>
                <a:cs typeface="Calibri"/>
              </a:rPr>
              <a:t> </a:t>
            </a:r>
            <a:r>
              <a:rPr lang="fr-FR" sz="1200" dirty="0" smtClean="0">
                <a:solidFill>
                  <a:srgbClr val="555555"/>
                </a:solidFill>
                <a:latin typeface="+mn-lt"/>
                <a:cs typeface="Calibri"/>
              </a:rPr>
              <a:t>cluster</a:t>
            </a:r>
            <a:r>
              <a:rPr lang="fr-FR" sz="1200" spc="45" dirty="0" smtClean="0">
                <a:solidFill>
                  <a:srgbClr val="555555"/>
                </a:solidFill>
                <a:latin typeface="+mn-lt"/>
                <a:cs typeface="Calibri"/>
              </a:rPr>
              <a:t> </a:t>
            </a:r>
            <a:r>
              <a:rPr lang="fr-FR" sz="1200" dirty="0" smtClean="0">
                <a:solidFill>
                  <a:srgbClr val="555555"/>
                </a:solidFill>
                <a:latin typeface="+mn-lt"/>
                <a:cs typeface="Calibri"/>
              </a:rPr>
              <a:t>utilisé</a:t>
            </a:r>
            <a:r>
              <a:rPr lang="fr-FR" sz="1200" spc="35" dirty="0" smtClean="0">
                <a:solidFill>
                  <a:srgbClr val="555555"/>
                </a:solidFill>
                <a:latin typeface="+mn-lt"/>
                <a:cs typeface="Calibri"/>
              </a:rPr>
              <a:t> </a:t>
            </a:r>
            <a:r>
              <a:rPr lang="fr-FR" sz="1200" dirty="0" smtClean="0">
                <a:solidFill>
                  <a:srgbClr val="555555"/>
                </a:solidFill>
                <a:latin typeface="+mn-lt"/>
                <a:cs typeface="Calibri"/>
              </a:rPr>
              <a:t>par</a:t>
            </a:r>
            <a:r>
              <a:rPr lang="fr-FR" sz="1200" spc="35" dirty="0" smtClean="0">
                <a:solidFill>
                  <a:srgbClr val="555555"/>
                </a:solidFill>
                <a:latin typeface="+mn-lt"/>
                <a:cs typeface="Calibri"/>
              </a:rPr>
              <a:t> </a:t>
            </a:r>
            <a:r>
              <a:rPr lang="fr-FR" sz="1200" dirty="0" smtClean="0">
                <a:solidFill>
                  <a:srgbClr val="555555"/>
                </a:solidFill>
                <a:latin typeface="+mn-lt"/>
                <a:cs typeface="Calibri"/>
              </a:rPr>
              <a:t>le</a:t>
            </a:r>
            <a:r>
              <a:rPr lang="fr-FR" sz="1200" spc="35" dirty="0" smtClean="0">
                <a:solidFill>
                  <a:srgbClr val="555555"/>
                </a:solidFill>
                <a:latin typeface="+mn-lt"/>
                <a:cs typeface="Calibri"/>
              </a:rPr>
              <a:t> </a:t>
            </a:r>
            <a:r>
              <a:rPr lang="fr-FR" sz="1200" spc="-10" dirty="0" smtClean="0">
                <a:solidFill>
                  <a:srgbClr val="555555"/>
                </a:solidFill>
                <a:latin typeface="+mn-lt"/>
                <a:cs typeface="Calibri"/>
              </a:rPr>
              <a:t>fichier</a:t>
            </a:r>
          </a:p>
          <a:p>
            <a:pPr marL="183515" marR="0" lvl="0" indent="-170815" algn="l" defTabSz="914400" rtl="0" eaLnBrk="1" fontAlgn="auto" latinLnBrk="0" hangingPunct="1">
              <a:lnSpc>
                <a:spcPct val="100000"/>
              </a:lnSpc>
              <a:spcBef>
                <a:spcPts val="1440"/>
              </a:spcBef>
              <a:spcAft>
                <a:spcPts val="0"/>
              </a:spcAft>
              <a:buClrTx/>
              <a:buSzTx/>
              <a:buFont typeface="Courier New"/>
              <a:buChar char="o"/>
              <a:tabLst>
                <a:tab pos="183515" algn="l"/>
              </a:tabLst>
              <a:defRPr/>
            </a:pPr>
            <a:r>
              <a:rPr lang="fr-FR" sz="1200" dirty="0" smtClean="0">
                <a:solidFill>
                  <a:srgbClr val="555555"/>
                </a:solidFill>
                <a:latin typeface="+mn-lt"/>
                <a:cs typeface="Calibri"/>
              </a:rPr>
              <a:t>Chaque</a:t>
            </a:r>
            <a:r>
              <a:rPr lang="fr-FR" sz="1200" spc="20" dirty="0" smtClean="0">
                <a:solidFill>
                  <a:srgbClr val="555555"/>
                </a:solidFill>
                <a:latin typeface="+mn-lt"/>
                <a:cs typeface="Calibri"/>
              </a:rPr>
              <a:t> </a:t>
            </a:r>
            <a:r>
              <a:rPr lang="fr-FR" sz="1200" dirty="0" smtClean="0">
                <a:solidFill>
                  <a:srgbClr val="555555"/>
                </a:solidFill>
                <a:latin typeface="+mn-lt"/>
                <a:cs typeface="Calibri"/>
              </a:rPr>
              <a:t>cluster</a:t>
            </a:r>
            <a:r>
              <a:rPr lang="fr-FR" sz="1200" spc="20" dirty="0" smtClean="0">
                <a:solidFill>
                  <a:srgbClr val="555555"/>
                </a:solidFill>
                <a:latin typeface="+mn-lt"/>
                <a:cs typeface="Calibri"/>
              </a:rPr>
              <a:t> </a:t>
            </a:r>
            <a:r>
              <a:rPr lang="fr-FR" sz="1200" dirty="0" smtClean="0">
                <a:solidFill>
                  <a:srgbClr val="555555"/>
                </a:solidFill>
                <a:latin typeface="+mn-lt"/>
                <a:cs typeface="Calibri"/>
              </a:rPr>
              <a:t>contient</a:t>
            </a:r>
            <a:r>
              <a:rPr lang="fr-FR" sz="1200" spc="40" dirty="0" smtClean="0">
                <a:solidFill>
                  <a:srgbClr val="555555"/>
                </a:solidFill>
                <a:latin typeface="+mn-lt"/>
                <a:cs typeface="Calibri"/>
              </a:rPr>
              <a:t> </a:t>
            </a:r>
            <a:r>
              <a:rPr lang="fr-FR" sz="1200" dirty="0" smtClean="0">
                <a:solidFill>
                  <a:srgbClr val="555555"/>
                </a:solidFill>
                <a:latin typeface="+mn-lt"/>
                <a:cs typeface="Calibri"/>
              </a:rPr>
              <a:t>un</a:t>
            </a:r>
            <a:r>
              <a:rPr lang="fr-FR" sz="1200" spc="20" dirty="0" smtClean="0">
                <a:solidFill>
                  <a:srgbClr val="555555"/>
                </a:solidFill>
                <a:latin typeface="+mn-lt"/>
                <a:cs typeface="Calibri"/>
              </a:rPr>
              <a:t> </a:t>
            </a:r>
            <a:r>
              <a:rPr lang="fr-FR" sz="1200" dirty="0" smtClean="0">
                <a:solidFill>
                  <a:srgbClr val="555555"/>
                </a:solidFill>
                <a:latin typeface="+mn-lt"/>
                <a:cs typeface="Calibri"/>
              </a:rPr>
              <a:t>pointeur</a:t>
            </a:r>
            <a:r>
              <a:rPr lang="fr-FR" sz="1200" spc="25" dirty="0" smtClean="0">
                <a:solidFill>
                  <a:srgbClr val="555555"/>
                </a:solidFill>
                <a:latin typeface="+mn-lt"/>
                <a:cs typeface="Calibri"/>
              </a:rPr>
              <a:t> </a:t>
            </a:r>
            <a:r>
              <a:rPr lang="fr-FR" sz="1200" dirty="0" smtClean="0">
                <a:solidFill>
                  <a:srgbClr val="555555"/>
                </a:solidFill>
                <a:latin typeface="+mn-lt"/>
                <a:cs typeface="Calibri"/>
              </a:rPr>
              <a:t>vers</a:t>
            </a:r>
            <a:r>
              <a:rPr lang="fr-FR" sz="1200" spc="40" dirty="0" smtClean="0">
                <a:solidFill>
                  <a:srgbClr val="555555"/>
                </a:solidFill>
                <a:latin typeface="+mn-lt"/>
                <a:cs typeface="Calibri"/>
              </a:rPr>
              <a:t> </a:t>
            </a:r>
            <a:r>
              <a:rPr lang="fr-FR" sz="1200" dirty="0" smtClean="0">
                <a:solidFill>
                  <a:srgbClr val="555555"/>
                </a:solidFill>
                <a:latin typeface="+mn-lt"/>
                <a:cs typeface="Calibri"/>
              </a:rPr>
              <a:t>le</a:t>
            </a:r>
            <a:r>
              <a:rPr lang="fr-FR" sz="1200" spc="50" dirty="0" smtClean="0">
                <a:solidFill>
                  <a:srgbClr val="555555"/>
                </a:solidFill>
                <a:latin typeface="+mn-lt"/>
                <a:cs typeface="Calibri"/>
              </a:rPr>
              <a:t> </a:t>
            </a:r>
            <a:r>
              <a:rPr lang="fr-FR" sz="1200" dirty="0" smtClean="0">
                <a:solidFill>
                  <a:srgbClr val="555555"/>
                </a:solidFill>
                <a:latin typeface="+mn-lt"/>
                <a:cs typeface="Calibri"/>
              </a:rPr>
              <a:t>cluster</a:t>
            </a:r>
            <a:r>
              <a:rPr lang="fr-FR" sz="1200" spc="20" dirty="0" smtClean="0">
                <a:solidFill>
                  <a:srgbClr val="555555"/>
                </a:solidFill>
                <a:latin typeface="+mn-lt"/>
                <a:cs typeface="Calibri"/>
              </a:rPr>
              <a:t> </a:t>
            </a:r>
            <a:r>
              <a:rPr lang="fr-FR" sz="1200" dirty="0" smtClean="0">
                <a:solidFill>
                  <a:srgbClr val="555555"/>
                </a:solidFill>
                <a:latin typeface="+mn-lt"/>
                <a:cs typeface="Calibri"/>
              </a:rPr>
              <a:t>suivant</a:t>
            </a:r>
            <a:r>
              <a:rPr lang="fr-FR" sz="1200" spc="40" dirty="0" smtClean="0">
                <a:solidFill>
                  <a:srgbClr val="555555"/>
                </a:solidFill>
                <a:latin typeface="+mn-lt"/>
                <a:cs typeface="Calibri"/>
              </a:rPr>
              <a:t> </a:t>
            </a:r>
            <a:r>
              <a:rPr lang="fr-FR" sz="1200" dirty="0" smtClean="0">
                <a:solidFill>
                  <a:srgbClr val="555555"/>
                </a:solidFill>
                <a:latin typeface="+mn-lt"/>
                <a:cs typeface="Calibri"/>
              </a:rPr>
              <a:t>dans</a:t>
            </a:r>
            <a:r>
              <a:rPr lang="fr-FR" sz="1200" spc="40" dirty="0" smtClean="0">
                <a:solidFill>
                  <a:srgbClr val="555555"/>
                </a:solidFill>
                <a:latin typeface="+mn-lt"/>
                <a:cs typeface="Calibri"/>
              </a:rPr>
              <a:t> </a:t>
            </a:r>
            <a:r>
              <a:rPr lang="fr-FR" sz="1200" dirty="0" smtClean="0">
                <a:solidFill>
                  <a:srgbClr val="555555"/>
                </a:solidFill>
                <a:latin typeface="+mn-lt"/>
                <a:cs typeface="Calibri"/>
              </a:rPr>
              <a:t>le</a:t>
            </a:r>
            <a:r>
              <a:rPr lang="fr-FR" sz="1200" spc="30" dirty="0" smtClean="0">
                <a:solidFill>
                  <a:srgbClr val="555555"/>
                </a:solidFill>
                <a:latin typeface="+mn-lt"/>
                <a:cs typeface="Calibri"/>
              </a:rPr>
              <a:t> </a:t>
            </a:r>
            <a:r>
              <a:rPr lang="fr-FR" sz="1200" dirty="0" smtClean="0">
                <a:solidFill>
                  <a:srgbClr val="555555"/>
                </a:solidFill>
                <a:latin typeface="+mn-lt"/>
                <a:cs typeface="Calibri"/>
              </a:rPr>
              <a:t>fichier,</a:t>
            </a:r>
            <a:r>
              <a:rPr lang="fr-FR" sz="1200" spc="40" dirty="0" smtClean="0">
                <a:solidFill>
                  <a:srgbClr val="555555"/>
                </a:solidFill>
                <a:latin typeface="+mn-lt"/>
                <a:cs typeface="Calibri"/>
              </a:rPr>
              <a:t> </a:t>
            </a:r>
            <a:r>
              <a:rPr lang="fr-FR" sz="1200" dirty="0" smtClean="0">
                <a:solidFill>
                  <a:srgbClr val="555555"/>
                </a:solidFill>
                <a:latin typeface="+mn-lt"/>
                <a:cs typeface="Calibri"/>
              </a:rPr>
              <a:t>ou</a:t>
            </a:r>
            <a:r>
              <a:rPr lang="fr-FR" sz="1200" spc="25" dirty="0" smtClean="0">
                <a:solidFill>
                  <a:srgbClr val="555555"/>
                </a:solidFill>
                <a:latin typeface="+mn-lt"/>
                <a:cs typeface="Calibri"/>
              </a:rPr>
              <a:t> </a:t>
            </a:r>
            <a:r>
              <a:rPr lang="fr-FR" sz="1200" spc="-25" dirty="0" smtClean="0">
                <a:solidFill>
                  <a:srgbClr val="555555"/>
                </a:solidFill>
                <a:latin typeface="+mn-lt"/>
                <a:cs typeface="Calibri"/>
              </a:rPr>
              <a:t>une </a:t>
            </a:r>
            <a:r>
              <a:rPr lang="fr-FR" sz="1200" dirty="0" smtClean="0">
                <a:solidFill>
                  <a:srgbClr val="555555"/>
                </a:solidFill>
                <a:latin typeface="+mn-lt"/>
                <a:cs typeface="Calibri"/>
              </a:rPr>
              <a:t>indication</a:t>
            </a:r>
            <a:r>
              <a:rPr lang="fr-FR" sz="1200" spc="-5" dirty="0" smtClean="0">
                <a:solidFill>
                  <a:srgbClr val="555555"/>
                </a:solidFill>
                <a:latin typeface="+mn-lt"/>
                <a:cs typeface="Calibri"/>
              </a:rPr>
              <a:t> </a:t>
            </a:r>
            <a:r>
              <a:rPr lang="fr-FR" sz="1200" dirty="0" smtClean="0">
                <a:solidFill>
                  <a:srgbClr val="555555"/>
                </a:solidFill>
                <a:latin typeface="+mn-lt"/>
                <a:cs typeface="Calibri"/>
              </a:rPr>
              <a:t>(0xFFFF)</a:t>
            </a:r>
            <a:r>
              <a:rPr lang="fr-FR" sz="1200" spc="-45" dirty="0" smtClean="0">
                <a:solidFill>
                  <a:srgbClr val="555555"/>
                </a:solidFill>
                <a:latin typeface="+mn-lt"/>
                <a:cs typeface="Calibri"/>
              </a:rPr>
              <a:t> </a:t>
            </a:r>
            <a:r>
              <a:rPr lang="fr-FR" sz="1200" dirty="0" smtClean="0">
                <a:solidFill>
                  <a:srgbClr val="555555"/>
                </a:solidFill>
                <a:latin typeface="+mn-lt"/>
                <a:cs typeface="Calibri"/>
              </a:rPr>
              <a:t>que</a:t>
            </a:r>
            <a:r>
              <a:rPr lang="fr-FR" sz="1200" spc="-20" dirty="0" smtClean="0">
                <a:solidFill>
                  <a:srgbClr val="555555"/>
                </a:solidFill>
                <a:latin typeface="+mn-lt"/>
                <a:cs typeface="Calibri"/>
              </a:rPr>
              <a:t> </a:t>
            </a:r>
            <a:r>
              <a:rPr lang="fr-FR" sz="1200" dirty="0" smtClean="0">
                <a:solidFill>
                  <a:srgbClr val="555555"/>
                </a:solidFill>
                <a:latin typeface="+mn-lt"/>
                <a:cs typeface="Calibri"/>
              </a:rPr>
              <a:t>ce</a:t>
            </a:r>
            <a:r>
              <a:rPr lang="fr-FR" sz="1200" spc="-20" dirty="0" smtClean="0">
                <a:solidFill>
                  <a:srgbClr val="555555"/>
                </a:solidFill>
                <a:latin typeface="+mn-lt"/>
                <a:cs typeface="Calibri"/>
              </a:rPr>
              <a:t> </a:t>
            </a:r>
            <a:r>
              <a:rPr lang="fr-FR" sz="1200" dirty="0" smtClean="0">
                <a:solidFill>
                  <a:srgbClr val="555555"/>
                </a:solidFill>
                <a:latin typeface="+mn-lt"/>
                <a:cs typeface="Calibri"/>
              </a:rPr>
              <a:t>cluster</a:t>
            </a:r>
            <a:r>
              <a:rPr lang="fr-FR" sz="1200" spc="-10" dirty="0" smtClean="0">
                <a:solidFill>
                  <a:srgbClr val="555555"/>
                </a:solidFill>
                <a:latin typeface="+mn-lt"/>
                <a:cs typeface="Calibri"/>
              </a:rPr>
              <a:t> </a:t>
            </a:r>
            <a:r>
              <a:rPr lang="fr-FR" sz="1200" dirty="0" smtClean="0">
                <a:solidFill>
                  <a:srgbClr val="555555"/>
                </a:solidFill>
                <a:latin typeface="+mn-lt"/>
                <a:cs typeface="Calibri"/>
              </a:rPr>
              <a:t>est</a:t>
            </a:r>
            <a:r>
              <a:rPr lang="fr-FR" sz="1200" spc="-40" dirty="0" smtClean="0">
                <a:solidFill>
                  <a:srgbClr val="555555"/>
                </a:solidFill>
                <a:latin typeface="+mn-lt"/>
                <a:cs typeface="Calibri"/>
              </a:rPr>
              <a:t> </a:t>
            </a:r>
            <a:r>
              <a:rPr lang="fr-FR" sz="1200" dirty="0" smtClean="0">
                <a:solidFill>
                  <a:srgbClr val="555555"/>
                </a:solidFill>
                <a:latin typeface="+mn-lt"/>
                <a:cs typeface="Calibri"/>
              </a:rPr>
              <a:t>la</a:t>
            </a:r>
            <a:r>
              <a:rPr lang="fr-FR" sz="1200" spc="-20" dirty="0" smtClean="0">
                <a:solidFill>
                  <a:srgbClr val="555555"/>
                </a:solidFill>
                <a:latin typeface="+mn-lt"/>
                <a:cs typeface="Calibri"/>
              </a:rPr>
              <a:t> </a:t>
            </a:r>
            <a:r>
              <a:rPr lang="fr-FR" sz="1200" dirty="0" smtClean="0">
                <a:solidFill>
                  <a:srgbClr val="555555"/>
                </a:solidFill>
                <a:latin typeface="+mn-lt"/>
                <a:cs typeface="Calibri"/>
              </a:rPr>
              <a:t>fin</a:t>
            </a:r>
            <a:r>
              <a:rPr lang="fr-FR" sz="1200" spc="-25" dirty="0" smtClean="0">
                <a:solidFill>
                  <a:srgbClr val="555555"/>
                </a:solidFill>
                <a:latin typeface="+mn-lt"/>
                <a:cs typeface="Calibri"/>
              </a:rPr>
              <a:t> </a:t>
            </a:r>
            <a:r>
              <a:rPr lang="fr-FR" sz="1200" dirty="0" smtClean="0">
                <a:solidFill>
                  <a:srgbClr val="555555"/>
                </a:solidFill>
                <a:latin typeface="+mn-lt"/>
                <a:cs typeface="Calibri"/>
              </a:rPr>
              <a:t>du</a:t>
            </a:r>
            <a:r>
              <a:rPr lang="fr-FR" sz="1200" spc="-50" dirty="0" smtClean="0">
                <a:solidFill>
                  <a:srgbClr val="555555"/>
                </a:solidFill>
                <a:latin typeface="+mn-lt"/>
                <a:cs typeface="Calibri"/>
              </a:rPr>
              <a:t> </a:t>
            </a:r>
            <a:r>
              <a:rPr lang="fr-FR" sz="1200" spc="-10" dirty="0" smtClean="0">
                <a:solidFill>
                  <a:srgbClr val="555555"/>
                </a:solidFill>
                <a:latin typeface="+mn-lt"/>
                <a:cs typeface="Calibri"/>
              </a:rPr>
              <a:t>fichier.</a:t>
            </a:r>
          </a:p>
          <a:p>
            <a:pPr marL="183515" marR="0" lvl="0" indent="-170815" algn="l" defTabSz="914400" rtl="0" eaLnBrk="1" fontAlgn="auto" latinLnBrk="0" hangingPunct="1">
              <a:lnSpc>
                <a:spcPct val="100000"/>
              </a:lnSpc>
              <a:spcBef>
                <a:spcPts val="1440"/>
              </a:spcBef>
              <a:spcAft>
                <a:spcPts val="0"/>
              </a:spcAft>
              <a:buClrTx/>
              <a:buSzTx/>
              <a:buFont typeface="Courier New"/>
              <a:buChar char="o"/>
              <a:tabLst>
                <a:tab pos="183515" algn="l"/>
              </a:tabLst>
              <a:defRPr/>
            </a:pPr>
            <a:r>
              <a:rPr lang="fr-FR" sz="1200" b="1" spc="-10" dirty="0" smtClean="0">
                <a:solidFill>
                  <a:srgbClr val="0058A0"/>
                </a:solidFill>
                <a:latin typeface="+mn-lt"/>
                <a:cs typeface="Calibri"/>
              </a:rPr>
              <a:t>Répertoire</a:t>
            </a:r>
            <a:r>
              <a:rPr lang="fr-FR" sz="1200" b="1" spc="10" dirty="0" smtClean="0">
                <a:solidFill>
                  <a:srgbClr val="0058A0"/>
                </a:solidFill>
                <a:latin typeface="+mn-lt"/>
                <a:cs typeface="Calibri"/>
              </a:rPr>
              <a:t> </a:t>
            </a:r>
            <a:r>
              <a:rPr lang="fr-FR" sz="1200" b="1" spc="-10" dirty="0" smtClean="0">
                <a:solidFill>
                  <a:srgbClr val="0058A0"/>
                </a:solidFill>
                <a:latin typeface="+mn-lt"/>
                <a:cs typeface="Calibri"/>
              </a:rPr>
              <a:t>racine : </a:t>
            </a:r>
            <a:r>
              <a:rPr lang="fr-FR" sz="1200" dirty="0" smtClean="0">
                <a:solidFill>
                  <a:srgbClr val="555555"/>
                </a:solidFill>
                <a:latin typeface="+mn-lt"/>
                <a:cs typeface="Calibri"/>
              </a:rPr>
              <a:t>Contient</a:t>
            </a:r>
            <a:r>
              <a:rPr lang="fr-FR" sz="1200" spc="-20" dirty="0" smtClean="0">
                <a:solidFill>
                  <a:srgbClr val="555555"/>
                </a:solidFill>
                <a:latin typeface="+mn-lt"/>
                <a:cs typeface="Calibri"/>
              </a:rPr>
              <a:t> </a:t>
            </a:r>
            <a:r>
              <a:rPr lang="fr-FR" sz="1200" dirty="0" smtClean="0">
                <a:solidFill>
                  <a:srgbClr val="555555"/>
                </a:solidFill>
                <a:latin typeface="+mn-lt"/>
                <a:cs typeface="Calibri"/>
              </a:rPr>
              <a:t>une</a:t>
            </a:r>
            <a:r>
              <a:rPr lang="fr-FR" sz="1200" spc="-10" dirty="0" smtClean="0">
                <a:solidFill>
                  <a:srgbClr val="555555"/>
                </a:solidFill>
                <a:latin typeface="+mn-lt"/>
                <a:cs typeface="Calibri"/>
              </a:rPr>
              <a:t> </a:t>
            </a:r>
            <a:r>
              <a:rPr lang="fr-FR" sz="1200" dirty="0" smtClean="0">
                <a:solidFill>
                  <a:srgbClr val="555555"/>
                </a:solidFill>
                <a:latin typeface="+mn-lt"/>
                <a:cs typeface="Calibri"/>
              </a:rPr>
              <a:t>entrée</a:t>
            </a:r>
            <a:r>
              <a:rPr lang="fr-FR" sz="1200" spc="-25" dirty="0" smtClean="0">
                <a:solidFill>
                  <a:srgbClr val="555555"/>
                </a:solidFill>
                <a:latin typeface="+mn-lt"/>
                <a:cs typeface="Calibri"/>
              </a:rPr>
              <a:t> </a:t>
            </a:r>
            <a:r>
              <a:rPr lang="fr-FR" sz="1200" dirty="0" smtClean="0">
                <a:solidFill>
                  <a:srgbClr val="555555"/>
                </a:solidFill>
                <a:latin typeface="+mn-lt"/>
                <a:cs typeface="Calibri"/>
              </a:rPr>
              <a:t>pour</a:t>
            </a:r>
            <a:r>
              <a:rPr lang="fr-FR" sz="1200" spc="-20" dirty="0" smtClean="0">
                <a:solidFill>
                  <a:srgbClr val="555555"/>
                </a:solidFill>
                <a:latin typeface="+mn-lt"/>
                <a:cs typeface="Calibri"/>
              </a:rPr>
              <a:t> </a:t>
            </a:r>
            <a:r>
              <a:rPr lang="fr-FR" sz="1200" dirty="0" smtClean="0">
                <a:solidFill>
                  <a:srgbClr val="555555"/>
                </a:solidFill>
                <a:latin typeface="+mn-lt"/>
                <a:cs typeface="Calibri"/>
              </a:rPr>
              <a:t>chaque</a:t>
            </a:r>
            <a:r>
              <a:rPr lang="fr-FR" sz="1200" spc="-5" dirty="0" smtClean="0">
                <a:solidFill>
                  <a:srgbClr val="555555"/>
                </a:solidFill>
                <a:latin typeface="+mn-lt"/>
                <a:cs typeface="Calibri"/>
              </a:rPr>
              <a:t> </a:t>
            </a:r>
            <a:r>
              <a:rPr lang="fr-FR" sz="1200" dirty="0" smtClean="0">
                <a:solidFill>
                  <a:srgbClr val="555555"/>
                </a:solidFill>
                <a:latin typeface="+mn-lt"/>
                <a:cs typeface="Calibri"/>
              </a:rPr>
              <a:t>fichier</a:t>
            </a:r>
            <a:r>
              <a:rPr lang="fr-FR" sz="1200" spc="-40" dirty="0" smtClean="0">
                <a:solidFill>
                  <a:srgbClr val="555555"/>
                </a:solidFill>
                <a:latin typeface="+mn-lt"/>
                <a:cs typeface="Calibri"/>
              </a:rPr>
              <a:t> </a:t>
            </a:r>
            <a:r>
              <a:rPr lang="fr-FR" sz="1200" dirty="0" smtClean="0">
                <a:solidFill>
                  <a:srgbClr val="555555"/>
                </a:solidFill>
                <a:latin typeface="+mn-lt"/>
                <a:cs typeface="Calibri"/>
              </a:rPr>
              <a:t>et</a:t>
            </a:r>
            <a:r>
              <a:rPr lang="fr-FR" sz="1200" spc="-5" dirty="0" smtClean="0">
                <a:solidFill>
                  <a:srgbClr val="555555"/>
                </a:solidFill>
                <a:latin typeface="+mn-lt"/>
                <a:cs typeface="Calibri"/>
              </a:rPr>
              <a:t> </a:t>
            </a:r>
            <a:r>
              <a:rPr lang="fr-FR" sz="1200" spc="-10" dirty="0" smtClean="0">
                <a:solidFill>
                  <a:srgbClr val="555555"/>
                </a:solidFill>
                <a:latin typeface="+mn-lt"/>
                <a:cs typeface="Calibri"/>
              </a:rPr>
              <a:t>répertoire</a:t>
            </a:r>
            <a:r>
              <a:rPr lang="fr-FR" sz="1200" dirty="0" smtClean="0">
                <a:solidFill>
                  <a:srgbClr val="555555"/>
                </a:solidFill>
                <a:latin typeface="+mn-lt"/>
                <a:cs typeface="Calibri"/>
              </a:rPr>
              <a:t> de</a:t>
            </a:r>
            <a:r>
              <a:rPr lang="fr-FR" sz="1200" spc="-10" dirty="0" smtClean="0">
                <a:solidFill>
                  <a:srgbClr val="555555"/>
                </a:solidFill>
                <a:latin typeface="+mn-lt"/>
                <a:cs typeface="Calibri"/>
              </a:rPr>
              <a:t> </a:t>
            </a:r>
            <a:r>
              <a:rPr lang="fr-FR" sz="1200" dirty="0" smtClean="0">
                <a:solidFill>
                  <a:srgbClr val="555555"/>
                </a:solidFill>
                <a:latin typeface="+mn-lt"/>
                <a:cs typeface="Calibri"/>
              </a:rPr>
              <a:t>la</a:t>
            </a:r>
            <a:r>
              <a:rPr lang="fr-FR" sz="1200" spc="-10" dirty="0" smtClean="0">
                <a:solidFill>
                  <a:srgbClr val="555555"/>
                </a:solidFill>
                <a:latin typeface="+mn-lt"/>
                <a:cs typeface="Calibri"/>
              </a:rPr>
              <a:t> </a:t>
            </a:r>
            <a:r>
              <a:rPr lang="fr-FR" sz="1200" dirty="0" smtClean="0">
                <a:solidFill>
                  <a:srgbClr val="555555"/>
                </a:solidFill>
                <a:latin typeface="+mn-lt"/>
                <a:cs typeface="Calibri"/>
              </a:rPr>
              <a:t>racine.</a:t>
            </a:r>
            <a:endParaRPr lang="fr-FR" sz="1200" dirty="0" smtClean="0">
              <a:latin typeface="+mn-lt"/>
              <a:cs typeface="Calibri"/>
            </a:endParaRPr>
          </a:p>
          <a:p>
            <a:pPr marL="183515" indent="-170815">
              <a:lnSpc>
                <a:spcPct val="100000"/>
              </a:lnSpc>
              <a:spcBef>
                <a:spcPts val="1440"/>
              </a:spcBef>
              <a:buFont typeface="Courier New"/>
              <a:buChar char="o"/>
              <a:tabLst>
                <a:tab pos="183515" algn="l"/>
              </a:tabLst>
            </a:pP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21</a:t>
            </a:fld>
            <a:endParaRPr lang="fr-FR"/>
          </a:p>
        </p:txBody>
      </p:sp>
    </p:spTree>
    <p:extLst>
      <p:ext uri="{BB962C8B-B14F-4D97-AF65-F5344CB8AC3E}">
        <p14:creationId xmlns:p14="http://schemas.microsoft.com/office/powerpoint/2010/main" val="2691676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smtClean="0">
                <a:solidFill>
                  <a:srgbClr val="555555"/>
                </a:solidFill>
                <a:latin typeface="+mn-lt"/>
                <a:cs typeface="Calibri"/>
              </a:rPr>
              <a:t>Les</a:t>
            </a:r>
            <a:r>
              <a:rPr lang="fr-FR" sz="1200" spc="-25" dirty="0" smtClean="0">
                <a:solidFill>
                  <a:srgbClr val="555555"/>
                </a:solidFill>
                <a:latin typeface="+mn-lt"/>
                <a:cs typeface="Calibri"/>
              </a:rPr>
              <a:t> </a:t>
            </a:r>
            <a:r>
              <a:rPr lang="fr-FR" sz="1200" spc="-10" dirty="0" smtClean="0">
                <a:solidFill>
                  <a:srgbClr val="555555"/>
                </a:solidFill>
                <a:latin typeface="+mn-lt"/>
                <a:cs typeface="Calibri"/>
              </a:rPr>
              <a:t>répertoires</a:t>
            </a:r>
            <a:r>
              <a:rPr lang="fr-FR" sz="1200" spc="35" dirty="0" smtClean="0">
                <a:solidFill>
                  <a:srgbClr val="555555"/>
                </a:solidFill>
                <a:latin typeface="+mn-lt"/>
                <a:cs typeface="Calibri"/>
              </a:rPr>
              <a:t> </a:t>
            </a:r>
            <a:r>
              <a:rPr lang="fr-FR" sz="1200" dirty="0" smtClean="0">
                <a:solidFill>
                  <a:srgbClr val="555555"/>
                </a:solidFill>
                <a:latin typeface="+mn-lt"/>
                <a:cs typeface="Calibri"/>
              </a:rPr>
              <a:t>ont</a:t>
            </a:r>
            <a:r>
              <a:rPr lang="fr-FR" sz="1200" spc="-30" dirty="0" smtClean="0">
                <a:solidFill>
                  <a:srgbClr val="555555"/>
                </a:solidFill>
                <a:latin typeface="+mn-lt"/>
                <a:cs typeface="Calibri"/>
              </a:rPr>
              <a:t> </a:t>
            </a:r>
            <a:r>
              <a:rPr lang="fr-FR" sz="1200" dirty="0" smtClean="0">
                <a:solidFill>
                  <a:srgbClr val="555555"/>
                </a:solidFill>
                <a:latin typeface="+mn-lt"/>
                <a:cs typeface="Calibri"/>
              </a:rPr>
              <a:t>un</a:t>
            </a:r>
            <a:r>
              <a:rPr lang="fr-FR" sz="1200" spc="-15" dirty="0" smtClean="0">
                <a:solidFill>
                  <a:srgbClr val="555555"/>
                </a:solidFill>
                <a:latin typeface="+mn-lt"/>
                <a:cs typeface="Calibri"/>
              </a:rPr>
              <a:t> </a:t>
            </a:r>
            <a:r>
              <a:rPr lang="fr-FR" sz="1200" dirty="0" smtClean="0">
                <a:solidFill>
                  <a:srgbClr val="555555"/>
                </a:solidFill>
                <a:latin typeface="+mn-lt"/>
                <a:cs typeface="Calibri"/>
              </a:rPr>
              <a:t>ensemble </a:t>
            </a:r>
            <a:r>
              <a:rPr lang="fr-FR" sz="1200" spc="-10" dirty="0" smtClean="0">
                <a:solidFill>
                  <a:srgbClr val="555555"/>
                </a:solidFill>
                <a:latin typeface="+mn-lt"/>
                <a:cs typeface="Calibri"/>
              </a:rPr>
              <a:t>d'entrées</a:t>
            </a:r>
            <a:r>
              <a:rPr lang="fr-FR" sz="1200" spc="-15" dirty="0" smtClean="0">
                <a:solidFill>
                  <a:srgbClr val="555555"/>
                </a:solidFill>
                <a:latin typeface="+mn-lt"/>
                <a:cs typeface="Calibri"/>
              </a:rPr>
              <a:t> </a:t>
            </a:r>
            <a:r>
              <a:rPr lang="fr-FR" sz="1200" dirty="0" smtClean="0">
                <a:solidFill>
                  <a:srgbClr val="555555"/>
                </a:solidFill>
                <a:latin typeface="+mn-lt"/>
                <a:cs typeface="Calibri"/>
              </a:rPr>
              <a:t>de</a:t>
            </a:r>
            <a:r>
              <a:rPr lang="fr-FR" sz="1200" spc="-30" dirty="0" smtClean="0">
                <a:solidFill>
                  <a:srgbClr val="555555"/>
                </a:solidFill>
                <a:latin typeface="+mn-lt"/>
                <a:cs typeface="Calibri"/>
              </a:rPr>
              <a:t> </a:t>
            </a:r>
            <a:r>
              <a:rPr lang="fr-FR" sz="1200" dirty="0" smtClean="0">
                <a:solidFill>
                  <a:srgbClr val="555555"/>
                </a:solidFill>
                <a:latin typeface="+mn-lt"/>
                <a:cs typeface="Calibri"/>
              </a:rPr>
              <a:t>32</a:t>
            </a:r>
            <a:r>
              <a:rPr lang="fr-FR" sz="1200" spc="5" dirty="0" smtClean="0">
                <a:solidFill>
                  <a:srgbClr val="555555"/>
                </a:solidFill>
                <a:latin typeface="+mn-lt"/>
                <a:cs typeface="Calibri"/>
              </a:rPr>
              <a:t> </a:t>
            </a:r>
            <a:r>
              <a:rPr lang="fr-FR" sz="1200" dirty="0" smtClean="0">
                <a:solidFill>
                  <a:srgbClr val="555555"/>
                </a:solidFill>
                <a:latin typeface="+mn-lt"/>
                <a:cs typeface="Calibri"/>
              </a:rPr>
              <a:t>octets</a:t>
            </a:r>
            <a:r>
              <a:rPr lang="fr-FR" sz="1200" spc="-15" dirty="0" smtClean="0">
                <a:solidFill>
                  <a:srgbClr val="555555"/>
                </a:solidFill>
                <a:latin typeface="+mn-lt"/>
                <a:cs typeface="Calibri"/>
              </a:rPr>
              <a:t> </a:t>
            </a:r>
            <a:r>
              <a:rPr lang="fr-FR" sz="1200" dirty="0" smtClean="0">
                <a:solidFill>
                  <a:srgbClr val="555555"/>
                </a:solidFill>
                <a:latin typeface="+mn-lt"/>
                <a:cs typeface="Calibri"/>
              </a:rPr>
              <a:t>pour</a:t>
            </a:r>
            <a:r>
              <a:rPr lang="fr-FR" sz="1200" spc="5" dirty="0" smtClean="0">
                <a:solidFill>
                  <a:srgbClr val="555555"/>
                </a:solidFill>
                <a:latin typeface="+mn-lt"/>
                <a:cs typeface="Calibri"/>
              </a:rPr>
              <a:t> </a:t>
            </a:r>
            <a:r>
              <a:rPr lang="fr-FR" sz="1200" dirty="0" smtClean="0">
                <a:solidFill>
                  <a:srgbClr val="555555"/>
                </a:solidFill>
                <a:latin typeface="+mn-lt"/>
                <a:cs typeface="Calibri"/>
              </a:rPr>
              <a:t>chaque</a:t>
            </a:r>
            <a:r>
              <a:rPr lang="fr-FR" sz="1200" spc="-25" dirty="0" smtClean="0">
                <a:solidFill>
                  <a:srgbClr val="555555"/>
                </a:solidFill>
                <a:latin typeface="+mn-lt"/>
                <a:cs typeface="Calibri"/>
              </a:rPr>
              <a:t> </a:t>
            </a:r>
            <a:r>
              <a:rPr lang="fr-FR" sz="1200" dirty="0" smtClean="0">
                <a:solidFill>
                  <a:srgbClr val="555555"/>
                </a:solidFill>
                <a:latin typeface="+mn-lt"/>
                <a:cs typeface="Calibri"/>
              </a:rPr>
              <a:t>fichier</a:t>
            </a:r>
            <a:r>
              <a:rPr lang="fr-FR" sz="1200" spc="5" dirty="0" smtClean="0">
                <a:solidFill>
                  <a:srgbClr val="555555"/>
                </a:solidFill>
                <a:latin typeface="+mn-lt"/>
                <a:cs typeface="Calibri"/>
              </a:rPr>
              <a:t> </a:t>
            </a:r>
            <a:r>
              <a:rPr lang="fr-FR" sz="1200" dirty="0" smtClean="0">
                <a:solidFill>
                  <a:srgbClr val="555555"/>
                </a:solidFill>
                <a:latin typeface="+mn-lt"/>
                <a:cs typeface="Calibri"/>
              </a:rPr>
              <a:t>et</a:t>
            </a:r>
            <a:r>
              <a:rPr lang="fr-FR" sz="1200" spc="-25" dirty="0" smtClean="0">
                <a:solidFill>
                  <a:srgbClr val="555555"/>
                </a:solidFill>
                <a:latin typeface="+mn-lt"/>
                <a:cs typeface="Calibri"/>
              </a:rPr>
              <a:t> </a:t>
            </a:r>
            <a:r>
              <a:rPr lang="fr-FR" sz="1200" spc="-10" dirty="0" smtClean="0">
                <a:solidFill>
                  <a:srgbClr val="555555"/>
                </a:solidFill>
                <a:latin typeface="+mn-lt"/>
                <a:cs typeface="Calibri"/>
              </a:rPr>
              <a:t>sous-répertoire</a:t>
            </a:r>
            <a:r>
              <a:rPr lang="fr-FR" sz="1200" spc="45" dirty="0" smtClean="0">
                <a:solidFill>
                  <a:srgbClr val="555555"/>
                </a:solidFill>
                <a:latin typeface="+mn-lt"/>
                <a:cs typeface="Calibri"/>
              </a:rPr>
              <a:t> </a:t>
            </a:r>
            <a:r>
              <a:rPr lang="fr-FR" sz="1200" dirty="0" smtClean="0">
                <a:solidFill>
                  <a:srgbClr val="555555"/>
                </a:solidFill>
                <a:latin typeface="+mn-lt"/>
                <a:cs typeface="Calibri"/>
              </a:rPr>
              <a:t>se</a:t>
            </a:r>
            <a:r>
              <a:rPr lang="fr-FR" sz="1200" spc="-30" dirty="0" smtClean="0">
                <a:solidFill>
                  <a:srgbClr val="555555"/>
                </a:solidFill>
                <a:latin typeface="+mn-lt"/>
                <a:cs typeface="Calibri"/>
              </a:rPr>
              <a:t> </a:t>
            </a:r>
            <a:r>
              <a:rPr lang="fr-FR" sz="1200" spc="-10" dirty="0" smtClean="0">
                <a:solidFill>
                  <a:srgbClr val="555555"/>
                </a:solidFill>
                <a:latin typeface="+mn-lt"/>
                <a:cs typeface="Calibri"/>
              </a:rPr>
              <a:t>trouvant</a:t>
            </a:r>
            <a:r>
              <a:rPr lang="fr-FR" sz="1200" spc="-20" dirty="0" smtClean="0">
                <a:solidFill>
                  <a:srgbClr val="555555"/>
                </a:solidFill>
                <a:latin typeface="+mn-lt"/>
                <a:cs typeface="Calibri"/>
              </a:rPr>
              <a:t> </a:t>
            </a:r>
            <a:r>
              <a:rPr lang="fr-FR" sz="1200" spc="-10" dirty="0" smtClean="0">
                <a:solidFill>
                  <a:srgbClr val="555555"/>
                </a:solidFill>
                <a:latin typeface="+mn-lt"/>
                <a:cs typeface="Calibri"/>
              </a:rPr>
              <a:t>dedans</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22</a:t>
            </a:fld>
            <a:endParaRPr lang="fr-FR"/>
          </a:p>
        </p:txBody>
      </p:sp>
    </p:spTree>
    <p:extLst>
      <p:ext uri="{BB962C8B-B14F-4D97-AF65-F5344CB8AC3E}">
        <p14:creationId xmlns:p14="http://schemas.microsoft.com/office/powerpoint/2010/main" val="13439903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a:lnSpc>
                <a:spcPct val="100000"/>
              </a:lnSpc>
              <a:spcBef>
                <a:spcPts val="770"/>
              </a:spcBef>
            </a:pPr>
            <a:r>
              <a:rPr lang="fr-FR" sz="1200" dirty="0" smtClean="0">
                <a:solidFill>
                  <a:srgbClr val="585858"/>
                </a:solidFill>
                <a:latin typeface="+mn-lt"/>
                <a:cs typeface="Calibri"/>
              </a:rPr>
              <a:t>NTFS</a:t>
            </a:r>
            <a:r>
              <a:rPr lang="fr-FR" sz="1200" spc="-10" dirty="0" smtClean="0">
                <a:solidFill>
                  <a:srgbClr val="585858"/>
                </a:solidFill>
                <a:latin typeface="+mn-lt"/>
                <a:cs typeface="Calibri"/>
              </a:rPr>
              <a:t> </a:t>
            </a:r>
            <a:r>
              <a:rPr lang="fr-FR" sz="1200" dirty="0" smtClean="0">
                <a:solidFill>
                  <a:srgbClr val="585858"/>
                </a:solidFill>
                <a:latin typeface="+mn-lt"/>
                <a:cs typeface="Calibri"/>
              </a:rPr>
              <a:t>a</a:t>
            </a:r>
            <a:r>
              <a:rPr lang="fr-FR" sz="1200" spc="10" dirty="0" smtClean="0">
                <a:solidFill>
                  <a:srgbClr val="585858"/>
                </a:solidFill>
                <a:latin typeface="+mn-lt"/>
                <a:cs typeface="Calibri"/>
              </a:rPr>
              <a:t> </a:t>
            </a:r>
            <a:r>
              <a:rPr lang="fr-FR" sz="1200" dirty="0" smtClean="0">
                <a:solidFill>
                  <a:srgbClr val="585858"/>
                </a:solidFill>
                <a:latin typeface="+mn-lt"/>
                <a:cs typeface="Calibri"/>
              </a:rPr>
              <a:t>été</a:t>
            </a:r>
            <a:r>
              <a:rPr lang="fr-FR" sz="1200" spc="15" dirty="0" smtClean="0">
                <a:solidFill>
                  <a:srgbClr val="585858"/>
                </a:solidFill>
                <a:latin typeface="+mn-lt"/>
                <a:cs typeface="Calibri"/>
              </a:rPr>
              <a:t> </a:t>
            </a:r>
            <a:r>
              <a:rPr lang="fr-FR" sz="1200" dirty="0" smtClean="0">
                <a:solidFill>
                  <a:srgbClr val="585858"/>
                </a:solidFill>
                <a:latin typeface="+mn-lt"/>
                <a:cs typeface="Calibri"/>
              </a:rPr>
              <a:t>introduit</a:t>
            </a:r>
            <a:r>
              <a:rPr lang="fr-FR" sz="1200" spc="-5" dirty="0" smtClean="0">
                <a:solidFill>
                  <a:srgbClr val="585858"/>
                </a:solidFill>
                <a:latin typeface="+mn-lt"/>
                <a:cs typeface="Calibri"/>
              </a:rPr>
              <a:t> </a:t>
            </a:r>
            <a:r>
              <a:rPr lang="fr-FR" sz="1200" dirty="0" smtClean="0">
                <a:solidFill>
                  <a:srgbClr val="585858"/>
                </a:solidFill>
                <a:latin typeface="+mn-lt"/>
                <a:cs typeface="Calibri"/>
              </a:rPr>
              <a:t>pour</a:t>
            </a:r>
            <a:r>
              <a:rPr lang="fr-FR" sz="1200" spc="5"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spc="-10" dirty="0" smtClean="0">
                <a:solidFill>
                  <a:srgbClr val="585858"/>
                </a:solidFill>
                <a:latin typeface="+mn-lt"/>
                <a:cs typeface="Calibri"/>
              </a:rPr>
              <a:t>première</a:t>
            </a:r>
            <a:r>
              <a:rPr lang="fr-FR" sz="1200" spc="0" baseline="0" dirty="0" smtClean="0">
                <a:solidFill>
                  <a:schemeClr val="tx1"/>
                </a:solidFill>
                <a:latin typeface="+mn-lt"/>
                <a:cs typeface="Calibri"/>
              </a:rPr>
              <a:t> </a:t>
            </a:r>
            <a:r>
              <a:rPr lang="fr-FR" sz="1200" dirty="0" smtClean="0">
                <a:solidFill>
                  <a:srgbClr val="585858"/>
                </a:solidFill>
                <a:latin typeface="+mn-lt"/>
                <a:cs typeface="Calibri"/>
              </a:rPr>
              <a:t>fois</a:t>
            </a:r>
            <a:r>
              <a:rPr lang="fr-FR" sz="1200" spc="-15" dirty="0" smtClean="0">
                <a:solidFill>
                  <a:srgbClr val="585858"/>
                </a:solidFill>
                <a:latin typeface="+mn-lt"/>
                <a:cs typeface="Calibri"/>
              </a:rPr>
              <a:t> </a:t>
            </a:r>
            <a:r>
              <a:rPr lang="fr-FR" sz="1200" dirty="0" smtClean="0">
                <a:solidFill>
                  <a:srgbClr val="585858"/>
                </a:solidFill>
                <a:latin typeface="+mn-lt"/>
                <a:cs typeface="Calibri"/>
              </a:rPr>
              <a:t>en</a:t>
            </a:r>
            <a:r>
              <a:rPr lang="fr-FR" sz="1200" spc="-25" dirty="0" smtClean="0">
                <a:solidFill>
                  <a:srgbClr val="585858"/>
                </a:solidFill>
                <a:latin typeface="+mn-lt"/>
                <a:cs typeface="Calibri"/>
              </a:rPr>
              <a:t> </a:t>
            </a:r>
            <a:r>
              <a:rPr lang="fr-FR" sz="1200" dirty="0" smtClean="0">
                <a:solidFill>
                  <a:srgbClr val="585858"/>
                </a:solidFill>
                <a:latin typeface="+mn-lt"/>
                <a:cs typeface="Calibri"/>
              </a:rPr>
              <a:t>1993,</a:t>
            </a:r>
            <a:r>
              <a:rPr lang="fr-FR" sz="1200" spc="10" dirty="0" smtClean="0">
                <a:solidFill>
                  <a:srgbClr val="585858"/>
                </a:solidFill>
                <a:latin typeface="+mn-lt"/>
                <a:cs typeface="Calibri"/>
              </a:rPr>
              <a:t> </a:t>
            </a:r>
            <a:r>
              <a:rPr lang="fr-FR" sz="1200" dirty="0" smtClean="0">
                <a:solidFill>
                  <a:srgbClr val="585858"/>
                </a:solidFill>
                <a:latin typeface="+mn-lt"/>
                <a:cs typeface="Calibri"/>
              </a:rPr>
              <a:t>avec</a:t>
            </a:r>
            <a:r>
              <a:rPr lang="fr-FR" sz="1200" spc="-45" dirty="0" smtClean="0">
                <a:solidFill>
                  <a:srgbClr val="585858"/>
                </a:solidFill>
                <a:latin typeface="+mn-lt"/>
                <a:cs typeface="Calibri"/>
              </a:rPr>
              <a:t> </a:t>
            </a:r>
            <a:r>
              <a:rPr lang="fr-FR" sz="1200" dirty="0" smtClean="0">
                <a:solidFill>
                  <a:srgbClr val="585858"/>
                </a:solidFill>
                <a:latin typeface="+mn-lt"/>
                <a:cs typeface="Calibri"/>
              </a:rPr>
              <a:t>la</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version</a:t>
            </a:r>
            <a:r>
              <a:rPr lang="fr-FR" sz="1200" spc="-45" dirty="0" smtClean="0">
                <a:solidFill>
                  <a:srgbClr val="585858"/>
                </a:solidFill>
                <a:latin typeface="+mn-lt"/>
                <a:cs typeface="Calibri"/>
              </a:rPr>
              <a:t> </a:t>
            </a:r>
            <a:r>
              <a:rPr lang="fr-FR" sz="1200" dirty="0" smtClean="0">
                <a:solidFill>
                  <a:srgbClr val="585858"/>
                </a:solidFill>
                <a:latin typeface="+mn-lt"/>
                <a:cs typeface="Calibri"/>
              </a:rPr>
              <a:t>Windows</a:t>
            </a:r>
            <a:r>
              <a:rPr lang="fr-FR" sz="1200" spc="-15" dirty="0" smtClean="0">
                <a:solidFill>
                  <a:srgbClr val="585858"/>
                </a:solidFill>
                <a:latin typeface="+mn-lt"/>
                <a:cs typeface="Calibri"/>
              </a:rPr>
              <a:t> </a:t>
            </a:r>
            <a:r>
              <a:rPr lang="fr-FR" sz="1200" dirty="0" smtClean="0">
                <a:solidFill>
                  <a:srgbClr val="585858"/>
                </a:solidFill>
                <a:latin typeface="+mn-lt"/>
                <a:cs typeface="Calibri"/>
              </a:rPr>
              <a:t>NT</a:t>
            </a:r>
            <a:r>
              <a:rPr lang="fr-FR" sz="1200" spc="-30" dirty="0" smtClean="0">
                <a:solidFill>
                  <a:srgbClr val="585858"/>
                </a:solidFill>
                <a:latin typeface="+mn-lt"/>
                <a:cs typeface="Calibri"/>
              </a:rPr>
              <a:t> </a:t>
            </a:r>
            <a:r>
              <a:rPr lang="fr-FR" sz="1200" spc="-20" dirty="0" smtClean="0">
                <a:solidFill>
                  <a:srgbClr val="585858"/>
                </a:solidFill>
                <a:latin typeface="+mn-lt"/>
                <a:cs typeface="Calibri"/>
              </a:rPr>
              <a:t>3.1.</a:t>
            </a:r>
            <a:endParaRPr lang="fr-FR" sz="1200" dirty="0" smtClean="0">
              <a:latin typeface="+mn-lt"/>
              <a:cs typeface="Calibri"/>
            </a:endParaRPr>
          </a:p>
          <a:p>
            <a:pPr marL="12700">
              <a:lnSpc>
                <a:spcPct val="100000"/>
              </a:lnSpc>
              <a:spcBef>
                <a:spcPts val="1440"/>
              </a:spcBef>
            </a:pPr>
            <a:r>
              <a:rPr lang="fr-FR" sz="1200" dirty="0" smtClean="0">
                <a:solidFill>
                  <a:srgbClr val="585858"/>
                </a:solidFill>
                <a:latin typeface="+mn-lt"/>
                <a:cs typeface="Calibri"/>
              </a:rPr>
              <a:t>Sous</a:t>
            </a:r>
            <a:r>
              <a:rPr lang="fr-FR" sz="1200" spc="114" dirty="0" smtClean="0">
                <a:solidFill>
                  <a:srgbClr val="585858"/>
                </a:solidFill>
                <a:latin typeface="+mn-lt"/>
                <a:cs typeface="Calibri"/>
              </a:rPr>
              <a:t> </a:t>
            </a:r>
            <a:r>
              <a:rPr lang="fr-FR" sz="1200" dirty="0" smtClean="0">
                <a:solidFill>
                  <a:srgbClr val="585858"/>
                </a:solidFill>
                <a:latin typeface="+mn-lt"/>
                <a:cs typeface="Calibri"/>
              </a:rPr>
              <a:t>Windows,</a:t>
            </a:r>
            <a:r>
              <a:rPr lang="fr-FR" sz="1200" spc="125" dirty="0" smtClean="0">
                <a:solidFill>
                  <a:srgbClr val="585858"/>
                </a:solidFill>
                <a:latin typeface="+mn-lt"/>
                <a:cs typeface="Calibri"/>
              </a:rPr>
              <a:t> </a:t>
            </a:r>
            <a:r>
              <a:rPr lang="fr-FR" sz="1200" dirty="0" smtClean="0">
                <a:solidFill>
                  <a:srgbClr val="585858"/>
                </a:solidFill>
                <a:latin typeface="+mn-lt"/>
                <a:cs typeface="Calibri"/>
              </a:rPr>
              <a:t>la</a:t>
            </a:r>
            <a:r>
              <a:rPr lang="fr-FR" sz="1200" spc="110" dirty="0" smtClean="0">
                <a:solidFill>
                  <a:srgbClr val="585858"/>
                </a:solidFill>
                <a:latin typeface="+mn-lt"/>
                <a:cs typeface="Calibri"/>
              </a:rPr>
              <a:t> </a:t>
            </a:r>
            <a:r>
              <a:rPr lang="fr-FR" sz="1200" dirty="0" smtClean="0">
                <a:solidFill>
                  <a:srgbClr val="585858"/>
                </a:solidFill>
                <a:latin typeface="+mn-lt"/>
                <a:cs typeface="Calibri"/>
              </a:rPr>
              <a:t>casse</a:t>
            </a:r>
            <a:r>
              <a:rPr lang="fr-FR" sz="1200" spc="114" dirty="0" smtClean="0">
                <a:solidFill>
                  <a:srgbClr val="585858"/>
                </a:solidFill>
                <a:latin typeface="+mn-lt"/>
                <a:cs typeface="Calibri"/>
              </a:rPr>
              <a:t> </a:t>
            </a:r>
            <a:r>
              <a:rPr lang="fr-FR" sz="1200" dirty="0" smtClean="0">
                <a:solidFill>
                  <a:srgbClr val="585858"/>
                </a:solidFill>
                <a:latin typeface="+mn-lt"/>
                <a:cs typeface="Calibri"/>
              </a:rPr>
              <a:t>est</a:t>
            </a:r>
            <a:r>
              <a:rPr lang="fr-FR" sz="1200" spc="114" dirty="0" smtClean="0">
                <a:solidFill>
                  <a:srgbClr val="585858"/>
                </a:solidFill>
                <a:latin typeface="+mn-lt"/>
                <a:cs typeface="Calibri"/>
              </a:rPr>
              <a:t> </a:t>
            </a:r>
            <a:r>
              <a:rPr lang="fr-FR" sz="1200" dirty="0" smtClean="0">
                <a:solidFill>
                  <a:srgbClr val="585858"/>
                </a:solidFill>
                <a:latin typeface="+mn-lt"/>
                <a:cs typeface="Calibri"/>
              </a:rPr>
              <a:t>préservée.</a:t>
            </a:r>
            <a:r>
              <a:rPr lang="fr-FR" sz="1200" spc="114" dirty="0" smtClean="0">
                <a:solidFill>
                  <a:srgbClr val="585858"/>
                </a:solidFill>
                <a:latin typeface="+mn-lt"/>
                <a:cs typeface="Calibri"/>
              </a:rPr>
              <a:t> </a:t>
            </a:r>
            <a:r>
              <a:rPr lang="fr-FR" sz="1200" dirty="0" smtClean="0">
                <a:solidFill>
                  <a:srgbClr val="585858"/>
                </a:solidFill>
                <a:latin typeface="+mn-lt"/>
                <a:cs typeface="Calibri"/>
              </a:rPr>
              <a:t>Donc,</a:t>
            </a:r>
            <a:r>
              <a:rPr lang="fr-FR" sz="1200" spc="120" dirty="0" smtClean="0">
                <a:solidFill>
                  <a:srgbClr val="585858"/>
                </a:solidFill>
                <a:latin typeface="+mn-lt"/>
                <a:cs typeface="Calibri"/>
              </a:rPr>
              <a:t> </a:t>
            </a:r>
            <a:r>
              <a:rPr lang="fr-FR" sz="1200" dirty="0" smtClean="0">
                <a:solidFill>
                  <a:srgbClr val="585858"/>
                </a:solidFill>
                <a:latin typeface="+mn-lt"/>
                <a:cs typeface="Calibri"/>
              </a:rPr>
              <a:t>en</a:t>
            </a:r>
            <a:r>
              <a:rPr lang="fr-FR" sz="1200" spc="125" dirty="0" smtClean="0">
                <a:solidFill>
                  <a:srgbClr val="585858"/>
                </a:solidFill>
                <a:latin typeface="+mn-lt"/>
                <a:cs typeface="Calibri"/>
              </a:rPr>
              <a:t> </a:t>
            </a:r>
            <a:r>
              <a:rPr lang="fr-FR" sz="1200" dirty="0" smtClean="0">
                <a:solidFill>
                  <a:srgbClr val="585858"/>
                </a:solidFill>
                <a:latin typeface="+mn-lt"/>
                <a:cs typeface="Calibri"/>
              </a:rPr>
              <a:t>créant</a:t>
            </a:r>
            <a:r>
              <a:rPr lang="fr-FR" sz="1200" spc="114" dirty="0" smtClean="0">
                <a:solidFill>
                  <a:srgbClr val="585858"/>
                </a:solidFill>
                <a:latin typeface="+mn-lt"/>
                <a:cs typeface="Calibri"/>
              </a:rPr>
              <a:t> </a:t>
            </a:r>
            <a:r>
              <a:rPr lang="fr-FR" sz="1200" dirty="0" smtClean="0">
                <a:solidFill>
                  <a:srgbClr val="585858"/>
                </a:solidFill>
                <a:latin typeface="+mn-lt"/>
                <a:cs typeface="Calibri"/>
              </a:rPr>
              <a:t>un</a:t>
            </a:r>
            <a:r>
              <a:rPr lang="fr-FR" sz="1200" spc="125" dirty="0" smtClean="0">
                <a:solidFill>
                  <a:srgbClr val="585858"/>
                </a:solidFill>
                <a:latin typeface="+mn-lt"/>
                <a:cs typeface="Calibri"/>
              </a:rPr>
              <a:t> </a:t>
            </a:r>
            <a:r>
              <a:rPr lang="fr-FR" sz="1200" dirty="0" smtClean="0">
                <a:solidFill>
                  <a:srgbClr val="585858"/>
                </a:solidFill>
                <a:latin typeface="+mn-lt"/>
                <a:cs typeface="Calibri"/>
              </a:rPr>
              <a:t>fichier</a:t>
            </a:r>
            <a:r>
              <a:rPr lang="fr-FR" sz="1200" spc="120" dirty="0" smtClean="0">
                <a:solidFill>
                  <a:srgbClr val="585858"/>
                </a:solidFill>
                <a:latin typeface="+mn-lt"/>
                <a:cs typeface="Calibri"/>
              </a:rPr>
              <a:t> </a:t>
            </a:r>
            <a:r>
              <a:rPr lang="fr-FR" sz="1200" dirty="0" smtClean="0">
                <a:solidFill>
                  <a:srgbClr val="585858"/>
                </a:solidFill>
                <a:latin typeface="+mn-lt"/>
                <a:cs typeface="Calibri"/>
              </a:rPr>
              <a:t>appelé</a:t>
            </a:r>
            <a:r>
              <a:rPr lang="fr-FR" sz="1200" spc="135" dirty="0" smtClean="0">
                <a:solidFill>
                  <a:srgbClr val="585858"/>
                </a:solidFill>
                <a:latin typeface="+mn-lt"/>
                <a:cs typeface="Calibri"/>
              </a:rPr>
              <a:t> </a:t>
            </a:r>
            <a:r>
              <a:rPr lang="fr-FR" sz="1200" dirty="0" smtClean="0">
                <a:solidFill>
                  <a:srgbClr val="585858"/>
                </a:solidFill>
                <a:latin typeface="+mn-lt"/>
                <a:cs typeface="Calibri"/>
              </a:rPr>
              <a:t>"Fichier",</a:t>
            </a:r>
            <a:r>
              <a:rPr lang="fr-FR" sz="1200" spc="114" dirty="0" smtClean="0">
                <a:solidFill>
                  <a:srgbClr val="585858"/>
                </a:solidFill>
                <a:latin typeface="+mn-lt"/>
                <a:cs typeface="Calibri"/>
              </a:rPr>
              <a:t> </a:t>
            </a:r>
            <a:r>
              <a:rPr lang="fr-FR" sz="1200" dirty="0" smtClean="0">
                <a:solidFill>
                  <a:srgbClr val="585858"/>
                </a:solidFill>
                <a:latin typeface="+mn-lt"/>
                <a:cs typeface="Calibri"/>
              </a:rPr>
              <a:t>il</a:t>
            </a:r>
            <a:r>
              <a:rPr lang="fr-FR" sz="1200" spc="120" dirty="0" smtClean="0">
                <a:solidFill>
                  <a:srgbClr val="585858"/>
                </a:solidFill>
                <a:latin typeface="+mn-lt"/>
                <a:cs typeface="Calibri"/>
              </a:rPr>
              <a:t> </a:t>
            </a:r>
            <a:r>
              <a:rPr lang="fr-FR" sz="1200" dirty="0" smtClean="0">
                <a:solidFill>
                  <a:srgbClr val="585858"/>
                </a:solidFill>
                <a:latin typeface="+mn-lt"/>
                <a:cs typeface="Calibri"/>
              </a:rPr>
              <a:t>est</a:t>
            </a:r>
            <a:r>
              <a:rPr lang="fr-FR" sz="1200" spc="135" dirty="0" smtClean="0">
                <a:solidFill>
                  <a:srgbClr val="585858"/>
                </a:solidFill>
                <a:latin typeface="+mn-lt"/>
                <a:cs typeface="Calibri"/>
              </a:rPr>
              <a:t> </a:t>
            </a:r>
            <a:r>
              <a:rPr lang="fr-FR" sz="1200" dirty="0" smtClean="0">
                <a:solidFill>
                  <a:srgbClr val="585858"/>
                </a:solidFill>
                <a:latin typeface="+mn-lt"/>
                <a:cs typeface="Calibri"/>
              </a:rPr>
              <a:t>lu</a:t>
            </a:r>
            <a:r>
              <a:rPr lang="fr-FR" sz="1200" spc="100" dirty="0" smtClean="0">
                <a:solidFill>
                  <a:srgbClr val="585858"/>
                </a:solidFill>
                <a:latin typeface="+mn-lt"/>
                <a:cs typeface="Calibri"/>
              </a:rPr>
              <a:t> </a:t>
            </a:r>
            <a:r>
              <a:rPr lang="fr-FR" sz="1200" dirty="0" smtClean="0">
                <a:solidFill>
                  <a:srgbClr val="585858"/>
                </a:solidFill>
                <a:latin typeface="+mn-lt"/>
                <a:cs typeface="Calibri"/>
              </a:rPr>
              <a:t>comme</a:t>
            </a:r>
            <a:r>
              <a:rPr lang="fr-FR" sz="1200" spc="110" dirty="0" smtClean="0">
                <a:solidFill>
                  <a:srgbClr val="585858"/>
                </a:solidFill>
                <a:latin typeface="+mn-lt"/>
                <a:cs typeface="Calibri"/>
              </a:rPr>
              <a:t> </a:t>
            </a:r>
            <a:r>
              <a:rPr lang="fr-FR" sz="1200" dirty="0" smtClean="0">
                <a:solidFill>
                  <a:srgbClr val="585858"/>
                </a:solidFill>
                <a:latin typeface="+mn-lt"/>
                <a:cs typeface="Calibri"/>
              </a:rPr>
              <a:t>"fichier".</a:t>
            </a:r>
            <a:r>
              <a:rPr lang="fr-FR" sz="1200" spc="114" dirty="0" smtClean="0">
                <a:solidFill>
                  <a:srgbClr val="585858"/>
                </a:solidFill>
                <a:latin typeface="+mn-lt"/>
                <a:cs typeface="Calibri"/>
              </a:rPr>
              <a:t> </a:t>
            </a:r>
            <a:r>
              <a:rPr lang="fr-FR" sz="1200" dirty="0" smtClean="0">
                <a:solidFill>
                  <a:srgbClr val="585858"/>
                </a:solidFill>
                <a:latin typeface="+mn-lt"/>
                <a:cs typeface="Calibri"/>
              </a:rPr>
              <a:t>En</a:t>
            </a:r>
            <a:r>
              <a:rPr lang="fr-FR" sz="1200" spc="125" dirty="0" smtClean="0">
                <a:solidFill>
                  <a:srgbClr val="585858"/>
                </a:solidFill>
                <a:latin typeface="+mn-lt"/>
                <a:cs typeface="Calibri"/>
              </a:rPr>
              <a:t> </a:t>
            </a:r>
            <a:r>
              <a:rPr lang="fr-FR" sz="1200" dirty="0" smtClean="0">
                <a:solidFill>
                  <a:srgbClr val="585858"/>
                </a:solidFill>
                <a:latin typeface="+mn-lt"/>
                <a:cs typeface="Calibri"/>
              </a:rPr>
              <a:t>listant</a:t>
            </a:r>
            <a:r>
              <a:rPr lang="fr-FR" sz="1200" spc="110" dirty="0" smtClean="0">
                <a:solidFill>
                  <a:srgbClr val="585858"/>
                </a:solidFill>
                <a:latin typeface="+mn-lt"/>
                <a:cs typeface="Calibri"/>
              </a:rPr>
              <a:t> </a:t>
            </a:r>
            <a:r>
              <a:rPr lang="fr-FR" sz="1200" dirty="0" smtClean="0">
                <a:solidFill>
                  <a:srgbClr val="585858"/>
                </a:solidFill>
                <a:latin typeface="+mn-lt"/>
                <a:cs typeface="Calibri"/>
              </a:rPr>
              <a:t>le</a:t>
            </a:r>
            <a:r>
              <a:rPr lang="fr-FR" sz="1200" spc="114" dirty="0" smtClean="0">
                <a:solidFill>
                  <a:srgbClr val="585858"/>
                </a:solidFill>
                <a:latin typeface="+mn-lt"/>
                <a:cs typeface="Calibri"/>
              </a:rPr>
              <a:t> </a:t>
            </a:r>
            <a:r>
              <a:rPr lang="fr-FR" sz="1200" dirty="0" smtClean="0">
                <a:solidFill>
                  <a:srgbClr val="585858"/>
                </a:solidFill>
                <a:latin typeface="+mn-lt"/>
                <a:cs typeface="Calibri"/>
              </a:rPr>
              <a:t>contenu</a:t>
            </a:r>
            <a:r>
              <a:rPr lang="fr-FR" sz="1200" spc="100" dirty="0" smtClean="0">
                <a:solidFill>
                  <a:srgbClr val="585858"/>
                </a:solidFill>
                <a:latin typeface="+mn-lt"/>
                <a:cs typeface="Calibri"/>
              </a:rPr>
              <a:t> </a:t>
            </a:r>
            <a:r>
              <a:rPr lang="fr-FR" sz="1200" dirty="0" smtClean="0">
                <a:solidFill>
                  <a:srgbClr val="585858"/>
                </a:solidFill>
                <a:latin typeface="+mn-lt"/>
                <a:cs typeface="Calibri"/>
              </a:rPr>
              <a:t>du</a:t>
            </a:r>
            <a:r>
              <a:rPr lang="fr-FR" sz="1200" spc="125" dirty="0" smtClean="0">
                <a:solidFill>
                  <a:srgbClr val="585858"/>
                </a:solidFill>
                <a:latin typeface="+mn-lt"/>
                <a:cs typeface="Calibri"/>
              </a:rPr>
              <a:t> </a:t>
            </a:r>
            <a:r>
              <a:rPr lang="fr-FR" sz="1200" dirty="0" smtClean="0">
                <a:solidFill>
                  <a:srgbClr val="585858"/>
                </a:solidFill>
                <a:latin typeface="+mn-lt"/>
                <a:cs typeface="Calibri"/>
              </a:rPr>
              <a:t>répertoire,</a:t>
            </a:r>
            <a:r>
              <a:rPr lang="fr-FR" sz="1200" spc="120" dirty="0" smtClean="0">
                <a:solidFill>
                  <a:srgbClr val="585858"/>
                </a:solidFill>
                <a:latin typeface="+mn-lt"/>
                <a:cs typeface="Calibri"/>
              </a:rPr>
              <a:t> </a:t>
            </a:r>
            <a:r>
              <a:rPr lang="fr-FR" sz="1200" dirty="0" smtClean="0">
                <a:solidFill>
                  <a:srgbClr val="585858"/>
                </a:solidFill>
                <a:latin typeface="+mn-lt"/>
                <a:cs typeface="Calibri"/>
              </a:rPr>
              <a:t>il</a:t>
            </a:r>
            <a:r>
              <a:rPr lang="fr-FR" sz="1200" spc="120" dirty="0" smtClean="0">
                <a:solidFill>
                  <a:srgbClr val="585858"/>
                </a:solidFill>
                <a:latin typeface="+mn-lt"/>
                <a:cs typeface="Calibri"/>
              </a:rPr>
              <a:t> </a:t>
            </a:r>
            <a:r>
              <a:rPr lang="fr-FR" sz="1200" dirty="0" smtClean="0">
                <a:solidFill>
                  <a:srgbClr val="585858"/>
                </a:solidFill>
                <a:latin typeface="+mn-lt"/>
                <a:cs typeface="Calibri"/>
              </a:rPr>
              <a:t>est</a:t>
            </a:r>
            <a:r>
              <a:rPr lang="fr-FR" sz="1200" spc="114" dirty="0" smtClean="0">
                <a:solidFill>
                  <a:srgbClr val="585858"/>
                </a:solidFill>
                <a:latin typeface="+mn-lt"/>
                <a:cs typeface="Calibri"/>
              </a:rPr>
              <a:t> </a:t>
            </a:r>
            <a:r>
              <a:rPr lang="fr-FR" sz="1200" dirty="0" smtClean="0">
                <a:solidFill>
                  <a:srgbClr val="585858"/>
                </a:solidFill>
                <a:latin typeface="+mn-lt"/>
                <a:cs typeface="Calibri"/>
              </a:rPr>
              <a:t>affiché</a:t>
            </a:r>
            <a:r>
              <a:rPr lang="fr-FR" sz="1200" spc="135" dirty="0" smtClean="0">
                <a:solidFill>
                  <a:srgbClr val="585858"/>
                </a:solidFill>
                <a:latin typeface="+mn-lt"/>
                <a:cs typeface="Calibri"/>
              </a:rPr>
              <a:t> </a:t>
            </a:r>
            <a:r>
              <a:rPr lang="fr-FR" sz="1200" spc="-10" dirty="0" smtClean="0">
                <a:solidFill>
                  <a:srgbClr val="585858"/>
                </a:solidFill>
                <a:latin typeface="+mn-lt"/>
                <a:cs typeface="Calibri"/>
              </a:rPr>
              <a:t>comme</a:t>
            </a:r>
            <a:endParaRPr lang="fr-FR" sz="1200" dirty="0" smtClean="0">
              <a:latin typeface="+mn-lt"/>
              <a:cs typeface="Calibri"/>
            </a:endParaRPr>
          </a:p>
          <a:p>
            <a:pPr marL="12700">
              <a:lnSpc>
                <a:spcPct val="100000"/>
              </a:lnSpc>
              <a:spcBef>
                <a:spcPts val="1440"/>
              </a:spcBef>
            </a:pPr>
            <a:r>
              <a:rPr lang="fr-FR" sz="1200" dirty="0" smtClean="0">
                <a:solidFill>
                  <a:srgbClr val="585858"/>
                </a:solidFill>
                <a:latin typeface="+mn-lt"/>
                <a:cs typeface="Calibri"/>
              </a:rPr>
              <a:t>"fichier",</a:t>
            </a:r>
            <a:r>
              <a:rPr lang="fr-FR" sz="1200" spc="-30" dirty="0" smtClean="0">
                <a:solidFill>
                  <a:srgbClr val="585858"/>
                </a:solidFill>
                <a:latin typeface="+mn-lt"/>
                <a:cs typeface="Calibri"/>
              </a:rPr>
              <a:t> </a:t>
            </a:r>
            <a:r>
              <a:rPr lang="fr-FR" sz="1200" dirty="0" smtClean="0">
                <a:solidFill>
                  <a:srgbClr val="585858"/>
                </a:solidFill>
                <a:latin typeface="+mn-lt"/>
                <a:cs typeface="Calibri"/>
              </a:rPr>
              <a:t>plutôt</a:t>
            </a:r>
            <a:r>
              <a:rPr lang="fr-FR" sz="1200" spc="-25" dirty="0" smtClean="0">
                <a:solidFill>
                  <a:srgbClr val="585858"/>
                </a:solidFill>
                <a:latin typeface="+mn-lt"/>
                <a:cs typeface="Calibri"/>
              </a:rPr>
              <a:t> </a:t>
            </a:r>
            <a:r>
              <a:rPr lang="fr-FR" sz="1200" dirty="0" smtClean="0">
                <a:solidFill>
                  <a:srgbClr val="585858"/>
                </a:solidFill>
                <a:latin typeface="+mn-lt"/>
                <a:cs typeface="Calibri"/>
              </a:rPr>
              <a:t>que</a:t>
            </a:r>
            <a:r>
              <a:rPr lang="fr-FR" sz="1200" spc="-50" dirty="0" smtClean="0">
                <a:solidFill>
                  <a:srgbClr val="585858"/>
                </a:solidFill>
                <a:latin typeface="+mn-lt"/>
                <a:cs typeface="Calibri"/>
              </a:rPr>
              <a:t> </a:t>
            </a:r>
            <a:r>
              <a:rPr lang="fr-FR" sz="1200" dirty="0" smtClean="0">
                <a:solidFill>
                  <a:srgbClr val="585858"/>
                </a:solidFill>
                <a:latin typeface="+mn-lt"/>
                <a:cs typeface="Calibri"/>
              </a:rPr>
              <a:t>"Fichier",</a:t>
            </a:r>
            <a:r>
              <a:rPr lang="fr-FR" sz="1200" spc="-30" dirty="0" smtClean="0">
                <a:solidFill>
                  <a:srgbClr val="585858"/>
                </a:solidFill>
                <a:latin typeface="+mn-lt"/>
                <a:cs typeface="Calibri"/>
              </a:rPr>
              <a:t> </a:t>
            </a:r>
            <a:r>
              <a:rPr lang="fr-FR" sz="1200" dirty="0" smtClean="0">
                <a:solidFill>
                  <a:srgbClr val="585858"/>
                </a:solidFill>
                <a:latin typeface="+mn-lt"/>
                <a:cs typeface="Calibri"/>
              </a:rPr>
              <a:t>comme</a:t>
            </a:r>
            <a:r>
              <a:rPr lang="fr-FR" sz="1200" spc="-35" dirty="0" smtClean="0">
                <a:solidFill>
                  <a:srgbClr val="585858"/>
                </a:solidFill>
                <a:latin typeface="+mn-lt"/>
                <a:cs typeface="Calibri"/>
              </a:rPr>
              <a:t> </a:t>
            </a:r>
            <a:r>
              <a:rPr lang="fr-FR" sz="1200" spc="-45" dirty="0" smtClean="0">
                <a:solidFill>
                  <a:srgbClr val="585858"/>
                </a:solidFill>
                <a:latin typeface="+mn-lt"/>
                <a:cs typeface="Calibri"/>
              </a:rPr>
              <a:t>FAT</a:t>
            </a:r>
            <a:r>
              <a:rPr lang="fr-FR" sz="1200" spc="-20" dirty="0" smtClean="0">
                <a:solidFill>
                  <a:srgbClr val="585858"/>
                </a:solidFill>
                <a:latin typeface="+mn-lt"/>
                <a:cs typeface="Calibri"/>
              </a:rPr>
              <a:t> </a:t>
            </a:r>
            <a:r>
              <a:rPr lang="fr-FR" sz="1200" dirty="0" smtClean="0">
                <a:solidFill>
                  <a:srgbClr val="585858"/>
                </a:solidFill>
                <a:latin typeface="+mn-lt"/>
                <a:cs typeface="Calibri"/>
              </a:rPr>
              <a:t>fait</a:t>
            </a:r>
            <a:r>
              <a:rPr lang="fr-FR" sz="1200" spc="-50" dirty="0" smtClean="0">
                <a:solidFill>
                  <a:srgbClr val="585858"/>
                </a:solidFill>
                <a:latin typeface="+mn-lt"/>
                <a:cs typeface="Calibri"/>
              </a:rPr>
              <a:t> </a:t>
            </a:r>
            <a:r>
              <a:rPr lang="fr-FR" sz="1200" spc="-10" dirty="0" smtClean="0">
                <a:solidFill>
                  <a:srgbClr val="585858"/>
                </a:solidFill>
                <a:latin typeface="+mn-lt"/>
                <a:cs typeface="Calibri"/>
              </a:rPr>
              <a:t>traditionnellement.</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23</a:t>
            </a:fld>
            <a:endParaRPr lang="fr-FR"/>
          </a:p>
        </p:txBody>
      </p:sp>
    </p:spTree>
    <p:extLst>
      <p:ext uri="{BB962C8B-B14F-4D97-AF65-F5344CB8AC3E}">
        <p14:creationId xmlns:p14="http://schemas.microsoft.com/office/powerpoint/2010/main" val="37520802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smtClean="0">
                <a:solidFill>
                  <a:srgbClr val="585858"/>
                </a:solidFill>
                <a:latin typeface="+mn-lt"/>
                <a:cs typeface="Calibri"/>
              </a:rPr>
              <a:t>La</a:t>
            </a:r>
            <a:r>
              <a:rPr lang="fr-FR" sz="1200" spc="-35" dirty="0" smtClean="0">
                <a:solidFill>
                  <a:srgbClr val="585858"/>
                </a:solidFill>
                <a:latin typeface="+mn-lt"/>
                <a:cs typeface="Calibri"/>
              </a:rPr>
              <a:t> </a:t>
            </a:r>
            <a:r>
              <a:rPr lang="fr-FR" sz="1200" b="1" dirty="0" smtClean="0">
                <a:solidFill>
                  <a:srgbClr val="585858"/>
                </a:solidFill>
                <a:latin typeface="+mn-lt"/>
                <a:cs typeface="Calibri"/>
              </a:rPr>
              <a:t>Figure</a:t>
            </a:r>
            <a:r>
              <a:rPr lang="fr-FR" sz="1200" b="1" spc="-55" dirty="0" smtClean="0">
                <a:solidFill>
                  <a:srgbClr val="585858"/>
                </a:solidFill>
                <a:latin typeface="+mn-lt"/>
                <a:cs typeface="Calibri"/>
              </a:rPr>
              <a:t> </a:t>
            </a:r>
            <a:r>
              <a:rPr lang="fr-FR" sz="1200" b="1" spc="-40" dirty="0" smtClean="0">
                <a:solidFill>
                  <a:srgbClr val="585858"/>
                </a:solidFill>
                <a:latin typeface="+mn-lt"/>
                <a:cs typeface="Calibri"/>
              </a:rPr>
              <a:t> </a:t>
            </a:r>
            <a:r>
              <a:rPr lang="fr-FR" sz="1200" spc="-10" dirty="0" smtClean="0">
                <a:solidFill>
                  <a:srgbClr val="585858"/>
                </a:solidFill>
                <a:latin typeface="+mn-lt"/>
                <a:cs typeface="Calibri"/>
              </a:rPr>
              <a:t>illustre</a:t>
            </a:r>
            <a:r>
              <a:rPr lang="fr-FR" sz="1200" spc="50" dirty="0" smtClean="0">
                <a:solidFill>
                  <a:srgbClr val="585858"/>
                </a:solidFill>
                <a:latin typeface="+mn-lt"/>
                <a:cs typeface="Calibri"/>
              </a:rPr>
              <a:t> </a:t>
            </a:r>
            <a:r>
              <a:rPr lang="fr-FR" sz="1200" dirty="0" smtClean="0">
                <a:solidFill>
                  <a:srgbClr val="585858"/>
                </a:solidFill>
                <a:latin typeface="+mn-lt"/>
                <a:cs typeface="Calibri"/>
              </a:rPr>
              <a:t>un</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exemple</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configuration</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NTFS</a:t>
            </a:r>
          </a:p>
          <a:p>
            <a:pPr marL="192405">
              <a:lnSpc>
                <a:spcPct val="100000"/>
              </a:lnSpc>
              <a:spcBef>
                <a:spcPts val="1455"/>
              </a:spcBef>
            </a:pPr>
            <a:r>
              <a:rPr lang="fr-FR" sz="1200" dirty="0" smtClean="0">
                <a:solidFill>
                  <a:srgbClr val="585858"/>
                </a:solidFill>
                <a:latin typeface="+mn-lt"/>
                <a:cs typeface="Calibri"/>
              </a:rPr>
              <a:t>Le</a:t>
            </a:r>
            <a:r>
              <a:rPr lang="fr-FR" sz="1200" spc="-50"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35" dirty="0" smtClean="0">
                <a:solidFill>
                  <a:srgbClr val="585858"/>
                </a:solidFill>
                <a:latin typeface="+mn-lt"/>
                <a:cs typeface="Calibri"/>
              </a:rPr>
              <a:t> </a:t>
            </a:r>
            <a:r>
              <a:rPr lang="fr-FR" sz="1200" dirty="0" smtClean="0">
                <a:solidFill>
                  <a:srgbClr val="585858"/>
                </a:solidFill>
                <a:latin typeface="+mn-lt"/>
                <a:cs typeface="Calibri"/>
              </a:rPr>
              <a:t>de</a:t>
            </a:r>
            <a:r>
              <a:rPr lang="fr-FR" sz="1200" spc="-25"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50" dirty="0" smtClean="0">
                <a:solidFill>
                  <a:srgbClr val="585858"/>
                </a:solidFill>
                <a:latin typeface="+mn-lt"/>
                <a:cs typeface="Calibri"/>
              </a:rPr>
              <a:t> </a:t>
            </a:r>
            <a:r>
              <a:rPr lang="fr-FR" sz="1200" dirty="0" smtClean="0">
                <a:solidFill>
                  <a:srgbClr val="585858"/>
                </a:solidFill>
                <a:latin typeface="+mn-lt"/>
                <a:cs typeface="Calibri"/>
              </a:rPr>
              <a:t>des</a:t>
            </a:r>
            <a:r>
              <a:rPr lang="fr-FR" sz="1200" spc="-3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dirty="0" smtClean="0">
                <a:solidFill>
                  <a:srgbClr val="585858"/>
                </a:solidFill>
                <a:latin typeface="+mn-lt"/>
                <a:cs typeface="Calibri"/>
              </a:rPr>
              <a:t>sous</a:t>
            </a:r>
            <a:r>
              <a:rPr lang="fr-FR" sz="1200" spc="-15" dirty="0" smtClean="0">
                <a:solidFill>
                  <a:srgbClr val="585858"/>
                </a:solidFill>
                <a:latin typeface="+mn-lt"/>
                <a:cs typeface="Calibri"/>
              </a:rPr>
              <a:t> </a:t>
            </a:r>
            <a:r>
              <a:rPr lang="fr-FR" sz="1200" dirty="0" smtClean="0">
                <a:solidFill>
                  <a:srgbClr val="585858"/>
                </a:solidFill>
                <a:latin typeface="+mn-lt"/>
                <a:cs typeface="Calibri"/>
              </a:rPr>
              <a:t>Windows</a:t>
            </a:r>
            <a:r>
              <a:rPr lang="fr-FR" sz="1200" spc="-10" dirty="0" smtClean="0">
                <a:solidFill>
                  <a:srgbClr val="585858"/>
                </a:solidFill>
                <a:latin typeface="+mn-lt"/>
                <a:cs typeface="Calibri"/>
              </a:rPr>
              <a:t> </a:t>
            </a:r>
            <a:r>
              <a:rPr lang="fr-FR" sz="1200" dirty="0" smtClean="0">
                <a:solidFill>
                  <a:srgbClr val="585858"/>
                </a:solidFill>
                <a:latin typeface="+mn-lt"/>
                <a:cs typeface="Calibri"/>
              </a:rPr>
              <a:t>est</a:t>
            </a:r>
            <a:r>
              <a:rPr lang="fr-FR" sz="1200" spc="-45" dirty="0" smtClean="0">
                <a:solidFill>
                  <a:srgbClr val="585858"/>
                </a:solidFill>
                <a:latin typeface="+mn-lt"/>
                <a:cs typeface="Calibri"/>
              </a:rPr>
              <a:t> </a:t>
            </a:r>
            <a:r>
              <a:rPr lang="fr-FR" sz="1200" dirty="0" smtClean="0">
                <a:solidFill>
                  <a:srgbClr val="585858"/>
                </a:solidFill>
                <a:latin typeface="+mn-lt"/>
                <a:cs typeface="Calibri"/>
              </a:rPr>
              <a:t>NTFS,</a:t>
            </a:r>
            <a:r>
              <a:rPr lang="fr-FR" sz="1200" spc="-15" dirty="0" smtClean="0">
                <a:solidFill>
                  <a:srgbClr val="585858"/>
                </a:solidFill>
                <a:latin typeface="+mn-lt"/>
                <a:cs typeface="Calibri"/>
              </a:rPr>
              <a:t> </a:t>
            </a:r>
            <a:r>
              <a:rPr lang="fr-FR" sz="1200" dirty="0" smtClean="0">
                <a:solidFill>
                  <a:srgbClr val="585858"/>
                </a:solidFill>
                <a:latin typeface="+mn-lt"/>
                <a:cs typeface="Calibri"/>
              </a:rPr>
              <a:t>qui</a:t>
            </a:r>
            <a:r>
              <a:rPr lang="fr-FR" sz="1200" spc="-35" dirty="0" smtClean="0">
                <a:solidFill>
                  <a:srgbClr val="585858"/>
                </a:solidFill>
                <a:latin typeface="+mn-lt"/>
                <a:cs typeface="Calibri"/>
              </a:rPr>
              <a:t> </a:t>
            </a:r>
            <a:r>
              <a:rPr lang="fr-FR" sz="1200" dirty="0" smtClean="0">
                <a:solidFill>
                  <a:srgbClr val="585858"/>
                </a:solidFill>
                <a:latin typeface="+mn-lt"/>
                <a:cs typeface="Calibri"/>
              </a:rPr>
              <a:t>permet</a:t>
            </a:r>
            <a:r>
              <a:rPr lang="fr-FR" sz="1200" spc="-35"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pPr marL="363855" indent="-171450">
              <a:lnSpc>
                <a:spcPct val="100000"/>
              </a:lnSpc>
              <a:spcBef>
                <a:spcPts val="1325"/>
              </a:spcBef>
              <a:buFont typeface="Arial"/>
              <a:buChar char="•"/>
              <a:tabLst>
                <a:tab pos="363855" algn="l"/>
              </a:tabLst>
            </a:pPr>
            <a:r>
              <a:rPr lang="fr-FR" sz="1200" dirty="0" smtClean="0">
                <a:solidFill>
                  <a:srgbClr val="585858"/>
                </a:solidFill>
                <a:latin typeface="+mn-lt"/>
                <a:cs typeface="Calibri"/>
              </a:rPr>
              <a:t>La</a:t>
            </a:r>
            <a:r>
              <a:rPr lang="fr-FR" sz="1200" spc="-45" dirty="0" smtClean="0">
                <a:solidFill>
                  <a:srgbClr val="585858"/>
                </a:solidFill>
                <a:latin typeface="+mn-lt"/>
                <a:cs typeface="Calibri"/>
              </a:rPr>
              <a:t> </a:t>
            </a:r>
            <a:r>
              <a:rPr lang="fr-FR" sz="1200" dirty="0" smtClean="0">
                <a:solidFill>
                  <a:srgbClr val="585858"/>
                </a:solidFill>
                <a:latin typeface="+mn-lt"/>
                <a:cs typeface="Calibri"/>
              </a:rPr>
              <a:t>prise</a:t>
            </a:r>
            <a:r>
              <a:rPr lang="fr-FR" sz="1200" spc="-20" dirty="0" smtClean="0">
                <a:solidFill>
                  <a:srgbClr val="585858"/>
                </a:solidFill>
                <a:latin typeface="+mn-lt"/>
                <a:cs typeface="Calibri"/>
              </a:rPr>
              <a:t> </a:t>
            </a:r>
            <a:r>
              <a:rPr lang="fr-FR" sz="1200" dirty="0" smtClean="0">
                <a:solidFill>
                  <a:srgbClr val="585858"/>
                </a:solidFill>
                <a:latin typeface="+mn-lt"/>
                <a:cs typeface="Calibri"/>
              </a:rPr>
              <a:t>en</a:t>
            </a:r>
            <a:r>
              <a:rPr lang="fr-FR" sz="1200" spc="-30" dirty="0" smtClean="0">
                <a:solidFill>
                  <a:srgbClr val="585858"/>
                </a:solidFill>
                <a:latin typeface="+mn-lt"/>
                <a:cs typeface="Calibri"/>
              </a:rPr>
              <a:t> </a:t>
            </a:r>
            <a:r>
              <a:rPr lang="fr-FR" sz="1200" dirty="0" smtClean="0">
                <a:solidFill>
                  <a:srgbClr val="585858"/>
                </a:solidFill>
                <a:latin typeface="+mn-lt"/>
                <a:cs typeface="Calibri"/>
              </a:rPr>
              <a:t>charge</a:t>
            </a:r>
            <a:r>
              <a:rPr lang="fr-FR" sz="1200" spc="-40" dirty="0" smtClean="0">
                <a:solidFill>
                  <a:srgbClr val="585858"/>
                </a:solidFill>
                <a:latin typeface="+mn-lt"/>
                <a:cs typeface="Calibri"/>
              </a:rPr>
              <a:t> </a:t>
            </a:r>
            <a:r>
              <a:rPr lang="fr-FR" sz="1200" dirty="0" smtClean="0">
                <a:solidFill>
                  <a:srgbClr val="585858"/>
                </a:solidFill>
                <a:latin typeface="+mn-lt"/>
                <a:cs typeface="Calibri"/>
              </a:rPr>
              <a:t>de</a:t>
            </a:r>
            <a:r>
              <a:rPr lang="fr-FR" sz="1200" spc="-20" dirty="0" smtClean="0">
                <a:solidFill>
                  <a:srgbClr val="585858"/>
                </a:solidFill>
                <a:latin typeface="+mn-lt"/>
                <a:cs typeface="Calibri"/>
              </a:rPr>
              <a:t> </a:t>
            </a:r>
            <a:r>
              <a:rPr lang="fr-FR" sz="1200" dirty="0" smtClean="0">
                <a:solidFill>
                  <a:srgbClr val="585858"/>
                </a:solidFill>
                <a:latin typeface="+mn-lt"/>
                <a:cs typeface="Calibri"/>
              </a:rPr>
              <a:t>très</a:t>
            </a:r>
            <a:r>
              <a:rPr lang="fr-FR" sz="1200" spc="-35" dirty="0" smtClean="0">
                <a:solidFill>
                  <a:srgbClr val="585858"/>
                </a:solidFill>
                <a:latin typeface="+mn-lt"/>
                <a:cs typeface="Calibri"/>
              </a:rPr>
              <a:t> </a:t>
            </a:r>
            <a:r>
              <a:rPr lang="fr-FR" sz="1200" dirty="0" smtClean="0">
                <a:solidFill>
                  <a:srgbClr val="585858"/>
                </a:solidFill>
                <a:latin typeface="+mn-lt"/>
                <a:cs typeface="Calibri"/>
              </a:rPr>
              <a:t>gros</a:t>
            </a:r>
            <a:r>
              <a:rPr lang="fr-FR" sz="1200" spc="-1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pPr marL="363855" indent="-171450">
              <a:lnSpc>
                <a:spcPct val="100000"/>
              </a:lnSpc>
              <a:spcBef>
                <a:spcPts val="1320"/>
              </a:spcBef>
              <a:buFont typeface="Arial"/>
              <a:buChar char="•"/>
              <a:tabLst>
                <a:tab pos="363855" algn="l"/>
              </a:tabLst>
            </a:pPr>
            <a:r>
              <a:rPr lang="fr-FR" sz="1200" dirty="0" smtClean="0">
                <a:solidFill>
                  <a:srgbClr val="585858"/>
                </a:solidFill>
                <a:latin typeface="+mn-lt"/>
                <a:cs typeface="Calibri"/>
              </a:rPr>
              <a:t>La</a:t>
            </a:r>
            <a:r>
              <a:rPr lang="fr-FR" sz="1200" spc="-45" dirty="0" smtClean="0">
                <a:solidFill>
                  <a:srgbClr val="585858"/>
                </a:solidFill>
                <a:latin typeface="+mn-lt"/>
                <a:cs typeface="Calibri"/>
              </a:rPr>
              <a:t> </a:t>
            </a:r>
            <a:r>
              <a:rPr lang="fr-FR" sz="1200" dirty="0" smtClean="0">
                <a:solidFill>
                  <a:srgbClr val="585858"/>
                </a:solidFill>
                <a:latin typeface="+mn-lt"/>
                <a:cs typeface="Calibri"/>
              </a:rPr>
              <a:t>prise</a:t>
            </a:r>
            <a:r>
              <a:rPr lang="fr-FR" sz="1200" spc="-15" dirty="0" smtClean="0">
                <a:solidFill>
                  <a:srgbClr val="585858"/>
                </a:solidFill>
                <a:latin typeface="+mn-lt"/>
                <a:cs typeface="Calibri"/>
              </a:rPr>
              <a:t> </a:t>
            </a:r>
            <a:r>
              <a:rPr lang="fr-FR" sz="1200" dirty="0" smtClean="0">
                <a:solidFill>
                  <a:srgbClr val="585858"/>
                </a:solidFill>
                <a:latin typeface="+mn-lt"/>
                <a:cs typeface="Calibri"/>
              </a:rPr>
              <a:t>en</a:t>
            </a:r>
            <a:r>
              <a:rPr lang="fr-FR" sz="1200" spc="-25" dirty="0" smtClean="0">
                <a:solidFill>
                  <a:srgbClr val="585858"/>
                </a:solidFill>
                <a:latin typeface="+mn-lt"/>
                <a:cs typeface="Calibri"/>
              </a:rPr>
              <a:t> </a:t>
            </a:r>
            <a:r>
              <a:rPr lang="fr-FR" sz="1200" dirty="0" smtClean="0">
                <a:solidFill>
                  <a:srgbClr val="585858"/>
                </a:solidFill>
                <a:latin typeface="+mn-lt"/>
                <a:cs typeface="Calibri"/>
              </a:rPr>
              <a:t>charge</a:t>
            </a:r>
            <a:r>
              <a:rPr lang="fr-FR" sz="1200" spc="-40" dirty="0" smtClean="0">
                <a:solidFill>
                  <a:srgbClr val="585858"/>
                </a:solidFill>
                <a:latin typeface="+mn-lt"/>
                <a:cs typeface="Calibri"/>
              </a:rPr>
              <a:t> </a:t>
            </a:r>
            <a:r>
              <a:rPr lang="fr-FR" sz="1200" dirty="0" smtClean="0">
                <a:solidFill>
                  <a:srgbClr val="585858"/>
                </a:solidFill>
                <a:latin typeface="+mn-lt"/>
                <a:cs typeface="Calibri"/>
              </a:rPr>
              <a:t>des</a:t>
            </a:r>
            <a:r>
              <a:rPr lang="fr-FR" sz="1200" spc="-30" dirty="0" smtClean="0">
                <a:solidFill>
                  <a:srgbClr val="585858"/>
                </a:solidFill>
                <a:latin typeface="+mn-lt"/>
                <a:cs typeface="Calibri"/>
              </a:rPr>
              <a:t> </a:t>
            </a:r>
            <a:r>
              <a:rPr lang="fr-FR" sz="1200" dirty="0" smtClean="0">
                <a:solidFill>
                  <a:srgbClr val="585858"/>
                </a:solidFill>
                <a:latin typeface="+mn-lt"/>
                <a:cs typeface="Calibri"/>
              </a:rPr>
              <a:t>longs</a:t>
            </a:r>
            <a:r>
              <a:rPr lang="fr-FR" sz="1200" spc="-5" dirty="0" smtClean="0">
                <a:solidFill>
                  <a:srgbClr val="585858"/>
                </a:solidFill>
                <a:latin typeface="+mn-lt"/>
                <a:cs typeface="Calibri"/>
              </a:rPr>
              <a:t> </a:t>
            </a:r>
            <a:r>
              <a:rPr lang="fr-FR" sz="1200" dirty="0" smtClean="0">
                <a:solidFill>
                  <a:srgbClr val="585858"/>
                </a:solidFill>
                <a:latin typeface="+mn-lt"/>
                <a:cs typeface="Calibri"/>
              </a:rPr>
              <a:t>noms</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2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10"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pPr marL="363855" indent="-171450">
              <a:lnSpc>
                <a:spcPct val="100000"/>
              </a:lnSpc>
              <a:spcBef>
                <a:spcPts val="1320"/>
              </a:spcBef>
              <a:buFont typeface="Arial"/>
              <a:buChar char="•"/>
              <a:tabLst>
                <a:tab pos="363855" algn="l"/>
              </a:tabLst>
            </a:pPr>
            <a:r>
              <a:rPr lang="fr-FR" sz="1200" dirty="0" smtClean="0">
                <a:solidFill>
                  <a:srgbClr val="585858"/>
                </a:solidFill>
                <a:latin typeface="+mn-lt"/>
                <a:cs typeface="Calibri"/>
              </a:rPr>
              <a:t>La</a:t>
            </a:r>
            <a:r>
              <a:rPr lang="fr-FR" sz="1200" spc="-60" dirty="0" smtClean="0">
                <a:solidFill>
                  <a:srgbClr val="585858"/>
                </a:solidFill>
                <a:latin typeface="+mn-lt"/>
                <a:cs typeface="Calibri"/>
              </a:rPr>
              <a:t> </a:t>
            </a:r>
            <a:r>
              <a:rPr lang="fr-FR" sz="1200" dirty="0" smtClean="0">
                <a:solidFill>
                  <a:srgbClr val="585858"/>
                </a:solidFill>
                <a:latin typeface="+mn-lt"/>
                <a:cs typeface="Calibri"/>
              </a:rPr>
              <a:t>compression de</a:t>
            </a:r>
            <a:r>
              <a:rPr lang="fr-FR" sz="1200" spc="-6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10"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pPr marL="363855" indent="-171450">
              <a:lnSpc>
                <a:spcPct val="100000"/>
              </a:lnSpc>
              <a:spcBef>
                <a:spcPts val="1320"/>
              </a:spcBef>
              <a:buFont typeface="Arial"/>
              <a:buChar char="•"/>
              <a:tabLst>
                <a:tab pos="363855" algn="l"/>
              </a:tabLst>
            </a:pPr>
            <a:r>
              <a:rPr lang="fr-FR" sz="1200" dirty="0" smtClean="0">
                <a:solidFill>
                  <a:srgbClr val="585858"/>
                </a:solidFill>
                <a:latin typeface="+mn-lt"/>
                <a:cs typeface="Calibri"/>
              </a:rPr>
              <a:t>Fournie</a:t>
            </a:r>
            <a:r>
              <a:rPr lang="fr-FR" sz="1200" spc="10" dirty="0" smtClean="0">
                <a:solidFill>
                  <a:srgbClr val="585858"/>
                </a:solidFill>
                <a:latin typeface="+mn-lt"/>
                <a:cs typeface="Calibri"/>
              </a:rPr>
              <a:t> </a:t>
            </a:r>
            <a:r>
              <a:rPr lang="fr-FR" sz="1200" dirty="0" smtClean="0">
                <a:solidFill>
                  <a:srgbClr val="585858"/>
                </a:solidFill>
                <a:latin typeface="+mn-lt"/>
                <a:cs typeface="Calibri"/>
              </a:rPr>
              <a:t>une</a:t>
            </a:r>
            <a:r>
              <a:rPr lang="fr-FR" sz="1200" spc="-20" dirty="0" smtClean="0">
                <a:solidFill>
                  <a:srgbClr val="585858"/>
                </a:solidFill>
                <a:latin typeface="+mn-lt"/>
                <a:cs typeface="Calibri"/>
              </a:rPr>
              <a:t> </a:t>
            </a:r>
            <a:r>
              <a:rPr lang="fr-FR" sz="1200" dirty="0" smtClean="0">
                <a:solidFill>
                  <a:srgbClr val="585858"/>
                </a:solidFill>
                <a:latin typeface="+mn-lt"/>
                <a:cs typeface="Calibri"/>
              </a:rPr>
              <a:t>liste</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contrôle </a:t>
            </a:r>
            <a:r>
              <a:rPr lang="fr-FR" sz="1200" dirty="0" smtClean="0">
                <a:solidFill>
                  <a:srgbClr val="585858"/>
                </a:solidFill>
                <a:latin typeface="+mn-lt"/>
                <a:cs typeface="Calibri"/>
              </a:rPr>
              <a:t>d'accès</a:t>
            </a:r>
            <a:r>
              <a:rPr lang="fr-FR" sz="1200" spc="-10" dirty="0" smtClean="0">
                <a:solidFill>
                  <a:srgbClr val="585858"/>
                </a:solidFill>
                <a:latin typeface="+mn-lt"/>
                <a:cs typeface="Calibri"/>
              </a:rPr>
              <a:t> </a:t>
            </a:r>
            <a:r>
              <a:rPr lang="fr-FR" sz="1200" dirty="0" smtClean="0">
                <a:solidFill>
                  <a:srgbClr val="585858"/>
                </a:solidFill>
                <a:latin typeface="+mn-lt"/>
                <a:cs typeface="Calibri"/>
              </a:rPr>
              <a:t>qui</a:t>
            </a:r>
            <a:r>
              <a:rPr lang="fr-FR" sz="1200" spc="-30" dirty="0" smtClean="0">
                <a:solidFill>
                  <a:srgbClr val="585858"/>
                </a:solidFill>
                <a:latin typeface="+mn-lt"/>
                <a:cs typeface="Calibri"/>
              </a:rPr>
              <a:t> </a:t>
            </a:r>
            <a:r>
              <a:rPr lang="fr-FR" sz="1200" dirty="0" smtClean="0">
                <a:solidFill>
                  <a:srgbClr val="585858"/>
                </a:solidFill>
                <a:latin typeface="+mn-lt"/>
                <a:cs typeface="Calibri"/>
              </a:rPr>
              <a:t>permet</a:t>
            </a:r>
            <a:r>
              <a:rPr lang="fr-FR" sz="1200" spc="-25" dirty="0" smtClean="0">
                <a:solidFill>
                  <a:srgbClr val="585858"/>
                </a:solidFill>
                <a:latin typeface="+mn-lt"/>
                <a:cs typeface="Calibri"/>
              </a:rPr>
              <a:t> </a:t>
            </a:r>
            <a:r>
              <a:rPr lang="fr-FR" sz="1200" dirty="0" smtClean="0">
                <a:solidFill>
                  <a:srgbClr val="585858"/>
                </a:solidFill>
                <a:latin typeface="+mn-lt"/>
                <a:cs typeface="Calibri"/>
              </a:rPr>
              <a:t>à</a:t>
            </a:r>
            <a:r>
              <a:rPr lang="fr-FR" sz="1200" spc="-20" dirty="0" smtClean="0">
                <a:solidFill>
                  <a:srgbClr val="585858"/>
                </a:solidFill>
                <a:latin typeface="+mn-lt"/>
                <a:cs typeface="Calibri"/>
              </a:rPr>
              <a:t> </a:t>
            </a:r>
            <a:r>
              <a:rPr lang="fr-FR" sz="1200" dirty="0" smtClean="0">
                <a:solidFill>
                  <a:srgbClr val="585858"/>
                </a:solidFill>
                <a:latin typeface="+mn-lt"/>
                <a:cs typeface="Calibri"/>
              </a:rPr>
              <a:t>un</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administrateur</a:t>
            </a:r>
            <a:r>
              <a:rPr lang="fr-FR" sz="1200" dirty="0" smtClean="0">
                <a:solidFill>
                  <a:srgbClr val="585858"/>
                </a:solidFill>
                <a:latin typeface="+mn-lt"/>
                <a:cs typeface="Calibri"/>
              </a:rPr>
              <a:t> de</a:t>
            </a:r>
            <a:r>
              <a:rPr lang="fr-FR" sz="1200" spc="-40" dirty="0" smtClean="0">
                <a:solidFill>
                  <a:srgbClr val="585858"/>
                </a:solidFill>
                <a:latin typeface="+mn-lt"/>
                <a:cs typeface="Calibri"/>
              </a:rPr>
              <a:t> </a:t>
            </a:r>
            <a:r>
              <a:rPr lang="fr-FR" sz="1200" dirty="0" smtClean="0">
                <a:solidFill>
                  <a:srgbClr val="585858"/>
                </a:solidFill>
                <a:latin typeface="+mn-lt"/>
                <a:cs typeface="Calibri"/>
              </a:rPr>
              <a:t>serveur</a:t>
            </a:r>
            <a:r>
              <a:rPr lang="fr-FR" sz="1200" spc="-40" dirty="0" smtClean="0">
                <a:solidFill>
                  <a:srgbClr val="585858"/>
                </a:solidFill>
                <a:latin typeface="+mn-lt"/>
                <a:cs typeface="Calibri"/>
              </a:rPr>
              <a:t> </a:t>
            </a:r>
            <a:r>
              <a:rPr lang="fr-FR" sz="1200" dirty="0" smtClean="0">
                <a:solidFill>
                  <a:srgbClr val="585858"/>
                </a:solidFill>
                <a:latin typeface="+mn-lt"/>
                <a:cs typeface="Calibri"/>
              </a:rPr>
              <a:t>de</a:t>
            </a:r>
            <a:r>
              <a:rPr lang="fr-FR" sz="1200" spc="-15" dirty="0" smtClean="0">
                <a:solidFill>
                  <a:srgbClr val="585858"/>
                </a:solidFill>
                <a:latin typeface="+mn-lt"/>
                <a:cs typeface="Calibri"/>
              </a:rPr>
              <a:t> </a:t>
            </a:r>
            <a:r>
              <a:rPr lang="fr-FR" sz="1200" dirty="0" smtClean="0">
                <a:solidFill>
                  <a:srgbClr val="585858"/>
                </a:solidFill>
                <a:latin typeface="+mn-lt"/>
                <a:cs typeface="Calibri"/>
              </a:rPr>
              <a:t>contrôler</a:t>
            </a:r>
            <a:r>
              <a:rPr lang="fr-FR" sz="1200" spc="-15" dirty="0" smtClean="0">
                <a:solidFill>
                  <a:srgbClr val="585858"/>
                </a:solidFill>
                <a:latin typeface="+mn-lt"/>
                <a:cs typeface="Calibri"/>
              </a:rPr>
              <a:t> </a:t>
            </a:r>
            <a:r>
              <a:rPr lang="fr-FR" sz="1200" dirty="0" smtClean="0">
                <a:solidFill>
                  <a:srgbClr val="585858"/>
                </a:solidFill>
                <a:latin typeface="+mn-lt"/>
                <a:cs typeface="Calibri"/>
              </a:rPr>
              <a:t>qui</a:t>
            </a:r>
            <a:r>
              <a:rPr lang="fr-FR" sz="1200" spc="-30" dirty="0" smtClean="0">
                <a:solidFill>
                  <a:srgbClr val="585858"/>
                </a:solidFill>
                <a:latin typeface="+mn-lt"/>
                <a:cs typeface="Calibri"/>
              </a:rPr>
              <a:t> </a:t>
            </a:r>
            <a:r>
              <a:rPr lang="fr-FR" sz="1200" dirty="0" smtClean="0">
                <a:solidFill>
                  <a:srgbClr val="585858"/>
                </a:solidFill>
                <a:latin typeface="+mn-lt"/>
                <a:cs typeface="Calibri"/>
              </a:rPr>
              <a:t>peut</a:t>
            </a:r>
            <a:r>
              <a:rPr lang="fr-FR" sz="1200" spc="-30" dirty="0" smtClean="0">
                <a:solidFill>
                  <a:srgbClr val="585858"/>
                </a:solidFill>
                <a:latin typeface="+mn-lt"/>
                <a:cs typeface="Calibri"/>
              </a:rPr>
              <a:t> </a:t>
            </a:r>
            <a:r>
              <a:rPr lang="fr-FR" sz="1200" dirty="0" smtClean="0">
                <a:solidFill>
                  <a:srgbClr val="585858"/>
                </a:solidFill>
                <a:latin typeface="+mn-lt"/>
                <a:cs typeface="Calibri"/>
              </a:rPr>
              <a:t>accéder</a:t>
            </a:r>
            <a:r>
              <a:rPr lang="fr-FR" sz="1200" spc="-40" dirty="0" smtClean="0">
                <a:solidFill>
                  <a:srgbClr val="585858"/>
                </a:solidFill>
                <a:latin typeface="+mn-lt"/>
                <a:cs typeface="Calibri"/>
              </a:rPr>
              <a:t> </a:t>
            </a:r>
            <a:r>
              <a:rPr lang="fr-FR" sz="1200" dirty="0" smtClean="0">
                <a:solidFill>
                  <a:srgbClr val="585858"/>
                </a:solidFill>
                <a:latin typeface="+mn-lt"/>
                <a:cs typeface="Calibri"/>
              </a:rPr>
              <a:t>à</a:t>
            </a:r>
            <a:r>
              <a:rPr lang="fr-FR" sz="1200" spc="-15" dirty="0" smtClean="0">
                <a:solidFill>
                  <a:srgbClr val="585858"/>
                </a:solidFill>
                <a:latin typeface="+mn-lt"/>
                <a:cs typeface="Calibri"/>
              </a:rPr>
              <a:t> </a:t>
            </a:r>
            <a:r>
              <a:rPr lang="fr-FR" sz="1200" dirty="0" smtClean="0">
                <a:solidFill>
                  <a:srgbClr val="585858"/>
                </a:solidFill>
                <a:latin typeface="+mn-lt"/>
                <a:cs typeface="Calibri"/>
              </a:rPr>
              <a:t>des</a:t>
            </a:r>
            <a:r>
              <a:rPr lang="fr-FR" sz="1200" spc="-3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15" dirty="0" smtClean="0">
                <a:solidFill>
                  <a:srgbClr val="585858"/>
                </a:solidFill>
                <a:latin typeface="+mn-lt"/>
                <a:cs typeface="Calibri"/>
              </a:rPr>
              <a:t> </a:t>
            </a:r>
            <a:r>
              <a:rPr lang="fr-FR" sz="1200" dirty="0" smtClean="0">
                <a:solidFill>
                  <a:srgbClr val="585858"/>
                </a:solidFill>
                <a:latin typeface="+mn-lt"/>
                <a:cs typeface="Calibri"/>
              </a:rPr>
              <a:t>spécifiques</a:t>
            </a:r>
            <a:r>
              <a:rPr lang="fr-FR" sz="1200" spc="-5"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pPr marL="363220" marR="5080" indent="-170815">
              <a:lnSpc>
                <a:spcPct val="150000"/>
              </a:lnSpc>
              <a:spcBef>
                <a:spcPts val="605"/>
              </a:spcBef>
              <a:buFont typeface="Arial"/>
              <a:buChar char="•"/>
              <a:tabLst>
                <a:tab pos="363220" algn="l"/>
              </a:tabLst>
            </a:pPr>
            <a:r>
              <a:rPr lang="fr-FR" sz="1200" dirty="0" smtClean="0">
                <a:solidFill>
                  <a:srgbClr val="585858"/>
                </a:solidFill>
                <a:latin typeface="+mn-lt"/>
                <a:cs typeface="Calibri"/>
              </a:rPr>
              <a:t>La</a:t>
            </a:r>
            <a:r>
              <a:rPr lang="fr-FR" sz="1200" spc="100" dirty="0" smtClean="0">
                <a:solidFill>
                  <a:srgbClr val="585858"/>
                </a:solidFill>
                <a:latin typeface="+mn-lt"/>
                <a:cs typeface="Calibri"/>
              </a:rPr>
              <a:t> </a:t>
            </a:r>
            <a:r>
              <a:rPr lang="fr-FR" sz="1200" dirty="0" smtClean="0">
                <a:solidFill>
                  <a:srgbClr val="585858"/>
                </a:solidFill>
                <a:latin typeface="+mn-lt"/>
                <a:cs typeface="Calibri"/>
              </a:rPr>
              <a:t>journalisation,</a:t>
            </a:r>
            <a:r>
              <a:rPr lang="fr-FR" sz="1200" spc="95" dirty="0" smtClean="0">
                <a:solidFill>
                  <a:srgbClr val="585858"/>
                </a:solidFill>
                <a:latin typeface="+mn-lt"/>
                <a:cs typeface="Calibri"/>
              </a:rPr>
              <a:t> </a:t>
            </a:r>
            <a:r>
              <a:rPr lang="fr-FR" sz="1200" dirty="0" smtClean="0">
                <a:solidFill>
                  <a:srgbClr val="585858"/>
                </a:solidFill>
                <a:latin typeface="+mn-lt"/>
                <a:cs typeface="Calibri"/>
              </a:rPr>
              <a:t>ce</a:t>
            </a:r>
            <a:r>
              <a:rPr lang="fr-FR" sz="1200" spc="130" dirty="0" smtClean="0">
                <a:solidFill>
                  <a:srgbClr val="585858"/>
                </a:solidFill>
                <a:latin typeface="+mn-lt"/>
                <a:cs typeface="Calibri"/>
              </a:rPr>
              <a:t> </a:t>
            </a:r>
            <a:r>
              <a:rPr lang="fr-FR" sz="1200" dirty="0" smtClean="0">
                <a:solidFill>
                  <a:srgbClr val="585858"/>
                </a:solidFill>
                <a:latin typeface="+mn-lt"/>
                <a:cs typeface="Calibri"/>
              </a:rPr>
              <a:t>qui</a:t>
            </a:r>
            <a:r>
              <a:rPr lang="fr-FR" sz="1200" spc="90" dirty="0" smtClean="0">
                <a:solidFill>
                  <a:srgbClr val="585858"/>
                </a:solidFill>
                <a:latin typeface="+mn-lt"/>
                <a:cs typeface="Calibri"/>
              </a:rPr>
              <a:t> </a:t>
            </a:r>
            <a:r>
              <a:rPr lang="fr-FR" sz="1200" dirty="0" smtClean="0">
                <a:solidFill>
                  <a:srgbClr val="585858"/>
                </a:solidFill>
                <a:latin typeface="+mn-lt"/>
                <a:cs typeface="Calibri"/>
              </a:rPr>
              <a:t>signifie</a:t>
            </a:r>
            <a:r>
              <a:rPr lang="fr-FR" sz="1200" spc="130" dirty="0" smtClean="0">
                <a:solidFill>
                  <a:srgbClr val="585858"/>
                </a:solidFill>
                <a:latin typeface="+mn-lt"/>
                <a:cs typeface="Calibri"/>
              </a:rPr>
              <a:t> </a:t>
            </a:r>
            <a:r>
              <a:rPr lang="fr-FR" sz="1200" dirty="0" smtClean="0">
                <a:solidFill>
                  <a:srgbClr val="585858"/>
                </a:solidFill>
                <a:latin typeface="+mn-lt"/>
                <a:cs typeface="Calibri"/>
              </a:rPr>
              <a:t>qu'il</a:t>
            </a:r>
            <a:r>
              <a:rPr lang="fr-FR" sz="1200" spc="114" dirty="0" smtClean="0">
                <a:solidFill>
                  <a:srgbClr val="585858"/>
                </a:solidFill>
                <a:latin typeface="+mn-lt"/>
                <a:cs typeface="Calibri"/>
              </a:rPr>
              <a:t> </a:t>
            </a:r>
            <a:r>
              <a:rPr lang="fr-FR" sz="1200" dirty="0" smtClean="0">
                <a:solidFill>
                  <a:srgbClr val="585858"/>
                </a:solidFill>
                <a:latin typeface="+mn-lt"/>
                <a:cs typeface="Calibri"/>
              </a:rPr>
              <a:t>fournit</a:t>
            </a:r>
            <a:r>
              <a:rPr lang="fr-FR" sz="1200" spc="130" dirty="0" smtClean="0">
                <a:solidFill>
                  <a:srgbClr val="585858"/>
                </a:solidFill>
                <a:latin typeface="+mn-lt"/>
                <a:cs typeface="Calibri"/>
              </a:rPr>
              <a:t> </a:t>
            </a:r>
            <a:r>
              <a:rPr lang="fr-FR" sz="1200" dirty="0" smtClean="0">
                <a:solidFill>
                  <a:srgbClr val="585858"/>
                </a:solidFill>
                <a:latin typeface="+mn-lt"/>
                <a:cs typeface="Calibri"/>
              </a:rPr>
              <a:t>un</a:t>
            </a:r>
            <a:r>
              <a:rPr lang="fr-FR" sz="1200" spc="120" dirty="0" smtClean="0">
                <a:solidFill>
                  <a:srgbClr val="585858"/>
                </a:solidFill>
                <a:latin typeface="+mn-lt"/>
                <a:cs typeface="Calibri"/>
              </a:rPr>
              <a:t> </a:t>
            </a:r>
            <a:r>
              <a:rPr lang="fr-FR" sz="1200" dirty="0" smtClean="0">
                <a:solidFill>
                  <a:srgbClr val="585858"/>
                </a:solidFill>
                <a:latin typeface="+mn-lt"/>
                <a:cs typeface="Calibri"/>
              </a:rPr>
              <a:t>moyen</a:t>
            </a:r>
            <a:r>
              <a:rPr lang="fr-FR" sz="1200" spc="95" dirty="0" smtClean="0">
                <a:solidFill>
                  <a:srgbClr val="585858"/>
                </a:solidFill>
                <a:latin typeface="+mn-lt"/>
                <a:cs typeface="Calibri"/>
              </a:rPr>
              <a:t> </a:t>
            </a:r>
            <a:r>
              <a:rPr lang="fr-FR" sz="1200" dirty="0" smtClean="0">
                <a:solidFill>
                  <a:srgbClr val="585858"/>
                </a:solidFill>
                <a:latin typeface="+mn-lt"/>
                <a:cs typeface="Calibri"/>
              </a:rPr>
              <a:t>d'écrire</a:t>
            </a:r>
            <a:r>
              <a:rPr lang="fr-FR" sz="1200" spc="130" dirty="0" smtClean="0">
                <a:solidFill>
                  <a:srgbClr val="585858"/>
                </a:solidFill>
                <a:latin typeface="+mn-lt"/>
                <a:cs typeface="Calibri"/>
              </a:rPr>
              <a:t> </a:t>
            </a:r>
            <a:r>
              <a:rPr lang="fr-FR" sz="1200" dirty="0" smtClean="0">
                <a:solidFill>
                  <a:srgbClr val="585858"/>
                </a:solidFill>
                <a:latin typeface="+mn-lt"/>
                <a:cs typeface="Calibri"/>
              </a:rPr>
              <a:t>les</a:t>
            </a:r>
            <a:r>
              <a:rPr lang="fr-FR" sz="1200" spc="135" dirty="0" smtClean="0">
                <a:solidFill>
                  <a:srgbClr val="585858"/>
                </a:solidFill>
                <a:latin typeface="+mn-lt"/>
                <a:cs typeface="Calibri"/>
              </a:rPr>
              <a:t> </a:t>
            </a:r>
            <a:r>
              <a:rPr lang="fr-FR" sz="1200" dirty="0" smtClean="0">
                <a:solidFill>
                  <a:srgbClr val="585858"/>
                </a:solidFill>
                <a:latin typeface="+mn-lt"/>
                <a:cs typeface="Calibri"/>
              </a:rPr>
              <a:t>modifications</a:t>
            </a:r>
            <a:r>
              <a:rPr lang="fr-FR" sz="1200" spc="120" dirty="0" smtClean="0">
                <a:solidFill>
                  <a:srgbClr val="585858"/>
                </a:solidFill>
                <a:latin typeface="+mn-lt"/>
                <a:cs typeface="Calibri"/>
              </a:rPr>
              <a:t> </a:t>
            </a:r>
            <a:r>
              <a:rPr lang="fr-FR" sz="1200" dirty="0" smtClean="0">
                <a:solidFill>
                  <a:srgbClr val="585858"/>
                </a:solidFill>
                <a:latin typeface="+mn-lt"/>
                <a:cs typeface="Calibri"/>
              </a:rPr>
              <a:t>du</a:t>
            </a:r>
            <a:r>
              <a:rPr lang="fr-FR" sz="1200" spc="120" dirty="0" smtClean="0">
                <a:solidFill>
                  <a:srgbClr val="585858"/>
                </a:solidFill>
                <a:latin typeface="+mn-lt"/>
                <a:cs typeface="Calibri"/>
              </a:rPr>
              <a:t> </a:t>
            </a:r>
            <a:r>
              <a:rPr lang="fr-FR" sz="1200" dirty="0" smtClean="0">
                <a:solidFill>
                  <a:srgbClr val="585858"/>
                </a:solidFill>
                <a:latin typeface="+mn-lt"/>
                <a:cs typeface="Calibri"/>
              </a:rPr>
              <a:t>système</a:t>
            </a:r>
            <a:r>
              <a:rPr lang="fr-FR" sz="1200" spc="105" dirty="0" smtClean="0">
                <a:solidFill>
                  <a:srgbClr val="585858"/>
                </a:solidFill>
                <a:latin typeface="+mn-lt"/>
                <a:cs typeface="Calibri"/>
              </a:rPr>
              <a:t> </a:t>
            </a:r>
            <a:r>
              <a:rPr lang="fr-FR" sz="1200" dirty="0" smtClean="0">
                <a:solidFill>
                  <a:srgbClr val="585858"/>
                </a:solidFill>
                <a:latin typeface="+mn-lt"/>
                <a:cs typeface="Calibri"/>
              </a:rPr>
              <a:t>dans</a:t>
            </a:r>
            <a:r>
              <a:rPr lang="fr-FR" sz="1200" spc="114" dirty="0" smtClean="0">
                <a:solidFill>
                  <a:srgbClr val="585858"/>
                </a:solidFill>
                <a:latin typeface="+mn-lt"/>
                <a:cs typeface="Calibri"/>
              </a:rPr>
              <a:t> </a:t>
            </a:r>
            <a:r>
              <a:rPr lang="fr-FR" sz="1200" dirty="0" smtClean="0">
                <a:solidFill>
                  <a:srgbClr val="585858"/>
                </a:solidFill>
                <a:latin typeface="+mn-lt"/>
                <a:cs typeface="Calibri"/>
              </a:rPr>
              <a:t>un</a:t>
            </a:r>
            <a:r>
              <a:rPr lang="fr-FR" sz="1200" spc="95" dirty="0" smtClean="0">
                <a:solidFill>
                  <a:srgbClr val="585858"/>
                </a:solidFill>
                <a:latin typeface="+mn-lt"/>
                <a:cs typeface="Calibri"/>
              </a:rPr>
              <a:t> </a:t>
            </a:r>
            <a:r>
              <a:rPr lang="fr-FR" sz="1200" dirty="0" smtClean="0">
                <a:solidFill>
                  <a:srgbClr val="585858"/>
                </a:solidFill>
                <a:latin typeface="+mn-lt"/>
                <a:cs typeface="Calibri"/>
              </a:rPr>
              <a:t>journal,</a:t>
            </a:r>
            <a:r>
              <a:rPr lang="fr-FR" sz="1200" spc="114" dirty="0" smtClean="0">
                <a:solidFill>
                  <a:srgbClr val="585858"/>
                </a:solidFill>
                <a:latin typeface="+mn-lt"/>
                <a:cs typeface="Calibri"/>
              </a:rPr>
              <a:t> </a:t>
            </a:r>
            <a:r>
              <a:rPr lang="fr-FR" sz="1200" dirty="0" smtClean="0">
                <a:solidFill>
                  <a:srgbClr val="585858"/>
                </a:solidFill>
                <a:latin typeface="+mn-lt"/>
                <a:cs typeface="Calibri"/>
              </a:rPr>
              <a:t>avant</a:t>
            </a:r>
            <a:r>
              <a:rPr lang="fr-FR" sz="1200" spc="105" dirty="0" smtClean="0">
                <a:solidFill>
                  <a:srgbClr val="585858"/>
                </a:solidFill>
                <a:latin typeface="+mn-lt"/>
                <a:cs typeface="Calibri"/>
              </a:rPr>
              <a:t> </a:t>
            </a:r>
            <a:r>
              <a:rPr lang="fr-FR" sz="1200" dirty="0" smtClean="0">
                <a:solidFill>
                  <a:srgbClr val="585858"/>
                </a:solidFill>
                <a:latin typeface="+mn-lt"/>
                <a:cs typeface="Calibri"/>
              </a:rPr>
              <a:t>que</a:t>
            </a:r>
            <a:r>
              <a:rPr lang="fr-FR" sz="1200" spc="105" dirty="0" smtClean="0">
                <a:solidFill>
                  <a:srgbClr val="585858"/>
                </a:solidFill>
                <a:latin typeface="+mn-lt"/>
                <a:cs typeface="Calibri"/>
              </a:rPr>
              <a:t> </a:t>
            </a:r>
            <a:r>
              <a:rPr lang="fr-FR" sz="1200" dirty="0" smtClean="0">
                <a:solidFill>
                  <a:srgbClr val="585858"/>
                </a:solidFill>
                <a:latin typeface="+mn-lt"/>
                <a:cs typeface="Calibri"/>
              </a:rPr>
              <a:t>les</a:t>
            </a:r>
            <a:r>
              <a:rPr lang="fr-FR" sz="1200" spc="135" dirty="0" smtClean="0">
                <a:solidFill>
                  <a:srgbClr val="585858"/>
                </a:solidFill>
                <a:latin typeface="+mn-lt"/>
                <a:cs typeface="Calibri"/>
              </a:rPr>
              <a:t> </a:t>
            </a:r>
            <a:r>
              <a:rPr lang="fr-FR" sz="1200" dirty="0" smtClean="0">
                <a:solidFill>
                  <a:srgbClr val="585858"/>
                </a:solidFill>
                <a:latin typeface="+mn-lt"/>
                <a:cs typeface="Calibri"/>
              </a:rPr>
              <a:t>modifications</a:t>
            </a:r>
            <a:r>
              <a:rPr lang="fr-FR" sz="1200" spc="145" dirty="0" smtClean="0">
                <a:solidFill>
                  <a:srgbClr val="585858"/>
                </a:solidFill>
                <a:latin typeface="+mn-lt"/>
                <a:cs typeface="Calibri"/>
              </a:rPr>
              <a:t> </a:t>
            </a:r>
            <a:r>
              <a:rPr lang="fr-FR" sz="1200" dirty="0" smtClean="0">
                <a:solidFill>
                  <a:srgbClr val="585858"/>
                </a:solidFill>
                <a:latin typeface="+mn-lt"/>
                <a:cs typeface="Calibri"/>
              </a:rPr>
              <a:t>ne</a:t>
            </a:r>
            <a:r>
              <a:rPr lang="fr-FR" sz="1200" spc="100" dirty="0" smtClean="0">
                <a:solidFill>
                  <a:srgbClr val="585858"/>
                </a:solidFill>
                <a:latin typeface="+mn-lt"/>
                <a:cs typeface="Calibri"/>
              </a:rPr>
              <a:t> </a:t>
            </a:r>
            <a:r>
              <a:rPr lang="fr-FR" sz="1200" dirty="0" smtClean="0">
                <a:solidFill>
                  <a:srgbClr val="585858"/>
                </a:solidFill>
                <a:latin typeface="+mn-lt"/>
                <a:cs typeface="Calibri"/>
              </a:rPr>
              <a:t>soient</a:t>
            </a:r>
            <a:r>
              <a:rPr lang="fr-FR" sz="1200" spc="110" dirty="0" smtClean="0">
                <a:solidFill>
                  <a:srgbClr val="585858"/>
                </a:solidFill>
                <a:latin typeface="+mn-lt"/>
                <a:cs typeface="Calibri"/>
              </a:rPr>
              <a:t> </a:t>
            </a:r>
            <a:r>
              <a:rPr lang="fr-FR" sz="1200" spc="-10" dirty="0" smtClean="0">
                <a:solidFill>
                  <a:srgbClr val="585858"/>
                </a:solidFill>
                <a:latin typeface="+mn-lt"/>
                <a:cs typeface="Calibri"/>
              </a:rPr>
              <a:t>réellement </a:t>
            </a:r>
            <a:r>
              <a:rPr lang="fr-FR" sz="1200" dirty="0" smtClean="0">
                <a:solidFill>
                  <a:srgbClr val="585858"/>
                </a:solidFill>
                <a:latin typeface="+mn-lt"/>
                <a:cs typeface="Calibri"/>
              </a:rPr>
              <a:t>écrites</a:t>
            </a:r>
            <a:r>
              <a:rPr lang="fr-FR" sz="1200" spc="-55"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pPr marL="363855" indent="-171450">
              <a:lnSpc>
                <a:spcPct val="100000"/>
              </a:lnSpc>
              <a:spcBef>
                <a:spcPts val="1320"/>
              </a:spcBef>
              <a:buFont typeface="Arial"/>
              <a:buChar char="•"/>
              <a:tabLst>
                <a:tab pos="363855" algn="l"/>
              </a:tabLst>
            </a:pPr>
            <a:r>
              <a:rPr lang="fr-FR" sz="1200" dirty="0" smtClean="0">
                <a:solidFill>
                  <a:srgbClr val="585858"/>
                </a:solidFill>
                <a:latin typeface="+mn-lt"/>
                <a:cs typeface="Calibri"/>
              </a:rPr>
              <a:t>Le</a:t>
            </a:r>
            <a:r>
              <a:rPr lang="fr-FR" sz="1200" spc="-50" dirty="0" smtClean="0">
                <a:solidFill>
                  <a:srgbClr val="585858"/>
                </a:solidFill>
                <a:latin typeface="+mn-lt"/>
                <a:cs typeface="Calibri"/>
              </a:rPr>
              <a:t> </a:t>
            </a:r>
            <a:r>
              <a:rPr lang="fr-FR" sz="1200" dirty="0" smtClean="0">
                <a:solidFill>
                  <a:srgbClr val="585858"/>
                </a:solidFill>
                <a:latin typeface="+mn-lt"/>
                <a:cs typeface="Calibri"/>
              </a:rPr>
              <a:t>cryptage</a:t>
            </a:r>
            <a:r>
              <a:rPr lang="fr-FR" sz="1200" spc="-35" dirty="0" smtClean="0">
                <a:solidFill>
                  <a:srgbClr val="585858"/>
                </a:solidFill>
                <a:latin typeface="+mn-lt"/>
                <a:cs typeface="Calibri"/>
              </a:rPr>
              <a:t> </a:t>
            </a:r>
            <a:r>
              <a:rPr lang="fr-FR" sz="1200" dirty="0" smtClean="0">
                <a:solidFill>
                  <a:srgbClr val="585858"/>
                </a:solidFill>
                <a:latin typeface="+mn-lt"/>
                <a:cs typeface="Calibri"/>
              </a:rPr>
              <a:t>au</a:t>
            </a:r>
            <a:r>
              <a:rPr lang="fr-FR" sz="1200" spc="-50" dirty="0" smtClean="0">
                <a:solidFill>
                  <a:srgbClr val="585858"/>
                </a:solidFill>
                <a:latin typeface="+mn-lt"/>
                <a:cs typeface="Calibri"/>
              </a:rPr>
              <a:t> </a:t>
            </a:r>
            <a:r>
              <a:rPr lang="fr-FR" sz="1200" dirty="0" smtClean="0">
                <a:solidFill>
                  <a:srgbClr val="585858"/>
                </a:solidFill>
                <a:latin typeface="+mn-lt"/>
                <a:cs typeface="Calibri"/>
              </a:rPr>
              <a:t>niveau</a:t>
            </a:r>
            <a:r>
              <a:rPr lang="fr-FR" sz="1200" spc="-50" dirty="0" smtClean="0">
                <a:solidFill>
                  <a:srgbClr val="585858"/>
                </a:solidFill>
                <a:latin typeface="+mn-lt"/>
                <a:cs typeface="Calibri"/>
              </a:rPr>
              <a:t> </a:t>
            </a:r>
            <a:r>
              <a:rPr lang="fr-FR" sz="1200" dirty="0" smtClean="0">
                <a:solidFill>
                  <a:srgbClr val="585858"/>
                </a:solidFill>
                <a:latin typeface="+mn-lt"/>
                <a:cs typeface="Calibri"/>
              </a:rPr>
              <a:t>des</a:t>
            </a:r>
            <a:r>
              <a:rPr lang="fr-FR" sz="1200" spc="-3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dirty="0" smtClean="0">
                <a:solidFill>
                  <a:srgbClr val="585858"/>
                </a:solidFill>
                <a:latin typeface="+mn-lt"/>
                <a:cs typeface="Calibri"/>
              </a:rPr>
              <a:t>ce</a:t>
            </a:r>
            <a:r>
              <a:rPr lang="fr-FR" sz="1200" spc="-25" dirty="0" smtClean="0">
                <a:solidFill>
                  <a:srgbClr val="585858"/>
                </a:solidFill>
                <a:latin typeface="+mn-lt"/>
                <a:cs typeface="Calibri"/>
              </a:rPr>
              <a:t> </a:t>
            </a:r>
            <a:r>
              <a:rPr lang="fr-FR" sz="1200" dirty="0" smtClean="0">
                <a:solidFill>
                  <a:srgbClr val="585858"/>
                </a:solidFill>
                <a:latin typeface="+mn-lt"/>
                <a:cs typeface="Calibri"/>
              </a:rPr>
              <a:t>qui</a:t>
            </a:r>
            <a:r>
              <a:rPr lang="fr-FR" sz="1200" spc="-35" dirty="0" smtClean="0">
                <a:solidFill>
                  <a:srgbClr val="585858"/>
                </a:solidFill>
                <a:latin typeface="+mn-lt"/>
                <a:cs typeface="Calibri"/>
              </a:rPr>
              <a:t> </a:t>
            </a:r>
            <a:r>
              <a:rPr lang="fr-FR" sz="1200" dirty="0" smtClean="0">
                <a:solidFill>
                  <a:srgbClr val="585858"/>
                </a:solidFill>
                <a:latin typeface="+mn-lt"/>
                <a:cs typeface="Calibri"/>
              </a:rPr>
              <a:t>signifie</a:t>
            </a:r>
            <a:r>
              <a:rPr lang="fr-FR" sz="1200" spc="-20" dirty="0" smtClean="0">
                <a:solidFill>
                  <a:srgbClr val="585858"/>
                </a:solidFill>
                <a:latin typeface="+mn-lt"/>
                <a:cs typeface="Calibri"/>
              </a:rPr>
              <a:t> </a:t>
            </a:r>
            <a:r>
              <a:rPr lang="fr-FR" sz="1200" dirty="0" smtClean="0">
                <a:solidFill>
                  <a:srgbClr val="585858"/>
                </a:solidFill>
                <a:latin typeface="+mn-lt"/>
                <a:cs typeface="Calibri"/>
              </a:rPr>
              <a:t>que</a:t>
            </a:r>
            <a:r>
              <a:rPr lang="fr-FR" sz="1200" spc="-50" dirty="0" smtClean="0">
                <a:solidFill>
                  <a:srgbClr val="585858"/>
                </a:solidFill>
                <a:latin typeface="+mn-lt"/>
                <a:cs typeface="Calibri"/>
              </a:rPr>
              <a:t> </a:t>
            </a:r>
            <a:r>
              <a:rPr lang="fr-FR" sz="1200" dirty="0" smtClean="0">
                <a:solidFill>
                  <a:srgbClr val="585858"/>
                </a:solidFill>
                <a:latin typeface="+mn-lt"/>
                <a:cs typeface="Calibri"/>
              </a:rPr>
              <a:t>les</a:t>
            </a:r>
            <a:r>
              <a:rPr lang="fr-FR" sz="1200" spc="-1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dirty="0" smtClean="0">
                <a:solidFill>
                  <a:srgbClr val="585858"/>
                </a:solidFill>
                <a:latin typeface="+mn-lt"/>
                <a:cs typeface="Calibri"/>
              </a:rPr>
              <a:t>et</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dossiers</a:t>
            </a:r>
            <a:r>
              <a:rPr lang="fr-FR" sz="1200" spc="-15" dirty="0" smtClean="0">
                <a:solidFill>
                  <a:srgbClr val="585858"/>
                </a:solidFill>
                <a:latin typeface="+mn-lt"/>
                <a:cs typeface="Calibri"/>
              </a:rPr>
              <a:t> </a:t>
            </a:r>
            <a:r>
              <a:rPr lang="fr-FR" sz="1200" dirty="0" smtClean="0">
                <a:solidFill>
                  <a:srgbClr val="585858"/>
                </a:solidFill>
                <a:latin typeface="+mn-lt"/>
                <a:cs typeface="Calibri"/>
              </a:rPr>
              <a:t>individuels</a:t>
            </a:r>
            <a:r>
              <a:rPr lang="fr-FR" sz="1200" spc="5" dirty="0" smtClean="0">
                <a:solidFill>
                  <a:srgbClr val="585858"/>
                </a:solidFill>
                <a:latin typeface="+mn-lt"/>
                <a:cs typeface="Calibri"/>
              </a:rPr>
              <a:t> </a:t>
            </a:r>
            <a:r>
              <a:rPr lang="fr-FR" sz="1200" dirty="0" smtClean="0">
                <a:solidFill>
                  <a:srgbClr val="585858"/>
                </a:solidFill>
                <a:latin typeface="+mn-lt"/>
                <a:cs typeface="Calibri"/>
              </a:rPr>
              <a:t>peuvent</a:t>
            </a:r>
            <a:r>
              <a:rPr lang="fr-FR" sz="1200" spc="-60" dirty="0" smtClean="0">
                <a:solidFill>
                  <a:srgbClr val="585858"/>
                </a:solidFill>
                <a:latin typeface="+mn-lt"/>
                <a:cs typeface="Calibri"/>
              </a:rPr>
              <a:t> </a:t>
            </a:r>
            <a:r>
              <a:rPr lang="fr-FR" sz="1200" dirty="0" smtClean="0">
                <a:solidFill>
                  <a:srgbClr val="585858"/>
                </a:solidFill>
                <a:latin typeface="+mn-lt"/>
                <a:cs typeface="Calibri"/>
              </a:rPr>
              <a:t>être</a:t>
            </a:r>
            <a:r>
              <a:rPr lang="fr-FR" sz="1200" spc="-45" dirty="0" smtClean="0">
                <a:solidFill>
                  <a:srgbClr val="585858"/>
                </a:solidFill>
                <a:latin typeface="+mn-lt"/>
                <a:cs typeface="Calibri"/>
              </a:rPr>
              <a:t> </a:t>
            </a:r>
            <a:r>
              <a:rPr lang="fr-FR" sz="1200" dirty="0" smtClean="0">
                <a:solidFill>
                  <a:srgbClr val="585858"/>
                </a:solidFill>
                <a:latin typeface="+mn-lt"/>
                <a:cs typeface="Calibri"/>
              </a:rPr>
              <a:t>cryptés</a:t>
            </a:r>
            <a:r>
              <a:rPr lang="fr-FR" sz="1200" spc="-25" dirty="0" smtClean="0">
                <a:solidFill>
                  <a:srgbClr val="585858"/>
                </a:solidFill>
                <a:latin typeface="+mn-lt"/>
                <a:cs typeface="Calibri"/>
              </a:rPr>
              <a:t> </a:t>
            </a:r>
            <a:r>
              <a:rPr lang="fr-FR" sz="1200" spc="-50" dirty="0" smtClean="0">
                <a:solidFill>
                  <a:srgbClr val="585858"/>
                </a:solidFill>
                <a:latin typeface="+mn-lt"/>
                <a:cs typeface="Calibri"/>
              </a:rPr>
              <a:t>;</a:t>
            </a:r>
            <a:endParaRPr lang="fr-FR" sz="1200" dirty="0" smtClean="0">
              <a:latin typeface="+mn-lt"/>
              <a:cs typeface="Calibri"/>
            </a:endParaRPr>
          </a:p>
          <a:p>
            <a:pPr marL="363855" indent="-171450">
              <a:lnSpc>
                <a:spcPct val="100000"/>
              </a:lnSpc>
              <a:spcBef>
                <a:spcPts val="1320"/>
              </a:spcBef>
              <a:buFont typeface="Arial"/>
              <a:buChar char="•"/>
              <a:tabLst>
                <a:tab pos="363855" algn="l"/>
              </a:tabLst>
            </a:pPr>
            <a:r>
              <a:rPr lang="fr-FR" sz="1200" dirty="0" smtClean="0">
                <a:solidFill>
                  <a:srgbClr val="585858"/>
                </a:solidFill>
                <a:latin typeface="+mn-lt"/>
                <a:cs typeface="Calibri"/>
              </a:rPr>
              <a:t>La</a:t>
            </a:r>
            <a:r>
              <a:rPr lang="fr-FR" sz="1200" spc="-60" dirty="0" smtClean="0">
                <a:solidFill>
                  <a:srgbClr val="585858"/>
                </a:solidFill>
                <a:latin typeface="+mn-lt"/>
                <a:cs typeface="Calibri"/>
              </a:rPr>
              <a:t> </a:t>
            </a:r>
            <a:r>
              <a:rPr lang="fr-FR" sz="1200" dirty="0" smtClean="0">
                <a:solidFill>
                  <a:srgbClr val="585858"/>
                </a:solidFill>
                <a:latin typeface="+mn-lt"/>
                <a:cs typeface="Calibri"/>
              </a:rPr>
              <a:t>sécurité des</a:t>
            </a:r>
            <a:r>
              <a:rPr lang="fr-FR" sz="1200" spc="-35" dirty="0" smtClean="0">
                <a:solidFill>
                  <a:srgbClr val="585858"/>
                </a:solidFill>
                <a:latin typeface="+mn-lt"/>
                <a:cs typeface="Calibri"/>
              </a:rPr>
              <a:t> </a:t>
            </a:r>
            <a:r>
              <a:rPr lang="fr-FR" sz="1200" dirty="0" smtClean="0">
                <a:solidFill>
                  <a:srgbClr val="585858"/>
                </a:solidFill>
                <a:latin typeface="+mn-lt"/>
                <a:cs typeface="Calibri"/>
              </a:rPr>
              <a:t>données</a:t>
            </a:r>
            <a:r>
              <a:rPr lang="fr-FR" sz="1200" spc="-20" dirty="0" smtClean="0">
                <a:solidFill>
                  <a:srgbClr val="585858"/>
                </a:solidFill>
                <a:latin typeface="+mn-lt"/>
                <a:cs typeface="Calibri"/>
              </a:rPr>
              <a:t> </a:t>
            </a:r>
            <a:r>
              <a:rPr lang="fr-FR" sz="1200" dirty="0" smtClean="0">
                <a:solidFill>
                  <a:srgbClr val="585858"/>
                </a:solidFill>
                <a:latin typeface="+mn-lt"/>
                <a:cs typeface="Calibri"/>
              </a:rPr>
              <a:t>sur</a:t>
            </a:r>
            <a:r>
              <a:rPr lang="fr-FR" sz="1200" spc="-60" dirty="0" smtClean="0">
                <a:solidFill>
                  <a:srgbClr val="585858"/>
                </a:solidFill>
                <a:latin typeface="+mn-lt"/>
                <a:cs typeface="Calibri"/>
              </a:rPr>
              <a:t> </a:t>
            </a:r>
            <a:r>
              <a:rPr lang="fr-FR" sz="1200" dirty="0" smtClean="0">
                <a:solidFill>
                  <a:srgbClr val="585858"/>
                </a:solidFill>
                <a:latin typeface="+mn-lt"/>
                <a:cs typeface="Calibri"/>
              </a:rPr>
              <a:t>les</a:t>
            </a:r>
            <a:r>
              <a:rPr lang="fr-FR" sz="1200" spc="-15" dirty="0" smtClean="0">
                <a:solidFill>
                  <a:srgbClr val="585858"/>
                </a:solidFill>
                <a:latin typeface="+mn-lt"/>
                <a:cs typeface="Calibri"/>
              </a:rPr>
              <a:t> </a:t>
            </a:r>
            <a:r>
              <a:rPr lang="fr-FR" sz="1200" dirty="0" smtClean="0">
                <a:solidFill>
                  <a:srgbClr val="585858"/>
                </a:solidFill>
                <a:latin typeface="+mn-lt"/>
                <a:cs typeface="Calibri"/>
              </a:rPr>
              <a:t>disques</a:t>
            </a:r>
            <a:r>
              <a:rPr lang="fr-FR" sz="1200" spc="-15" dirty="0" smtClean="0">
                <a:solidFill>
                  <a:srgbClr val="585858"/>
                </a:solidFill>
                <a:latin typeface="+mn-lt"/>
                <a:cs typeface="Calibri"/>
              </a:rPr>
              <a:t> </a:t>
            </a:r>
            <a:r>
              <a:rPr lang="fr-FR" sz="1200" dirty="0" smtClean="0">
                <a:solidFill>
                  <a:srgbClr val="585858"/>
                </a:solidFill>
                <a:latin typeface="+mn-lt"/>
                <a:cs typeface="Calibri"/>
              </a:rPr>
              <a:t>amovibles</a:t>
            </a:r>
            <a:r>
              <a:rPr lang="fr-FR" sz="1200" spc="-15" dirty="0" smtClean="0">
                <a:solidFill>
                  <a:srgbClr val="585858"/>
                </a:solidFill>
                <a:latin typeface="+mn-lt"/>
                <a:cs typeface="Calibri"/>
              </a:rPr>
              <a:t> </a:t>
            </a:r>
            <a:r>
              <a:rPr lang="fr-FR" sz="1200" dirty="0" smtClean="0">
                <a:solidFill>
                  <a:srgbClr val="585858"/>
                </a:solidFill>
                <a:latin typeface="+mn-lt"/>
                <a:cs typeface="Calibri"/>
              </a:rPr>
              <a:t>et</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fixes.</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24</a:t>
            </a:fld>
            <a:endParaRPr lang="fr-FR"/>
          </a:p>
        </p:txBody>
      </p:sp>
    </p:spTree>
    <p:extLst>
      <p:ext uri="{BB962C8B-B14F-4D97-AF65-F5344CB8AC3E}">
        <p14:creationId xmlns:p14="http://schemas.microsoft.com/office/powerpoint/2010/main" val="20331512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Il</a:t>
            </a:r>
            <a:r>
              <a:rPr lang="fr-FR" sz="1200" spc="-50" dirty="0" smtClean="0">
                <a:solidFill>
                  <a:srgbClr val="585858"/>
                </a:solidFill>
                <a:latin typeface="+mn-lt"/>
                <a:cs typeface="Calibri"/>
              </a:rPr>
              <a:t> </a:t>
            </a:r>
            <a:r>
              <a:rPr lang="fr-FR" sz="1200" dirty="0" smtClean="0">
                <a:solidFill>
                  <a:srgbClr val="585858"/>
                </a:solidFill>
                <a:latin typeface="+mn-lt"/>
                <a:cs typeface="Calibri"/>
              </a:rPr>
              <a:t>y</a:t>
            </a:r>
            <a:r>
              <a:rPr lang="fr-FR" sz="1200" spc="-30" dirty="0" smtClean="0">
                <a:solidFill>
                  <a:srgbClr val="585858"/>
                </a:solidFill>
                <a:latin typeface="+mn-lt"/>
                <a:cs typeface="Calibri"/>
              </a:rPr>
              <a:t> </a:t>
            </a:r>
            <a:r>
              <a:rPr lang="fr-FR" sz="1200" dirty="0" smtClean="0">
                <a:solidFill>
                  <a:srgbClr val="585858"/>
                </a:solidFill>
                <a:latin typeface="+mn-lt"/>
                <a:cs typeface="Calibri"/>
              </a:rPr>
              <a:t>a</a:t>
            </a:r>
            <a:r>
              <a:rPr lang="fr-FR" sz="1200" spc="-20" dirty="0" smtClean="0">
                <a:solidFill>
                  <a:srgbClr val="585858"/>
                </a:solidFill>
                <a:latin typeface="+mn-lt"/>
                <a:cs typeface="Calibri"/>
              </a:rPr>
              <a:t> </a:t>
            </a:r>
            <a:r>
              <a:rPr lang="fr-FR" sz="1200" dirty="0" smtClean="0">
                <a:solidFill>
                  <a:srgbClr val="585858"/>
                </a:solidFill>
                <a:latin typeface="+mn-lt"/>
                <a:cs typeface="Calibri"/>
              </a:rPr>
              <a:t>des</a:t>
            </a:r>
            <a:r>
              <a:rPr lang="fr-FR" sz="1200" spc="-25" dirty="0" smtClean="0">
                <a:solidFill>
                  <a:srgbClr val="585858"/>
                </a:solidFill>
                <a:latin typeface="+mn-lt"/>
                <a:cs typeface="Calibri"/>
              </a:rPr>
              <a:t> </a:t>
            </a:r>
            <a:r>
              <a:rPr lang="fr-FR" sz="1200" dirty="0" smtClean="0">
                <a:solidFill>
                  <a:srgbClr val="585858"/>
                </a:solidFill>
                <a:latin typeface="+mn-lt"/>
                <a:cs typeface="Calibri"/>
              </a:rPr>
              <a:t>outils</a:t>
            </a:r>
            <a:r>
              <a:rPr lang="fr-FR" sz="1200" spc="-5" dirty="0" smtClean="0">
                <a:solidFill>
                  <a:srgbClr val="585858"/>
                </a:solidFill>
                <a:latin typeface="+mn-lt"/>
                <a:cs typeface="Calibri"/>
              </a:rPr>
              <a:t> </a:t>
            </a:r>
            <a:r>
              <a:rPr lang="fr-FR" sz="1200" dirty="0" smtClean="0">
                <a:solidFill>
                  <a:srgbClr val="585858"/>
                </a:solidFill>
                <a:latin typeface="+mn-lt"/>
                <a:cs typeface="Calibri"/>
              </a:rPr>
              <a:t>tiers</a:t>
            </a:r>
            <a:r>
              <a:rPr lang="fr-FR" sz="1200" spc="-10" dirty="0" smtClean="0">
                <a:solidFill>
                  <a:srgbClr val="585858"/>
                </a:solidFill>
                <a:latin typeface="+mn-lt"/>
                <a:cs typeface="Calibri"/>
              </a:rPr>
              <a:t> </a:t>
            </a:r>
            <a:r>
              <a:rPr lang="fr-FR" sz="1200" dirty="0" smtClean="0">
                <a:solidFill>
                  <a:srgbClr val="585858"/>
                </a:solidFill>
                <a:latin typeface="+mn-lt"/>
                <a:cs typeface="Calibri"/>
              </a:rPr>
              <a:t>pour</a:t>
            </a:r>
            <a:r>
              <a:rPr lang="fr-FR" sz="1200" spc="-25" dirty="0" smtClean="0">
                <a:solidFill>
                  <a:srgbClr val="585858"/>
                </a:solidFill>
                <a:latin typeface="+mn-lt"/>
                <a:cs typeface="Calibri"/>
              </a:rPr>
              <a:t> </a:t>
            </a:r>
            <a:r>
              <a:rPr lang="fr-FR" sz="1200" dirty="0" smtClean="0">
                <a:solidFill>
                  <a:srgbClr val="585858"/>
                </a:solidFill>
                <a:latin typeface="+mn-lt"/>
                <a:cs typeface="Calibri"/>
              </a:rPr>
              <a:t>lire les </a:t>
            </a:r>
            <a:r>
              <a:rPr lang="fr-FR" sz="1200" spc="-10" dirty="0" smtClean="0">
                <a:solidFill>
                  <a:srgbClr val="585858"/>
                </a:solidFill>
                <a:latin typeface="+mn-lt"/>
                <a:cs typeface="Calibri"/>
              </a:rPr>
              <a:t>systèmes</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4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15" dirty="0" smtClean="0">
                <a:solidFill>
                  <a:srgbClr val="585858"/>
                </a:solidFill>
                <a:latin typeface="+mn-lt"/>
                <a:cs typeface="Calibri"/>
              </a:rPr>
              <a:t> </a:t>
            </a:r>
            <a:r>
              <a:rPr lang="fr-FR" sz="1200" dirty="0" err="1" smtClean="0">
                <a:solidFill>
                  <a:srgbClr val="585858"/>
                </a:solidFill>
                <a:latin typeface="+mn-lt"/>
                <a:cs typeface="Calibri"/>
              </a:rPr>
              <a:t>ext</a:t>
            </a:r>
            <a:r>
              <a:rPr lang="fr-FR" sz="1200" spc="-30" dirty="0" smtClean="0">
                <a:solidFill>
                  <a:srgbClr val="585858"/>
                </a:solidFill>
                <a:latin typeface="+mn-lt"/>
                <a:cs typeface="Calibri"/>
              </a:rPr>
              <a:t> </a:t>
            </a:r>
            <a:r>
              <a:rPr lang="fr-FR" sz="1200" dirty="0" smtClean="0">
                <a:solidFill>
                  <a:srgbClr val="585858"/>
                </a:solidFill>
                <a:latin typeface="+mn-lt"/>
                <a:cs typeface="Calibri"/>
              </a:rPr>
              <a:t>à</a:t>
            </a:r>
            <a:r>
              <a:rPr lang="fr-FR" sz="1200" spc="-20" dirty="0" smtClean="0">
                <a:solidFill>
                  <a:srgbClr val="585858"/>
                </a:solidFill>
                <a:latin typeface="+mn-lt"/>
                <a:cs typeface="Calibri"/>
              </a:rPr>
              <a:t> </a:t>
            </a:r>
            <a:r>
              <a:rPr lang="fr-FR" sz="1200" dirty="0" smtClean="0">
                <a:solidFill>
                  <a:srgbClr val="585858"/>
                </a:solidFill>
                <a:latin typeface="+mn-lt"/>
                <a:cs typeface="Calibri"/>
              </a:rPr>
              <a:t>partir</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40" dirty="0" smtClean="0">
                <a:solidFill>
                  <a:srgbClr val="585858"/>
                </a:solidFill>
                <a:latin typeface="+mn-lt"/>
                <a:cs typeface="Calibri"/>
              </a:rPr>
              <a:t> </a:t>
            </a:r>
            <a:r>
              <a:rPr lang="fr-FR" sz="1200" dirty="0" smtClean="0">
                <a:solidFill>
                  <a:srgbClr val="585858"/>
                </a:solidFill>
                <a:latin typeface="+mn-lt"/>
                <a:cs typeface="Calibri"/>
              </a:rPr>
              <a:t>Windows,</a:t>
            </a:r>
            <a:r>
              <a:rPr lang="fr-FR" sz="1200" spc="-5" dirty="0" smtClean="0">
                <a:solidFill>
                  <a:srgbClr val="585858"/>
                </a:solidFill>
                <a:latin typeface="+mn-lt"/>
                <a:cs typeface="Calibri"/>
              </a:rPr>
              <a:t> </a:t>
            </a:r>
            <a:r>
              <a:rPr lang="fr-FR" sz="1200" dirty="0" smtClean="0">
                <a:solidFill>
                  <a:srgbClr val="585858"/>
                </a:solidFill>
                <a:latin typeface="+mn-lt"/>
                <a:cs typeface="Calibri"/>
              </a:rPr>
              <a:t>mais</a:t>
            </a:r>
            <a:r>
              <a:rPr lang="fr-FR" sz="1200" spc="-10" dirty="0" smtClean="0">
                <a:solidFill>
                  <a:srgbClr val="585858"/>
                </a:solidFill>
                <a:latin typeface="+mn-lt"/>
                <a:cs typeface="Calibri"/>
              </a:rPr>
              <a:t> </a:t>
            </a:r>
            <a:r>
              <a:rPr lang="fr-FR" sz="1200" dirty="0" smtClean="0">
                <a:solidFill>
                  <a:srgbClr val="585858"/>
                </a:solidFill>
                <a:latin typeface="+mn-lt"/>
                <a:cs typeface="Calibri"/>
              </a:rPr>
              <a:t>la</a:t>
            </a:r>
            <a:r>
              <a:rPr lang="fr-FR" sz="1200" spc="-40" dirty="0" smtClean="0">
                <a:solidFill>
                  <a:srgbClr val="585858"/>
                </a:solidFill>
                <a:latin typeface="+mn-lt"/>
                <a:cs typeface="Calibri"/>
              </a:rPr>
              <a:t> </a:t>
            </a:r>
            <a:r>
              <a:rPr lang="fr-FR" sz="1200" dirty="0" smtClean="0">
                <a:solidFill>
                  <a:srgbClr val="585858"/>
                </a:solidFill>
                <a:latin typeface="+mn-lt"/>
                <a:cs typeface="Calibri"/>
              </a:rPr>
              <a:t>prise</a:t>
            </a:r>
            <a:r>
              <a:rPr lang="fr-FR" sz="1200" spc="-15" dirty="0" smtClean="0">
                <a:solidFill>
                  <a:srgbClr val="585858"/>
                </a:solidFill>
                <a:latin typeface="+mn-lt"/>
                <a:cs typeface="Calibri"/>
              </a:rPr>
              <a:t> </a:t>
            </a:r>
            <a:r>
              <a:rPr lang="fr-FR" sz="1200" dirty="0" smtClean="0">
                <a:solidFill>
                  <a:srgbClr val="585858"/>
                </a:solidFill>
                <a:latin typeface="+mn-lt"/>
                <a:cs typeface="Calibri"/>
              </a:rPr>
              <a:t>en</a:t>
            </a:r>
            <a:r>
              <a:rPr lang="fr-FR" sz="1200" spc="-20" dirty="0" smtClean="0">
                <a:solidFill>
                  <a:srgbClr val="585858"/>
                </a:solidFill>
                <a:latin typeface="+mn-lt"/>
                <a:cs typeface="Calibri"/>
              </a:rPr>
              <a:t> </a:t>
            </a:r>
            <a:r>
              <a:rPr lang="fr-FR" sz="1200" dirty="0" smtClean="0">
                <a:solidFill>
                  <a:srgbClr val="585858"/>
                </a:solidFill>
                <a:latin typeface="+mn-lt"/>
                <a:cs typeface="Calibri"/>
              </a:rPr>
              <a:t>charge</a:t>
            </a:r>
            <a:r>
              <a:rPr lang="fr-FR" sz="1200" spc="-35" dirty="0" smtClean="0">
                <a:solidFill>
                  <a:srgbClr val="585858"/>
                </a:solidFill>
                <a:latin typeface="+mn-lt"/>
                <a:cs typeface="Calibri"/>
              </a:rPr>
              <a:t> </a:t>
            </a:r>
            <a:r>
              <a:rPr lang="fr-FR" sz="1200" dirty="0" smtClean="0">
                <a:solidFill>
                  <a:srgbClr val="585858"/>
                </a:solidFill>
                <a:latin typeface="+mn-lt"/>
                <a:cs typeface="Calibri"/>
              </a:rPr>
              <a:t>de</a:t>
            </a:r>
            <a:r>
              <a:rPr lang="fr-FR" sz="1200" spc="-20" dirty="0" smtClean="0">
                <a:solidFill>
                  <a:srgbClr val="585858"/>
                </a:solidFill>
                <a:latin typeface="+mn-lt"/>
                <a:cs typeface="Calibri"/>
              </a:rPr>
              <a:t> </a:t>
            </a:r>
            <a:r>
              <a:rPr lang="fr-FR" sz="1200" dirty="0" smtClean="0">
                <a:solidFill>
                  <a:srgbClr val="585858"/>
                </a:solidFill>
                <a:latin typeface="+mn-lt"/>
                <a:cs typeface="Calibri"/>
              </a:rPr>
              <a:t>NTFS</a:t>
            </a:r>
            <a:r>
              <a:rPr lang="fr-FR" sz="1200" spc="-15" dirty="0" smtClean="0">
                <a:solidFill>
                  <a:srgbClr val="585858"/>
                </a:solidFill>
                <a:latin typeface="+mn-lt"/>
                <a:cs typeface="Calibri"/>
              </a:rPr>
              <a:t> </a:t>
            </a:r>
            <a:r>
              <a:rPr lang="fr-FR" sz="1200" dirty="0" smtClean="0">
                <a:solidFill>
                  <a:srgbClr val="585858"/>
                </a:solidFill>
                <a:latin typeface="+mn-lt"/>
                <a:cs typeface="Calibri"/>
              </a:rPr>
              <a:t>sous</a:t>
            </a:r>
            <a:r>
              <a:rPr lang="fr-FR" sz="1200" spc="-5" dirty="0" smtClean="0">
                <a:solidFill>
                  <a:srgbClr val="585858"/>
                </a:solidFill>
                <a:latin typeface="+mn-lt"/>
                <a:cs typeface="Calibri"/>
              </a:rPr>
              <a:t> </a:t>
            </a:r>
            <a:r>
              <a:rPr lang="fr-FR" sz="1200" dirty="0" smtClean="0">
                <a:solidFill>
                  <a:srgbClr val="585858"/>
                </a:solidFill>
                <a:latin typeface="+mn-lt"/>
                <a:cs typeface="Calibri"/>
              </a:rPr>
              <a:t>Linux</a:t>
            </a:r>
            <a:r>
              <a:rPr lang="fr-FR" sz="1200" spc="-35" dirty="0" smtClean="0">
                <a:solidFill>
                  <a:srgbClr val="585858"/>
                </a:solidFill>
                <a:latin typeface="+mn-lt"/>
                <a:cs typeface="Calibri"/>
              </a:rPr>
              <a:t> </a:t>
            </a:r>
            <a:r>
              <a:rPr lang="fr-FR" sz="1200" dirty="0" smtClean="0">
                <a:solidFill>
                  <a:srgbClr val="585858"/>
                </a:solidFill>
                <a:latin typeface="+mn-lt"/>
                <a:cs typeface="Calibri"/>
              </a:rPr>
              <a:t>est</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meilleure.</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25</a:t>
            </a:fld>
            <a:endParaRPr lang="fr-FR"/>
          </a:p>
        </p:txBody>
      </p:sp>
    </p:spTree>
    <p:extLst>
      <p:ext uri="{BB962C8B-B14F-4D97-AF65-F5344CB8AC3E}">
        <p14:creationId xmlns:p14="http://schemas.microsoft.com/office/powerpoint/2010/main" val="1043811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26</a:t>
            </a:fld>
            <a:endParaRPr lang="fr-FR"/>
          </a:p>
        </p:txBody>
      </p:sp>
    </p:spTree>
    <p:extLst>
      <p:ext uri="{BB962C8B-B14F-4D97-AF65-F5344CB8AC3E}">
        <p14:creationId xmlns:p14="http://schemas.microsoft.com/office/powerpoint/2010/main" val="17178031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smtClean="0">
                <a:solidFill>
                  <a:srgbClr val="585858"/>
                </a:solidFill>
                <a:latin typeface="+mn-lt"/>
                <a:cs typeface="Calibri"/>
              </a:rPr>
              <a:t>La</a:t>
            </a:r>
            <a:r>
              <a:rPr lang="fr-FR" sz="1200" spc="225" dirty="0" smtClean="0">
                <a:solidFill>
                  <a:srgbClr val="585858"/>
                </a:solidFill>
                <a:latin typeface="+mn-lt"/>
                <a:cs typeface="Calibri"/>
              </a:rPr>
              <a:t> </a:t>
            </a:r>
            <a:r>
              <a:rPr lang="fr-FR" sz="1200" dirty="0" smtClean="0">
                <a:solidFill>
                  <a:srgbClr val="585858"/>
                </a:solidFill>
                <a:latin typeface="+mn-lt"/>
                <a:cs typeface="Calibri"/>
              </a:rPr>
              <a:t>journalisation</a:t>
            </a:r>
            <a:r>
              <a:rPr lang="fr-FR" sz="1200" spc="215" dirty="0" smtClean="0">
                <a:solidFill>
                  <a:srgbClr val="585858"/>
                </a:solidFill>
                <a:latin typeface="+mn-lt"/>
                <a:cs typeface="Calibri"/>
              </a:rPr>
              <a:t> </a:t>
            </a:r>
            <a:r>
              <a:rPr lang="fr-FR" sz="1200" dirty="0" smtClean="0">
                <a:solidFill>
                  <a:srgbClr val="585858"/>
                </a:solidFill>
                <a:latin typeface="+mn-lt"/>
                <a:cs typeface="Calibri"/>
              </a:rPr>
              <a:t>a</a:t>
            </a:r>
            <a:r>
              <a:rPr lang="fr-FR" sz="1200" spc="245" dirty="0" smtClean="0">
                <a:solidFill>
                  <a:srgbClr val="585858"/>
                </a:solidFill>
                <a:latin typeface="+mn-lt"/>
                <a:cs typeface="Calibri"/>
              </a:rPr>
              <a:t> </a:t>
            </a:r>
            <a:r>
              <a:rPr lang="fr-FR" sz="1200" dirty="0" smtClean="0">
                <a:solidFill>
                  <a:srgbClr val="585858"/>
                </a:solidFill>
                <a:latin typeface="+mn-lt"/>
                <a:cs typeface="Calibri"/>
              </a:rPr>
              <a:t>une</a:t>
            </a:r>
            <a:r>
              <a:rPr lang="fr-FR" sz="1200" spc="250" dirty="0" smtClean="0">
                <a:solidFill>
                  <a:srgbClr val="585858"/>
                </a:solidFill>
                <a:latin typeface="+mn-lt"/>
                <a:cs typeface="Calibri"/>
              </a:rPr>
              <a:t> </a:t>
            </a:r>
            <a:r>
              <a:rPr lang="fr-FR" sz="1200" dirty="0" smtClean="0">
                <a:solidFill>
                  <a:srgbClr val="585858"/>
                </a:solidFill>
                <a:latin typeface="+mn-lt"/>
                <a:cs typeface="Calibri"/>
              </a:rPr>
              <a:t>zone</a:t>
            </a:r>
            <a:r>
              <a:rPr lang="fr-FR" sz="1200" spc="245" dirty="0" smtClean="0">
                <a:solidFill>
                  <a:srgbClr val="585858"/>
                </a:solidFill>
                <a:latin typeface="+mn-lt"/>
                <a:cs typeface="Calibri"/>
              </a:rPr>
              <a:t> </a:t>
            </a:r>
            <a:r>
              <a:rPr lang="fr-FR" sz="1200" dirty="0" smtClean="0">
                <a:solidFill>
                  <a:srgbClr val="585858"/>
                </a:solidFill>
                <a:latin typeface="+mn-lt"/>
                <a:cs typeface="Calibri"/>
              </a:rPr>
              <a:t>dédiée</a:t>
            </a:r>
            <a:r>
              <a:rPr lang="fr-FR" sz="1200" spc="225" dirty="0" smtClean="0">
                <a:solidFill>
                  <a:srgbClr val="585858"/>
                </a:solidFill>
                <a:latin typeface="+mn-lt"/>
                <a:cs typeface="Calibri"/>
              </a:rPr>
              <a:t> </a:t>
            </a:r>
            <a:r>
              <a:rPr lang="fr-FR" sz="1200" dirty="0" smtClean="0">
                <a:solidFill>
                  <a:srgbClr val="585858"/>
                </a:solidFill>
                <a:latin typeface="+mn-lt"/>
                <a:cs typeface="Calibri"/>
              </a:rPr>
              <a:t>dans</a:t>
            </a:r>
            <a:r>
              <a:rPr lang="fr-FR" sz="1200" spc="254" dirty="0" smtClean="0">
                <a:solidFill>
                  <a:srgbClr val="585858"/>
                </a:solidFill>
                <a:latin typeface="+mn-lt"/>
                <a:cs typeface="Calibri"/>
              </a:rPr>
              <a:t> </a:t>
            </a:r>
            <a:r>
              <a:rPr lang="fr-FR" sz="1200" dirty="0" smtClean="0">
                <a:solidFill>
                  <a:srgbClr val="585858"/>
                </a:solidFill>
                <a:latin typeface="+mn-lt"/>
                <a:cs typeface="Calibri"/>
              </a:rPr>
              <a:t>le</a:t>
            </a:r>
            <a:r>
              <a:rPr lang="fr-FR" sz="1200" spc="250" dirty="0" smtClean="0">
                <a:solidFill>
                  <a:srgbClr val="585858"/>
                </a:solidFill>
                <a:latin typeface="+mn-lt"/>
                <a:cs typeface="Calibri"/>
              </a:rPr>
              <a:t> </a:t>
            </a:r>
            <a:r>
              <a:rPr lang="fr-FR" sz="1200" dirty="0" smtClean="0">
                <a:solidFill>
                  <a:srgbClr val="585858"/>
                </a:solidFill>
                <a:latin typeface="+mn-lt"/>
                <a:cs typeface="Calibri"/>
              </a:rPr>
              <a:t>système</a:t>
            </a:r>
            <a:r>
              <a:rPr lang="fr-FR" sz="1200" spc="225" dirty="0" smtClean="0">
                <a:solidFill>
                  <a:srgbClr val="585858"/>
                </a:solidFill>
                <a:latin typeface="+mn-lt"/>
                <a:cs typeface="Calibri"/>
              </a:rPr>
              <a:t> </a:t>
            </a:r>
            <a:r>
              <a:rPr lang="fr-FR" sz="1200" dirty="0" smtClean="0">
                <a:solidFill>
                  <a:srgbClr val="585858"/>
                </a:solidFill>
                <a:latin typeface="+mn-lt"/>
                <a:cs typeface="Calibri"/>
              </a:rPr>
              <a:t>de</a:t>
            </a:r>
            <a:r>
              <a:rPr lang="fr-FR" sz="1200" spc="22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250" dirty="0" smtClean="0">
                <a:solidFill>
                  <a:srgbClr val="585858"/>
                </a:solidFill>
                <a:latin typeface="+mn-lt"/>
                <a:cs typeface="Calibri"/>
              </a:rPr>
              <a:t> </a:t>
            </a:r>
            <a:r>
              <a:rPr lang="fr-FR" sz="1200" dirty="0" smtClean="0">
                <a:solidFill>
                  <a:srgbClr val="585858"/>
                </a:solidFill>
                <a:latin typeface="+mn-lt"/>
                <a:cs typeface="Calibri"/>
              </a:rPr>
              <a:t>où</a:t>
            </a:r>
            <a:r>
              <a:rPr lang="fr-FR" sz="1200" spc="210" dirty="0" smtClean="0">
                <a:solidFill>
                  <a:srgbClr val="585858"/>
                </a:solidFill>
                <a:latin typeface="+mn-lt"/>
                <a:cs typeface="Calibri"/>
              </a:rPr>
              <a:t> </a:t>
            </a:r>
            <a:r>
              <a:rPr lang="fr-FR" sz="1200" dirty="0" smtClean="0">
                <a:solidFill>
                  <a:srgbClr val="585858"/>
                </a:solidFill>
                <a:latin typeface="+mn-lt"/>
                <a:cs typeface="Calibri"/>
              </a:rPr>
              <a:t>toutes</a:t>
            </a:r>
            <a:r>
              <a:rPr lang="fr-FR" sz="1200" spc="260" dirty="0" smtClean="0">
                <a:solidFill>
                  <a:srgbClr val="585858"/>
                </a:solidFill>
                <a:latin typeface="+mn-lt"/>
                <a:cs typeface="Calibri"/>
              </a:rPr>
              <a:t> </a:t>
            </a:r>
            <a:r>
              <a:rPr lang="fr-FR" sz="1200" dirty="0" smtClean="0">
                <a:solidFill>
                  <a:srgbClr val="585858"/>
                </a:solidFill>
                <a:latin typeface="+mn-lt"/>
                <a:cs typeface="Calibri"/>
              </a:rPr>
              <a:t>les</a:t>
            </a:r>
            <a:r>
              <a:rPr lang="fr-FR" sz="1200" spc="254" dirty="0" smtClean="0">
                <a:solidFill>
                  <a:srgbClr val="585858"/>
                </a:solidFill>
                <a:latin typeface="+mn-lt"/>
                <a:cs typeface="Calibri"/>
              </a:rPr>
              <a:t> </a:t>
            </a:r>
            <a:r>
              <a:rPr lang="fr-FR" sz="1200" dirty="0" smtClean="0">
                <a:solidFill>
                  <a:srgbClr val="585858"/>
                </a:solidFill>
                <a:latin typeface="+mn-lt"/>
                <a:cs typeface="Calibri"/>
              </a:rPr>
              <a:t>modifications</a:t>
            </a:r>
            <a:r>
              <a:rPr lang="fr-FR" sz="1200" spc="240" dirty="0" smtClean="0">
                <a:solidFill>
                  <a:srgbClr val="585858"/>
                </a:solidFill>
                <a:latin typeface="+mn-lt"/>
                <a:cs typeface="Calibri"/>
              </a:rPr>
              <a:t> </a:t>
            </a:r>
            <a:r>
              <a:rPr lang="fr-FR" sz="1200" spc="-20" dirty="0" smtClean="0">
                <a:solidFill>
                  <a:srgbClr val="585858"/>
                </a:solidFill>
                <a:latin typeface="+mn-lt"/>
                <a:cs typeface="Calibri"/>
              </a:rPr>
              <a:t>sont </a:t>
            </a:r>
            <a:r>
              <a:rPr lang="fr-FR" sz="1200" spc="-10" dirty="0" smtClean="0">
                <a:solidFill>
                  <a:srgbClr val="585858"/>
                </a:solidFill>
                <a:latin typeface="+mn-lt"/>
                <a:cs typeface="Calibri"/>
              </a:rPr>
              <a:t>sauvegardées.</a:t>
            </a:r>
            <a:r>
              <a:rPr lang="fr-FR" sz="1200" spc="-60" dirty="0" smtClean="0">
                <a:solidFill>
                  <a:srgbClr val="585858"/>
                </a:solidFill>
                <a:latin typeface="+mn-lt"/>
                <a:cs typeface="Calibri"/>
              </a:rPr>
              <a:t> </a:t>
            </a:r>
            <a:r>
              <a:rPr lang="fr-FR" sz="1200" dirty="0" smtClean="0">
                <a:solidFill>
                  <a:srgbClr val="585858"/>
                </a:solidFill>
                <a:latin typeface="+mn-lt"/>
                <a:cs typeface="Calibri"/>
              </a:rPr>
              <a:t>Lorsque</a:t>
            </a:r>
            <a:r>
              <a:rPr lang="fr-FR" sz="1200" spc="-5" dirty="0" smtClean="0">
                <a:solidFill>
                  <a:srgbClr val="585858"/>
                </a:solidFill>
                <a:latin typeface="+mn-lt"/>
                <a:cs typeface="Calibri"/>
              </a:rPr>
              <a:t> </a:t>
            </a:r>
            <a:r>
              <a:rPr lang="fr-FR" sz="1200" dirty="0" smtClean="0">
                <a:solidFill>
                  <a:srgbClr val="585858"/>
                </a:solidFill>
                <a:latin typeface="+mn-lt"/>
                <a:cs typeface="Calibri"/>
              </a:rPr>
              <a:t>le</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25" dirty="0" smtClean="0">
                <a:solidFill>
                  <a:srgbClr val="585858"/>
                </a:solidFill>
                <a:latin typeface="+mn-lt"/>
                <a:cs typeface="Calibri"/>
              </a:rPr>
              <a:t> </a:t>
            </a:r>
            <a:r>
              <a:rPr lang="fr-FR" sz="1200" dirty="0" smtClean="0">
                <a:solidFill>
                  <a:srgbClr val="585858"/>
                </a:solidFill>
                <a:latin typeface="+mn-lt"/>
                <a:cs typeface="Calibri"/>
              </a:rPr>
              <a:t>se</a:t>
            </a:r>
            <a:r>
              <a:rPr lang="fr-FR" sz="1200" spc="-30" dirty="0" smtClean="0">
                <a:solidFill>
                  <a:srgbClr val="585858"/>
                </a:solidFill>
                <a:latin typeface="+mn-lt"/>
                <a:cs typeface="Calibri"/>
              </a:rPr>
              <a:t> </a:t>
            </a:r>
            <a:r>
              <a:rPr lang="fr-FR" sz="1200" dirty="0" smtClean="0">
                <a:solidFill>
                  <a:srgbClr val="585858"/>
                </a:solidFill>
                <a:latin typeface="+mn-lt"/>
                <a:cs typeface="Calibri"/>
              </a:rPr>
              <a:t>bloque,</a:t>
            </a:r>
            <a:r>
              <a:rPr lang="fr-FR" sz="1200" spc="25" dirty="0" smtClean="0">
                <a:solidFill>
                  <a:srgbClr val="585858"/>
                </a:solidFill>
                <a:latin typeface="+mn-lt"/>
                <a:cs typeface="Calibri"/>
              </a:rPr>
              <a:t> </a:t>
            </a:r>
            <a:r>
              <a:rPr lang="fr-FR" sz="1200" dirty="0" smtClean="0">
                <a:solidFill>
                  <a:srgbClr val="585858"/>
                </a:solidFill>
                <a:latin typeface="+mn-lt"/>
                <a:cs typeface="Calibri"/>
              </a:rPr>
              <a:t>la</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possibilité</a:t>
            </a:r>
            <a:r>
              <a:rPr lang="fr-FR" sz="1200" spc="35"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corruption</a:t>
            </a:r>
            <a:r>
              <a:rPr lang="fr-FR" sz="1200" spc="-20" dirty="0" smtClean="0">
                <a:solidFill>
                  <a:srgbClr val="585858"/>
                </a:solidFill>
                <a:latin typeface="+mn-lt"/>
                <a:cs typeface="Calibri"/>
              </a:rPr>
              <a:t> </a:t>
            </a:r>
            <a:r>
              <a:rPr lang="fr-FR" sz="1200" dirty="0" smtClean="0">
                <a:solidFill>
                  <a:srgbClr val="585858"/>
                </a:solidFill>
                <a:latin typeface="+mn-lt"/>
                <a:cs typeface="Calibri"/>
              </a:rPr>
              <a:t>du</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3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20" dirty="0" smtClean="0">
                <a:solidFill>
                  <a:srgbClr val="585858"/>
                </a:solidFill>
                <a:latin typeface="+mn-lt"/>
                <a:cs typeface="Calibri"/>
              </a:rPr>
              <a:t> </a:t>
            </a:r>
            <a:r>
              <a:rPr lang="fr-FR" sz="1200" dirty="0" smtClean="0">
                <a:solidFill>
                  <a:srgbClr val="585858"/>
                </a:solidFill>
                <a:latin typeface="+mn-lt"/>
                <a:cs typeface="Calibri"/>
              </a:rPr>
              <a:t>est</a:t>
            </a:r>
            <a:r>
              <a:rPr lang="fr-FR" sz="1200" spc="-10" dirty="0" smtClean="0">
                <a:solidFill>
                  <a:srgbClr val="585858"/>
                </a:solidFill>
                <a:latin typeface="+mn-lt"/>
                <a:cs typeface="Calibri"/>
              </a:rPr>
              <a:t> </a:t>
            </a:r>
            <a:r>
              <a:rPr lang="fr-FR" sz="1200" dirty="0" smtClean="0">
                <a:solidFill>
                  <a:srgbClr val="585858"/>
                </a:solidFill>
                <a:latin typeface="+mn-lt"/>
                <a:cs typeface="Calibri"/>
              </a:rPr>
              <a:t>plus</a:t>
            </a:r>
            <a:r>
              <a:rPr lang="fr-FR" sz="1200" spc="-25" dirty="0" smtClean="0">
                <a:solidFill>
                  <a:srgbClr val="585858"/>
                </a:solidFill>
                <a:latin typeface="+mn-lt"/>
                <a:cs typeface="Calibri"/>
              </a:rPr>
              <a:t> </a:t>
            </a:r>
            <a:r>
              <a:rPr lang="fr-FR" sz="1200" dirty="0" smtClean="0">
                <a:solidFill>
                  <a:srgbClr val="585858"/>
                </a:solidFill>
                <a:latin typeface="+mn-lt"/>
                <a:cs typeface="Calibri"/>
              </a:rPr>
              <a:t>faible</a:t>
            </a:r>
            <a:r>
              <a:rPr lang="fr-FR" sz="1200" spc="15" dirty="0" smtClean="0">
                <a:solidFill>
                  <a:srgbClr val="585858"/>
                </a:solidFill>
                <a:latin typeface="+mn-lt"/>
                <a:cs typeface="Calibri"/>
              </a:rPr>
              <a:t> </a:t>
            </a:r>
            <a:r>
              <a:rPr lang="fr-FR" sz="1200" dirty="0" smtClean="0">
                <a:solidFill>
                  <a:srgbClr val="585858"/>
                </a:solidFill>
                <a:latin typeface="+mn-lt"/>
                <a:cs typeface="Calibri"/>
              </a:rPr>
              <a:t>grâce</a:t>
            </a:r>
            <a:r>
              <a:rPr lang="fr-FR" sz="1200" spc="-35" dirty="0" smtClean="0">
                <a:solidFill>
                  <a:srgbClr val="585858"/>
                </a:solidFill>
                <a:latin typeface="+mn-lt"/>
                <a:cs typeface="Calibri"/>
              </a:rPr>
              <a:t> </a:t>
            </a:r>
            <a:r>
              <a:rPr lang="fr-FR" sz="1200" dirty="0" smtClean="0">
                <a:solidFill>
                  <a:srgbClr val="585858"/>
                </a:solidFill>
                <a:latin typeface="+mn-lt"/>
                <a:cs typeface="Calibri"/>
              </a:rPr>
              <a:t>à</a:t>
            </a:r>
            <a:r>
              <a:rPr lang="fr-FR" sz="1200" spc="-15"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journalisation.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spc="-10" dirty="0" smtClean="0">
                <a:solidFill>
                  <a:srgbClr val="585858"/>
                </a:solidFill>
                <a:latin typeface="+mn-lt"/>
                <a:cs typeface="Calibri"/>
              </a:rPr>
              <a:t>Pendant</a:t>
            </a:r>
            <a:r>
              <a:rPr lang="fr-FR" sz="1200" spc="-35"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récupération,</a:t>
            </a:r>
            <a:r>
              <a:rPr lang="fr-FR" sz="1200" spc="-25" dirty="0" smtClean="0">
                <a:solidFill>
                  <a:srgbClr val="585858"/>
                </a:solidFill>
                <a:latin typeface="+mn-lt"/>
                <a:cs typeface="Calibri"/>
              </a:rPr>
              <a:t> </a:t>
            </a:r>
            <a:r>
              <a:rPr lang="fr-FR" sz="1200" dirty="0" smtClean="0">
                <a:solidFill>
                  <a:srgbClr val="585858"/>
                </a:solidFill>
                <a:latin typeface="+mn-lt"/>
                <a:cs typeface="Calibri"/>
              </a:rPr>
              <a:t>le</a:t>
            </a:r>
            <a:r>
              <a:rPr lang="fr-FR" sz="1200" spc="-10" dirty="0" smtClean="0">
                <a:solidFill>
                  <a:srgbClr val="585858"/>
                </a:solidFill>
                <a:latin typeface="+mn-lt"/>
                <a:cs typeface="Calibri"/>
              </a:rPr>
              <a:t> système</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3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20" dirty="0" smtClean="0">
                <a:solidFill>
                  <a:srgbClr val="585858"/>
                </a:solidFill>
                <a:latin typeface="+mn-lt"/>
                <a:cs typeface="Calibri"/>
              </a:rPr>
              <a:t> </a:t>
            </a:r>
            <a:r>
              <a:rPr lang="fr-FR" sz="1200" dirty="0" smtClean="0">
                <a:solidFill>
                  <a:srgbClr val="585858"/>
                </a:solidFill>
                <a:latin typeface="+mn-lt"/>
                <a:cs typeface="Calibri"/>
              </a:rPr>
              <a:t>analyse</a:t>
            </a:r>
            <a:r>
              <a:rPr lang="fr-FR" sz="1200" spc="-35" dirty="0" smtClean="0">
                <a:solidFill>
                  <a:srgbClr val="585858"/>
                </a:solidFill>
                <a:latin typeface="+mn-lt"/>
                <a:cs typeface="Calibri"/>
              </a:rPr>
              <a:t> </a:t>
            </a:r>
            <a:r>
              <a:rPr lang="fr-FR" sz="1200" dirty="0" smtClean="0">
                <a:solidFill>
                  <a:srgbClr val="585858"/>
                </a:solidFill>
                <a:latin typeface="+mn-lt"/>
                <a:cs typeface="Calibri"/>
              </a:rPr>
              <a:t>le</a:t>
            </a:r>
            <a:r>
              <a:rPr lang="fr-FR" sz="1200" spc="-10" dirty="0" smtClean="0">
                <a:solidFill>
                  <a:srgbClr val="585858"/>
                </a:solidFill>
                <a:latin typeface="+mn-lt"/>
                <a:cs typeface="Calibri"/>
              </a:rPr>
              <a:t> </a:t>
            </a:r>
            <a:r>
              <a:rPr lang="fr-FR" sz="1200" dirty="0" smtClean="0">
                <a:solidFill>
                  <a:srgbClr val="585858"/>
                </a:solidFill>
                <a:latin typeface="+mn-lt"/>
                <a:cs typeface="Calibri"/>
              </a:rPr>
              <a:t>journal</a:t>
            </a:r>
            <a:r>
              <a:rPr lang="fr-FR" sz="1200" spc="-20" dirty="0" smtClean="0">
                <a:solidFill>
                  <a:srgbClr val="585858"/>
                </a:solidFill>
                <a:latin typeface="+mn-lt"/>
                <a:cs typeface="Calibri"/>
              </a:rPr>
              <a:t> </a:t>
            </a:r>
            <a:r>
              <a:rPr lang="fr-FR" sz="1200" dirty="0" smtClean="0">
                <a:solidFill>
                  <a:srgbClr val="585858"/>
                </a:solidFill>
                <a:latin typeface="+mn-lt"/>
                <a:cs typeface="Calibri"/>
              </a:rPr>
              <a:t>pour les</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transactions</a:t>
            </a:r>
            <a:r>
              <a:rPr lang="fr-FR" sz="1200" spc="5" dirty="0" smtClean="0">
                <a:solidFill>
                  <a:srgbClr val="585858"/>
                </a:solidFill>
                <a:latin typeface="+mn-lt"/>
                <a:cs typeface="Calibri"/>
              </a:rPr>
              <a:t> </a:t>
            </a:r>
            <a:r>
              <a:rPr lang="fr-FR" sz="1200" dirty="0" smtClean="0">
                <a:solidFill>
                  <a:srgbClr val="585858"/>
                </a:solidFill>
                <a:latin typeface="+mn-lt"/>
                <a:cs typeface="Calibri"/>
              </a:rPr>
              <a:t>complètes</a:t>
            </a:r>
            <a:r>
              <a:rPr lang="fr-FR" sz="1200" spc="-5" dirty="0" smtClean="0">
                <a:solidFill>
                  <a:srgbClr val="585858"/>
                </a:solidFill>
                <a:latin typeface="+mn-lt"/>
                <a:cs typeface="Calibri"/>
              </a:rPr>
              <a:t> </a:t>
            </a:r>
            <a:r>
              <a:rPr lang="fr-FR" sz="1200" dirty="0" smtClean="0">
                <a:solidFill>
                  <a:srgbClr val="585858"/>
                </a:solidFill>
                <a:latin typeface="+mn-lt"/>
                <a:cs typeface="Calibri"/>
              </a:rPr>
              <a:t>validées.</a:t>
            </a:r>
            <a:r>
              <a:rPr lang="fr-FR" sz="1200" spc="-5" dirty="0" smtClean="0">
                <a:solidFill>
                  <a:srgbClr val="585858"/>
                </a:solidFill>
                <a:latin typeface="+mn-lt"/>
                <a:cs typeface="Calibri"/>
              </a:rPr>
              <a:t> </a:t>
            </a:r>
            <a:r>
              <a:rPr lang="fr-FR" sz="1200" dirty="0" smtClean="0">
                <a:solidFill>
                  <a:srgbClr val="585858"/>
                </a:solidFill>
                <a:latin typeface="+mn-lt"/>
                <a:cs typeface="Calibri"/>
              </a:rPr>
              <a:t>Les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transactions</a:t>
            </a:r>
            <a:r>
              <a:rPr lang="fr-FR" sz="1200" dirty="0" smtClean="0">
                <a:solidFill>
                  <a:srgbClr val="585858"/>
                </a:solidFill>
                <a:latin typeface="+mn-lt"/>
                <a:cs typeface="Calibri"/>
              </a:rPr>
              <a:t> incomplètes</a:t>
            </a:r>
            <a:r>
              <a:rPr lang="fr-FR" sz="1200" spc="25" dirty="0" smtClean="0">
                <a:solidFill>
                  <a:srgbClr val="585858"/>
                </a:solidFill>
                <a:latin typeface="+mn-lt"/>
                <a:cs typeface="Calibri"/>
              </a:rPr>
              <a:t> </a:t>
            </a:r>
            <a:r>
              <a:rPr lang="fr-FR" sz="1200" dirty="0" smtClean="0">
                <a:solidFill>
                  <a:srgbClr val="585858"/>
                </a:solidFill>
                <a:latin typeface="+mn-lt"/>
                <a:cs typeface="Calibri"/>
              </a:rPr>
              <a:t>ne</a:t>
            </a:r>
            <a:r>
              <a:rPr lang="fr-FR" sz="1200" spc="-35" dirty="0" smtClean="0">
                <a:solidFill>
                  <a:srgbClr val="585858"/>
                </a:solidFill>
                <a:latin typeface="+mn-lt"/>
                <a:cs typeface="Calibri"/>
              </a:rPr>
              <a:t> </a:t>
            </a:r>
            <a:r>
              <a:rPr lang="fr-FR" sz="1200" dirty="0" smtClean="0">
                <a:solidFill>
                  <a:srgbClr val="585858"/>
                </a:solidFill>
                <a:latin typeface="+mn-lt"/>
                <a:cs typeface="Calibri"/>
              </a:rPr>
              <a:t>sont</a:t>
            </a:r>
            <a:r>
              <a:rPr lang="fr-FR" sz="1200" spc="-30" dirty="0" smtClean="0">
                <a:solidFill>
                  <a:srgbClr val="585858"/>
                </a:solidFill>
                <a:latin typeface="+mn-lt"/>
                <a:cs typeface="Calibri"/>
              </a:rPr>
              <a:t> </a:t>
            </a:r>
            <a:r>
              <a:rPr lang="fr-FR" sz="1200" dirty="0" smtClean="0">
                <a:solidFill>
                  <a:srgbClr val="585858"/>
                </a:solidFill>
                <a:latin typeface="+mn-lt"/>
                <a:cs typeface="Calibri"/>
              </a:rPr>
              <a:t>pas</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considérées.</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27</a:t>
            </a:fld>
            <a:endParaRPr lang="fr-FR"/>
          </a:p>
        </p:txBody>
      </p:sp>
    </p:spTree>
    <p:extLst>
      <p:ext uri="{BB962C8B-B14F-4D97-AF65-F5344CB8AC3E}">
        <p14:creationId xmlns:p14="http://schemas.microsoft.com/office/powerpoint/2010/main" val="42466458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i="0" kern="1200" dirty="0" smtClean="0">
                <a:solidFill>
                  <a:schemeClr val="tx1"/>
                </a:solidFill>
                <a:effectLst/>
                <a:latin typeface="+mn-lt"/>
                <a:ea typeface="+mn-ea"/>
                <a:cs typeface="+mn-cs"/>
              </a:rPr>
              <a:t>Taille globale du système de fichiers :</a:t>
            </a:r>
            <a:r>
              <a:rPr lang="fr-FR" sz="1200" b="0" i="0" kern="1200" dirty="0" smtClean="0">
                <a:solidFill>
                  <a:schemeClr val="tx1"/>
                </a:solidFill>
                <a:effectLst/>
                <a:latin typeface="+mn-lt"/>
                <a:ea typeface="+mn-ea"/>
                <a:cs typeface="+mn-cs"/>
              </a:rPr>
              <a:t> Cela fait référence à la taille totale de l'espace de stockage disponible dans le système de fichiers pour tous les fichiers et répertoires combinés. Cela inclut non seulement la taille des fichiers eux-mêmes, mais aussi l'espace utilisé par les structures de données du système de fichiers telles que les tables d'allocation, les tables de répertoires, les tables d'</a:t>
            </a:r>
            <a:r>
              <a:rPr lang="fr-FR" sz="1200" b="0" i="0" kern="1200" dirty="0" err="1" smtClean="0">
                <a:solidFill>
                  <a:schemeClr val="tx1"/>
                </a:solidFill>
                <a:effectLst/>
                <a:latin typeface="+mn-lt"/>
                <a:ea typeface="+mn-ea"/>
                <a:cs typeface="+mn-cs"/>
              </a:rPr>
              <a:t>inodes</a:t>
            </a:r>
            <a:r>
              <a:rPr lang="fr-FR" sz="1200" b="0" i="0" kern="1200" dirty="0" smtClean="0">
                <a:solidFill>
                  <a:schemeClr val="tx1"/>
                </a:solidFill>
                <a:effectLst/>
                <a:latin typeface="+mn-lt"/>
                <a:ea typeface="+mn-ea"/>
                <a:cs typeface="+mn-cs"/>
              </a:rPr>
              <a:t> (dans les systèmes de fichiers Unix), etc.</a:t>
            </a:r>
          </a:p>
          <a:p>
            <a:pPr marL="12700" marR="5080">
              <a:lnSpc>
                <a:spcPct val="200100"/>
              </a:lnSpc>
            </a:pPr>
            <a:r>
              <a:rPr lang="fr-FR" sz="1200" spc="-10" dirty="0" smtClean="0">
                <a:solidFill>
                  <a:srgbClr val="585858"/>
                </a:solidFill>
                <a:latin typeface="+mn-lt"/>
                <a:cs typeface="Calibri"/>
              </a:rPr>
              <a:t>Plusieurs</a:t>
            </a:r>
            <a:r>
              <a:rPr lang="fr-FR" sz="1200" spc="-25" dirty="0" smtClean="0">
                <a:solidFill>
                  <a:srgbClr val="585858"/>
                </a:solidFill>
                <a:latin typeface="+mn-lt"/>
                <a:cs typeface="Calibri"/>
              </a:rPr>
              <a:t> </a:t>
            </a:r>
            <a:r>
              <a:rPr lang="fr-FR" sz="1200" dirty="0" smtClean="0">
                <a:solidFill>
                  <a:srgbClr val="585858"/>
                </a:solidFill>
                <a:latin typeface="+mn-lt"/>
                <a:cs typeface="Calibri"/>
              </a:rPr>
              <a:t>autres</a:t>
            </a:r>
            <a:r>
              <a:rPr lang="fr-FR" sz="1200" spc="-15" dirty="0" smtClean="0">
                <a:solidFill>
                  <a:srgbClr val="585858"/>
                </a:solidFill>
                <a:latin typeface="+mn-lt"/>
                <a:cs typeface="Calibri"/>
              </a:rPr>
              <a:t> </a:t>
            </a:r>
            <a:r>
              <a:rPr lang="fr-FR" sz="1200" dirty="0" smtClean="0">
                <a:solidFill>
                  <a:srgbClr val="585858"/>
                </a:solidFill>
                <a:latin typeface="+mn-lt"/>
                <a:cs typeface="Calibri"/>
              </a:rPr>
              <a:t>nouvelles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fonctionnalités</a:t>
            </a:r>
            <a:r>
              <a:rPr lang="fr-FR" sz="1200" spc="25" dirty="0" smtClean="0">
                <a:solidFill>
                  <a:srgbClr val="585858"/>
                </a:solidFill>
                <a:latin typeface="+mn-lt"/>
                <a:cs typeface="Calibri"/>
              </a:rPr>
              <a:t> </a:t>
            </a:r>
            <a:r>
              <a:rPr lang="fr-FR" sz="1200" dirty="0" smtClean="0">
                <a:solidFill>
                  <a:srgbClr val="585858"/>
                </a:solidFill>
                <a:latin typeface="+mn-lt"/>
                <a:cs typeface="Calibri"/>
              </a:rPr>
              <a:t>sont</a:t>
            </a:r>
            <a:r>
              <a:rPr lang="fr-FR" sz="1200" spc="-45" dirty="0" smtClean="0">
                <a:solidFill>
                  <a:srgbClr val="585858"/>
                </a:solidFill>
                <a:latin typeface="+mn-lt"/>
                <a:cs typeface="Calibri"/>
              </a:rPr>
              <a:t> </a:t>
            </a:r>
            <a:r>
              <a:rPr lang="fr-FR" sz="1200" spc="-10" dirty="0" smtClean="0">
                <a:solidFill>
                  <a:srgbClr val="585858"/>
                </a:solidFill>
                <a:latin typeface="+mn-lt"/>
                <a:cs typeface="Calibri"/>
              </a:rPr>
              <a:t>introduites</a:t>
            </a:r>
            <a:r>
              <a:rPr lang="fr-FR" sz="1200" spc="-15" dirty="0" smtClean="0">
                <a:solidFill>
                  <a:srgbClr val="585858"/>
                </a:solidFill>
                <a:latin typeface="+mn-lt"/>
                <a:cs typeface="Calibri"/>
              </a:rPr>
              <a:t> </a:t>
            </a:r>
            <a:r>
              <a:rPr lang="fr-FR" sz="1200" dirty="0" smtClean="0">
                <a:solidFill>
                  <a:srgbClr val="585858"/>
                </a:solidFill>
                <a:latin typeface="+mn-lt"/>
                <a:cs typeface="Calibri"/>
              </a:rPr>
              <a:t>dans</a:t>
            </a:r>
            <a:r>
              <a:rPr lang="fr-FR" sz="1200" spc="-25" dirty="0" smtClean="0">
                <a:solidFill>
                  <a:srgbClr val="585858"/>
                </a:solidFill>
                <a:latin typeface="+mn-lt"/>
                <a:cs typeface="Calibri"/>
              </a:rPr>
              <a:t> </a:t>
            </a:r>
            <a:r>
              <a:rPr lang="fr-FR" sz="1200" dirty="0" smtClean="0">
                <a:solidFill>
                  <a:srgbClr val="585858"/>
                </a:solidFill>
                <a:latin typeface="+mn-lt"/>
                <a:cs typeface="Calibri"/>
              </a:rPr>
              <a:t>ext4</a:t>
            </a:r>
            <a:r>
              <a:rPr lang="fr-FR" sz="1200" spc="-60" dirty="0" smtClean="0">
                <a:solidFill>
                  <a:srgbClr val="585858"/>
                </a:solidFill>
                <a:latin typeface="+mn-lt"/>
                <a:cs typeface="Calibri"/>
              </a:rPr>
              <a:t> </a:t>
            </a:r>
            <a:r>
              <a:rPr lang="fr-FR" sz="1200" dirty="0" smtClean="0">
                <a:solidFill>
                  <a:srgbClr val="585858"/>
                </a:solidFill>
                <a:latin typeface="+mn-lt"/>
                <a:cs typeface="Calibri"/>
              </a:rPr>
              <a:t>:</a:t>
            </a:r>
            <a:r>
              <a:rPr lang="fr-FR" sz="1200" spc="-35" dirty="0" smtClean="0">
                <a:solidFill>
                  <a:srgbClr val="585858"/>
                </a:solidFill>
                <a:latin typeface="+mn-lt"/>
                <a:cs typeface="Calibri"/>
              </a:rPr>
              <a:t> </a:t>
            </a:r>
            <a:r>
              <a:rPr lang="fr-FR" sz="1200" dirty="0" smtClean="0">
                <a:solidFill>
                  <a:srgbClr val="585858"/>
                </a:solidFill>
                <a:latin typeface="+mn-lt"/>
                <a:cs typeface="Calibri"/>
              </a:rPr>
              <a:t>allocation de</a:t>
            </a:r>
            <a:r>
              <a:rPr lang="fr-FR" sz="1200" spc="-50" dirty="0" smtClean="0">
                <a:solidFill>
                  <a:srgbClr val="585858"/>
                </a:solidFill>
                <a:latin typeface="+mn-lt"/>
                <a:cs typeface="Calibri"/>
              </a:rPr>
              <a:t> </a:t>
            </a:r>
            <a:r>
              <a:rPr lang="fr-FR" sz="1200" dirty="0" smtClean="0">
                <a:solidFill>
                  <a:srgbClr val="585858"/>
                </a:solidFill>
                <a:latin typeface="+mn-lt"/>
                <a:cs typeface="Calibri"/>
              </a:rPr>
              <a:t>blocs multiples,</a:t>
            </a:r>
            <a:r>
              <a:rPr lang="fr-FR" sz="1200" spc="-20" dirty="0" smtClean="0">
                <a:solidFill>
                  <a:srgbClr val="585858"/>
                </a:solidFill>
                <a:latin typeface="+mn-lt"/>
                <a:cs typeface="Calibri"/>
              </a:rPr>
              <a:t> </a:t>
            </a:r>
            <a:r>
              <a:rPr lang="fr-FR" sz="1200" dirty="0" smtClean="0">
                <a:solidFill>
                  <a:srgbClr val="585858"/>
                </a:solidFill>
                <a:latin typeface="+mn-lt"/>
                <a:cs typeface="Calibri"/>
              </a:rPr>
              <a:t>allocation</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retardée,</a:t>
            </a:r>
            <a:r>
              <a:rPr lang="fr-FR" sz="1200" spc="-20" dirty="0" smtClean="0">
                <a:solidFill>
                  <a:srgbClr val="585858"/>
                </a:solidFill>
                <a:latin typeface="+mn-lt"/>
                <a:cs typeface="Calibri"/>
              </a:rPr>
              <a:t> </a:t>
            </a:r>
            <a:r>
              <a:rPr lang="fr-FR" sz="1200" dirty="0" smtClean="0">
                <a:solidFill>
                  <a:srgbClr val="585858"/>
                </a:solidFill>
                <a:latin typeface="+mn-lt"/>
                <a:cs typeface="Calibri"/>
              </a:rPr>
              <a:t>somme</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55" dirty="0" smtClean="0">
                <a:solidFill>
                  <a:srgbClr val="585858"/>
                </a:solidFill>
                <a:latin typeface="+mn-lt"/>
                <a:cs typeface="Calibri"/>
              </a:rPr>
              <a:t> </a:t>
            </a:r>
            <a:r>
              <a:rPr lang="fr-FR" sz="1200" dirty="0" smtClean="0">
                <a:solidFill>
                  <a:srgbClr val="585858"/>
                </a:solidFill>
                <a:latin typeface="+mn-lt"/>
                <a:cs typeface="Calibri"/>
              </a:rPr>
              <a:t>contrôle</a:t>
            </a:r>
            <a:r>
              <a:rPr lang="fr-FR" sz="1200" spc="-10" dirty="0" smtClean="0">
                <a:solidFill>
                  <a:srgbClr val="585858"/>
                </a:solidFill>
                <a:latin typeface="+mn-lt"/>
                <a:cs typeface="Calibri"/>
              </a:rPr>
              <a:t> </a:t>
            </a:r>
            <a:r>
              <a:rPr lang="fr-FR" sz="1200" dirty="0" smtClean="0">
                <a:solidFill>
                  <a:srgbClr val="585858"/>
                </a:solidFill>
                <a:latin typeface="+mn-lt"/>
                <a:cs typeface="Calibri"/>
              </a:rPr>
              <a:t>du</a:t>
            </a:r>
            <a:r>
              <a:rPr lang="fr-FR" sz="1200" spc="-55" dirty="0" smtClean="0">
                <a:solidFill>
                  <a:srgbClr val="585858"/>
                </a:solidFill>
                <a:latin typeface="+mn-lt"/>
                <a:cs typeface="Calibri"/>
              </a:rPr>
              <a:t> </a:t>
            </a:r>
            <a:r>
              <a:rPr lang="fr-FR" sz="1200" dirty="0" smtClean="0">
                <a:solidFill>
                  <a:srgbClr val="585858"/>
                </a:solidFill>
                <a:latin typeface="+mn-lt"/>
                <a:cs typeface="Calibri"/>
              </a:rPr>
              <a:t>journal,</a:t>
            </a:r>
            <a:r>
              <a:rPr lang="fr-FR" sz="1200" spc="-20" dirty="0" smtClean="0">
                <a:solidFill>
                  <a:srgbClr val="585858"/>
                </a:solidFill>
                <a:latin typeface="+mn-lt"/>
                <a:cs typeface="Calibri"/>
              </a:rPr>
              <a:t> </a:t>
            </a:r>
            <a:r>
              <a:rPr lang="fr-FR" sz="1200" dirty="0" err="1" smtClean="0">
                <a:solidFill>
                  <a:srgbClr val="585858"/>
                </a:solidFill>
                <a:latin typeface="+mn-lt"/>
                <a:cs typeface="Calibri"/>
              </a:rPr>
              <a:t>fsck</a:t>
            </a:r>
            <a:r>
              <a:rPr lang="fr-FR" sz="1200" spc="-25" dirty="0" smtClean="0">
                <a:solidFill>
                  <a:srgbClr val="585858"/>
                </a:solidFill>
                <a:latin typeface="+mn-lt"/>
                <a:cs typeface="Calibri"/>
              </a:rPr>
              <a:t> </a:t>
            </a:r>
            <a:r>
              <a:rPr lang="fr-FR" sz="1200" dirty="0" smtClean="0">
                <a:solidFill>
                  <a:srgbClr val="585858"/>
                </a:solidFill>
                <a:latin typeface="+mn-lt"/>
                <a:cs typeface="Calibri"/>
              </a:rPr>
              <a:t>rapide,</a:t>
            </a:r>
            <a:r>
              <a:rPr lang="fr-FR" sz="1200" spc="-20" dirty="0" smtClean="0">
                <a:solidFill>
                  <a:srgbClr val="585858"/>
                </a:solidFill>
                <a:latin typeface="+mn-lt"/>
                <a:cs typeface="Calibri"/>
              </a:rPr>
              <a:t> etc.</a:t>
            </a:r>
            <a:r>
              <a:rPr lang="fr-FR" sz="1200" spc="500" dirty="0" smtClean="0">
                <a:solidFill>
                  <a:srgbClr val="585858"/>
                </a:solidFill>
                <a:latin typeface="+mn-lt"/>
                <a:cs typeface="Calibri"/>
              </a:rPr>
              <a:t> </a:t>
            </a:r>
            <a:r>
              <a:rPr lang="fr-FR" sz="1200" dirty="0" smtClean="0">
                <a:solidFill>
                  <a:srgbClr val="585858"/>
                </a:solidFill>
                <a:latin typeface="+mn-lt"/>
                <a:cs typeface="Calibri"/>
              </a:rPr>
              <a:t>Il</a:t>
            </a:r>
            <a:r>
              <a:rPr lang="fr-FR" sz="1200" spc="-50" dirty="0" smtClean="0">
                <a:solidFill>
                  <a:srgbClr val="585858"/>
                </a:solidFill>
                <a:latin typeface="+mn-lt"/>
                <a:cs typeface="Calibri"/>
              </a:rPr>
              <a:t> </a:t>
            </a:r>
            <a:r>
              <a:rPr lang="fr-FR" sz="1200" dirty="0" smtClean="0">
                <a:solidFill>
                  <a:srgbClr val="585858"/>
                </a:solidFill>
                <a:latin typeface="+mn-lt"/>
                <a:cs typeface="Calibri"/>
              </a:rPr>
              <a:t>existe une</a:t>
            </a:r>
            <a:r>
              <a:rPr lang="fr-FR" sz="1200" spc="-35" dirty="0" smtClean="0">
                <a:solidFill>
                  <a:srgbClr val="585858"/>
                </a:solidFill>
                <a:latin typeface="+mn-lt"/>
                <a:cs typeface="Calibri"/>
              </a:rPr>
              <a:t> </a:t>
            </a:r>
            <a:r>
              <a:rPr lang="fr-FR" sz="1200" dirty="0" smtClean="0">
                <a:solidFill>
                  <a:srgbClr val="585858"/>
                </a:solidFill>
                <a:latin typeface="+mn-lt"/>
                <a:cs typeface="Calibri"/>
              </a:rPr>
              <a:t>option</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permettant</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40" dirty="0" smtClean="0">
                <a:solidFill>
                  <a:srgbClr val="585858"/>
                </a:solidFill>
                <a:latin typeface="+mn-lt"/>
                <a:cs typeface="Calibri"/>
              </a:rPr>
              <a:t> </a:t>
            </a:r>
            <a:r>
              <a:rPr lang="fr-FR" sz="1200" dirty="0" smtClean="0">
                <a:solidFill>
                  <a:srgbClr val="585858"/>
                </a:solidFill>
                <a:latin typeface="+mn-lt"/>
                <a:cs typeface="Calibri"/>
              </a:rPr>
              <a:t>désactiver</a:t>
            </a:r>
            <a:r>
              <a:rPr lang="fr-FR" sz="1200" spc="-45" dirty="0" smtClean="0">
                <a:solidFill>
                  <a:srgbClr val="585858"/>
                </a:solidFill>
                <a:latin typeface="+mn-lt"/>
                <a:cs typeface="Calibri"/>
              </a:rPr>
              <a:t> </a:t>
            </a:r>
            <a:r>
              <a:rPr lang="fr-FR" sz="1200" dirty="0" smtClean="0">
                <a:solidFill>
                  <a:srgbClr val="585858"/>
                </a:solidFill>
                <a:latin typeface="+mn-lt"/>
                <a:cs typeface="Calibri"/>
              </a:rPr>
              <a:t>la</a:t>
            </a:r>
            <a:r>
              <a:rPr lang="fr-FR" sz="1200" spc="-20" dirty="0" smtClean="0">
                <a:solidFill>
                  <a:srgbClr val="585858"/>
                </a:solidFill>
                <a:latin typeface="+mn-lt"/>
                <a:cs typeface="Calibri"/>
              </a:rPr>
              <a:t> </a:t>
            </a:r>
            <a:r>
              <a:rPr lang="fr-FR" sz="1200" dirty="0" smtClean="0">
                <a:solidFill>
                  <a:srgbClr val="585858"/>
                </a:solidFill>
                <a:latin typeface="+mn-lt"/>
                <a:cs typeface="Calibri"/>
              </a:rPr>
              <a:t>fonction</a:t>
            </a:r>
            <a:r>
              <a:rPr lang="fr-FR" sz="1200" spc="-5" dirty="0" smtClean="0">
                <a:solidFill>
                  <a:srgbClr val="585858"/>
                </a:solidFill>
                <a:latin typeface="+mn-lt"/>
                <a:cs typeface="Calibri"/>
              </a:rPr>
              <a:t> </a:t>
            </a:r>
            <a:r>
              <a:rPr lang="fr-FR" sz="1200" dirty="0" smtClean="0">
                <a:solidFill>
                  <a:srgbClr val="585858"/>
                </a:solidFill>
                <a:latin typeface="+mn-lt"/>
                <a:cs typeface="Calibri"/>
              </a:rPr>
              <a:t>de</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journalisation.</a:t>
            </a:r>
            <a:endParaRPr lang="fr-FR" sz="1200" dirty="0" smtClean="0">
              <a:latin typeface="+mn-lt"/>
              <a:cs typeface="Calibri"/>
            </a:endParaRPr>
          </a:p>
          <a:p>
            <a:pPr marL="12700">
              <a:lnSpc>
                <a:spcPct val="100000"/>
              </a:lnSpc>
              <a:spcBef>
                <a:spcPts val="1440"/>
              </a:spcBef>
            </a:pPr>
            <a:r>
              <a:rPr lang="fr-FR" sz="1200" dirty="0" smtClean="0">
                <a:solidFill>
                  <a:srgbClr val="585858"/>
                </a:solidFill>
                <a:latin typeface="+mn-lt"/>
                <a:cs typeface="Calibri"/>
              </a:rPr>
              <a:t>Un</a:t>
            </a:r>
            <a:r>
              <a:rPr lang="fr-FR" sz="1200" spc="-25" dirty="0" smtClean="0">
                <a:solidFill>
                  <a:srgbClr val="585858"/>
                </a:solidFill>
                <a:latin typeface="+mn-lt"/>
                <a:cs typeface="Calibri"/>
              </a:rPr>
              <a:t> </a:t>
            </a:r>
            <a:r>
              <a:rPr lang="fr-FR" sz="1200" dirty="0" smtClean="0">
                <a:solidFill>
                  <a:srgbClr val="585858"/>
                </a:solidFill>
                <a:latin typeface="+mn-lt"/>
                <a:cs typeface="Calibri"/>
              </a:rPr>
              <a:t>ext3</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existant</a:t>
            </a:r>
            <a:r>
              <a:rPr lang="fr-FR" sz="1200" spc="-30" dirty="0" smtClean="0">
                <a:solidFill>
                  <a:srgbClr val="585858"/>
                </a:solidFill>
                <a:latin typeface="+mn-lt"/>
                <a:cs typeface="Calibri"/>
              </a:rPr>
              <a:t> </a:t>
            </a:r>
            <a:r>
              <a:rPr lang="fr-FR" sz="1200" dirty="0" smtClean="0">
                <a:solidFill>
                  <a:srgbClr val="585858"/>
                </a:solidFill>
                <a:latin typeface="+mn-lt"/>
                <a:cs typeface="Calibri"/>
              </a:rPr>
              <a:t>peut</a:t>
            </a:r>
            <a:r>
              <a:rPr lang="fr-FR" sz="1200" spc="-30" dirty="0" smtClean="0">
                <a:solidFill>
                  <a:srgbClr val="585858"/>
                </a:solidFill>
                <a:latin typeface="+mn-lt"/>
                <a:cs typeface="Calibri"/>
              </a:rPr>
              <a:t> </a:t>
            </a:r>
            <a:r>
              <a:rPr lang="fr-FR" sz="1200" dirty="0" smtClean="0">
                <a:solidFill>
                  <a:srgbClr val="585858"/>
                </a:solidFill>
                <a:latin typeface="+mn-lt"/>
                <a:cs typeface="Calibri"/>
              </a:rPr>
              <a:t>être</a:t>
            </a:r>
            <a:r>
              <a:rPr lang="fr-FR" sz="1200" spc="-15" dirty="0" smtClean="0">
                <a:solidFill>
                  <a:srgbClr val="585858"/>
                </a:solidFill>
                <a:latin typeface="+mn-lt"/>
                <a:cs typeface="Calibri"/>
              </a:rPr>
              <a:t> </a:t>
            </a:r>
            <a:r>
              <a:rPr lang="fr-FR" sz="1200" dirty="0" smtClean="0">
                <a:solidFill>
                  <a:srgbClr val="585858"/>
                </a:solidFill>
                <a:latin typeface="+mn-lt"/>
                <a:cs typeface="Calibri"/>
              </a:rPr>
              <a:t>monté</a:t>
            </a:r>
            <a:r>
              <a:rPr lang="fr-FR" sz="1200" spc="-10" dirty="0" smtClean="0">
                <a:solidFill>
                  <a:srgbClr val="585858"/>
                </a:solidFill>
                <a:latin typeface="+mn-lt"/>
                <a:cs typeface="Calibri"/>
              </a:rPr>
              <a:t> </a:t>
            </a:r>
            <a:r>
              <a:rPr lang="fr-FR" sz="1200" dirty="0" smtClean="0">
                <a:solidFill>
                  <a:srgbClr val="585858"/>
                </a:solidFill>
                <a:latin typeface="+mn-lt"/>
                <a:cs typeface="Calibri"/>
              </a:rPr>
              <a:t>comme</a:t>
            </a:r>
            <a:r>
              <a:rPr lang="fr-FR" sz="1200" spc="-10" dirty="0" smtClean="0">
                <a:solidFill>
                  <a:srgbClr val="585858"/>
                </a:solidFill>
                <a:latin typeface="+mn-lt"/>
                <a:cs typeface="Calibri"/>
              </a:rPr>
              <a:t> </a:t>
            </a:r>
            <a:r>
              <a:rPr lang="fr-FR" sz="1200" dirty="0" smtClean="0">
                <a:solidFill>
                  <a:srgbClr val="585858"/>
                </a:solidFill>
                <a:latin typeface="+mn-lt"/>
                <a:cs typeface="Calibri"/>
              </a:rPr>
              <a:t>ext4</a:t>
            </a:r>
            <a:r>
              <a:rPr lang="fr-FR" sz="1200" spc="-25" dirty="0" smtClean="0">
                <a:solidFill>
                  <a:srgbClr val="585858"/>
                </a:solidFill>
                <a:latin typeface="+mn-lt"/>
                <a:cs typeface="Calibri"/>
              </a:rPr>
              <a:t> </a:t>
            </a:r>
            <a:r>
              <a:rPr lang="fr-FR" sz="1200" dirty="0" smtClean="0">
                <a:solidFill>
                  <a:srgbClr val="585858"/>
                </a:solidFill>
                <a:latin typeface="+mn-lt"/>
                <a:cs typeface="Calibri"/>
              </a:rPr>
              <a:t>(sans</a:t>
            </a:r>
            <a:r>
              <a:rPr lang="fr-FR" sz="1200" spc="-25" dirty="0" smtClean="0">
                <a:solidFill>
                  <a:srgbClr val="585858"/>
                </a:solidFill>
                <a:latin typeface="+mn-lt"/>
                <a:cs typeface="Calibri"/>
              </a:rPr>
              <a:t> </a:t>
            </a:r>
            <a:r>
              <a:rPr lang="fr-FR" sz="1200" dirty="0" smtClean="0">
                <a:solidFill>
                  <a:srgbClr val="585858"/>
                </a:solidFill>
                <a:latin typeface="+mn-lt"/>
                <a:cs typeface="Calibri"/>
              </a:rPr>
              <a:t>avoir</a:t>
            </a:r>
            <a:r>
              <a:rPr lang="fr-FR" sz="1200" spc="-25" dirty="0" smtClean="0">
                <a:solidFill>
                  <a:srgbClr val="585858"/>
                </a:solidFill>
                <a:latin typeface="+mn-lt"/>
                <a:cs typeface="Calibri"/>
              </a:rPr>
              <a:t> </a:t>
            </a:r>
            <a:r>
              <a:rPr lang="fr-FR" sz="1200" dirty="0" smtClean="0">
                <a:solidFill>
                  <a:srgbClr val="585858"/>
                </a:solidFill>
                <a:latin typeface="+mn-lt"/>
                <a:cs typeface="Calibri"/>
              </a:rPr>
              <a:t>à</a:t>
            </a:r>
            <a:r>
              <a:rPr lang="fr-FR" sz="1200" spc="-40" dirty="0" smtClean="0">
                <a:solidFill>
                  <a:srgbClr val="585858"/>
                </a:solidFill>
                <a:latin typeface="+mn-lt"/>
                <a:cs typeface="Calibri"/>
              </a:rPr>
              <a:t> </a:t>
            </a:r>
            <a:r>
              <a:rPr lang="fr-FR" sz="1200" dirty="0" smtClean="0">
                <a:solidFill>
                  <a:srgbClr val="585858"/>
                </a:solidFill>
                <a:latin typeface="+mn-lt"/>
                <a:cs typeface="Calibri"/>
              </a:rPr>
              <a:t>le</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mettre</a:t>
            </a:r>
            <a:r>
              <a:rPr lang="fr-FR" sz="1200" spc="-35" dirty="0" smtClean="0">
                <a:solidFill>
                  <a:srgbClr val="585858"/>
                </a:solidFill>
                <a:latin typeface="+mn-lt"/>
                <a:cs typeface="Calibri"/>
              </a:rPr>
              <a:t> </a:t>
            </a:r>
            <a:r>
              <a:rPr lang="fr-FR" sz="1200" dirty="0" smtClean="0">
                <a:solidFill>
                  <a:srgbClr val="585858"/>
                </a:solidFill>
                <a:latin typeface="+mn-lt"/>
                <a:cs typeface="Calibri"/>
              </a:rPr>
              <a:t>à</a:t>
            </a:r>
            <a:r>
              <a:rPr lang="fr-FR" sz="1200" spc="-10" dirty="0" smtClean="0">
                <a:solidFill>
                  <a:srgbClr val="585858"/>
                </a:solidFill>
                <a:latin typeface="+mn-lt"/>
                <a:cs typeface="Calibri"/>
              </a:rPr>
              <a:t> niveau).</a:t>
            </a:r>
          </a:p>
          <a:p>
            <a:pPr marL="12700" marR="0" lvl="0" indent="0" algn="l" defTabSz="914400" rtl="0" eaLnBrk="1" fontAlgn="auto" latinLnBrk="0" hangingPunct="1">
              <a:lnSpc>
                <a:spcPct val="100000"/>
              </a:lnSpc>
              <a:spcBef>
                <a:spcPts val="1440"/>
              </a:spcBef>
              <a:spcAft>
                <a:spcPts val="0"/>
              </a:spcAft>
              <a:buClrTx/>
              <a:buSzTx/>
              <a:buFontTx/>
              <a:buNone/>
              <a:tabLst/>
              <a:defRPr/>
            </a:pPr>
            <a:r>
              <a:rPr lang="fr-FR" sz="1200" dirty="0" smtClean="0">
                <a:solidFill>
                  <a:srgbClr val="585858"/>
                </a:solidFill>
                <a:latin typeface="+mn-lt"/>
                <a:cs typeface="Calibri"/>
              </a:rPr>
              <a:t>La</a:t>
            </a:r>
            <a:r>
              <a:rPr lang="fr-FR" sz="1200" spc="-45" dirty="0" smtClean="0">
                <a:solidFill>
                  <a:srgbClr val="585858"/>
                </a:solidFill>
                <a:latin typeface="+mn-lt"/>
                <a:cs typeface="Calibri"/>
              </a:rPr>
              <a:t> </a:t>
            </a:r>
            <a:r>
              <a:rPr lang="fr-FR" sz="1200" spc="-10" dirty="0" smtClean="0">
                <a:solidFill>
                  <a:srgbClr val="585858"/>
                </a:solidFill>
                <a:latin typeface="+mn-lt"/>
                <a:cs typeface="Calibri"/>
              </a:rPr>
              <a:t>caractéristique</a:t>
            </a:r>
            <a:r>
              <a:rPr lang="fr-FR" sz="1200" spc="15"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a:t>
            </a:r>
            <a:r>
              <a:rPr lang="fr-FR" sz="1200" dirty="0" smtClean="0">
                <a:solidFill>
                  <a:srgbClr val="585858"/>
                </a:solidFill>
                <a:latin typeface="+mn-lt"/>
                <a:cs typeface="Calibri"/>
              </a:rPr>
              <a:t>plus </a:t>
            </a:r>
            <a:r>
              <a:rPr lang="fr-FR" sz="1200" spc="-10" dirty="0" smtClean="0">
                <a:solidFill>
                  <a:srgbClr val="585858"/>
                </a:solidFill>
                <a:latin typeface="+mn-lt"/>
                <a:cs typeface="Calibri"/>
              </a:rPr>
              <a:t>importante</a:t>
            </a:r>
            <a:r>
              <a:rPr lang="fr-FR" sz="1200" spc="15" dirty="0" smtClean="0">
                <a:solidFill>
                  <a:srgbClr val="585858"/>
                </a:solidFill>
                <a:latin typeface="+mn-lt"/>
                <a:cs typeface="Calibri"/>
              </a:rPr>
              <a:t> </a:t>
            </a:r>
            <a:r>
              <a:rPr lang="fr-FR" sz="1200" dirty="0" smtClean="0">
                <a:solidFill>
                  <a:srgbClr val="585858"/>
                </a:solidFill>
                <a:latin typeface="+mn-lt"/>
                <a:cs typeface="Calibri"/>
              </a:rPr>
              <a:t>qui</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distingue</a:t>
            </a:r>
            <a:r>
              <a:rPr lang="fr-FR" sz="1200" spc="-25" dirty="0" smtClean="0">
                <a:solidFill>
                  <a:srgbClr val="585858"/>
                </a:solidFill>
                <a:latin typeface="+mn-lt"/>
                <a:cs typeface="Calibri"/>
              </a:rPr>
              <a:t> </a:t>
            </a:r>
            <a:r>
              <a:rPr lang="fr-FR" sz="1200" dirty="0" smtClean="0">
                <a:solidFill>
                  <a:srgbClr val="585858"/>
                </a:solidFill>
                <a:latin typeface="+mn-lt"/>
                <a:cs typeface="Calibri"/>
              </a:rPr>
              <a:t>ext4</a:t>
            </a:r>
            <a:r>
              <a:rPr lang="fr-FR" sz="1200" spc="-20" dirty="0" smtClean="0">
                <a:solidFill>
                  <a:srgbClr val="585858"/>
                </a:solidFill>
                <a:latin typeface="+mn-lt"/>
                <a:cs typeface="Calibri"/>
              </a:rPr>
              <a:t> </a:t>
            </a:r>
            <a:r>
              <a:rPr lang="fr-FR" sz="1200" dirty="0" smtClean="0">
                <a:solidFill>
                  <a:srgbClr val="585858"/>
                </a:solidFill>
                <a:latin typeface="+mn-lt"/>
                <a:cs typeface="Calibri"/>
              </a:rPr>
              <a:t>des</a:t>
            </a:r>
            <a:r>
              <a:rPr lang="fr-FR" sz="1200" spc="5" dirty="0" smtClean="0">
                <a:solidFill>
                  <a:srgbClr val="585858"/>
                </a:solidFill>
                <a:latin typeface="+mn-lt"/>
                <a:cs typeface="Calibri"/>
              </a:rPr>
              <a:t> </a:t>
            </a:r>
            <a:r>
              <a:rPr lang="fr-FR" sz="1200" dirty="0" smtClean="0">
                <a:solidFill>
                  <a:srgbClr val="585858"/>
                </a:solidFill>
                <a:latin typeface="+mn-lt"/>
                <a:cs typeface="Calibri"/>
              </a:rPr>
              <a:t>ext2</a:t>
            </a:r>
            <a:r>
              <a:rPr lang="fr-FR" sz="1200" spc="-45" dirty="0" smtClean="0">
                <a:solidFill>
                  <a:srgbClr val="585858"/>
                </a:solidFill>
                <a:latin typeface="+mn-lt"/>
                <a:cs typeface="Calibri"/>
              </a:rPr>
              <a:t> </a:t>
            </a:r>
            <a:r>
              <a:rPr lang="fr-FR" sz="1200" dirty="0" smtClean="0">
                <a:solidFill>
                  <a:srgbClr val="585858"/>
                </a:solidFill>
                <a:latin typeface="+mn-lt"/>
                <a:cs typeface="Calibri"/>
              </a:rPr>
              <a:t>et</a:t>
            </a:r>
            <a:r>
              <a:rPr lang="fr-FR" sz="1200" spc="-30" dirty="0" smtClean="0">
                <a:solidFill>
                  <a:srgbClr val="585858"/>
                </a:solidFill>
                <a:latin typeface="+mn-lt"/>
                <a:cs typeface="Calibri"/>
              </a:rPr>
              <a:t> </a:t>
            </a:r>
            <a:r>
              <a:rPr lang="fr-FR" sz="1200" dirty="0" smtClean="0">
                <a:solidFill>
                  <a:srgbClr val="585858"/>
                </a:solidFill>
                <a:latin typeface="+mn-lt"/>
                <a:cs typeface="Calibri"/>
              </a:rPr>
              <a:t>ext3</a:t>
            </a:r>
            <a:r>
              <a:rPr lang="fr-FR" sz="1200" spc="-20" dirty="0" smtClean="0">
                <a:solidFill>
                  <a:srgbClr val="585858"/>
                </a:solidFill>
                <a:latin typeface="+mn-lt"/>
                <a:cs typeface="Calibri"/>
              </a:rPr>
              <a:t> </a:t>
            </a:r>
            <a:r>
              <a:rPr lang="fr-FR" sz="1200" dirty="0" smtClean="0">
                <a:solidFill>
                  <a:srgbClr val="585858"/>
                </a:solidFill>
                <a:latin typeface="+mn-lt"/>
                <a:cs typeface="Calibri"/>
              </a:rPr>
              <a:t>est</a:t>
            </a:r>
            <a:r>
              <a:rPr lang="fr-FR" sz="1200" spc="-5" dirty="0" smtClean="0">
                <a:solidFill>
                  <a:srgbClr val="585858"/>
                </a:solidFill>
                <a:latin typeface="+mn-lt"/>
                <a:cs typeface="Calibri"/>
              </a:rPr>
              <a:t> </a:t>
            </a:r>
            <a:r>
              <a:rPr lang="fr-FR" sz="1200" dirty="0" smtClean="0">
                <a:solidFill>
                  <a:srgbClr val="585858"/>
                </a:solidFill>
                <a:latin typeface="+mn-lt"/>
                <a:cs typeface="Calibri"/>
              </a:rPr>
              <a:t>le</a:t>
            </a:r>
            <a:r>
              <a:rPr lang="fr-FR" sz="1200" spc="-10" dirty="0" smtClean="0">
                <a:solidFill>
                  <a:srgbClr val="585858"/>
                </a:solidFill>
                <a:latin typeface="+mn-lt"/>
                <a:cs typeface="Calibri"/>
              </a:rPr>
              <a:t> mécanisme</a:t>
            </a:r>
            <a:r>
              <a:rPr lang="fr-FR" sz="1200" spc="-25" dirty="0" smtClean="0">
                <a:solidFill>
                  <a:srgbClr val="585858"/>
                </a:solidFill>
                <a:latin typeface="+mn-lt"/>
                <a:cs typeface="Calibri"/>
              </a:rPr>
              <a:t> </a:t>
            </a:r>
            <a:r>
              <a:rPr lang="fr-FR" sz="1200" spc="-20" dirty="0" smtClean="0">
                <a:solidFill>
                  <a:srgbClr val="585858"/>
                </a:solidFill>
                <a:latin typeface="+mn-lt"/>
                <a:cs typeface="Calibri"/>
              </a:rPr>
              <a:t>d’</a:t>
            </a:r>
            <a:r>
              <a:rPr lang="fr-FR" sz="1200" spc="-20" dirty="0" err="1" smtClean="0">
                <a:solidFill>
                  <a:srgbClr val="585858"/>
                </a:solidFill>
                <a:latin typeface="+mn-lt"/>
                <a:cs typeface="Calibri"/>
              </a:rPr>
              <a:t>extents</a:t>
            </a:r>
            <a:r>
              <a:rPr lang="fr-FR" sz="1200" spc="5" dirty="0" smtClean="0">
                <a:solidFill>
                  <a:srgbClr val="585858"/>
                </a:solidFill>
                <a:latin typeface="+mn-lt"/>
                <a:cs typeface="Calibri"/>
              </a:rPr>
              <a:t> </a:t>
            </a:r>
            <a:r>
              <a:rPr lang="fr-FR" sz="1200" dirty="0" smtClean="0">
                <a:solidFill>
                  <a:srgbClr val="585858"/>
                </a:solidFill>
                <a:latin typeface="+mn-lt"/>
                <a:cs typeface="Calibri"/>
              </a:rPr>
              <a:t>qui</a:t>
            </a:r>
            <a:r>
              <a:rPr lang="fr-FR" sz="1200" spc="-25" dirty="0" smtClean="0">
                <a:solidFill>
                  <a:srgbClr val="585858"/>
                </a:solidFill>
                <a:latin typeface="+mn-lt"/>
                <a:cs typeface="Calibri"/>
              </a:rPr>
              <a:t> </a:t>
            </a:r>
            <a:r>
              <a:rPr lang="fr-FR" sz="1200" dirty="0" smtClean="0">
                <a:solidFill>
                  <a:srgbClr val="585858"/>
                </a:solidFill>
                <a:latin typeface="+mn-lt"/>
                <a:cs typeface="Calibri"/>
              </a:rPr>
              <a:t>remplace</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l'adressage</a:t>
            </a:r>
            <a:r>
              <a:rPr lang="fr-FR" sz="1200" spc="-25" dirty="0" smtClean="0">
                <a:solidFill>
                  <a:srgbClr val="585858"/>
                </a:solidFill>
                <a:latin typeface="+mn-lt"/>
                <a:cs typeface="Calibri"/>
              </a:rPr>
              <a:t> </a:t>
            </a:r>
            <a:r>
              <a:rPr lang="fr-FR" sz="1200" dirty="0" smtClean="0">
                <a:solidFill>
                  <a:srgbClr val="585858"/>
                </a:solidFill>
                <a:latin typeface="+mn-lt"/>
                <a:cs typeface="Calibri"/>
              </a:rPr>
              <a:t>indirect</a:t>
            </a:r>
            <a:r>
              <a:rPr lang="fr-FR" sz="1200" spc="15" dirty="0" smtClean="0">
                <a:solidFill>
                  <a:srgbClr val="585858"/>
                </a:solidFill>
                <a:latin typeface="+mn-lt"/>
                <a:cs typeface="Calibri"/>
              </a:rPr>
              <a:t> </a:t>
            </a:r>
            <a:r>
              <a:rPr lang="fr-FR" sz="1200" dirty="0" smtClean="0">
                <a:solidFill>
                  <a:srgbClr val="585858"/>
                </a:solidFill>
                <a:latin typeface="+mn-lt"/>
                <a:cs typeface="Calibri"/>
              </a:rPr>
              <a:t>des</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blocs. </a:t>
            </a:r>
            <a:r>
              <a:rPr lang="fr-FR" sz="1200" b="0" i="0" kern="1200" dirty="0" smtClean="0">
                <a:solidFill>
                  <a:schemeClr val="tx1"/>
                </a:solidFill>
                <a:effectLst/>
                <a:latin typeface="+mn-lt"/>
                <a:ea typeface="+mn-ea"/>
                <a:cs typeface="+mn-cs"/>
              </a:rPr>
              <a:t>Le mécanisme d'</a:t>
            </a:r>
            <a:r>
              <a:rPr lang="fr-FR" sz="1200" b="0" i="0" kern="1200" dirty="0" err="1" smtClean="0">
                <a:solidFill>
                  <a:schemeClr val="tx1"/>
                </a:solidFill>
                <a:effectLst/>
                <a:latin typeface="+mn-lt"/>
                <a:ea typeface="+mn-ea"/>
                <a:cs typeface="+mn-cs"/>
              </a:rPr>
              <a:t>extents</a:t>
            </a:r>
            <a:r>
              <a:rPr lang="fr-FR" sz="1200" b="0" i="0" kern="1200" dirty="0" smtClean="0">
                <a:solidFill>
                  <a:schemeClr val="tx1"/>
                </a:solidFill>
                <a:effectLst/>
                <a:latin typeface="+mn-lt"/>
                <a:ea typeface="+mn-ea"/>
                <a:cs typeface="+mn-cs"/>
              </a:rPr>
              <a:t> est une technique utilisée dans les systèmes de fichiers pour améliorer l'efficacité de l'allocation de l'espace disque et pour réduire la fragmentation des fichiers. Plutôt que de stocker chaque bloc de données d'un fichier séparément, le mécanisme d'</a:t>
            </a:r>
            <a:r>
              <a:rPr lang="fr-FR" sz="1200" b="0" i="0" kern="1200" dirty="0" err="1" smtClean="0">
                <a:solidFill>
                  <a:schemeClr val="tx1"/>
                </a:solidFill>
                <a:effectLst/>
                <a:latin typeface="+mn-lt"/>
                <a:ea typeface="+mn-ea"/>
                <a:cs typeface="+mn-cs"/>
              </a:rPr>
              <a:t>extents</a:t>
            </a:r>
            <a:r>
              <a:rPr lang="fr-FR" sz="1200" b="0" i="0" kern="1200" dirty="0" smtClean="0">
                <a:solidFill>
                  <a:schemeClr val="tx1"/>
                </a:solidFill>
                <a:effectLst/>
                <a:latin typeface="+mn-lt"/>
                <a:ea typeface="+mn-ea"/>
                <a:cs typeface="+mn-cs"/>
              </a:rPr>
              <a:t> permet de regrouper plusieurs blocs de données consécutifs en une seule unité appelée "</a:t>
            </a:r>
            <a:r>
              <a:rPr lang="fr-FR" sz="1200" b="0" i="0" kern="1200" dirty="0" err="1" smtClean="0">
                <a:solidFill>
                  <a:schemeClr val="tx1"/>
                </a:solidFill>
                <a:effectLst/>
                <a:latin typeface="+mn-lt"/>
                <a:ea typeface="+mn-ea"/>
                <a:cs typeface="+mn-cs"/>
              </a:rPr>
              <a:t>extent</a:t>
            </a:r>
            <a:r>
              <a:rPr lang="fr-FR" sz="1200" b="0" i="0" kern="1200" dirty="0" smtClean="0">
                <a:solidFill>
                  <a:schemeClr val="tx1"/>
                </a:solidFill>
                <a:effectLst/>
                <a:latin typeface="+mn-lt"/>
                <a:ea typeface="+mn-ea"/>
                <a:cs typeface="+mn-cs"/>
              </a:rPr>
              <a:t>"</a:t>
            </a:r>
            <a:endParaRPr lang="fr-FR" sz="1200" dirty="0" smtClean="0">
              <a:latin typeface="+mn-lt"/>
              <a:cs typeface="Calibri"/>
            </a:endParaRPr>
          </a:p>
          <a:p>
            <a:pPr marL="12700">
              <a:lnSpc>
                <a:spcPct val="100000"/>
              </a:lnSpc>
              <a:spcBef>
                <a:spcPts val="1440"/>
              </a:spcBef>
            </a:pP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28</a:t>
            </a:fld>
            <a:endParaRPr lang="fr-FR"/>
          </a:p>
        </p:txBody>
      </p:sp>
    </p:spTree>
    <p:extLst>
      <p:ext uri="{BB962C8B-B14F-4D97-AF65-F5344CB8AC3E}">
        <p14:creationId xmlns:p14="http://schemas.microsoft.com/office/powerpoint/2010/main" val="32359329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dirty="0" smtClean="0">
                <a:latin typeface="+mn-lt"/>
                <a:cs typeface="Calibri"/>
              </a:rPr>
              <a:t>Le</a:t>
            </a:r>
            <a:r>
              <a:rPr lang="fr-FR" b="0" spc="-10" dirty="0" smtClean="0">
                <a:latin typeface="+mn-lt"/>
                <a:cs typeface="Calibri"/>
              </a:rPr>
              <a:t> système</a:t>
            </a:r>
            <a:r>
              <a:rPr lang="fr-FR" b="0" spc="-25" dirty="0" smtClean="0">
                <a:latin typeface="+mn-lt"/>
                <a:cs typeface="Calibri"/>
              </a:rPr>
              <a:t> </a:t>
            </a:r>
            <a:r>
              <a:rPr lang="fr-FR" b="0" dirty="0" smtClean="0">
                <a:latin typeface="+mn-lt"/>
                <a:cs typeface="Calibri"/>
              </a:rPr>
              <a:t>de</a:t>
            </a:r>
            <a:r>
              <a:rPr lang="fr-FR" b="0" spc="-35" dirty="0" smtClean="0">
                <a:latin typeface="+mn-lt"/>
                <a:cs typeface="Calibri"/>
              </a:rPr>
              <a:t> </a:t>
            </a:r>
            <a:r>
              <a:rPr lang="fr-FR" b="0" dirty="0" smtClean="0">
                <a:latin typeface="+mn-lt"/>
                <a:cs typeface="Calibri"/>
              </a:rPr>
              <a:t>fichiers</a:t>
            </a:r>
            <a:r>
              <a:rPr lang="fr-FR" b="0" spc="25" dirty="0" smtClean="0">
                <a:latin typeface="+mn-lt"/>
                <a:cs typeface="Calibri"/>
              </a:rPr>
              <a:t> </a:t>
            </a:r>
            <a:r>
              <a:rPr lang="fr-FR" b="0" dirty="0" smtClean="0">
                <a:latin typeface="+mn-lt"/>
                <a:cs typeface="Calibri"/>
              </a:rPr>
              <a:t>XFS</a:t>
            </a:r>
            <a:r>
              <a:rPr lang="fr-FR" b="0" spc="-10" dirty="0" smtClean="0">
                <a:latin typeface="+mn-lt"/>
                <a:cs typeface="Calibri"/>
              </a:rPr>
              <a:t> </a:t>
            </a:r>
            <a:r>
              <a:rPr lang="fr-FR" b="0" dirty="0" smtClean="0">
                <a:latin typeface="+mn-lt"/>
                <a:cs typeface="Calibri"/>
              </a:rPr>
              <a:t>peut</a:t>
            </a:r>
            <a:r>
              <a:rPr lang="fr-FR" b="0" spc="-25" dirty="0" smtClean="0">
                <a:latin typeface="+mn-lt"/>
                <a:cs typeface="Calibri"/>
              </a:rPr>
              <a:t> </a:t>
            </a:r>
            <a:r>
              <a:rPr lang="fr-FR" b="0" spc="-10" dirty="0" smtClean="0">
                <a:latin typeface="+mn-lt"/>
                <a:cs typeface="Calibri"/>
              </a:rPr>
              <a:t>également</a:t>
            </a:r>
            <a:r>
              <a:rPr lang="fr-FR" b="0" spc="-25" dirty="0" smtClean="0">
                <a:latin typeface="+mn-lt"/>
                <a:cs typeface="Calibri"/>
              </a:rPr>
              <a:t> </a:t>
            </a:r>
            <a:r>
              <a:rPr lang="fr-FR" b="0" dirty="0" smtClean="0">
                <a:latin typeface="+mn-lt"/>
                <a:cs typeface="Calibri"/>
              </a:rPr>
              <a:t>être</a:t>
            </a:r>
            <a:r>
              <a:rPr lang="fr-FR" b="0" spc="-30" dirty="0" smtClean="0">
                <a:latin typeface="+mn-lt"/>
                <a:cs typeface="Calibri"/>
              </a:rPr>
              <a:t> </a:t>
            </a:r>
            <a:r>
              <a:rPr lang="fr-FR" b="0" spc="-10" dirty="0" smtClean="0">
                <a:latin typeface="+mn-lt"/>
                <a:cs typeface="Calibri"/>
              </a:rPr>
              <a:t>défragmenté</a:t>
            </a:r>
            <a:r>
              <a:rPr lang="fr-FR" b="0" spc="-50" dirty="0" smtClean="0">
                <a:latin typeface="+mn-lt"/>
                <a:cs typeface="Calibri"/>
              </a:rPr>
              <a:t> </a:t>
            </a:r>
            <a:r>
              <a:rPr lang="fr-FR" b="0" dirty="0" smtClean="0">
                <a:latin typeface="+mn-lt"/>
                <a:cs typeface="Calibri"/>
              </a:rPr>
              <a:t>et</a:t>
            </a:r>
            <a:r>
              <a:rPr lang="fr-FR" b="0" spc="-25" dirty="0" smtClean="0">
                <a:latin typeface="+mn-lt"/>
                <a:cs typeface="Calibri"/>
              </a:rPr>
              <a:t> </a:t>
            </a:r>
            <a:r>
              <a:rPr lang="fr-FR" b="0" dirty="0" smtClean="0">
                <a:latin typeface="+mn-lt"/>
                <a:cs typeface="Calibri"/>
              </a:rPr>
              <a:t>agrandi</a:t>
            </a:r>
            <a:r>
              <a:rPr lang="fr-FR" b="0" spc="-20" dirty="0" smtClean="0">
                <a:latin typeface="+mn-lt"/>
                <a:cs typeface="Calibri"/>
              </a:rPr>
              <a:t> </a:t>
            </a:r>
            <a:r>
              <a:rPr lang="fr-FR" b="0" spc="-10" dirty="0" smtClean="0">
                <a:latin typeface="+mn-lt"/>
                <a:cs typeface="Calibri"/>
              </a:rPr>
              <a:t>lorsqu'il</a:t>
            </a:r>
            <a:r>
              <a:rPr lang="fr-FR" b="0" spc="5" dirty="0" smtClean="0">
                <a:latin typeface="+mn-lt"/>
                <a:cs typeface="Calibri"/>
              </a:rPr>
              <a:t> </a:t>
            </a:r>
            <a:r>
              <a:rPr lang="fr-FR" b="0" dirty="0" smtClean="0">
                <a:latin typeface="+mn-lt"/>
                <a:cs typeface="Calibri"/>
              </a:rPr>
              <a:t>est</a:t>
            </a:r>
            <a:r>
              <a:rPr lang="fr-FR" b="0" spc="-5" dirty="0" smtClean="0">
                <a:latin typeface="+mn-lt"/>
                <a:cs typeface="Calibri"/>
              </a:rPr>
              <a:t> </a:t>
            </a:r>
            <a:r>
              <a:rPr lang="fr-FR" b="0" dirty="0" smtClean="0">
                <a:latin typeface="+mn-lt"/>
                <a:cs typeface="Calibri"/>
              </a:rPr>
              <a:t>monté</a:t>
            </a:r>
            <a:r>
              <a:rPr lang="fr-FR" b="0" spc="-5" dirty="0" smtClean="0">
                <a:latin typeface="+mn-lt"/>
                <a:cs typeface="Calibri"/>
              </a:rPr>
              <a:t> </a:t>
            </a:r>
            <a:r>
              <a:rPr lang="fr-FR" b="0" dirty="0" smtClean="0">
                <a:latin typeface="+mn-lt"/>
                <a:cs typeface="Calibri"/>
              </a:rPr>
              <a:t>et</a:t>
            </a:r>
            <a:r>
              <a:rPr lang="fr-FR" b="0" spc="-50" dirty="0" smtClean="0">
                <a:latin typeface="+mn-lt"/>
                <a:cs typeface="Calibri"/>
              </a:rPr>
              <a:t> </a:t>
            </a:r>
            <a:r>
              <a:rPr lang="fr-FR" b="0" spc="-10" dirty="0" smtClean="0">
                <a:latin typeface="+mn-lt"/>
                <a:cs typeface="Calibri"/>
              </a:rPr>
              <a:t>actif. </a:t>
            </a:r>
          </a:p>
          <a:p>
            <a:pPr marL="12700" marR="4464050" indent="33020">
              <a:lnSpc>
                <a:spcPct val="150000"/>
              </a:lnSpc>
              <a:spcBef>
                <a:spcPts val="5"/>
              </a:spcBef>
            </a:pPr>
            <a:r>
              <a:rPr lang="fr-FR" b="0" dirty="0" smtClean="0">
                <a:latin typeface="+mn-lt"/>
                <a:cs typeface="Calibri"/>
              </a:rPr>
              <a:t>XFS</a:t>
            </a:r>
            <a:r>
              <a:rPr lang="fr-FR" b="0" spc="-25" dirty="0" smtClean="0">
                <a:latin typeface="+mn-lt"/>
                <a:cs typeface="Calibri"/>
              </a:rPr>
              <a:t> </a:t>
            </a:r>
            <a:r>
              <a:rPr lang="fr-FR" b="0" spc="-10" dirty="0" smtClean="0">
                <a:latin typeface="+mn-lt"/>
                <a:cs typeface="Calibri"/>
              </a:rPr>
              <a:t>propose</a:t>
            </a:r>
            <a:r>
              <a:rPr lang="fr-FR" b="0" spc="-20" dirty="0" smtClean="0">
                <a:latin typeface="+mn-lt"/>
                <a:cs typeface="Calibri"/>
              </a:rPr>
              <a:t> </a:t>
            </a:r>
            <a:r>
              <a:rPr lang="fr-FR" b="0" dirty="0" smtClean="0">
                <a:latin typeface="+mn-lt"/>
                <a:cs typeface="Calibri"/>
              </a:rPr>
              <a:t>les</a:t>
            </a:r>
            <a:r>
              <a:rPr lang="fr-FR" b="0" spc="-10" dirty="0" smtClean="0">
                <a:latin typeface="+mn-lt"/>
                <a:cs typeface="Calibri"/>
              </a:rPr>
              <a:t> </a:t>
            </a:r>
            <a:r>
              <a:rPr lang="fr-FR" b="0" dirty="0" smtClean="0">
                <a:latin typeface="+mn-lt"/>
                <a:cs typeface="Calibri"/>
              </a:rPr>
              <a:t>schémas</a:t>
            </a:r>
            <a:r>
              <a:rPr lang="fr-FR" b="0" spc="-10" dirty="0" smtClean="0">
                <a:latin typeface="+mn-lt"/>
                <a:cs typeface="Calibri"/>
              </a:rPr>
              <a:t> </a:t>
            </a:r>
            <a:r>
              <a:rPr lang="fr-FR" b="0" dirty="0" smtClean="0">
                <a:latin typeface="+mn-lt"/>
                <a:cs typeface="Calibri"/>
              </a:rPr>
              <a:t>d'allocation</a:t>
            </a:r>
            <a:r>
              <a:rPr lang="fr-FR" b="0" spc="-10" dirty="0" smtClean="0">
                <a:latin typeface="+mn-lt"/>
                <a:cs typeface="Calibri"/>
              </a:rPr>
              <a:t> suivants</a:t>
            </a:r>
            <a:r>
              <a:rPr lang="fr-FR" b="0" spc="-50" dirty="0" smtClean="0">
                <a:latin typeface="+mn-lt"/>
                <a:cs typeface="Calibri"/>
              </a:rPr>
              <a:t> :</a:t>
            </a:r>
          </a:p>
          <a:p>
            <a:pPr marL="184150" indent="-171450">
              <a:lnSpc>
                <a:spcPct val="100000"/>
              </a:lnSpc>
              <a:spcBef>
                <a:spcPts val="720"/>
              </a:spcBef>
              <a:buFont typeface="Arial"/>
              <a:buChar char="•"/>
              <a:tabLst>
                <a:tab pos="184150" algn="l"/>
              </a:tabLst>
            </a:pPr>
            <a:r>
              <a:rPr lang="fr-FR" b="0" dirty="0" smtClean="0">
                <a:latin typeface="+mn-lt"/>
                <a:cs typeface="Calibri"/>
              </a:rPr>
              <a:t>Allocation</a:t>
            </a:r>
            <a:r>
              <a:rPr lang="fr-FR" b="0" spc="-5" dirty="0" smtClean="0">
                <a:latin typeface="+mn-lt"/>
                <a:cs typeface="Calibri"/>
              </a:rPr>
              <a:t> </a:t>
            </a:r>
            <a:r>
              <a:rPr lang="fr-FR" b="0" dirty="0" smtClean="0">
                <a:latin typeface="+mn-lt"/>
                <a:cs typeface="Calibri"/>
              </a:rPr>
              <a:t>basée</a:t>
            </a:r>
            <a:r>
              <a:rPr lang="fr-FR" b="0" spc="-10" dirty="0" smtClean="0">
                <a:latin typeface="+mn-lt"/>
                <a:cs typeface="Calibri"/>
              </a:rPr>
              <a:t> </a:t>
            </a:r>
            <a:r>
              <a:rPr lang="fr-FR" b="0" dirty="0" smtClean="0">
                <a:latin typeface="+mn-lt"/>
                <a:cs typeface="Calibri"/>
              </a:rPr>
              <a:t>sur</a:t>
            </a:r>
            <a:r>
              <a:rPr lang="fr-FR" b="0" spc="-50" dirty="0" smtClean="0">
                <a:latin typeface="+mn-lt"/>
                <a:cs typeface="Calibri"/>
              </a:rPr>
              <a:t> </a:t>
            </a:r>
            <a:r>
              <a:rPr lang="fr-FR" b="0" dirty="0" smtClean="0">
                <a:latin typeface="+mn-lt"/>
                <a:cs typeface="Calibri"/>
              </a:rPr>
              <a:t>des</a:t>
            </a:r>
            <a:r>
              <a:rPr lang="fr-FR" b="0" spc="-30" dirty="0" smtClean="0">
                <a:latin typeface="+mn-lt"/>
                <a:cs typeface="Calibri"/>
              </a:rPr>
              <a:t> </a:t>
            </a:r>
            <a:r>
              <a:rPr lang="fr-FR" b="0" spc="-10" dirty="0" err="1" smtClean="0">
                <a:latin typeface="+mn-lt"/>
                <a:cs typeface="Calibri"/>
              </a:rPr>
              <a:t>extents</a:t>
            </a:r>
            <a:r>
              <a:rPr lang="fr-FR" b="0" spc="-25" dirty="0" smtClean="0">
                <a:latin typeface="+mn-lt"/>
                <a:cs typeface="Calibri"/>
              </a:rPr>
              <a:t> </a:t>
            </a:r>
            <a:r>
              <a:rPr lang="fr-FR" b="0" spc="-50" dirty="0" smtClean="0">
                <a:latin typeface="+mn-lt"/>
                <a:cs typeface="Calibri"/>
              </a:rPr>
              <a:t>;</a:t>
            </a:r>
          </a:p>
          <a:p>
            <a:pPr marL="184150" indent="-171450">
              <a:lnSpc>
                <a:spcPct val="100000"/>
              </a:lnSpc>
              <a:spcBef>
                <a:spcPts val="720"/>
              </a:spcBef>
              <a:buFont typeface="Arial"/>
              <a:buChar char="•"/>
              <a:tabLst>
                <a:tab pos="184150" algn="l"/>
              </a:tabLst>
            </a:pPr>
            <a:r>
              <a:rPr lang="fr-FR" b="0" spc="-10" dirty="0" smtClean="0">
                <a:latin typeface="+mn-lt"/>
                <a:cs typeface="Calibri"/>
              </a:rPr>
              <a:t>Politiques </a:t>
            </a:r>
            <a:r>
              <a:rPr lang="fr-FR" b="0" dirty="0" smtClean="0">
                <a:latin typeface="+mn-lt"/>
                <a:cs typeface="Calibri"/>
              </a:rPr>
              <a:t>d'allocation</a:t>
            </a:r>
            <a:r>
              <a:rPr lang="fr-FR" b="0" spc="-25" dirty="0" smtClean="0">
                <a:latin typeface="+mn-lt"/>
                <a:cs typeface="Calibri"/>
              </a:rPr>
              <a:t> </a:t>
            </a:r>
            <a:r>
              <a:rPr lang="fr-FR" b="0" dirty="0" smtClean="0">
                <a:latin typeface="+mn-lt"/>
                <a:cs typeface="Calibri"/>
              </a:rPr>
              <a:t>compatibles</a:t>
            </a:r>
            <a:r>
              <a:rPr lang="fr-FR" b="0" spc="-25" dirty="0" smtClean="0">
                <a:latin typeface="+mn-lt"/>
                <a:cs typeface="Calibri"/>
              </a:rPr>
              <a:t> </a:t>
            </a:r>
            <a:r>
              <a:rPr lang="fr-FR" b="0" dirty="0" smtClean="0">
                <a:latin typeface="+mn-lt"/>
                <a:cs typeface="Calibri"/>
              </a:rPr>
              <a:t>avec</a:t>
            </a:r>
            <a:r>
              <a:rPr lang="fr-FR" b="0" spc="-55" dirty="0" smtClean="0">
                <a:latin typeface="+mn-lt"/>
                <a:cs typeface="Calibri"/>
              </a:rPr>
              <a:t> </a:t>
            </a:r>
            <a:r>
              <a:rPr lang="fr-FR" b="0" dirty="0" smtClean="0">
                <a:latin typeface="+mn-lt"/>
                <a:cs typeface="Calibri"/>
              </a:rPr>
              <a:t>les</a:t>
            </a:r>
            <a:r>
              <a:rPr lang="fr-FR" b="0" spc="-30" dirty="0" smtClean="0">
                <a:latin typeface="+mn-lt"/>
                <a:cs typeface="Calibri"/>
              </a:rPr>
              <a:t> </a:t>
            </a:r>
            <a:r>
              <a:rPr lang="fr-FR" b="0" dirty="0" smtClean="0">
                <a:latin typeface="+mn-lt"/>
                <a:cs typeface="Calibri"/>
              </a:rPr>
              <a:t>bandes</a:t>
            </a:r>
            <a:r>
              <a:rPr lang="fr-FR" b="0" spc="-45" dirty="0" smtClean="0">
                <a:latin typeface="+mn-lt"/>
                <a:cs typeface="Calibri"/>
              </a:rPr>
              <a:t> </a:t>
            </a:r>
            <a:r>
              <a:rPr lang="fr-FR" b="0" spc="-50" dirty="0" smtClean="0">
                <a:latin typeface="+mn-lt"/>
                <a:cs typeface="Calibri"/>
              </a:rPr>
              <a:t>;</a:t>
            </a:r>
          </a:p>
          <a:p>
            <a:pPr marL="184150" indent="-171450">
              <a:lnSpc>
                <a:spcPct val="100000"/>
              </a:lnSpc>
              <a:spcBef>
                <a:spcPts val="720"/>
              </a:spcBef>
              <a:buFont typeface="Arial"/>
              <a:buChar char="•"/>
              <a:tabLst>
                <a:tab pos="184150" algn="l"/>
              </a:tabLst>
            </a:pPr>
            <a:r>
              <a:rPr lang="fr-FR" b="0" dirty="0" smtClean="0">
                <a:latin typeface="+mn-lt"/>
                <a:cs typeface="Calibri"/>
              </a:rPr>
              <a:t>Allocation</a:t>
            </a:r>
            <a:r>
              <a:rPr lang="fr-FR" b="0" spc="-25" dirty="0" smtClean="0">
                <a:latin typeface="+mn-lt"/>
                <a:cs typeface="Calibri"/>
              </a:rPr>
              <a:t> </a:t>
            </a:r>
            <a:r>
              <a:rPr lang="fr-FR" b="0" spc="-10" dirty="0" smtClean="0">
                <a:latin typeface="+mn-lt"/>
                <a:cs typeface="Calibri"/>
              </a:rPr>
              <a:t>différée</a:t>
            </a:r>
            <a:r>
              <a:rPr lang="fr-FR" b="0" spc="-35" dirty="0" smtClean="0">
                <a:latin typeface="+mn-lt"/>
                <a:cs typeface="Calibri"/>
              </a:rPr>
              <a:t> </a:t>
            </a:r>
            <a:r>
              <a:rPr lang="fr-FR" b="0" spc="-50" dirty="0" smtClean="0">
                <a:latin typeface="+mn-lt"/>
                <a:cs typeface="Calibri"/>
              </a:rPr>
              <a:t>;</a:t>
            </a:r>
          </a:p>
          <a:p>
            <a:pPr marL="184150" indent="-171450">
              <a:lnSpc>
                <a:spcPct val="100000"/>
              </a:lnSpc>
              <a:spcBef>
                <a:spcPts val="725"/>
              </a:spcBef>
              <a:buFont typeface="Arial"/>
              <a:buChar char="•"/>
              <a:tabLst>
                <a:tab pos="184150" algn="l"/>
              </a:tabLst>
            </a:pPr>
            <a:r>
              <a:rPr lang="fr-FR" b="0" spc="-20" dirty="0" smtClean="0">
                <a:latin typeface="+mn-lt"/>
                <a:cs typeface="Calibri"/>
              </a:rPr>
              <a:t>Pré-</a:t>
            </a:r>
            <a:r>
              <a:rPr lang="fr-FR" b="0" dirty="0" smtClean="0">
                <a:latin typeface="+mn-lt"/>
                <a:cs typeface="Calibri"/>
              </a:rPr>
              <a:t>allocation</a:t>
            </a:r>
            <a:r>
              <a:rPr lang="fr-FR" b="0" spc="5" dirty="0" smtClean="0">
                <a:latin typeface="+mn-lt"/>
                <a:cs typeface="Calibri"/>
              </a:rPr>
              <a:t> </a:t>
            </a:r>
            <a:r>
              <a:rPr lang="fr-FR" b="0" spc="-10" dirty="0" smtClean="0">
                <a:latin typeface="+mn-lt"/>
                <a:cs typeface="Calibri"/>
              </a:rPr>
              <a:t>d'espace.</a:t>
            </a:r>
          </a:p>
          <a:p>
            <a:r>
              <a:rPr lang="fr-FR" sz="1200" b="0" i="0" kern="1200" dirty="0" smtClean="0">
                <a:solidFill>
                  <a:schemeClr val="tx1"/>
                </a:solidFill>
                <a:effectLst/>
                <a:latin typeface="+mn-lt"/>
                <a:ea typeface="+mn-ea"/>
                <a:cs typeface="+mn-cs"/>
              </a:rPr>
              <a:t>la déduplication vise à réduire l'utilisation de l'espace disque en éliminant les copies inutiles des données.</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29</a:t>
            </a:fld>
            <a:endParaRPr lang="fr-FR"/>
          </a:p>
        </p:txBody>
      </p:sp>
    </p:spTree>
    <p:extLst>
      <p:ext uri="{BB962C8B-B14F-4D97-AF65-F5344CB8AC3E}">
        <p14:creationId xmlns:p14="http://schemas.microsoft.com/office/powerpoint/2010/main" val="29053043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Le</a:t>
            </a:r>
            <a:r>
              <a:rPr lang="fr-FR" sz="1200" spc="5" dirty="0" smtClean="0">
                <a:solidFill>
                  <a:srgbClr val="585858"/>
                </a:solidFill>
                <a:latin typeface="+mn-lt"/>
                <a:cs typeface="Calibri"/>
              </a:rPr>
              <a:t> </a:t>
            </a:r>
            <a:r>
              <a:rPr lang="fr-FR" sz="1200" dirty="0" smtClean="0">
                <a:solidFill>
                  <a:srgbClr val="585858"/>
                </a:solidFill>
                <a:latin typeface="+mn-lt"/>
                <a:cs typeface="Calibri"/>
              </a:rPr>
              <a:t>principal</a:t>
            </a:r>
            <a:r>
              <a:rPr lang="fr-FR" sz="1200" spc="25" dirty="0" smtClean="0">
                <a:solidFill>
                  <a:srgbClr val="585858"/>
                </a:solidFill>
                <a:latin typeface="+mn-lt"/>
                <a:cs typeface="Calibri"/>
              </a:rPr>
              <a:t> </a:t>
            </a:r>
            <a:r>
              <a:rPr lang="fr-FR" sz="1200" dirty="0" smtClean="0">
                <a:solidFill>
                  <a:srgbClr val="585858"/>
                </a:solidFill>
                <a:latin typeface="+mn-lt"/>
                <a:cs typeface="Calibri"/>
              </a:rPr>
              <a:t>avantage</a:t>
            </a:r>
            <a:r>
              <a:rPr lang="fr-FR" sz="1200" spc="5" dirty="0" smtClean="0">
                <a:solidFill>
                  <a:srgbClr val="585858"/>
                </a:solidFill>
                <a:latin typeface="+mn-lt"/>
                <a:cs typeface="Calibri"/>
              </a:rPr>
              <a:t> </a:t>
            </a:r>
            <a:r>
              <a:rPr lang="fr-FR" sz="1200" dirty="0" smtClean="0">
                <a:solidFill>
                  <a:srgbClr val="585858"/>
                </a:solidFill>
                <a:latin typeface="+mn-lt"/>
                <a:cs typeface="Calibri"/>
              </a:rPr>
              <a:t>d’un système</a:t>
            </a:r>
            <a:r>
              <a:rPr lang="fr-FR" sz="1200" spc="15"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40" dirty="0" smtClean="0">
                <a:solidFill>
                  <a:srgbClr val="585858"/>
                </a:solidFill>
                <a:latin typeface="+mn-lt"/>
                <a:cs typeface="Calibri"/>
              </a:rPr>
              <a:t> </a:t>
            </a:r>
            <a:r>
              <a:rPr lang="fr-FR" sz="1200" dirty="0" smtClean="0">
                <a:solidFill>
                  <a:srgbClr val="585858"/>
                </a:solidFill>
                <a:latin typeface="+mn-lt"/>
                <a:cs typeface="Calibri"/>
              </a:rPr>
              <a:t>Copy-</a:t>
            </a:r>
            <a:r>
              <a:rPr lang="fr-FR" sz="1200" spc="-20" dirty="0" smtClean="0">
                <a:solidFill>
                  <a:srgbClr val="585858"/>
                </a:solidFill>
                <a:latin typeface="+mn-lt"/>
                <a:cs typeface="Calibri"/>
              </a:rPr>
              <a:t>on-</a:t>
            </a:r>
            <a:r>
              <a:rPr lang="fr-FR" sz="1200" dirty="0" smtClean="0">
                <a:solidFill>
                  <a:srgbClr val="585858"/>
                </a:solidFill>
                <a:latin typeface="+mn-lt"/>
                <a:cs typeface="Calibri"/>
              </a:rPr>
              <a:t>Write</a:t>
            </a:r>
            <a:r>
              <a:rPr lang="fr-FR" sz="1200" spc="10" dirty="0" smtClean="0">
                <a:solidFill>
                  <a:srgbClr val="585858"/>
                </a:solidFill>
                <a:latin typeface="+mn-lt"/>
                <a:cs typeface="Calibri"/>
              </a:rPr>
              <a:t> </a:t>
            </a:r>
            <a:r>
              <a:rPr lang="fr-FR" sz="1200" dirty="0" smtClean="0">
                <a:solidFill>
                  <a:srgbClr val="585858"/>
                </a:solidFill>
                <a:latin typeface="+mn-lt"/>
                <a:cs typeface="Calibri"/>
              </a:rPr>
              <a:t>est</a:t>
            </a:r>
            <a:r>
              <a:rPr lang="fr-FR" sz="1200" spc="35" dirty="0" smtClean="0">
                <a:solidFill>
                  <a:srgbClr val="585858"/>
                </a:solidFill>
                <a:latin typeface="+mn-lt"/>
                <a:cs typeface="Calibri"/>
              </a:rPr>
              <a:t> </a:t>
            </a:r>
            <a:r>
              <a:rPr lang="fr-FR" sz="1200" dirty="0" smtClean="0">
                <a:solidFill>
                  <a:srgbClr val="585858"/>
                </a:solidFill>
                <a:latin typeface="+mn-lt"/>
                <a:cs typeface="Calibri"/>
              </a:rPr>
              <a:t>qu’en</a:t>
            </a:r>
            <a:r>
              <a:rPr lang="fr-FR" sz="1200" spc="5" dirty="0" smtClean="0">
                <a:solidFill>
                  <a:srgbClr val="585858"/>
                </a:solidFill>
                <a:latin typeface="+mn-lt"/>
                <a:cs typeface="Calibri"/>
              </a:rPr>
              <a:t> </a:t>
            </a:r>
            <a:r>
              <a:rPr lang="fr-FR" sz="1200" dirty="0" smtClean="0">
                <a:solidFill>
                  <a:srgbClr val="585858"/>
                </a:solidFill>
                <a:latin typeface="+mn-lt"/>
                <a:cs typeface="Calibri"/>
              </a:rPr>
              <a:t>modifiant</a:t>
            </a:r>
            <a:r>
              <a:rPr lang="fr-FR" sz="1200" spc="15" dirty="0" smtClean="0">
                <a:solidFill>
                  <a:srgbClr val="585858"/>
                </a:solidFill>
                <a:latin typeface="+mn-lt"/>
                <a:cs typeface="Calibri"/>
              </a:rPr>
              <a:t> </a:t>
            </a:r>
            <a:r>
              <a:rPr lang="fr-FR" sz="1200" dirty="0" smtClean="0">
                <a:solidFill>
                  <a:srgbClr val="585858"/>
                </a:solidFill>
                <a:latin typeface="+mn-lt"/>
                <a:cs typeface="Calibri"/>
              </a:rPr>
              <a:t>un</a:t>
            </a:r>
            <a:r>
              <a:rPr lang="fr-FR" sz="1200" spc="20" dirty="0" smtClean="0">
                <a:solidFill>
                  <a:srgbClr val="585858"/>
                </a:solidFill>
                <a:latin typeface="+mn-lt"/>
                <a:cs typeface="Calibri"/>
              </a:rPr>
              <a:t> </a:t>
            </a:r>
            <a:r>
              <a:rPr lang="fr-FR" sz="1200" dirty="0" err="1" smtClean="0">
                <a:solidFill>
                  <a:srgbClr val="585858"/>
                </a:solidFill>
                <a:latin typeface="+mn-lt"/>
                <a:cs typeface="Calibri"/>
              </a:rPr>
              <a:t>extent</a:t>
            </a:r>
            <a:r>
              <a:rPr lang="fr-FR" sz="1200" spc="20"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a:t>
            </a:r>
            <a:r>
              <a:rPr lang="fr-FR" sz="1200" dirty="0" smtClean="0">
                <a:solidFill>
                  <a:srgbClr val="585858"/>
                </a:solidFill>
                <a:latin typeface="+mn-lt"/>
                <a:cs typeface="Calibri"/>
              </a:rPr>
              <a:t>données, il</a:t>
            </a:r>
            <a:r>
              <a:rPr lang="fr-FR" sz="1200" spc="-5" dirty="0" smtClean="0">
                <a:solidFill>
                  <a:srgbClr val="585858"/>
                </a:solidFill>
                <a:latin typeface="+mn-lt"/>
                <a:cs typeface="Calibri"/>
              </a:rPr>
              <a:t> </a:t>
            </a:r>
            <a:r>
              <a:rPr lang="fr-FR" sz="1200" dirty="0" smtClean="0">
                <a:solidFill>
                  <a:srgbClr val="585858"/>
                </a:solidFill>
                <a:latin typeface="+mn-lt"/>
                <a:cs typeface="Calibri"/>
              </a:rPr>
              <a:t>sera</a:t>
            </a:r>
            <a:r>
              <a:rPr lang="fr-FR" sz="1200" spc="25" dirty="0" smtClean="0">
                <a:solidFill>
                  <a:srgbClr val="585858"/>
                </a:solidFill>
                <a:latin typeface="+mn-lt"/>
                <a:cs typeface="Calibri"/>
              </a:rPr>
              <a:t> </a:t>
            </a:r>
            <a:r>
              <a:rPr lang="fr-FR" sz="1200" dirty="0" smtClean="0">
                <a:solidFill>
                  <a:srgbClr val="585858"/>
                </a:solidFill>
                <a:latin typeface="+mn-lt"/>
                <a:cs typeface="Calibri"/>
              </a:rPr>
              <a:t>copié</a:t>
            </a:r>
            <a:r>
              <a:rPr lang="fr-FR" sz="1200" spc="10" dirty="0" smtClean="0">
                <a:solidFill>
                  <a:srgbClr val="585858"/>
                </a:solidFill>
                <a:latin typeface="+mn-lt"/>
                <a:cs typeface="Calibri"/>
              </a:rPr>
              <a:t> </a:t>
            </a:r>
            <a:r>
              <a:rPr lang="fr-FR" sz="1200" dirty="0" smtClean="0">
                <a:solidFill>
                  <a:srgbClr val="585858"/>
                </a:solidFill>
                <a:latin typeface="+mn-lt"/>
                <a:cs typeface="Calibri"/>
              </a:rPr>
              <a:t>à</a:t>
            </a:r>
            <a:r>
              <a:rPr lang="fr-FR" sz="1200" spc="25" dirty="0" smtClean="0">
                <a:solidFill>
                  <a:srgbClr val="585858"/>
                </a:solidFill>
                <a:latin typeface="+mn-lt"/>
                <a:cs typeface="Calibri"/>
              </a:rPr>
              <a:t> </a:t>
            </a:r>
            <a:r>
              <a:rPr lang="fr-FR" sz="1200" dirty="0" smtClean="0">
                <a:solidFill>
                  <a:srgbClr val="585858"/>
                </a:solidFill>
                <a:latin typeface="+mn-lt"/>
                <a:cs typeface="Calibri"/>
              </a:rPr>
              <a:t>un</a:t>
            </a:r>
            <a:r>
              <a:rPr lang="fr-FR" sz="1200" spc="25" dirty="0" smtClean="0">
                <a:solidFill>
                  <a:srgbClr val="585858"/>
                </a:solidFill>
                <a:latin typeface="+mn-lt"/>
                <a:cs typeface="Calibri"/>
              </a:rPr>
              <a:t> </a:t>
            </a:r>
            <a:r>
              <a:rPr lang="fr-FR" sz="1200" dirty="0" smtClean="0">
                <a:solidFill>
                  <a:srgbClr val="585858"/>
                </a:solidFill>
                <a:latin typeface="+mn-lt"/>
                <a:cs typeface="Calibri"/>
              </a:rPr>
              <a:t>emplacement</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différent,</a:t>
            </a:r>
            <a:r>
              <a:rPr lang="fr-FR" sz="1200" dirty="0" smtClean="0">
                <a:solidFill>
                  <a:srgbClr val="585858"/>
                </a:solidFill>
                <a:latin typeface="+mn-lt"/>
                <a:cs typeface="Calibri"/>
              </a:rPr>
              <a:t> modifié</a:t>
            </a:r>
            <a:r>
              <a:rPr lang="fr-FR" sz="1200" spc="10" dirty="0" smtClean="0">
                <a:solidFill>
                  <a:srgbClr val="585858"/>
                </a:solidFill>
                <a:latin typeface="+mn-lt"/>
                <a:cs typeface="Calibri"/>
              </a:rPr>
              <a:t> </a:t>
            </a:r>
            <a:r>
              <a:rPr lang="fr-FR" sz="1200" dirty="0" smtClean="0">
                <a:solidFill>
                  <a:srgbClr val="585858"/>
                </a:solidFill>
                <a:latin typeface="+mn-lt"/>
                <a:cs typeface="Calibri"/>
              </a:rPr>
              <a:t>et</a:t>
            </a:r>
            <a:r>
              <a:rPr lang="fr-FR" sz="1200" spc="15" dirty="0" smtClean="0">
                <a:solidFill>
                  <a:srgbClr val="585858"/>
                </a:solidFill>
                <a:latin typeface="+mn-lt"/>
                <a:cs typeface="Calibri"/>
              </a:rPr>
              <a:t> </a:t>
            </a:r>
            <a:r>
              <a:rPr lang="fr-FR" sz="1200" dirty="0" smtClean="0">
                <a:solidFill>
                  <a:srgbClr val="585858"/>
                </a:solidFill>
                <a:latin typeface="+mn-lt"/>
                <a:cs typeface="Calibri"/>
              </a:rPr>
              <a:t>stocké</a:t>
            </a:r>
            <a:r>
              <a:rPr lang="fr-FR" sz="1200" spc="10" dirty="0" smtClean="0">
                <a:solidFill>
                  <a:srgbClr val="585858"/>
                </a:solidFill>
                <a:latin typeface="+mn-lt"/>
                <a:cs typeface="Calibri"/>
              </a:rPr>
              <a:t> </a:t>
            </a:r>
            <a:r>
              <a:rPr lang="fr-FR" sz="1200" spc="-20" dirty="0" smtClean="0">
                <a:solidFill>
                  <a:srgbClr val="585858"/>
                </a:solidFill>
                <a:latin typeface="+mn-lt"/>
                <a:cs typeface="Calibri"/>
              </a:rPr>
              <a:t>dans </a:t>
            </a:r>
            <a:r>
              <a:rPr lang="fr-FR" sz="1200" dirty="0" smtClean="0">
                <a:solidFill>
                  <a:srgbClr val="585858"/>
                </a:solidFill>
                <a:latin typeface="+mn-lt"/>
                <a:cs typeface="Calibri"/>
              </a:rPr>
              <a:t>un</a:t>
            </a:r>
            <a:r>
              <a:rPr lang="fr-FR" sz="1200" spc="85" dirty="0" smtClean="0">
                <a:solidFill>
                  <a:srgbClr val="585858"/>
                </a:solidFill>
                <a:latin typeface="+mn-lt"/>
                <a:cs typeface="Calibri"/>
              </a:rPr>
              <a:t> </a:t>
            </a:r>
            <a:r>
              <a:rPr lang="fr-FR" sz="1200" dirty="0" smtClean="0">
                <a:solidFill>
                  <a:srgbClr val="585858"/>
                </a:solidFill>
                <a:latin typeface="+mn-lt"/>
                <a:cs typeface="Calibri"/>
              </a:rPr>
              <a:t>autre</a:t>
            </a:r>
            <a:r>
              <a:rPr lang="fr-FR" sz="1200" spc="100" dirty="0" smtClean="0">
                <a:solidFill>
                  <a:srgbClr val="585858"/>
                </a:solidFill>
                <a:latin typeface="+mn-lt"/>
                <a:cs typeface="Calibri"/>
              </a:rPr>
              <a:t> </a:t>
            </a:r>
            <a:r>
              <a:rPr lang="fr-FR" sz="1200" dirty="0" err="1" smtClean="0">
                <a:solidFill>
                  <a:srgbClr val="585858"/>
                </a:solidFill>
                <a:latin typeface="+mn-lt"/>
                <a:cs typeface="Calibri"/>
              </a:rPr>
              <a:t>extent</a:t>
            </a:r>
            <a:r>
              <a:rPr lang="fr-FR" sz="1200" spc="110" dirty="0" smtClean="0">
                <a:solidFill>
                  <a:srgbClr val="585858"/>
                </a:solidFill>
                <a:latin typeface="+mn-lt"/>
                <a:cs typeface="Calibri"/>
              </a:rPr>
              <a:t> </a:t>
            </a:r>
            <a:r>
              <a:rPr lang="fr-FR" sz="1200" dirty="0" smtClean="0">
                <a:solidFill>
                  <a:srgbClr val="585858"/>
                </a:solidFill>
                <a:latin typeface="+mn-lt"/>
                <a:cs typeface="Calibri"/>
              </a:rPr>
              <a:t>du</a:t>
            </a:r>
            <a:r>
              <a:rPr lang="fr-FR" sz="1200" spc="90" dirty="0" smtClean="0">
                <a:solidFill>
                  <a:srgbClr val="585858"/>
                </a:solidFill>
                <a:latin typeface="+mn-lt"/>
                <a:cs typeface="Calibri"/>
              </a:rPr>
              <a:t> </a:t>
            </a:r>
            <a:r>
              <a:rPr lang="fr-FR" sz="1200" dirty="0" smtClean="0">
                <a:solidFill>
                  <a:srgbClr val="585858"/>
                </a:solidFill>
                <a:latin typeface="+mn-lt"/>
                <a:cs typeface="Calibri"/>
              </a:rPr>
              <a:t>système</a:t>
            </a:r>
            <a:r>
              <a:rPr lang="fr-FR" sz="1200" spc="100" dirty="0" smtClean="0">
                <a:solidFill>
                  <a:srgbClr val="585858"/>
                </a:solidFill>
                <a:latin typeface="+mn-lt"/>
                <a:cs typeface="Calibri"/>
              </a:rPr>
              <a:t> </a:t>
            </a:r>
            <a:r>
              <a:rPr lang="fr-FR" sz="1200" dirty="0" smtClean="0">
                <a:solidFill>
                  <a:srgbClr val="585858"/>
                </a:solidFill>
                <a:latin typeface="+mn-lt"/>
                <a:cs typeface="Calibri"/>
              </a:rPr>
              <a:t>de</a:t>
            </a:r>
            <a:r>
              <a:rPr lang="fr-FR" sz="1200" spc="10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105" dirty="0" smtClean="0">
                <a:solidFill>
                  <a:srgbClr val="585858"/>
                </a:solidFill>
                <a:latin typeface="+mn-lt"/>
                <a:cs typeface="Calibri"/>
              </a:rPr>
              <a:t> </a:t>
            </a:r>
            <a:r>
              <a:rPr lang="fr-FR" sz="1200" spc="-10" dirty="0" smtClean="0">
                <a:solidFill>
                  <a:srgbClr val="585858"/>
                </a:solidFill>
                <a:latin typeface="+mn-lt"/>
                <a:cs typeface="Calibri"/>
              </a:rPr>
              <a:t>L’</a:t>
            </a:r>
            <a:r>
              <a:rPr lang="fr-FR" sz="1200" spc="-10" dirty="0" err="1" smtClean="0">
                <a:solidFill>
                  <a:srgbClr val="585858"/>
                </a:solidFill>
                <a:latin typeface="+mn-lt"/>
                <a:cs typeface="Calibri"/>
              </a:rPr>
              <a:t>extent</a:t>
            </a:r>
            <a:r>
              <a:rPr lang="fr-FR" sz="1200" spc="125" dirty="0" smtClean="0">
                <a:solidFill>
                  <a:srgbClr val="585858"/>
                </a:solidFill>
                <a:latin typeface="+mn-lt"/>
                <a:cs typeface="Calibri"/>
              </a:rPr>
              <a:t> </a:t>
            </a:r>
            <a:r>
              <a:rPr lang="fr-FR" sz="1200" dirty="0" smtClean="0">
                <a:solidFill>
                  <a:srgbClr val="585858"/>
                </a:solidFill>
                <a:latin typeface="+mn-lt"/>
                <a:cs typeface="Calibri"/>
              </a:rPr>
              <a:t>des</a:t>
            </a:r>
            <a:r>
              <a:rPr lang="fr-FR" sz="1200" spc="100" dirty="0" smtClean="0">
                <a:solidFill>
                  <a:srgbClr val="585858"/>
                </a:solidFill>
                <a:latin typeface="+mn-lt"/>
                <a:cs typeface="Calibri"/>
              </a:rPr>
              <a:t> </a:t>
            </a:r>
            <a:r>
              <a:rPr lang="fr-FR" sz="1200" dirty="0" smtClean="0">
                <a:solidFill>
                  <a:srgbClr val="585858"/>
                </a:solidFill>
                <a:latin typeface="+mn-lt"/>
                <a:cs typeface="Calibri"/>
              </a:rPr>
              <a:t>données</a:t>
            </a:r>
            <a:r>
              <a:rPr lang="fr-FR" sz="1200" spc="110" dirty="0" smtClean="0">
                <a:solidFill>
                  <a:srgbClr val="585858"/>
                </a:solidFill>
                <a:latin typeface="+mn-lt"/>
                <a:cs typeface="Calibri"/>
              </a:rPr>
              <a:t> </a:t>
            </a:r>
            <a:r>
              <a:rPr lang="fr-FR" sz="1200" dirty="0" smtClean="0">
                <a:solidFill>
                  <a:srgbClr val="585858"/>
                </a:solidFill>
                <a:latin typeface="+mn-lt"/>
                <a:cs typeface="Calibri"/>
              </a:rPr>
              <a:t>d'origine</a:t>
            </a:r>
            <a:r>
              <a:rPr lang="fr-FR" sz="1200" spc="105" dirty="0" smtClean="0">
                <a:solidFill>
                  <a:srgbClr val="585858"/>
                </a:solidFill>
                <a:latin typeface="+mn-lt"/>
                <a:cs typeface="Calibri"/>
              </a:rPr>
              <a:t> </a:t>
            </a:r>
            <a:r>
              <a:rPr lang="fr-FR" sz="1200" dirty="0" smtClean="0">
                <a:solidFill>
                  <a:srgbClr val="585858"/>
                </a:solidFill>
                <a:latin typeface="+mn-lt"/>
                <a:cs typeface="Calibri"/>
              </a:rPr>
              <a:t>n'est</a:t>
            </a:r>
            <a:r>
              <a:rPr lang="fr-FR" sz="1200" spc="100" dirty="0" smtClean="0">
                <a:solidFill>
                  <a:srgbClr val="585858"/>
                </a:solidFill>
                <a:latin typeface="+mn-lt"/>
                <a:cs typeface="Calibri"/>
              </a:rPr>
              <a:t> </a:t>
            </a:r>
            <a:r>
              <a:rPr lang="fr-FR" sz="1200" dirty="0" smtClean="0">
                <a:solidFill>
                  <a:srgbClr val="585858"/>
                </a:solidFill>
                <a:latin typeface="+mn-lt"/>
                <a:cs typeface="Calibri"/>
              </a:rPr>
              <a:t>pas</a:t>
            </a:r>
            <a:r>
              <a:rPr lang="fr-FR" sz="1200" spc="110" dirty="0" smtClean="0">
                <a:solidFill>
                  <a:srgbClr val="585858"/>
                </a:solidFill>
                <a:latin typeface="+mn-lt"/>
                <a:cs typeface="Calibri"/>
              </a:rPr>
              <a:t> </a:t>
            </a:r>
            <a:r>
              <a:rPr lang="fr-FR" sz="1200" dirty="0" smtClean="0">
                <a:solidFill>
                  <a:srgbClr val="585858"/>
                </a:solidFill>
                <a:latin typeface="+mn-lt"/>
                <a:cs typeface="Calibri"/>
              </a:rPr>
              <a:t>modifié.</a:t>
            </a:r>
            <a:r>
              <a:rPr lang="fr-FR" sz="1200" spc="475" dirty="0" smtClean="0">
                <a:solidFill>
                  <a:srgbClr val="585858"/>
                </a:solidFill>
                <a:latin typeface="+mn-lt"/>
                <a:cs typeface="Calibri"/>
              </a:rPr>
              <a:t> </a:t>
            </a:r>
            <a:r>
              <a:rPr lang="fr-FR" sz="1200" dirty="0" smtClean="0">
                <a:solidFill>
                  <a:srgbClr val="585858"/>
                </a:solidFill>
                <a:latin typeface="+mn-lt"/>
                <a:cs typeface="Calibri"/>
              </a:rPr>
              <a:t>Ainsi,</a:t>
            </a:r>
            <a:r>
              <a:rPr lang="fr-FR" sz="1200" spc="110" dirty="0" smtClean="0">
                <a:solidFill>
                  <a:srgbClr val="585858"/>
                </a:solidFill>
                <a:latin typeface="+mn-lt"/>
                <a:cs typeface="Calibri"/>
              </a:rPr>
              <a:t> </a:t>
            </a:r>
            <a:r>
              <a:rPr lang="fr-FR" sz="1200" dirty="0" smtClean="0">
                <a:solidFill>
                  <a:srgbClr val="585858"/>
                </a:solidFill>
                <a:latin typeface="+mn-lt"/>
                <a:cs typeface="Calibri"/>
              </a:rPr>
              <a:t>le</a:t>
            </a:r>
            <a:r>
              <a:rPr lang="fr-FR" sz="1200" spc="95" dirty="0" smtClean="0">
                <a:solidFill>
                  <a:srgbClr val="585858"/>
                </a:solidFill>
                <a:latin typeface="+mn-lt"/>
                <a:cs typeface="Calibri"/>
              </a:rPr>
              <a:t> </a:t>
            </a:r>
            <a:r>
              <a:rPr lang="fr-FR" sz="1200" dirty="0" smtClean="0">
                <a:solidFill>
                  <a:srgbClr val="585858"/>
                </a:solidFill>
                <a:latin typeface="+mn-lt"/>
                <a:cs typeface="Calibri"/>
              </a:rPr>
              <a:t>système</a:t>
            </a:r>
            <a:r>
              <a:rPr lang="fr-FR" sz="1200" spc="110" dirty="0" smtClean="0">
                <a:solidFill>
                  <a:srgbClr val="585858"/>
                </a:solidFill>
                <a:latin typeface="+mn-lt"/>
                <a:cs typeface="Calibri"/>
              </a:rPr>
              <a:t> </a:t>
            </a:r>
            <a:r>
              <a:rPr lang="fr-FR" sz="1200" dirty="0" smtClean="0">
                <a:solidFill>
                  <a:srgbClr val="585858"/>
                </a:solidFill>
                <a:latin typeface="+mn-lt"/>
                <a:cs typeface="Calibri"/>
              </a:rPr>
              <a:t>de</a:t>
            </a:r>
            <a:r>
              <a:rPr lang="fr-FR" sz="1200" spc="10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105" dirty="0" smtClean="0">
                <a:solidFill>
                  <a:srgbClr val="585858"/>
                </a:solidFill>
                <a:latin typeface="+mn-lt"/>
                <a:cs typeface="Calibri"/>
              </a:rPr>
              <a:t> </a:t>
            </a:r>
            <a:r>
              <a:rPr lang="fr-FR" sz="1200" dirty="0" err="1" smtClean="0">
                <a:solidFill>
                  <a:srgbClr val="585858"/>
                </a:solidFill>
                <a:latin typeface="+mn-lt"/>
                <a:cs typeface="Calibri"/>
              </a:rPr>
              <a:t>btrfs</a:t>
            </a:r>
            <a:r>
              <a:rPr lang="fr-FR" sz="1200" spc="130" dirty="0" smtClean="0">
                <a:solidFill>
                  <a:srgbClr val="585858"/>
                </a:solidFill>
                <a:latin typeface="+mn-lt"/>
                <a:cs typeface="Calibri"/>
              </a:rPr>
              <a:t> </a:t>
            </a:r>
            <a:r>
              <a:rPr lang="fr-FR" sz="1200" dirty="0" smtClean="0">
                <a:solidFill>
                  <a:srgbClr val="585858"/>
                </a:solidFill>
                <a:latin typeface="+mn-lt"/>
                <a:cs typeface="Calibri"/>
              </a:rPr>
              <a:t>peut</a:t>
            </a:r>
            <a:r>
              <a:rPr lang="fr-FR" sz="1200" spc="105" dirty="0" smtClean="0">
                <a:solidFill>
                  <a:srgbClr val="585858"/>
                </a:solidFill>
                <a:latin typeface="+mn-lt"/>
                <a:cs typeface="Calibri"/>
              </a:rPr>
              <a:t> </a:t>
            </a:r>
            <a:r>
              <a:rPr lang="fr-FR" sz="1200" dirty="0" smtClean="0">
                <a:solidFill>
                  <a:srgbClr val="585858"/>
                </a:solidFill>
                <a:latin typeface="+mn-lt"/>
                <a:cs typeface="Calibri"/>
              </a:rPr>
              <a:t>éliminer</a:t>
            </a:r>
            <a:r>
              <a:rPr lang="fr-FR" sz="1200" spc="110" dirty="0" smtClean="0">
                <a:solidFill>
                  <a:srgbClr val="585858"/>
                </a:solidFill>
                <a:latin typeface="+mn-lt"/>
                <a:cs typeface="Calibri"/>
              </a:rPr>
              <a:t> </a:t>
            </a:r>
            <a:r>
              <a:rPr lang="fr-FR" sz="1200" dirty="0" smtClean="0">
                <a:solidFill>
                  <a:srgbClr val="585858"/>
                </a:solidFill>
                <a:latin typeface="+mn-lt"/>
                <a:cs typeface="Calibri"/>
              </a:rPr>
              <a:t>le</a:t>
            </a:r>
            <a:r>
              <a:rPr lang="fr-FR" sz="1200" spc="125" dirty="0" smtClean="0">
                <a:solidFill>
                  <a:srgbClr val="585858"/>
                </a:solidFill>
                <a:latin typeface="+mn-lt"/>
                <a:cs typeface="Calibri"/>
              </a:rPr>
              <a:t> </a:t>
            </a:r>
            <a:r>
              <a:rPr lang="fr-FR" sz="1200" dirty="0" smtClean="0">
                <a:solidFill>
                  <a:srgbClr val="585858"/>
                </a:solidFill>
                <a:latin typeface="+mn-lt"/>
                <a:cs typeface="Calibri"/>
              </a:rPr>
              <a:t>risque</a:t>
            </a:r>
            <a:r>
              <a:rPr lang="fr-FR" sz="1200" spc="100" dirty="0" smtClean="0">
                <a:solidFill>
                  <a:srgbClr val="585858"/>
                </a:solidFill>
                <a:latin typeface="+mn-lt"/>
                <a:cs typeface="Calibri"/>
              </a:rPr>
              <a:t> </a:t>
            </a:r>
            <a:r>
              <a:rPr lang="fr-FR" sz="1200" dirty="0" smtClean="0">
                <a:solidFill>
                  <a:srgbClr val="585858"/>
                </a:solidFill>
                <a:latin typeface="+mn-lt"/>
                <a:cs typeface="Calibri"/>
              </a:rPr>
              <a:t>de</a:t>
            </a:r>
            <a:r>
              <a:rPr lang="fr-FR" sz="1200" spc="100" dirty="0" smtClean="0">
                <a:solidFill>
                  <a:srgbClr val="585858"/>
                </a:solidFill>
                <a:latin typeface="+mn-lt"/>
                <a:cs typeface="Calibri"/>
              </a:rPr>
              <a:t> </a:t>
            </a:r>
            <a:r>
              <a:rPr lang="fr-FR" sz="1200" dirty="0" smtClean="0">
                <a:solidFill>
                  <a:srgbClr val="585858"/>
                </a:solidFill>
                <a:latin typeface="+mn-lt"/>
                <a:cs typeface="Calibri"/>
              </a:rPr>
              <a:t>corruption</a:t>
            </a:r>
            <a:r>
              <a:rPr lang="fr-FR" sz="1200" spc="114" dirty="0" smtClean="0">
                <a:solidFill>
                  <a:srgbClr val="585858"/>
                </a:solidFill>
                <a:latin typeface="+mn-lt"/>
                <a:cs typeface="Calibri"/>
              </a:rPr>
              <a:t> </a:t>
            </a:r>
            <a:r>
              <a:rPr lang="fr-FR" sz="1200" spc="-25" dirty="0" smtClean="0">
                <a:solidFill>
                  <a:srgbClr val="585858"/>
                </a:solidFill>
                <a:latin typeface="+mn-lt"/>
                <a:cs typeface="Calibri"/>
              </a:rPr>
              <a:t>des </a:t>
            </a:r>
            <a:r>
              <a:rPr lang="fr-FR" sz="1200" dirty="0" smtClean="0">
                <a:solidFill>
                  <a:srgbClr val="585858"/>
                </a:solidFill>
                <a:latin typeface="+mn-lt"/>
                <a:cs typeface="Calibri"/>
              </a:rPr>
              <a:t>données</a:t>
            </a:r>
            <a:r>
              <a:rPr lang="fr-FR" sz="1200" spc="-15" dirty="0" smtClean="0">
                <a:solidFill>
                  <a:srgbClr val="585858"/>
                </a:solidFill>
                <a:latin typeface="+mn-lt"/>
                <a:cs typeface="Calibri"/>
              </a:rPr>
              <a:t> </a:t>
            </a:r>
            <a:r>
              <a:rPr lang="fr-FR" sz="1200" dirty="0" smtClean="0">
                <a:solidFill>
                  <a:srgbClr val="585858"/>
                </a:solidFill>
                <a:latin typeface="+mn-lt"/>
                <a:cs typeface="Calibri"/>
              </a:rPr>
              <a:t>ou</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20" dirty="0" smtClean="0">
                <a:solidFill>
                  <a:srgbClr val="585858"/>
                </a:solidFill>
                <a:latin typeface="+mn-lt"/>
                <a:cs typeface="Calibri"/>
              </a:rPr>
              <a:t> </a:t>
            </a:r>
            <a:r>
              <a:rPr lang="fr-FR" sz="1200" dirty="0" smtClean="0">
                <a:solidFill>
                  <a:srgbClr val="585858"/>
                </a:solidFill>
                <a:latin typeface="+mn-lt"/>
                <a:cs typeface="Calibri"/>
              </a:rPr>
              <a:t>mise</a:t>
            </a:r>
            <a:r>
              <a:rPr lang="fr-FR" sz="1200" spc="-40" dirty="0" smtClean="0">
                <a:solidFill>
                  <a:srgbClr val="585858"/>
                </a:solidFill>
                <a:latin typeface="+mn-lt"/>
                <a:cs typeface="Calibri"/>
              </a:rPr>
              <a:t> </a:t>
            </a:r>
            <a:r>
              <a:rPr lang="fr-FR" sz="1200" dirty="0" smtClean="0">
                <a:solidFill>
                  <a:srgbClr val="585858"/>
                </a:solidFill>
                <a:latin typeface="+mn-lt"/>
                <a:cs typeface="Calibri"/>
              </a:rPr>
              <a:t>à</a:t>
            </a:r>
            <a:r>
              <a:rPr lang="fr-FR" sz="1200" spc="-25" dirty="0" smtClean="0">
                <a:solidFill>
                  <a:srgbClr val="585858"/>
                </a:solidFill>
                <a:latin typeface="+mn-lt"/>
                <a:cs typeface="Calibri"/>
              </a:rPr>
              <a:t> </a:t>
            </a:r>
            <a:r>
              <a:rPr lang="fr-FR" sz="1200" dirty="0" smtClean="0">
                <a:solidFill>
                  <a:srgbClr val="585858"/>
                </a:solidFill>
                <a:latin typeface="+mn-lt"/>
                <a:cs typeface="Calibri"/>
              </a:rPr>
              <a:t>jour</a:t>
            </a:r>
            <a:r>
              <a:rPr lang="fr-FR" sz="1200" spc="-30" dirty="0" smtClean="0">
                <a:solidFill>
                  <a:srgbClr val="585858"/>
                </a:solidFill>
                <a:latin typeface="+mn-lt"/>
                <a:cs typeface="Calibri"/>
              </a:rPr>
              <a:t> </a:t>
            </a:r>
            <a:r>
              <a:rPr lang="fr-FR" sz="1200" dirty="0" smtClean="0">
                <a:solidFill>
                  <a:srgbClr val="585858"/>
                </a:solidFill>
                <a:latin typeface="+mn-lt"/>
                <a:cs typeface="Calibri"/>
              </a:rPr>
              <a:t>partielle</a:t>
            </a:r>
            <a:r>
              <a:rPr lang="fr-FR" sz="1200" spc="5" dirty="0" smtClean="0">
                <a:solidFill>
                  <a:srgbClr val="585858"/>
                </a:solidFill>
                <a:latin typeface="+mn-lt"/>
                <a:cs typeface="Calibri"/>
              </a:rPr>
              <a:t> </a:t>
            </a:r>
            <a:r>
              <a:rPr lang="fr-FR" sz="1200" dirty="0" smtClean="0">
                <a:solidFill>
                  <a:srgbClr val="585858"/>
                </a:solidFill>
                <a:latin typeface="+mn-lt"/>
                <a:cs typeface="Calibri"/>
              </a:rPr>
              <a:t>en</a:t>
            </a:r>
            <a:r>
              <a:rPr lang="fr-FR" sz="1200" spc="-50" dirty="0" smtClean="0">
                <a:solidFill>
                  <a:srgbClr val="585858"/>
                </a:solidFill>
                <a:latin typeface="+mn-lt"/>
                <a:cs typeface="Calibri"/>
              </a:rPr>
              <a:t> </a:t>
            </a:r>
            <a:r>
              <a:rPr lang="fr-FR" sz="1200" dirty="0" smtClean="0">
                <a:solidFill>
                  <a:srgbClr val="585858"/>
                </a:solidFill>
                <a:latin typeface="+mn-lt"/>
                <a:cs typeface="Calibri"/>
              </a:rPr>
              <a:t>cas</a:t>
            </a:r>
            <a:r>
              <a:rPr lang="fr-FR" sz="1200" spc="-35" dirty="0" smtClean="0">
                <a:solidFill>
                  <a:srgbClr val="585858"/>
                </a:solidFill>
                <a:latin typeface="+mn-lt"/>
                <a:cs typeface="Calibri"/>
              </a:rPr>
              <a:t> </a:t>
            </a:r>
            <a:r>
              <a:rPr lang="fr-FR" sz="1200" dirty="0" smtClean="0">
                <a:solidFill>
                  <a:srgbClr val="585858"/>
                </a:solidFill>
                <a:latin typeface="+mn-lt"/>
                <a:cs typeface="Calibri"/>
              </a:rPr>
              <a:t>de</a:t>
            </a:r>
            <a:r>
              <a:rPr lang="fr-FR" sz="1200" spc="-25" dirty="0" smtClean="0">
                <a:solidFill>
                  <a:srgbClr val="585858"/>
                </a:solidFill>
                <a:latin typeface="+mn-lt"/>
                <a:cs typeface="Calibri"/>
              </a:rPr>
              <a:t> </a:t>
            </a:r>
            <a:r>
              <a:rPr lang="fr-FR" sz="1200" dirty="0" smtClean="0">
                <a:solidFill>
                  <a:srgbClr val="585858"/>
                </a:solidFill>
                <a:latin typeface="+mn-lt"/>
                <a:cs typeface="Calibri"/>
              </a:rPr>
              <a:t>panne</a:t>
            </a:r>
            <a:r>
              <a:rPr lang="fr-FR" sz="1200" spc="-40" dirty="0" smtClean="0">
                <a:solidFill>
                  <a:srgbClr val="585858"/>
                </a:solidFill>
                <a:latin typeface="+mn-lt"/>
                <a:cs typeface="Calibri"/>
              </a:rPr>
              <a:t> </a:t>
            </a:r>
            <a:r>
              <a:rPr lang="fr-FR" sz="1200" dirty="0" smtClean="0">
                <a:solidFill>
                  <a:srgbClr val="585858"/>
                </a:solidFill>
                <a:latin typeface="+mn-lt"/>
                <a:cs typeface="Calibri"/>
              </a:rPr>
              <a:t>de</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courant</a:t>
            </a:r>
            <a:r>
              <a:rPr lang="fr-FR" sz="1200" spc="-40" dirty="0" smtClean="0">
                <a:solidFill>
                  <a:srgbClr val="585858"/>
                </a:solidFill>
                <a:latin typeface="+mn-lt"/>
                <a:cs typeface="Calibri"/>
              </a:rPr>
              <a:t> </a:t>
            </a:r>
            <a:r>
              <a:rPr lang="fr-FR" sz="1200" dirty="0" smtClean="0">
                <a:solidFill>
                  <a:srgbClr val="585858"/>
                </a:solidFill>
                <a:latin typeface="+mn-lt"/>
                <a:cs typeface="Calibri"/>
              </a:rPr>
              <a:t>lors</a:t>
            </a:r>
            <a:r>
              <a:rPr lang="fr-FR" sz="1200" spc="5" dirty="0" smtClean="0">
                <a:solidFill>
                  <a:srgbClr val="585858"/>
                </a:solidFill>
                <a:latin typeface="+mn-lt"/>
                <a:cs typeface="Calibri"/>
              </a:rPr>
              <a:t> </a:t>
            </a:r>
            <a:r>
              <a:rPr lang="fr-FR" sz="1200" dirty="0" smtClean="0">
                <a:solidFill>
                  <a:srgbClr val="585858"/>
                </a:solidFill>
                <a:latin typeface="+mn-lt"/>
                <a:cs typeface="Calibri"/>
              </a:rPr>
              <a:t>de</a:t>
            </a:r>
            <a:r>
              <a:rPr lang="fr-FR" sz="1200" spc="-40" dirty="0" smtClean="0">
                <a:solidFill>
                  <a:srgbClr val="585858"/>
                </a:solidFill>
                <a:latin typeface="+mn-lt"/>
                <a:cs typeface="Calibri"/>
              </a:rPr>
              <a:t> </a:t>
            </a:r>
            <a:r>
              <a:rPr lang="fr-FR" sz="1200" dirty="0" smtClean="0">
                <a:solidFill>
                  <a:srgbClr val="585858"/>
                </a:solidFill>
                <a:latin typeface="+mn-lt"/>
                <a:cs typeface="Calibri"/>
              </a:rPr>
              <a:t>la</a:t>
            </a:r>
            <a:r>
              <a:rPr lang="fr-FR" sz="1200" spc="-20" dirty="0" smtClean="0">
                <a:solidFill>
                  <a:srgbClr val="585858"/>
                </a:solidFill>
                <a:latin typeface="+mn-lt"/>
                <a:cs typeface="Calibri"/>
              </a:rPr>
              <a:t> </a:t>
            </a:r>
            <a:r>
              <a:rPr lang="fr-FR" sz="1200" dirty="0" smtClean="0">
                <a:solidFill>
                  <a:srgbClr val="585858"/>
                </a:solidFill>
                <a:latin typeface="+mn-lt"/>
                <a:cs typeface="Calibri"/>
              </a:rPr>
              <a:t>modification</a:t>
            </a:r>
            <a:r>
              <a:rPr lang="fr-FR" sz="1200" spc="15" dirty="0" smtClean="0">
                <a:solidFill>
                  <a:srgbClr val="585858"/>
                </a:solidFill>
                <a:latin typeface="+mn-lt"/>
                <a:cs typeface="Calibri"/>
              </a:rPr>
              <a:t> </a:t>
            </a:r>
            <a:r>
              <a:rPr lang="fr-FR" sz="1200" dirty="0" smtClean="0">
                <a:solidFill>
                  <a:srgbClr val="585858"/>
                </a:solidFill>
                <a:latin typeface="+mn-lt"/>
                <a:cs typeface="Calibri"/>
              </a:rPr>
              <a:t>des</a:t>
            </a:r>
            <a:r>
              <a:rPr lang="fr-FR" sz="1200" spc="-30" dirty="0" smtClean="0">
                <a:solidFill>
                  <a:srgbClr val="585858"/>
                </a:solidFill>
                <a:latin typeface="+mn-lt"/>
                <a:cs typeface="Calibri"/>
              </a:rPr>
              <a:t> </a:t>
            </a:r>
            <a:r>
              <a:rPr lang="fr-FR" sz="1200" dirty="0" smtClean="0">
                <a:solidFill>
                  <a:srgbClr val="585858"/>
                </a:solidFill>
                <a:latin typeface="+mn-lt"/>
                <a:cs typeface="Calibri"/>
              </a:rPr>
              <a:t>données,</a:t>
            </a:r>
            <a:r>
              <a:rPr lang="fr-FR" sz="1200" spc="-35" dirty="0" smtClean="0">
                <a:solidFill>
                  <a:srgbClr val="585858"/>
                </a:solidFill>
                <a:latin typeface="+mn-lt"/>
                <a:cs typeface="Calibri"/>
              </a:rPr>
              <a:t> </a:t>
            </a:r>
            <a:r>
              <a:rPr lang="fr-FR" sz="1200" dirty="0" smtClean="0">
                <a:solidFill>
                  <a:srgbClr val="585858"/>
                </a:solidFill>
                <a:latin typeface="+mn-lt"/>
                <a:cs typeface="Calibri"/>
              </a:rPr>
              <a:t>car</a:t>
            </a:r>
            <a:r>
              <a:rPr lang="fr-FR" sz="1200" spc="-30" dirty="0" smtClean="0">
                <a:solidFill>
                  <a:srgbClr val="585858"/>
                </a:solidFill>
                <a:latin typeface="+mn-lt"/>
                <a:cs typeface="Calibri"/>
              </a:rPr>
              <a:t> </a:t>
            </a:r>
            <a:r>
              <a:rPr lang="fr-FR" sz="1200" dirty="0" smtClean="0">
                <a:solidFill>
                  <a:srgbClr val="585858"/>
                </a:solidFill>
                <a:latin typeface="+mn-lt"/>
                <a:cs typeface="Calibri"/>
              </a:rPr>
              <a:t>les</a:t>
            </a:r>
            <a:r>
              <a:rPr lang="fr-FR" sz="1200" spc="-10" dirty="0" smtClean="0">
                <a:solidFill>
                  <a:srgbClr val="585858"/>
                </a:solidFill>
                <a:latin typeface="+mn-lt"/>
                <a:cs typeface="Calibri"/>
              </a:rPr>
              <a:t> </a:t>
            </a:r>
            <a:r>
              <a:rPr lang="fr-FR" sz="1200" dirty="0" smtClean="0">
                <a:solidFill>
                  <a:srgbClr val="585858"/>
                </a:solidFill>
                <a:latin typeface="+mn-lt"/>
                <a:cs typeface="Calibri"/>
              </a:rPr>
              <a:t>données</a:t>
            </a:r>
            <a:r>
              <a:rPr lang="fr-FR" sz="1200" spc="-45" dirty="0" smtClean="0">
                <a:solidFill>
                  <a:srgbClr val="585858"/>
                </a:solidFill>
                <a:latin typeface="+mn-lt"/>
                <a:cs typeface="Calibri"/>
              </a:rPr>
              <a:t> </a:t>
            </a:r>
            <a:r>
              <a:rPr lang="fr-FR" sz="1200" dirty="0" smtClean="0">
                <a:solidFill>
                  <a:srgbClr val="585858"/>
                </a:solidFill>
                <a:latin typeface="+mn-lt"/>
                <a:cs typeface="Calibri"/>
              </a:rPr>
              <a:t>d'origine</a:t>
            </a:r>
            <a:r>
              <a:rPr lang="fr-FR" sz="1200" spc="5" dirty="0" smtClean="0">
                <a:solidFill>
                  <a:srgbClr val="585858"/>
                </a:solidFill>
                <a:latin typeface="+mn-lt"/>
                <a:cs typeface="Calibri"/>
              </a:rPr>
              <a:t> </a:t>
            </a:r>
            <a:r>
              <a:rPr lang="fr-FR" sz="1200" dirty="0" smtClean="0">
                <a:solidFill>
                  <a:srgbClr val="585858"/>
                </a:solidFill>
                <a:latin typeface="+mn-lt"/>
                <a:cs typeface="Calibri"/>
              </a:rPr>
              <a:t>restent</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inchangées.</a:t>
            </a: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30</a:t>
            </a:fld>
            <a:endParaRPr lang="fr-FR"/>
          </a:p>
        </p:txBody>
      </p:sp>
    </p:spTree>
    <p:extLst>
      <p:ext uri="{BB962C8B-B14F-4D97-AF65-F5344CB8AC3E}">
        <p14:creationId xmlns:p14="http://schemas.microsoft.com/office/powerpoint/2010/main" val="28435093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spc="-10" dirty="0" smtClean="0">
              <a:solidFill>
                <a:srgbClr val="585858"/>
              </a:solidFill>
              <a:latin typeface="+mn-l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solidFill>
                  <a:srgbClr val="585858"/>
                </a:solidFill>
                <a:latin typeface="+mn-lt"/>
                <a:cs typeface="Calibri"/>
              </a:rPr>
              <a:t>Dans</a:t>
            </a:r>
            <a:r>
              <a:rPr lang="fr-FR" sz="1200" spc="80" dirty="0" smtClean="0">
                <a:solidFill>
                  <a:srgbClr val="585858"/>
                </a:solidFill>
                <a:latin typeface="+mn-lt"/>
                <a:cs typeface="Calibri"/>
              </a:rPr>
              <a:t> </a:t>
            </a:r>
            <a:r>
              <a:rPr lang="fr-FR" sz="1200" dirty="0" smtClean="0">
                <a:solidFill>
                  <a:srgbClr val="585858"/>
                </a:solidFill>
                <a:latin typeface="+mn-lt"/>
                <a:cs typeface="Calibri"/>
              </a:rPr>
              <a:t>un</a:t>
            </a:r>
            <a:r>
              <a:rPr lang="fr-FR" sz="1200" spc="65" dirty="0" smtClean="0">
                <a:solidFill>
                  <a:srgbClr val="585858"/>
                </a:solidFill>
                <a:latin typeface="+mn-lt"/>
                <a:cs typeface="Calibri"/>
              </a:rPr>
              <a:t> </a:t>
            </a:r>
            <a:r>
              <a:rPr lang="fr-FR" sz="1200" dirty="0" smtClean="0">
                <a:solidFill>
                  <a:srgbClr val="585858"/>
                </a:solidFill>
                <a:latin typeface="+mn-lt"/>
                <a:cs typeface="Calibri"/>
              </a:rPr>
              <a:t>système</a:t>
            </a:r>
            <a:r>
              <a:rPr lang="fr-FR" sz="1200" spc="70" dirty="0" smtClean="0">
                <a:solidFill>
                  <a:srgbClr val="585858"/>
                </a:solidFill>
                <a:latin typeface="+mn-lt"/>
                <a:cs typeface="Calibri"/>
              </a:rPr>
              <a:t> </a:t>
            </a:r>
            <a:r>
              <a:rPr lang="fr-FR" sz="1200" dirty="0" smtClean="0">
                <a:solidFill>
                  <a:srgbClr val="585858"/>
                </a:solidFill>
                <a:latin typeface="+mn-lt"/>
                <a:cs typeface="Calibri"/>
              </a:rPr>
              <a:t>de</a:t>
            </a:r>
            <a:r>
              <a:rPr lang="fr-FR" sz="1200" spc="7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75" dirty="0" smtClean="0">
                <a:solidFill>
                  <a:srgbClr val="585858"/>
                </a:solidFill>
                <a:latin typeface="+mn-lt"/>
                <a:cs typeface="Calibri"/>
              </a:rPr>
              <a:t> </a:t>
            </a:r>
            <a:r>
              <a:rPr lang="fr-FR" sz="1200" dirty="0" smtClean="0">
                <a:solidFill>
                  <a:srgbClr val="585858"/>
                </a:solidFill>
                <a:latin typeface="+mn-lt"/>
                <a:cs typeface="Calibri"/>
              </a:rPr>
              <a:t>basé</a:t>
            </a:r>
            <a:r>
              <a:rPr lang="fr-FR" sz="1200" spc="75" dirty="0" smtClean="0">
                <a:solidFill>
                  <a:srgbClr val="585858"/>
                </a:solidFill>
                <a:latin typeface="+mn-lt"/>
                <a:cs typeface="Calibri"/>
              </a:rPr>
              <a:t> </a:t>
            </a:r>
            <a:r>
              <a:rPr lang="fr-FR" sz="1200" dirty="0" smtClean="0">
                <a:solidFill>
                  <a:srgbClr val="585858"/>
                </a:solidFill>
                <a:latin typeface="+mn-lt"/>
                <a:cs typeface="Calibri"/>
              </a:rPr>
              <a:t>sur</a:t>
            </a:r>
            <a:r>
              <a:rPr lang="fr-FR" sz="1200" spc="80" dirty="0" smtClean="0">
                <a:solidFill>
                  <a:srgbClr val="585858"/>
                </a:solidFill>
                <a:latin typeface="+mn-lt"/>
                <a:cs typeface="Calibri"/>
              </a:rPr>
              <a:t> </a:t>
            </a:r>
            <a:r>
              <a:rPr lang="fr-FR" sz="1200" dirty="0" smtClean="0">
                <a:solidFill>
                  <a:srgbClr val="585858"/>
                </a:solidFill>
                <a:latin typeface="+mn-lt"/>
                <a:cs typeface="Calibri"/>
              </a:rPr>
              <a:t>les</a:t>
            </a:r>
            <a:r>
              <a:rPr lang="fr-FR" sz="1200" spc="80" dirty="0" smtClean="0">
                <a:solidFill>
                  <a:srgbClr val="585858"/>
                </a:solidFill>
                <a:latin typeface="+mn-lt"/>
                <a:cs typeface="Calibri"/>
              </a:rPr>
              <a:t> </a:t>
            </a:r>
            <a:r>
              <a:rPr lang="fr-FR" sz="1200" dirty="0" err="1" smtClean="0">
                <a:solidFill>
                  <a:srgbClr val="585858"/>
                </a:solidFill>
                <a:latin typeface="+mn-lt"/>
                <a:cs typeface="Calibri"/>
              </a:rPr>
              <a:t>extents</a:t>
            </a:r>
            <a:r>
              <a:rPr lang="fr-FR" sz="1200" dirty="0" smtClean="0">
                <a:solidFill>
                  <a:srgbClr val="585858"/>
                </a:solidFill>
                <a:latin typeface="+mn-lt"/>
                <a:cs typeface="Calibri"/>
              </a:rPr>
              <a:t>,</a:t>
            </a:r>
            <a:r>
              <a:rPr lang="fr-FR" sz="1200" spc="80" dirty="0" smtClean="0">
                <a:solidFill>
                  <a:srgbClr val="585858"/>
                </a:solidFill>
                <a:latin typeface="+mn-lt"/>
                <a:cs typeface="Calibri"/>
              </a:rPr>
              <a:t> </a:t>
            </a:r>
            <a:r>
              <a:rPr lang="fr-FR" sz="1200" dirty="0" smtClean="0">
                <a:solidFill>
                  <a:srgbClr val="585858"/>
                </a:solidFill>
                <a:latin typeface="+mn-lt"/>
                <a:cs typeface="Calibri"/>
              </a:rPr>
              <a:t>l'unité</a:t>
            </a:r>
            <a:r>
              <a:rPr lang="fr-FR" sz="1200" spc="75" dirty="0" smtClean="0">
                <a:solidFill>
                  <a:srgbClr val="585858"/>
                </a:solidFill>
                <a:latin typeface="+mn-lt"/>
                <a:cs typeface="Calibri"/>
              </a:rPr>
              <a:t> </a:t>
            </a:r>
            <a:r>
              <a:rPr lang="fr-FR" sz="1200" dirty="0" smtClean="0">
                <a:solidFill>
                  <a:srgbClr val="585858"/>
                </a:solidFill>
                <a:latin typeface="+mn-lt"/>
                <a:cs typeface="Calibri"/>
              </a:rPr>
              <a:t>de</a:t>
            </a:r>
            <a:r>
              <a:rPr lang="fr-FR" sz="1200" spc="95" dirty="0" smtClean="0">
                <a:solidFill>
                  <a:srgbClr val="585858"/>
                </a:solidFill>
                <a:latin typeface="+mn-lt"/>
                <a:cs typeface="Calibri"/>
              </a:rPr>
              <a:t> </a:t>
            </a:r>
            <a:r>
              <a:rPr lang="fr-FR" sz="1200" dirty="0" smtClean="0">
                <a:solidFill>
                  <a:srgbClr val="585858"/>
                </a:solidFill>
                <a:latin typeface="+mn-lt"/>
                <a:cs typeface="Calibri"/>
              </a:rPr>
              <a:t>stockage</a:t>
            </a:r>
            <a:r>
              <a:rPr lang="fr-FR" sz="1200" spc="75" dirty="0" smtClean="0">
                <a:solidFill>
                  <a:srgbClr val="585858"/>
                </a:solidFill>
                <a:latin typeface="+mn-lt"/>
                <a:cs typeface="Calibri"/>
              </a:rPr>
              <a:t> </a:t>
            </a:r>
            <a:r>
              <a:rPr lang="fr-FR" sz="1200" dirty="0" smtClean="0">
                <a:solidFill>
                  <a:srgbClr val="585858"/>
                </a:solidFill>
                <a:latin typeface="+mn-lt"/>
                <a:cs typeface="Calibri"/>
              </a:rPr>
              <a:t>est</a:t>
            </a:r>
            <a:r>
              <a:rPr lang="fr-FR" sz="1200" spc="75" dirty="0" smtClean="0">
                <a:solidFill>
                  <a:srgbClr val="585858"/>
                </a:solidFill>
                <a:latin typeface="+mn-lt"/>
                <a:cs typeface="Calibri"/>
              </a:rPr>
              <a:t> </a:t>
            </a:r>
            <a:r>
              <a:rPr lang="fr-FR" sz="1200" dirty="0" smtClean="0">
                <a:solidFill>
                  <a:srgbClr val="585858"/>
                </a:solidFill>
                <a:latin typeface="+mn-lt"/>
                <a:cs typeface="Calibri"/>
              </a:rPr>
              <a:t>appelée</a:t>
            </a:r>
            <a:r>
              <a:rPr lang="fr-FR" sz="1200" spc="70" dirty="0" smtClean="0">
                <a:solidFill>
                  <a:srgbClr val="585858"/>
                </a:solidFill>
                <a:latin typeface="+mn-lt"/>
                <a:cs typeface="Calibri"/>
              </a:rPr>
              <a:t> </a:t>
            </a:r>
            <a:r>
              <a:rPr lang="fr-FR" sz="1200" dirty="0" err="1" smtClean="0">
                <a:solidFill>
                  <a:srgbClr val="585858"/>
                </a:solidFill>
                <a:latin typeface="+mn-lt"/>
                <a:cs typeface="Calibri"/>
              </a:rPr>
              <a:t>extent</a:t>
            </a:r>
            <a:r>
              <a:rPr lang="fr-FR" sz="1200" dirty="0" smtClean="0">
                <a:solidFill>
                  <a:srgbClr val="585858"/>
                </a:solidFill>
                <a:latin typeface="+mn-lt"/>
                <a:cs typeface="Calibri"/>
              </a:rPr>
              <a:t>.</a:t>
            </a:r>
            <a:r>
              <a:rPr lang="fr-FR" sz="1200" spc="80" dirty="0" smtClean="0">
                <a:solidFill>
                  <a:srgbClr val="585858"/>
                </a:solidFill>
                <a:latin typeface="+mn-lt"/>
                <a:cs typeface="Calibri"/>
              </a:rPr>
              <a:t> </a:t>
            </a:r>
            <a:r>
              <a:rPr lang="fr-FR" sz="1200" dirty="0" smtClean="0">
                <a:solidFill>
                  <a:srgbClr val="585858"/>
                </a:solidFill>
                <a:latin typeface="+mn-lt"/>
                <a:cs typeface="Calibri"/>
              </a:rPr>
              <a:t>Un</a:t>
            </a:r>
            <a:r>
              <a:rPr lang="fr-FR" sz="1200" spc="60" dirty="0" smtClean="0">
                <a:solidFill>
                  <a:srgbClr val="585858"/>
                </a:solidFill>
                <a:latin typeface="+mn-lt"/>
                <a:cs typeface="Calibri"/>
              </a:rPr>
              <a:t> </a:t>
            </a:r>
            <a:r>
              <a:rPr lang="fr-FR" sz="1200" dirty="0" err="1" smtClean="0">
                <a:solidFill>
                  <a:srgbClr val="585858"/>
                </a:solidFill>
                <a:latin typeface="+mn-lt"/>
                <a:cs typeface="Calibri"/>
              </a:rPr>
              <a:t>extent</a:t>
            </a:r>
            <a:r>
              <a:rPr lang="fr-FR" sz="1200" spc="80" dirty="0" smtClean="0">
                <a:solidFill>
                  <a:srgbClr val="585858"/>
                </a:solidFill>
                <a:latin typeface="+mn-lt"/>
                <a:cs typeface="Calibri"/>
              </a:rPr>
              <a:t> </a:t>
            </a:r>
            <a:r>
              <a:rPr lang="fr-FR" sz="1200" dirty="0" smtClean="0">
                <a:solidFill>
                  <a:srgbClr val="585858"/>
                </a:solidFill>
                <a:latin typeface="+mn-lt"/>
                <a:cs typeface="Calibri"/>
              </a:rPr>
              <a:t>est</a:t>
            </a:r>
            <a:r>
              <a:rPr lang="fr-FR" sz="1200" spc="70" dirty="0" smtClean="0">
                <a:solidFill>
                  <a:srgbClr val="585858"/>
                </a:solidFill>
                <a:latin typeface="+mn-lt"/>
                <a:cs typeface="Calibri"/>
              </a:rPr>
              <a:t> </a:t>
            </a:r>
            <a:r>
              <a:rPr lang="fr-FR" sz="1200" dirty="0" smtClean="0">
                <a:solidFill>
                  <a:srgbClr val="585858"/>
                </a:solidFill>
                <a:latin typeface="+mn-lt"/>
                <a:cs typeface="Calibri"/>
              </a:rPr>
              <a:t>une</a:t>
            </a:r>
            <a:r>
              <a:rPr lang="fr-FR" sz="1200" spc="75" dirty="0" smtClean="0">
                <a:solidFill>
                  <a:srgbClr val="585858"/>
                </a:solidFill>
                <a:latin typeface="+mn-lt"/>
                <a:cs typeface="Calibri"/>
              </a:rPr>
              <a:t> </a:t>
            </a:r>
            <a:r>
              <a:rPr lang="fr-FR" sz="1200" dirty="0" smtClean="0">
                <a:solidFill>
                  <a:srgbClr val="585858"/>
                </a:solidFill>
                <a:latin typeface="+mn-lt"/>
                <a:cs typeface="Calibri"/>
              </a:rPr>
              <a:t>zone</a:t>
            </a:r>
            <a:r>
              <a:rPr lang="fr-FR" sz="1200" spc="70" dirty="0" smtClean="0">
                <a:solidFill>
                  <a:srgbClr val="585858"/>
                </a:solidFill>
                <a:latin typeface="+mn-lt"/>
                <a:cs typeface="Calibri"/>
              </a:rPr>
              <a:t> </a:t>
            </a:r>
            <a:r>
              <a:rPr lang="fr-FR" sz="1200" dirty="0" smtClean="0">
                <a:solidFill>
                  <a:srgbClr val="585858"/>
                </a:solidFill>
                <a:latin typeface="+mn-lt"/>
                <a:cs typeface="Calibri"/>
              </a:rPr>
              <a:t>de</a:t>
            </a:r>
            <a:r>
              <a:rPr lang="fr-FR" sz="1200" spc="70" dirty="0" smtClean="0">
                <a:solidFill>
                  <a:srgbClr val="585858"/>
                </a:solidFill>
                <a:latin typeface="+mn-lt"/>
                <a:cs typeface="Calibri"/>
              </a:rPr>
              <a:t> </a:t>
            </a:r>
            <a:r>
              <a:rPr lang="fr-FR" sz="1200" dirty="0" smtClean="0">
                <a:solidFill>
                  <a:srgbClr val="585858"/>
                </a:solidFill>
                <a:latin typeface="+mn-lt"/>
                <a:cs typeface="Calibri"/>
              </a:rPr>
              <a:t>stockage</a:t>
            </a:r>
            <a:r>
              <a:rPr lang="fr-FR" sz="1200" spc="75" dirty="0" smtClean="0">
                <a:solidFill>
                  <a:srgbClr val="585858"/>
                </a:solidFill>
                <a:latin typeface="+mn-lt"/>
                <a:cs typeface="Calibri"/>
              </a:rPr>
              <a:t> </a:t>
            </a:r>
            <a:r>
              <a:rPr lang="fr-FR" sz="1200" dirty="0" smtClean="0">
                <a:solidFill>
                  <a:srgbClr val="585858"/>
                </a:solidFill>
                <a:latin typeface="+mn-lt"/>
                <a:cs typeface="Calibri"/>
              </a:rPr>
              <a:t>contiguë</a:t>
            </a:r>
            <a:r>
              <a:rPr lang="fr-FR" sz="1200" spc="70" dirty="0" smtClean="0">
                <a:solidFill>
                  <a:srgbClr val="585858"/>
                </a:solidFill>
                <a:latin typeface="+mn-lt"/>
                <a:cs typeface="Calibri"/>
              </a:rPr>
              <a:t> </a:t>
            </a:r>
            <a:r>
              <a:rPr lang="fr-FR" sz="1200" dirty="0" smtClean="0">
                <a:solidFill>
                  <a:srgbClr val="585858"/>
                </a:solidFill>
                <a:latin typeface="+mn-lt"/>
                <a:cs typeface="Calibri"/>
              </a:rPr>
              <a:t>réservée</a:t>
            </a:r>
            <a:r>
              <a:rPr lang="fr-FR" sz="1200" spc="75" dirty="0" smtClean="0">
                <a:solidFill>
                  <a:srgbClr val="585858"/>
                </a:solidFill>
                <a:latin typeface="+mn-lt"/>
                <a:cs typeface="Calibri"/>
              </a:rPr>
              <a:t> </a:t>
            </a:r>
            <a:r>
              <a:rPr lang="fr-FR" sz="1200" dirty="0" smtClean="0">
                <a:solidFill>
                  <a:srgbClr val="585858"/>
                </a:solidFill>
                <a:latin typeface="+mn-lt"/>
                <a:cs typeface="Calibri"/>
              </a:rPr>
              <a:t>à</a:t>
            </a:r>
            <a:r>
              <a:rPr lang="fr-FR" sz="1200" spc="95" dirty="0" smtClean="0">
                <a:solidFill>
                  <a:srgbClr val="585858"/>
                </a:solidFill>
                <a:latin typeface="+mn-lt"/>
                <a:cs typeface="Calibri"/>
              </a:rPr>
              <a:t> </a:t>
            </a:r>
            <a:r>
              <a:rPr lang="fr-FR" sz="1200" dirty="0" smtClean="0">
                <a:solidFill>
                  <a:srgbClr val="585858"/>
                </a:solidFill>
                <a:latin typeface="+mn-lt"/>
                <a:cs typeface="Calibri"/>
              </a:rPr>
              <a:t>un</a:t>
            </a:r>
            <a:r>
              <a:rPr lang="fr-FR" sz="1200" spc="65" dirty="0" smtClean="0">
                <a:solidFill>
                  <a:srgbClr val="585858"/>
                </a:solidFill>
                <a:latin typeface="+mn-lt"/>
                <a:cs typeface="Calibri"/>
              </a:rPr>
              <a:t> </a:t>
            </a:r>
            <a:r>
              <a:rPr lang="fr-FR" sz="1200" dirty="0" smtClean="0">
                <a:solidFill>
                  <a:srgbClr val="585858"/>
                </a:solidFill>
                <a:latin typeface="+mn-lt"/>
                <a:cs typeface="Calibri"/>
              </a:rPr>
              <a:t>fichier.</a:t>
            </a:r>
            <a:r>
              <a:rPr lang="fr-FR" sz="1200" spc="80" dirty="0" smtClean="0">
                <a:solidFill>
                  <a:srgbClr val="585858"/>
                </a:solidFill>
                <a:latin typeface="+mn-lt"/>
                <a:cs typeface="Calibri"/>
              </a:rPr>
              <a:t> </a:t>
            </a:r>
            <a:r>
              <a:rPr lang="fr-FR" sz="1200" dirty="0" smtClean="0">
                <a:solidFill>
                  <a:srgbClr val="585858"/>
                </a:solidFill>
                <a:latin typeface="+mn-lt"/>
                <a:cs typeface="Calibri"/>
              </a:rPr>
              <a:t>Un</a:t>
            </a:r>
            <a:r>
              <a:rPr lang="fr-FR" sz="1200" spc="60" dirty="0" smtClean="0">
                <a:solidFill>
                  <a:srgbClr val="585858"/>
                </a:solidFill>
                <a:latin typeface="+mn-lt"/>
                <a:cs typeface="Calibri"/>
              </a:rPr>
              <a:t> </a:t>
            </a:r>
            <a:r>
              <a:rPr lang="fr-FR" sz="1200" spc="-10" dirty="0" smtClean="0">
                <a:solidFill>
                  <a:srgbClr val="585858"/>
                </a:solidFill>
                <a:latin typeface="+mn-lt"/>
                <a:cs typeface="Calibri"/>
              </a:rPr>
              <a:t>fichier </a:t>
            </a:r>
            <a:r>
              <a:rPr lang="fr-FR" sz="1200" dirty="0" smtClean="0">
                <a:solidFill>
                  <a:srgbClr val="585858"/>
                </a:solidFill>
                <a:latin typeface="+mn-lt"/>
                <a:cs typeface="Calibri"/>
              </a:rPr>
              <a:t>nécessite</a:t>
            </a:r>
            <a:r>
              <a:rPr lang="fr-FR" sz="1200" spc="-15" dirty="0" smtClean="0">
                <a:solidFill>
                  <a:srgbClr val="585858"/>
                </a:solidFill>
                <a:latin typeface="+mn-lt"/>
                <a:cs typeface="Calibri"/>
              </a:rPr>
              <a:t> </a:t>
            </a:r>
            <a:r>
              <a:rPr lang="fr-FR" sz="1200" dirty="0" smtClean="0">
                <a:solidFill>
                  <a:srgbClr val="585858"/>
                </a:solidFill>
                <a:latin typeface="+mn-lt"/>
                <a:cs typeface="Calibri"/>
              </a:rPr>
              <a:t>un </a:t>
            </a:r>
            <a:r>
              <a:rPr lang="fr-FR" sz="1200" dirty="0" err="1" smtClean="0">
                <a:solidFill>
                  <a:srgbClr val="585858"/>
                </a:solidFill>
                <a:latin typeface="+mn-lt"/>
                <a:cs typeface="Calibri"/>
              </a:rPr>
              <a:t>extent</a:t>
            </a:r>
            <a:r>
              <a:rPr lang="fr-FR" sz="1200" dirty="0" smtClean="0">
                <a:solidFill>
                  <a:srgbClr val="585858"/>
                </a:solidFill>
                <a:latin typeface="+mn-lt"/>
                <a:cs typeface="Calibri"/>
              </a:rPr>
              <a:t>,</a:t>
            </a:r>
            <a:r>
              <a:rPr lang="fr-FR" sz="1200" spc="-30" dirty="0" smtClean="0">
                <a:solidFill>
                  <a:srgbClr val="585858"/>
                </a:solidFill>
                <a:latin typeface="+mn-lt"/>
                <a:cs typeface="Calibri"/>
              </a:rPr>
              <a:t> </a:t>
            </a:r>
            <a:r>
              <a:rPr lang="fr-FR" sz="1200" dirty="0" smtClean="0">
                <a:solidFill>
                  <a:srgbClr val="585858"/>
                </a:solidFill>
                <a:latin typeface="+mn-lt"/>
                <a:cs typeface="Calibri"/>
              </a:rPr>
              <a:t>quelle</a:t>
            </a:r>
            <a:r>
              <a:rPr lang="fr-FR" sz="1200" spc="5" dirty="0" smtClean="0">
                <a:solidFill>
                  <a:srgbClr val="585858"/>
                </a:solidFill>
                <a:latin typeface="+mn-lt"/>
                <a:cs typeface="Calibri"/>
              </a:rPr>
              <a:t> </a:t>
            </a:r>
            <a:r>
              <a:rPr lang="fr-FR" sz="1200" dirty="0" smtClean="0">
                <a:solidFill>
                  <a:srgbClr val="585858"/>
                </a:solidFill>
                <a:latin typeface="+mn-lt"/>
                <a:cs typeface="Calibri"/>
              </a:rPr>
              <a:t>que</a:t>
            </a:r>
            <a:r>
              <a:rPr lang="fr-FR" sz="1200" spc="5" dirty="0" smtClean="0">
                <a:solidFill>
                  <a:srgbClr val="585858"/>
                </a:solidFill>
                <a:latin typeface="+mn-lt"/>
                <a:cs typeface="Calibri"/>
              </a:rPr>
              <a:t> </a:t>
            </a:r>
            <a:r>
              <a:rPr lang="fr-FR" sz="1200" dirty="0" smtClean="0">
                <a:solidFill>
                  <a:srgbClr val="585858"/>
                </a:solidFill>
                <a:latin typeface="+mn-lt"/>
                <a:cs typeface="Calibri"/>
              </a:rPr>
              <a:t>soit</a:t>
            </a:r>
            <a:r>
              <a:rPr lang="fr-FR" sz="1200" spc="10" dirty="0" smtClean="0">
                <a:solidFill>
                  <a:srgbClr val="585858"/>
                </a:solidFill>
                <a:latin typeface="+mn-lt"/>
                <a:cs typeface="Calibri"/>
              </a:rPr>
              <a:t> </a:t>
            </a:r>
            <a:r>
              <a:rPr lang="fr-FR" sz="1200" dirty="0" smtClean="0">
                <a:solidFill>
                  <a:srgbClr val="585858"/>
                </a:solidFill>
                <a:latin typeface="+mn-lt"/>
                <a:cs typeface="Calibri"/>
              </a:rPr>
              <a:t>sa</a:t>
            </a:r>
            <a:r>
              <a:rPr lang="fr-FR" sz="1200" spc="-20" dirty="0" smtClean="0">
                <a:solidFill>
                  <a:srgbClr val="585858"/>
                </a:solidFill>
                <a:latin typeface="+mn-lt"/>
                <a:cs typeface="Calibri"/>
              </a:rPr>
              <a:t> </a:t>
            </a:r>
            <a:r>
              <a:rPr lang="fr-FR" sz="1200" dirty="0" smtClean="0">
                <a:solidFill>
                  <a:srgbClr val="585858"/>
                </a:solidFill>
                <a:latin typeface="+mn-lt"/>
                <a:cs typeface="Calibri"/>
              </a:rPr>
              <a:t>taille.</a:t>
            </a:r>
            <a:r>
              <a:rPr lang="fr-FR" sz="1200" spc="-10" dirty="0" smtClean="0">
                <a:solidFill>
                  <a:srgbClr val="585858"/>
                </a:solidFill>
                <a:latin typeface="+mn-lt"/>
                <a:cs typeface="Calibri"/>
              </a:rPr>
              <a:t> </a:t>
            </a:r>
            <a:r>
              <a:rPr lang="fr-FR" sz="1200" dirty="0" smtClean="0">
                <a:solidFill>
                  <a:srgbClr val="585858"/>
                </a:solidFill>
                <a:latin typeface="+mn-lt"/>
                <a:cs typeface="Calibri"/>
              </a:rPr>
              <a:t>Pour</a:t>
            </a:r>
            <a:r>
              <a:rPr lang="fr-FR" sz="1200" spc="-5" dirty="0" smtClean="0">
                <a:solidFill>
                  <a:srgbClr val="585858"/>
                </a:solidFill>
                <a:latin typeface="+mn-lt"/>
                <a:cs typeface="Calibri"/>
              </a:rPr>
              <a:t> </a:t>
            </a:r>
            <a:r>
              <a:rPr lang="fr-FR" sz="1200" dirty="0" smtClean="0">
                <a:solidFill>
                  <a:srgbClr val="585858"/>
                </a:solidFill>
                <a:latin typeface="+mn-lt"/>
                <a:cs typeface="Calibri"/>
              </a:rPr>
              <a:t>les</a:t>
            </a:r>
            <a:r>
              <a:rPr lang="fr-FR" sz="1200" spc="1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10" dirty="0" smtClean="0">
                <a:solidFill>
                  <a:srgbClr val="585858"/>
                </a:solidFill>
                <a:latin typeface="+mn-lt"/>
                <a:cs typeface="Calibri"/>
              </a:rPr>
              <a:t> </a:t>
            </a:r>
            <a:r>
              <a:rPr lang="fr-FR" sz="1200" dirty="0" smtClean="0">
                <a:solidFill>
                  <a:srgbClr val="585858"/>
                </a:solidFill>
                <a:latin typeface="+mn-lt"/>
                <a:cs typeface="Calibri"/>
              </a:rPr>
              <a:t>plus</a:t>
            </a:r>
            <a:r>
              <a:rPr lang="fr-FR" sz="1200" spc="-5" dirty="0" smtClean="0">
                <a:solidFill>
                  <a:srgbClr val="585858"/>
                </a:solidFill>
                <a:latin typeface="+mn-lt"/>
                <a:cs typeface="Calibri"/>
              </a:rPr>
              <a:t> </a:t>
            </a:r>
            <a:r>
              <a:rPr lang="fr-FR" sz="1200" dirty="0" smtClean="0">
                <a:solidFill>
                  <a:srgbClr val="585858"/>
                </a:solidFill>
                <a:latin typeface="+mn-lt"/>
                <a:cs typeface="Calibri"/>
              </a:rPr>
              <a:t>volumineux</a:t>
            </a:r>
            <a:r>
              <a:rPr lang="fr-FR" sz="1200" spc="10" dirty="0" smtClean="0">
                <a:solidFill>
                  <a:srgbClr val="585858"/>
                </a:solidFill>
                <a:latin typeface="+mn-lt"/>
                <a:cs typeface="Calibri"/>
              </a:rPr>
              <a:t> </a:t>
            </a:r>
            <a:r>
              <a:rPr lang="fr-FR" sz="1200" dirty="0" smtClean="0">
                <a:solidFill>
                  <a:srgbClr val="585858"/>
                </a:solidFill>
                <a:latin typeface="+mn-lt"/>
                <a:cs typeface="Calibri"/>
              </a:rPr>
              <a:t>(taille</a:t>
            </a:r>
            <a:r>
              <a:rPr lang="fr-FR" sz="1200" spc="5" dirty="0" smtClean="0">
                <a:solidFill>
                  <a:srgbClr val="585858"/>
                </a:solidFill>
                <a:latin typeface="+mn-lt"/>
                <a:cs typeface="Calibri"/>
              </a:rPr>
              <a:t> </a:t>
            </a:r>
            <a:r>
              <a:rPr lang="fr-FR" sz="1200" dirty="0" smtClean="0">
                <a:solidFill>
                  <a:srgbClr val="585858"/>
                </a:solidFill>
                <a:latin typeface="+mn-lt"/>
                <a:cs typeface="Calibri"/>
              </a:rPr>
              <a:t>de</a:t>
            </a:r>
            <a:r>
              <a:rPr lang="fr-FR" sz="1200" spc="5" dirty="0" smtClean="0">
                <a:solidFill>
                  <a:srgbClr val="585858"/>
                </a:solidFill>
                <a:latin typeface="+mn-lt"/>
                <a:cs typeface="Calibri"/>
              </a:rPr>
              <a:t> </a:t>
            </a:r>
            <a:r>
              <a:rPr lang="fr-FR" sz="1200" dirty="0" smtClean="0">
                <a:solidFill>
                  <a:srgbClr val="585858"/>
                </a:solidFill>
                <a:latin typeface="+mn-lt"/>
                <a:cs typeface="Calibri"/>
              </a:rPr>
              <a:t>fichier</a:t>
            </a:r>
            <a:r>
              <a:rPr lang="fr-FR" sz="1200" spc="-5" dirty="0" smtClean="0">
                <a:solidFill>
                  <a:srgbClr val="585858"/>
                </a:solidFill>
                <a:latin typeface="+mn-lt"/>
                <a:cs typeface="Calibri"/>
              </a:rPr>
              <a:t> </a:t>
            </a:r>
            <a:r>
              <a:rPr lang="fr-FR" sz="1200" dirty="0" smtClean="0">
                <a:solidFill>
                  <a:srgbClr val="585858"/>
                </a:solidFill>
                <a:latin typeface="+mn-lt"/>
                <a:cs typeface="Calibri"/>
              </a:rPr>
              <a:t>supérieure</a:t>
            </a:r>
            <a:r>
              <a:rPr lang="fr-FR" sz="1200" spc="5" dirty="0" smtClean="0">
                <a:solidFill>
                  <a:srgbClr val="585858"/>
                </a:solidFill>
                <a:latin typeface="+mn-lt"/>
                <a:cs typeface="Calibri"/>
              </a:rPr>
              <a:t> </a:t>
            </a:r>
            <a:r>
              <a:rPr lang="fr-FR" sz="1200" dirty="0" smtClean="0">
                <a:solidFill>
                  <a:srgbClr val="585858"/>
                </a:solidFill>
                <a:latin typeface="+mn-lt"/>
                <a:cs typeface="Calibri"/>
              </a:rPr>
              <a:t>à</a:t>
            </a:r>
            <a:r>
              <a:rPr lang="fr-FR" sz="1200" spc="5" dirty="0" smtClean="0">
                <a:solidFill>
                  <a:srgbClr val="585858"/>
                </a:solidFill>
                <a:latin typeface="+mn-lt"/>
                <a:cs typeface="Calibri"/>
              </a:rPr>
              <a:t> </a:t>
            </a:r>
            <a:r>
              <a:rPr lang="fr-FR" sz="1200" dirty="0" smtClean="0">
                <a:solidFill>
                  <a:srgbClr val="585858"/>
                </a:solidFill>
                <a:latin typeface="+mn-lt"/>
                <a:cs typeface="Calibri"/>
              </a:rPr>
              <a:t>la</a:t>
            </a:r>
            <a:r>
              <a:rPr lang="fr-FR" sz="1200" spc="5" dirty="0" smtClean="0">
                <a:solidFill>
                  <a:srgbClr val="585858"/>
                </a:solidFill>
                <a:latin typeface="+mn-lt"/>
                <a:cs typeface="Calibri"/>
              </a:rPr>
              <a:t> </a:t>
            </a:r>
            <a:r>
              <a:rPr lang="fr-FR" sz="1200" dirty="0" smtClean="0">
                <a:solidFill>
                  <a:srgbClr val="585858"/>
                </a:solidFill>
                <a:latin typeface="+mn-lt"/>
                <a:cs typeface="Calibri"/>
              </a:rPr>
              <a:t>taille</a:t>
            </a:r>
            <a:r>
              <a:rPr lang="fr-FR" sz="1200" spc="5" dirty="0" smtClean="0">
                <a:solidFill>
                  <a:srgbClr val="585858"/>
                </a:solidFill>
                <a:latin typeface="+mn-lt"/>
                <a:cs typeface="Calibri"/>
              </a:rPr>
              <a:t> </a:t>
            </a:r>
            <a:r>
              <a:rPr lang="fr-FR" sz="1200" dirty="0" smtClean="0">
                <a:solidFill>
                  <a:srgbClr val="585858"/>
                </a:solidFill>
                <a:latin typeface="+mn-lt"/>
                <a:cs typeface="Calibri"/>
              </a:rPr>
              <a:t>de</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l’</a:t>
            </a:r>
            <a:r>
              <a:rPr lang="fr-FR" sz="1200" spc="-10" dirty="0" err="1" smtClean="0">
                <a:solidFill>
                  <a:srgbClr val="585858"/>
                </a:solidFill>
                <a:latin typeface="+mn-lt"/>
                <a:cs typeface="Calibri"/>
              </a:rPr>
              <a:t>extent</a:t>
            </a:r>
            <a:r>
              <a:rPr lang="fr-FR" sz="1200" spc="-10" dirty="0" smtClean="0">
                <a:solidFill>
                  <a:srgbClr val="585858"/>
                </a:solidFill>
                <a:latin typeface="+mn-lt"/>
                <a:cs typeface="Calibri"/>
              </a:rPr>
              <a:t>),</a:t>
            </a:r>
            <a:r>
              <a:rPr lang="fr-FR" sz="1200" spc="-30" dirty="0" smtClean="0">
                <a:solidFill>
                  <a:srgbClr val="585858"/>
                </a:solidFill>
                <a:latin typeface="+mn-lt"/>
                <a:cs typeface="Calibri"/>
              </a:rPr>
              <a:t> </a:t>
            </a:r>
            <a:r>
              <a:rPr lang="fr-FR" sz="1200" dirty="0" smtClean="0">
                <a:solidFill>
                  <a:srgbClr val="585858"/>
                </a:solidFill>
                <a:latin typeface="+mn-lt"/>
                <a:cs typeface="Calibri"/>
              </a:rPr>
              <a:t>plusieurs</a:t>
            </a:r>
            <a:r>
              <a:rPr lang="fr-FR" sz="1200" spc="15" dirty="0" smtClean="0">
                <a:solidFill>
                  <a:srgbClr val="585858"/>
                </a:solidFill>
                <a:latin typeface="+mn-lt"/>
                <a:cs typeface="Calibri"/>
              </a:rPr>
              <a:t> </a:t>
            </a:r>
            <a:r>
              <a:rPr lang="fr-FR" sz="1200" dirty="0" err="1" smtClean="0">
                <a:solidFill>
                  <a:srgbClr val="585858"/>
                </a:solidFill>
                <a:latin typeface="+mn-lt"/>
                <a:cs typeface="Calibri"/>
              </a:rPr>
              <a:t>extents</a:t>
            </a:r>
            <a:r>
              <a:rPr lang="fr-FR" sz="1200" spc="-5" dirty="0" smtClean="0">
                <a:solidFill>
                  <a:srgbClr val="585858"/>
                </a:solidFill>
                <a:latin typeface="+mn-lt"/>
                <a:cs typeface="Calibri"/>
              </a:rPr>
              <a:t> </a:t>
            </a:r>
            <a:r>
              <a:rPr lang="fr-FR" sz="1200" dirty="0" smtClean="0">
                <a:solidFill>
                  <a:srgbClr val="585858"/>
                </a:solidFill>
                <a:latin typeface="+mn-lt"/>
                <a:cs typeface="Calibri"/>
              </a:rPr>
              <a:t>seront</a:t>
            </a:r>
            <a:r>
              <a:rPr lang="fr-FR" sz="1200" spc="-20" dirty="0" smtClean="0">
                <a:solidFill>
                  <a:srgbClr val="585858"/>
                </a:solidFill>
                <a:latin typeface="+mn-lt"/>
                <a:cs typeface="Calibri"/>
              </a:rPr>
              <a:t> </a:t>
            </a:r>
            <a:r>
              <a:rPr lang="fr-FR" sz="1200" dirty="0" smtClean="0">
                <a:solidFill>
                  <a:srgbClr val="585858"/>
                </a:solidFill>
                <a:latin typeface="+mn-lt"/>
                <a:cs typeface="Calibri"/>
              </a:rPr>
              <a:t>nécessaires.</a:t>
            </a:r>
            <a:r>
              <a:rPr lang="fr-FR" sz="1200" spc="-10" dirty="0" smtClean="0">
                <a:solidFill>
                  <a:srgbClr val="585858"/>
                </a:solidFill>
                <a:latin typeface="+mn-lt"/>
                <a:cs typeface="Calibri"/>
              </a:rPr>
              <a:t> </a:t>
            </a:r>
            <a:r>
              <a:rPr lang="fr-FR" sz="1200" spc="-20" dirty="0" smtClean="0">
                <a:solidFill>
                  <a:srgbClr val="585858"/>
                </a:solidFill>
                <a:latin typeface="+mn-lt"/>
                <a:cs typeface="Calibri"/>
              </a:rPr>
              <a:t>Pour </a:t>
            </a:r>
            <a:r>
              <a:rPr lang="fr-FR" sz="1200" dirty="0" smtClean="0">
                <a:solidFill>
                  <a:srgbClr val="585858"/>
                </a:solidFill>
                <a:latin typeface="+mn-lt"/>
                <a:cs typeface="Calibri"/>
              </a:rPr>
              <a:t>les</a:t>
            </a:r>
            <a:r>
              <a:rPr lang="fr-FR" sz="1200" spc="-1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dirty="0" smtClean="0">
                <a:solidFill>
                  <a:srgbClr val="585858"/>
                </a:solidFill>
                <a:latin typeface="+mn-lt"/>
                <a:cs typeface="Calibri"/>
              </a:rPr>
              <a:t>plus</a:t>
            </a:r>
            <a:r>
              <a:rPr lang="fr-FR" sz="1200" spc="-5" dirty="0" smtClean="0">
                <a:solidFill>
                  <a:srgbClr val="585858"/>
                </a:solidFill>
                <a:latin typeface="+mn-lt"/>
                <a:cs typeface="Calibri"/>
              </a:rPr>
              <a:t> </a:t>
            </a:r>
            <a:r>
              <a:rPr lang="fr-FR" sz="1200" dirty="0" smtClean="0">
                <a:solidFill>
                  <a:srgbClr val="585858"/>
                </a:solidFill>
                <a:latin typeface="+mn-lt"/>
                <a:cs typeface="Calibri"/>
              </a:rPr>
              <a:t>volumineux,</a:t>
            </a:r>
            <a:r>
              <a:rPr lang="fr-FR" sz="1200" spc="-15" dirty="0" smtClean="0">
                <a:solidFill>
                  <a:srgbClr val="585858"/>
                </a:solidFill>
                <a:latin typeface="+mn-lt"/>
                <a:cs typeface="Calibri"/>
              </a:rPr>
              <a:t> </a:t>
            </a:r>
            <a:r>
              <a:rPr lang="fr-FR" sz="1200" dirty="0" smtClean="0">
                <a:solidFill>
                  <a:srgbClr val="585858"/>
                </a:solidFill>
                <a:latin typeface="+mn-lt"/>
                <a:cs typeface="Calibri"/>
              </a:rPr>
              <a:t>les</a:t>
            </a:r>
            <a:r>
              <a:rPr lang="fr-FR" sz="1200" spc="10" dirty="0" smtClean="0">
                <a:solidFill>
                  <a:srgbClr val="585858"/>
                </a:solidFill>
                <a:latin typeface="+mn-lt"/>
                <a:cs typeface="Calibri"/>
              </a:rPr>
              <a:t> </a:t>
            </a:r>
            <a:r>
              <a:rPr lang="fr-FR" sz="1200" dirty="0" smtClean="0">
                <a:solidFill>
                  <a:srgbClr val="585858"/>
                </a:solidFill>
                <a:latin typeface="+mn-lt"/>
                <a:cs typeface="Calibri"/>
              </a:rPr>
              <a:t>métadonnées</a:t>
            </a:r>
            <a:r>
              <a:rPr lang="fr-FR" sz="1200" spc="5" dirty="0" smtClean="0">
                <a:solidFill>
                  <a:srgbClr val="585858"/>
                </a:solidFill>
                <a:latin typeface="+mn-lt"/>
                <a:cs typeface="Calibri"/>
              </a:rPr>
              <a:t> </a:t>
            </a:r>
            <a:r>
              <a:rPr lang="fr-FR" sz="1200" dirty="0" smtClean="0">
                <a:solidFill>
                  <a:srgbClr val="585858"/>
                </a:solidFill>
                <a:latin typeface="+mn-lt"/>
                <a:cs typeface="Calibri"/>
              </a:rPr>
              <a:t>seront</a:t>
            </a:r>
            <a:r>
              <a:rPr lang="fr-FR" sz="1200" spc="-15" dirty="0" smtClean="0">
                <a:solidFill>
                  <a:srgbClr val="585858"/>
                </a:solidFill>
                <a:latin typeface="+mn-lt"/>
                <a:cs typeface="Calibri"/>
              </a:rPr>
              <a:t> </a:t>
            </a:r>
            <a:r>
              <a:rPr lang="fr-FR" sz="1200" dirty="0" smtClean="0">
                <a:solidFill>
                  <a:srgbClr val="585858"/>
                </a:solidFill>
                <a:latin typeface="+mn-lt"/>
                <a:cs typeface="Calibri"/>
              </a:rPr>
              <a:t>utilisées</a:t>
            </a:r>
            <a:r>
              <a:rPr lang="fr-FR" sz="1200" spc="-15" dirty="0" smtClean="0">
                <a:solidFill>
                  <a:srgbClr val="585858"/>
                </a:solidFill>
                <a:latin typeface="+mn-lt"/>
                <a:cs typeface="Calibri"/>
              </a:rPr>
              <a:t> </a:t>
            </a:r>
            <a:r>
              <a:rPr lang="fr-FR" sz="1200" dirty="0" smtClean="0">
                <a:solidFill>
                  <a:srgbClr val="585858"/>
                </a:solidFill>
                <a:latin typeface="+mn-lt"/>
                <a:cs typeface="Calibri"/>
              </a:rPr>
              <a:t>pour</a:t>
            </a:r>
            <a:r>
              <a:rPr lang="fr-FR" sz="1200" spc="-15" dirty="0" smtClean="0">
                <a:solidFill>
                  <a:srgbClr val="585858"/>
                </a:solidFill>
                <a:latin typeface="+mn-lt"/>
                <a:cs typeface="Calibri"/>
              </a:rPr>
              <a:t> </a:t>
            </a:r>
            <a:r>
              <a:rPr lang="fr-FR" sz="1200" dirty="0" smtClean="0">
                <a:solidFill>
                  <a:srgbClr val="585858"/>
                </a:solidFill>
                <a:latin typeface="+mn-lt"/>
                <a:cs typeface="Calibri"/>
              </a:rPr>
              <a:t>garder</a:t>
            </a:r>
            <a:r>
              <a:rPr lang="fr-FR" sz="1200" spc="-5" dirty="0" smtClean="0">
                <a:solidFill>
                  <a:srgbClr val="585858"/>
                </a:solidFill>
                <a:latin typeface="+mn-lt"/>
                <a:cs typeface="Calibri"/>
              </a:rPr>
              <a:t> </a:t>
            </a:r>
            <a:r>
              <a:rPr lang="fr-FR" sz="1200" dirty="0" smtClean="0">
                <a:solidFill>
                  <a:srgbClr val="585858"/>
                </a:solidFill>
                <a:latin typeface="+mn-lt"/>
                <a:cs typeface="Calibri"/>
              </a:rPr>
              <a:t>une</a:t>
            </a:r>
            <a:r>
              <a:rPr lang="fr-FR" sz="1200" spc="-5" dirty="0" smtClean="0">
                <a:solidFill>
                  <a:srgbClr val="585858"/>
                </a:solidFill>
                <a:latin typeface="+mn-lt"/>
                <a:cs typeface="Calibri"/>
              </a:rPr>
              <a:t> </a:t>
            </a:r>
            <a:r>
              <a:rPr lang="fr-FR" sz="1200" dirty="0" smtClean="0">
                <a:solidFill>
                  <a:srgbClr val="585858"/>
                </a:solidFill>
                <a:latin typeface="+mn-lt"/>
                <a:cs typeface="Calibri"/>
              </a:rPr>
              <a:t>trace</a:t>
            </a:r>
            <a:r>
              <a:rPr lang="fr-FR" sz="1200" spc="-5" dirty="0" smtClean="0">
                <a:solidFill>
                  <a:srgbClr val="585858"/>
                </a:solidFill>
                <a:latin typeface="+mn-lt"/>
                <a:cs typeface="Calibri"/>
              </a:rPr>
              <a:t> </a:t>
            </a:r>
            <a:r>
              <a:rPr lang="fr-FR" sz="1200" dirty="0" smtClean="0">
                <a:solidFill>
                  <a:srgbClr val="585858"/>
                </a:solidFill>
                <a:latin typeface="+mn-lt"/>
                <a:cs typeface="Calibri"/>
              </a:rPr>
              <a:t>des</a:t>
            </a:r>
            <a:r>
              <a:rPr lang="fr-FR" sz="1200" spc="10" dirty="0" smtClean="0">
                <a:solidFill>
                  <a:srgbClr val="585858"/>
                </a:solidFill>
                <a:latin typeface="+mn-lt"/>
                <a:cs typeface="Calibri"/>
              </a:rPr>
              <a:t> </a:t>
            </a:r>
            <a:r>
              <a:rPr lang="fr-FR" sz="1200" dirty="0" err="1" smtClean="0">
                <a:solidFill>
                  <a:srgbClr val="585858"/>
                </a:solidFill>
                <a:latin typeface="+mn-lt"/>
                <a:cs typeface="Calibri"/>
              </a:rPr>
              <a:t>extents</a:t>
            </a:r>
            <a:r>
              <a:rPr lang="fr-FR" sz="1200" spc="-15" dirty="0" smtClean="0">
                <a:solidFill>
                  <a:srgbClr val="585858"/>
                </a:solidFill>
                <a:latin typeface="+mn-lt"/>
                <a:cs typeface="Calibri"/>
              </a:rPr>
              <a:t> </a:t>
            </a:r>
            <a:r>
              <a:rPr lang="fr-FR" sz="1200" dirty="0" smtClean="0">
                <a:solidFill>
                  <a:srgbClr val="585858"/>
                </a:solidFill>
                <a:latin typeface="+mn-lt"/>
                <a:cs typeface="Calibri"/>
              </a:rPr>
              <a:t>utilisées</a:t>
            </a:r>
            <a:r>
              <a:rPr lang="fr-FR" sz="1200" spc="-10" dirty="0" smtClean="0">
                <a:solidFill>
                  <a:srgbClr val="585858"/>
                </a:solidFill>
                <a:latin typeface="+mn-lt"/>
                <a:cs typeface="Calibri"/>
              </a:rPr>
              <a:t> </a:t>
            </a:r>
            <a:r>
              <a:rPr lang="fr-FR" sz="1200" dirty="0" smtClean="0">
                <a:solidFill>
                  <a:srgbClr val="585858"/>
                </a:solidFill>
                <a:latin typeface="+mn-lt"/>
                <a:cs typeface="Calibri"/>
              </a:rPr>
              <a:t>par</a:t>
            </a:r>
            <a:r>
              <a:rPr lang="fr-FR" sz="1200" spc="-15" dirty="0" smtClean="0">
                <a:solidFill>
                  <a:srgbClr val="585858"/>
                </a:solidFill>
                <a:latin typeface="+mn-lt"/>
                <a:cs typeface="Calibri"/>
              </a:rPr>
              <a:t> </a:t>
            </a:r>
            <a:r>
              <a:rPr lang="fr-FR" sz="1200" dirty="0" smtClean="0">
                <a:solidFill>
                  <a:srgbClr val="585858"/>
                </a:solidFill>
                <a:latin typeface="+mn-lt"/>
                <a:cs typeface="Calibri"/>
              </a:rPr>
              <a:t>le</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fichier.</a:t>
            </a:r>
            <a:r>
              <a:rPr lang="fr-FR" sz="1200" dirty="0" smtClean="0">
                <a:solidFill>
                  <a:srgbClr val="585858"/>
                </a:solidFill>
                <a:latin typeface="+mn-lt"/>
                <a:cs typeface="Calibri"/>
              </a:rPr>
              <a:t> Dans</a:t>
            </a:r>
            <a:r>
              <a:rPr lang="fr-FR" sz="1200" spc="5" dirty="0" smtClean="0">
                <a:solidFill>
                  <a:srgbClr val="585858"/>
                </a:solidFill>
                <a:latin typeface="+mn-lt"/>
                <a:cs typeface="Calibri"/>
              </a:rPr>
              <a:t> </a:t>
            </a:r>
            <a:r>
              <a:rPr lang="fr-FR" sz="1200" dirty="0" smtClean="0">
                <a:solidFill>
                  <a:srgbClr val="585858"/>
                </a:solidFill>
                <a:latin typeface="+mn-lt"/>
                <a:cs typeface="Calibri"/>
              </a:rPr>
              <a:t>le système</a:t>
            </a:r>
            <a:r>
              <a:rPr lang="fr-FR" sz="1200" spc="-20" dirty="0" smtClean="0">
                <a:solidFill>
                  <a:srgbClr val="585858"/>
                </a:solidFill>
                <a:latin typeface="+mn-lt"/>
                <a:cs typeface="Calibri"/>
              </a:rPr>
              <a:t> </a:t>
            </a:r>
            <a:r>
              <a:rPr lang="fr-FR" sz="1200" dirty="0" smtClean="0">
                <a:solidFill>
                  <a:srgbClr val="585858"/>
                </a:solidFill>
                <a:latin typeface="+mn-lt"/>
                <a:cs typeface="Calibri"/>
              </a:rPr>
              <a:t>de</a:t>
            </a:r>
            <a:r>
              <a:rPr lang="fr-FR" sz="1200" spc="-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dirty="0" err="1" smtClean="0">
                <a:solidFill>
                  <a:srgbClr val="585858"/>
                </a:solidFill>
                <a:latin typeface="+mn-lt"/>
                <a:cs typeface="Calibri"/>
              </a:rPr>
              <a:t>Btrfs</a:t>
            </a:r>
            <a:r>
              <a:rPr lang="fr-FR" sz="1200" dirty="0" smtClean="0">
                <a:solidFill>
                  <a:srgbClr val="585858"/>
                </a:solidFill>
                <a:latin typeface="+mn-lt"/>
                <a:cs typeface="Calibri"/>
              </a:rPr>
              <a:t>,</a:t>
            </a:r>
            <a:r>
              <a:rPr lang="fr-FR" sz="1200" spc="-20" dirty="0" smtClean="0">
                <a:solidFill>
                  <a:srgbClr val="585858"/>
                </a:solidFill>
                <a:latin typeface="+mn-lt"/>
                <a:cs typeface="Calibri"/>
              </a:rPr>
              <a:t> </a:t>
            </a:r>
            <a:r>
              <a:rPr lang="fr-FR" sz="1200" dirty="0" smtClean="0">
                <a:solidFill>
                  <a:srgbClr val="585858"/>
                </a:solidFill>
                <a:latin typeface="+mn-lt"/>
                <a:cs typeface="Calibri"/>
              </a:rPr>
              <a:t>les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métadonnées </a:t>
            </a:r>
            <a:r>
              <a:rPr lang="fr-FR" sz="1200" dirty="0" smtClean="0">
                <a:solidFill>
                  <a:srgbClr val="585858"/>
                </a:solidFill>
                <a:latin typeface="+mn-lt"/>
                <a:cs typeface="Calibri"/>
              </a:rPr>
              <a:t>sont</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considérablement</a:t>
            </a:r>
            <a:r>
              <a:rPr lang="fr-FR" sz="1200" spc="-5" dirty="0" smtClean="0">
                <a:solidFill>
                  <a:srgbClr val="585858"/>
                </a:solidFill>
                <a:latin typeface="+mn-lt"/>
                <a:cs typeface="Calibri"/>
              </a:rPr>
              <a:t> </a:t>
            </a:r>
            <a:r>
              <a:rPr lang="fr-FR" sz="1200" dirty="0" smtClean="0">
                <a:solidFill>
                  <a:srgbClr val="585858"/>
                </a:solidFill>
                <a:latin typeface="+mn-lt"/>
                <a:cs typeface="Calibri"/>
              </a:rPr>
              <a:t>plus</a:t>
            </a:r>
            <a:r>
              <a:rPr lang="fr-FR" sz="1200" spc="-5" dirty="0" smtClean="0">
                <a:solidFill>
                  <a:srgbClr val="585858"/>
                </a:solidFill>
                <a:latin typeface="+mn-lt"/>
                <a:cs typeface="Calibri"/>
              </a:rPr>
              <a:t> </a:t>
            </a:r>
            <a:r>
              <a:rPr lang="fr-FR" sz="1200" dirty="0" smtClean="0">
                <a:solidFill>
                  <a:srgbClr val="585858"/>
                </a:solidFill>
                <a:latin typeface="+mn-lt"/>
                <a:cs typeface="Calibri"/>
              </a:rPr>
              <a:t>petites.</a:t>
            </a:r>
            <a:r>
              <a:rPr lang="fr-FR" sz="1200" spc="-30" dirty="0" smtClean="0">
                <a:solidFill>
                  <a:srgbClr val="585858"/>
                </a:solidFill>
                <a:latin typeface="+mn-lt"/>
                <a:cs typeface="Calibri"/>
              </a:rPr>
              <a:t> </a:t>
            </a:r>
            <a:r>
              <a:rPr lang="fr-FR" sz="1200" dirty="0" smtClean="0">
                <a:solidFill>
                  <a:srgbClr val="585858"/>
                </a:solidFill>
                <a:latin typeface="+mn-lt"/>
                <a:cs typeface="Calibri"/>
              </a:rPr>
              <a:t>Des</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métadonnées</a:t>
            </a:r>
            <a:r>
              <a:rPr lang="fr-FR" sz="1200" dirty="0" smtClean="0">
                <a:solidFill>
                  <a:srgbClr val="585858"/>
                </a:solidFill>
                <a:latin typeface="+mn-lt"/>
                <a:cs typeface="Calibri"/>
              </a:rPr>
              <a:t> plus</a:t>
            </a:r>
            <a:r>
              <a:rPr lang="fr-FR" sz="1200" spc="-30" dirty="0" smtClean="0">
                <a:solidFill>
                  <a:srgbClr val="585858"/>
                </a:solidFill>
                <a:latin typeface="+mn-lt"/>
                <a:cs typeface="Calibri"/>
              </a:rPr>
              <a:t> </a:t>
            </a:r>
            <a:r>
              <a:rPr lang="fr-FR" sz="1200" dirty="0" smtClean="0">
                <a:solidFill>
                  <a:srgbClr val="585858"/>
                </a:solidFill>
                <a:latin typeface="+mn-lt"/>
                <a:cs typeface="Calibri"/>
              </a:rPr>
              <a:t>petites améliorent</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l'efficacité </a:t>
            </a:r>
            <a:r>
              <a:rPr lang="fr-FR" sz="1200" dirty="0" smtClean="0">
                <a:solidFill>
                  <a:srgbClr val="585858"/>
                </a:solidFill>
                <a:latin typeface="+mn-lt"/>
                <a:cs typeface="Calibri"/>
              </a:rPr>
              <a:t>du</a:t>
            </a:r>
            <a:r>
              <a:rPr lang="fr-FR" sz="1200" spc="-45" dirty="0" smtClean="0">
                <a:solidFill>
                  <a:srgbClr val="585858"/>
                </a:solidFill>
                <a:latin typeface="+mn-lt"/>
                <a:cs typeface="Calibri"/>
              </a:rPr>
              <a:t> </a:t>
            </a:r>
            <a:r>
              <a:rPr lang="fr-FR" sz="1200" spc="-10" dirty="0" smtClean="0">
                <a:solidFill>
                  <a:srgbClr val="585858"/>
                </a:solidFill>
                <a:latin typeface="+mn-lt"/>
                <a:cs typeface="Calibri"/>
              </a:rPr>
              <a:t>stockage</a:t>
            </a:r>
            <a:r>
              <a:rPr lang="fr-FR" sz="1200" spc="-30" dirty="0" smtClean="0">
                <a:solidFill>
                  <a:srgbClr val="585858"/>
                </a:solidFill>
                <a:latin typeface="+mn-lt"/>
                <a:cs typeface="Calibri"/>
              </a:rPr>
              <a:t> </a:t>
            </a:r>
            <a:r>
              <a:rPr lang="fr-FR" sz="1200" dirty="0" smtClean="0">
                <a:solidFill>
                  <a:srgbClr val="585858"/>
                </a:solidFill>
                <a:latin typeface="+mn-lt"/>
                <a:cs typeface="Calibri"/>
              </a:rPr>
              <a:t>et</a:t>
            </a:r>
            <a:r>
              <a:rPr lang="fr-FR" sz="1200" spc="-30" dirty="0" smtClean="0">
                <a:solidFill>
                  <a:srgbClr val="585858"/>
                </a:solidFill>
                <a:latin typeface="+mn-lt"/>
                <a:cs typeface="Calibri"/>
              </a:rPr>
              <a:t> </a:t>
            </a:r>
            <a:r>
              <a:rPr lang="fr-FR" sz="1200" dirty="0" smtClean="0">
                <a:solidFill>
                  <a:srgbClr val="585858"/>
                </a:solidFill>
                <a:latin typeface="+mn-lt"/>
                <a:cs typeface="Calibri"/>
              </a:rPr>
              <a:t>les performances</a:t>
            </a:r>
            <a:r>
              <a:rPr lang="fr-FR" sz="1200" spc="-5" dirty="0" smtClean="0">
                <a:solidFill>
                  <a:srgbClr val="585858"/>
                </a:solidFill>
                <a:latin typeface="+mn-lt"/>
                <a:cs typeface="Calibri"/>
              </a:rPr>
              <a:t> </a:t>
            </a:r>
            <a:r>
              <a:rPr lang="fr-FR" sz="1200" dirty="0" smtClean="0">
                <a:solidFill>
                  <a:srgbClr val="585858"/>
                </a:solidFill>
                <a:latin typeface="+mn-lt"/>
                <a:cs typeface="Calibri"/>
              </a:rPr>
              <a:t>du</a:t>
            </a:r>
            <a:r>
              <a:rPr lang="fr-FR" sz="1200" spc="-45"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25" dirty="0" smtClean="0">
                <a:solidFill>
                  <a:srgbClr val="585858"/>
                </a:solidFill>
                <a:latin typeface="+mn-lt"/>
                <a:cs typeface="Calibri"/>
              </a:rPr>
              <a:t> </a:t>
            </a:r>
            <a:r>
              <a:rPr lang="fr-FR" sz="1200" dirty="0" smtClean="0">
                <a:solidFill>
                  <a:srgbClr val="585858"/>
                </a:solidFill>
                <a:latin typeface="+mn-lt"/>
                <a:cs typeface="Calibri"/>
              </a:rPr>
              <a:t>de</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fichiers.</a:t>
            </a:r>
          </a:p>
          <a:p>
            <a:pPr marL="12700">
              <a:lnSpc>
                <a:spcPct val="100000"/>
              </a:lnSpc>
              <a:spcBef>
                <a:spcPts val="1440"/>
              </a:spcBef>
            </a:pPr>
            <a:r>
              <a:rPr lang="fr-FR" b="0" dirty="0" smtClean="0">
                <a:latin typeface="+mn-lt"/>
                <a:cs typeface="Calibri"/>
              </a:rPr>
              <a:t>Le</a:t>
            </a:r>
            <a:r>
              <a:rPr lang="fr-FR" b="0" spc="125" dirty="0" smtClean="0">
                <a:latin typeface="+mn-lt"/>
                <a:cs typeface="Calibri"/>
              </a:rPr>
              <a:t> </a:t>
            </a:r>
            <a:r>
              <a:rPr lang="fr-FR" b="0" dirty="0" smtClean="0">
                <a:latin typeface="+mn-lt"/>
                <a:cs typeface="Calibri"/>
              </a:rPr>
              <a:t>système</a:t>
            </a:r>
            <a:r>
              <a:rPr lang="fr-FR" b="0" spc="135" dirty="0" smtClean="0">
                <a:latin typeface="+mn-lt"/>
                <a:cs typeface="Calibri"/>
              </a:rPr>
              <a:t> </a:t>
            </a:r>
            <a:r>
              <a:rPr lang="fr-FR" b="0" dirty="0" smtClean="0">
                <a:latin typeface="+mn-lt"/>
                <a:cs typeface="Calibri"/>
              </a:rPr>
              <a:t>de</a:t>
            </a:r>
            <a:r>
              <a:rPr lang="fr-FR" b="0" spc="130" dirty="0" smtClean="0">
                <a:latin typeface="+mn-lt"/>
                <a:cs typeface="Calibri"/>
              </a:rPr>
              <a:t> </a:t>
            </a:r>
            <a:r>
              <a:rPr lang="fr-FR" b="0" dirty="0" smtClean="0">
                <a:latin typeface="+mn-lt"/>
                <a:cs typeface="Calibri"/>
              </a:rPr>
              <a:t>fichiers</a:t>
            </a:r>
            <a:r>
              <a:rPr lang="fr-FR" b="0" spc="160" dirty="0" smtClean="0">
                <a:latin typeface="+mn-lt"/>
                <a:cs typeface="Calibri"/>
              </a:rPr>
              <a:t> </a:t>
            </a:r>
            <a:r>
              <a:rPr lang="fr-FR" b="0" dirty="0" err="1" smtClean="0">
                <a:latin typeface="+mn-lt"/>
                <a:cs typeface="Calibri"/>
              </a:rPr>
              <a:t>Btrfs</a:t>
            </a:r>
            <a:r>
              <a:rPr lang="fr-FR" b="0" spc="140" dirty="0" smtClean="0">
                <a:latin typeface="+mn-lt"/>
                <a:cs typeface="Calibri"/>
              </a:rPr>
              <a:t> </a:t>
            </a:r>
            <a:r>
              <a:rPr lang="fr-FR" b="0" dirty="0" smtClean="0">
                <a:latin typeface="+mn-lt"/>
                <a:cs typeface="Calibri"/>
              </a:rPr>
              <a:t>prend</a:t>
            </a:r>
            <a:r>
              <a:rPr lang="fr-FR" b="0" spc="125" dirty="0" smtClean="0">
                <a:latin typeface="+mn-lt"/>
                <a:cs typeface="Calibri"/>
              </a:rPr>
              <a:t> </a:t>
            </a:r>
            <a:r>
              <a:rPr lang="fr-FR" b="0" dirty="0" smtClean="0">
                <a:latin typeface="+mn-lt"/>
                <a:cs typeface="Calibri"/>
              </a:rPr>
              <a:t>en</a:t>
            </a:r>
            <a:r>
              <a:rPr lang="fr-FR" b="0" spc="140" dirty="0" smtClean="0">
                <a:latin typeface="+mn-lt"/>
                <a:cs typeface="Calibri"/>
              </a:rPr>
              <a:t> </a:t>
            </a:r>
            <a:r>
              <a:rPr lang="fr-FR" b="0" dirty="0" smtClean="0">
                <a:latin typeface="+mn-lt"/>
                <a:cs typeface="Calibri"/>
              </a:rPr>
              <a:t>charge</a:t>
            </a:r>
            <a:r>
              <a:rPr lang="fr-FR" b="0" spc="130" dirty="0" smtClean="0">
                <a:latin typeface="+mn-lt"/>
                <a:cs typeface="Calibri"/>
              </a:rPr>
              <a:t> </a:t>
            </a:r>
            <a:r>
              <a:rPr lang="fr-FR" b="0" dirty="0" smtClean="0">
                <a:latin typeface="+mn-lt"/>
                <a:cs typeface="Calibri"/>
              </a:rPr>
              <a:t>la</a:t>
            </a:r>
            <a:r>
              <a:rPr lang="fr-FR" b="0" spc="155" dirty="0" smtClean="0">
                <a:latin typeface="+mn-lt"/>
                <a:cs typeface="Calibri"/>
              </a:rPr>
              <a:t> </a:t>
            </a:r>
            <a:r>
              <a:rPr lang="fr-FR" b="0" dirty="0" smtClean="0">
                <a:latin typeface="+mn-lt"/>
                <a:cs typeface="Calibri"/>
              </a:rPr>
              <a:t>compression</a:t>
            </a:r>
            <a:r>
              <a:rPr lang="fr-FR" b="0" spc="105" dirty="0" smtClean="0">
                <a:latin typeface="+mn-lt"/>
                <a:cs typeface="Calibri"/>
              </a:rPr>
              <a:t> </a:t>
            </a:r>
            <a:r>
              <a:rPr lang="fr-FR" b="0" dirty="0" smtClean="0">
                <a:latin typeface="+mn-lt"/>
                <a:cs typeface="Calibri"/>
              </a:rPr>
              <a:t>de</a:t>
            </a:r>
            <a:r>
              <a:rPr lang="fr-FR" b="0" spc="150" dirty="0" smtClean="0">
                <a:latin typeface="+mn-lt"/>
                <a:cs typeface="Calibri"/>
              </a:rPr>
              <a:t> </a:t>
            </a:r>
            <a:r>
              <a:rPr lang="fr-FR" b="0" dirty="0" smtClean="0">
                <a:latin typeface="+mn-lt"/>
                <a:cs typeface="Calibri"/>
              </a:rPr>
              <a:t>données.</a:t>
            </a:r>
            <a:r>
              <a:rPr lang="fr-FR" b="0" spc="135" dirty="0" smtClean="0">
                <a:latin typeface="+mn-lt"/>
                <a:cs typeface="Calibri"/>
              </a:rPr>
              <a:t> </a:t>
            </a:r>
            <a:r>
              <a:rPr lang="fr-FR" b="0" dirty="0" smtClean="0">
                <a:latin typeface="+mn-lt"/>
                <a:cs typeface="Calibri"/>
              </a:rPr>
              <a:t>La</a:t>
            </a:r>
            <a:r>
              <a:rPr lang="fr-FR" b="0" spc="130" dirty="0" smtClean="0">
                <a:latin typeface="+mn-lt"/>
                <a:cs typeface="Calibri"/>
              </a:rPr>
              <a:t> </a:t>
            </a:r>
            <a:r>
              <a:rPr lang="fr-FR" b="0" dirty="0" smtClean="0">
                <a:latin typeface="+mn-lt"/>
                <a:cs typeface="Calibri"/>
              </a:rPr>
              <a:t>compression</a:t>
            </a:r>
            <a:r>
              <a:rPr lang="fr-FR" b="0" spc="130" dirty="0" smtClean="0">
                <a:latin typeface="+mn-lt"/>
                <a:cs typeface="Calibri"/>
              </a:rPr>
              <a:t> </a:t>
            </a:r>
            <a:r>
              <a:rPr lang="fr-FR" b="0" dirty="0" smtClean="0">
                <a:latin typeface="+mn-lt"/>
                <a:cs typeface="Calibri"/>
              </a:rPr>
              <a:t>et</a:t>
            </a:r>
            <a:r>
              <a:rPr lang="fr-FR" b="0" spc="155" dirty="0" smtClean="0">
                <a:latin typeface="+mn-lt"/>
                <a:cs typeface="Calibri"/>
              </a:rPr>
              <a:t> </a:t>
            </a:r>
            <a:r>
              <a:rPr lang="fr-FR" b="0" dirty="0" smtClean="0">
                <a:latin typeface="+mn-lt"/>
                <a:cs typeface="Calibri"/>
              </a:rPr>
              <a:t>la</a:t>
            </a:r>
            <a:r>
              <a:rPr lang="fr-FR" b="0" spc="155" dirty="0" smtClean="0">
                <a:latin typeface="+mn-lt"/>
                <a:cs typeface="Calibri"/>
              </a:rPr>
              <a:t> </a:t>
            </a:r>
            <a:r>
              <a:rPr lang="fr-FR" b="0" dirty="0" smtClean="0">
                <a:latin typeface="+mn-lt"/>
                <a:cs typeface="Calibri"/>
              </a:rPr>
              <a:t>décompression</a:t>
            </a:r>
            <a:r>
              <a:rPr lang="fr-FR" b="0" spc="125" dirty="0" smtClean="0">
                <a:latin typeface="+mn-lt"/>
                <a:cs typeface="Calibri"/>
              </a:rPr>
              <a:t> </a:t>
            </a:r>
            <a:r>
              <a:rPr lang="fr-FR" b="0" dirty="0" smtClean="0">
                <a:latin typeface="+mn-lt"/>
                <a:cs typeface="Calibri"/>
              </a:rPr>
              <a:t>des</a:t>
            </a:r>
            <a:r>
              <a:rPr lang="fr-FR" b="0" spc="165" dirty="0" smtClean="0">
                <a:latin typeface="+mn-lt"/>
                <a:cs typeface="Calibri"/>
              </a:rPr>
              <a:t> </a:t>
            </a:r>
            <a:r>
              <a:rPr lang="fr-FR" b="0" dirty="0" smtClean="0">
                <a:latin typeface="+mn-lt"/>
                <a:cs typeface="Calibri"/>
              </a:rPr>
              <a:t>fichiers</a:t>
            </a:r>
            <a:r>
              <a:rPr lang="fr-FR" b="0" spc="135" dirty="0" smtClean="0">
                <a:latin typeface="+mn-lt"/>
                <a:cs typeface="Calibri"/>
              </a:rPr>
              <a:t> </a:t>
            </a:r>
            <a:r>
              <a:rPr lang="fr-FR" b="0" dirty="0" smtClean="0">
                <a:latin typeface="+mn-lt"/>
                <a:cs typeface="Calibri"/>
              </a:rPr>
              <a:t>dans</a:t>
            </a:r>
            <a:r>
              <a:rPr lang="fr-FR" b="0" spc="140" dirty="0" smtClean="0">
                <a:latin typeface="+mn-lt"/>
                <a:cs typeface="Calibri"/>
              </a:rPr>
              <a:t> </a:t>
            </a:r>
            <a:r>
              <a:rPr lang="fr-FR" b="0" dirty="0" smtClean="0">
                <a:latin typeface="+mn-lt"/>
                <a:cs typeface="Calibri"/>
              </a:rPr>
              <a:t>un</a:t>
            </a:r>
            <a:r>
              <a:rPr lang="fr-FR" b="0" spc="145" dirty="0" smtClean="0">
                <a:latin typeface="+mn-lt"/>
                <a:cs typeface="Calibri"/>
              </a:rPr>
              <a:t> </a:t>
            </a:r>
            <a:r>
              <a:rPr lang="fr-FR" b="0" dirty="0" smtClean="0">
                <a:latin typeface="+mn-lt"/>
                <a:cs typeface="Calibri"/>
              </a:rPr>
              <a:t>système</a:t>
            </a:r>
            <a:r>
              <a:rPr lang="fr-FR" b="0" spc="130" dirty="0" smtClean="0">
                <a:latin typeface="+mn-lt"/>
                <a:cs typeface="Calibri"/>
              </a:rPr>
              <a:t> </a:t>
            </a:r>
            <a:r>
              <a:rPr lang="fr-FR" b="0" dirty="0" smtClean="0">
                <a:latin typeface="+mn-lt"/>
                <a:cs typeface="Calibri"/>
              </a:rPr>
              <a:t>de</a:t>
            </a:r>
            <a:r>
              <a:rPr lang="fr-FR" b="0" spc="155" dirty="0" smtClean="0">
                <a:latin typeface="+mn-lt"/>
                <a:cs typeface="Calibri"/>
              </a:rPr>
              <a:t> </a:t>
            </a:r>
            <a:r>
              <a:rPr lang="fr-FR" b="0" dirty="0" smtClean="0">
                <a:latin typeface="+mn-lt"/>
                <a:cs typeface="Calibri"/>
              </a:rPr>
              <a:t>fichiers</a:t>
            </a:r>
            <a:r>
              <a:rPr lang="fr-FR" b="0" spc="135" dirty="0" smtClean="0">
                <a:latin typeface="+mn-lt"/>
                <a:cs typeface="Calibri"/>
              </a:rPr>
              <a:t> </a:t>
            </a:r>
            <a:r>
              <a:rPr lang="fr-FR" b="0" dirty="0" err="1" smtClean="0">
                <a:latin typeface="+mn-lt"/>
                <a:cs typeface="Calibri"/>
              </a:rPr>
              <a:t>btrfs</a:t>
            </a:r>
            <a:r>
              <a:rPr lang="fr-FR" b="0" spc="165" dirty="0" smtClean="0">
                <a:latin typeface="+mn-lt"/>
                <a:cs typeface="Calibri"/>
              </a:rPr>
              <a:t> </a:t>
            </a:r>
            <a:r>
              <a:rPr lang="fr-FR" b="0" dirty="0" smtClean="0">
                <a:latin typeface="+mn-lt"/>
                <a:cs typeface="Calibri"/>
              </a:rPr>
              <a:t>se</a:t>
            </a:r>
            <a:r>
              <a:rPr lang="fr-FR" b="0" spc="125" dirty="0" smtClean="0">
                <a:latin typeface="+mn-lt"/>
                <a:cs typeface="Calibri"/>
              </a:rPr>
              <a:t> </a:t>
            </a:r>
            <a:r>
              <a:rPr lang="fr-FR" b="0" spc="-20" dirty="0" smtClean="0">
                <a:latin typeface="+mn-lt"/>
                <a:cs typeface="Calibri"/>
              </a:rPr>
              <a:t>font</a:t>
            </a:r>
          </a:p>
          <a:p>
            <a:pPr marL="12700">
              <a:lnSpc>
                <a:spcPct val="100000"/>
              </a:lnSpc>
              <a:spcBef>
                <a:spcPts val="1440"/>
              </a:spcBef>
            </a:pPr>
            <a:r>
              <a:rPr lang="fr-FR" b="0" spc="-10" dirty="0" smtClean="0">
                <a:latin typeface="+mn-lt"/>
                <a:cs typeface="Calibri"/>
              </a:rPr>
              <a:t>automatiquement</a:t>
            </a:r>
            <a:r>
              <a:rPr lang="fr-FR" b="0" spc="-35" dirty="0" smtClean="0">
                <a:latin typeface="+mn-lt"/>
                <a:cs typeface="Calibri"/>
              </a:rPr>
              <a:t> </a:t>
            </a:r>
            <a:r>
              <a:rPr lang="fr-FR" b="0" dirty="0" smtClean="0">
                <a:latin typeface="+mn-lt"/>
                <a:cs typeface="Calibri"/>
              </a:rPr>
              <a:t>en</a:t>
            </a:r>
            <a:r>
              <a:rPr lang="fr-FR" b="0" spc="-5" dirty="0" smtClean="0">
                <a:latin typeface="+mn-lt"/>
                <a:cs typeface="Calibri"/>
              </a:rPr>
              <a:t> </a:t>
            </a:r>
            <a:r>
              <a:rPr lang="fr-FR" b="0" spc="-20" dirty="0" smtClean="0">
                <a:latin typeface="+mn-lt"/>
                <a:cs typeface="Calibri"/>
              </a:rPr>
              <a:t>arrière-</a:t>
            </a:r>
            <a:r>
              <a:rPr lang="fr-FR" b="0" dirty="0" smtClean="0">
                <a:latin typeface="+mn-lt"/>
                <a:cs typeface="Calibri"/>
              </a:rPr>
              <a:t>plan.</a:t>
            </a:r>
            <a:r>
              <a:rPr lang="fr-FR" b="0" spc="25" dirty="0" smtClean="0">
                <a:latin typeface="+mn-lt"/>
                <a:cs typeface="Calibri"/>
              </a:rPr>
              <a:t> </a:t>
            </a:r>
            <a:r>
              <a:rPr lang="fr-FR" b="0" dirty="0" err="1" smtClean="0">
                <a:latin typeface="+mn-lt"/>
                <a:cs typeface="Calibri"/>
              </a:rPr>
              <a:t>Btrfs</a:t>
            </a:r>
            <a:r>
              <a:rPr lang="fr-FR" b="0" spc="-15" dirty="0" smtClean="0">
                <a:latin typeface="+mn-lt"/>
                <a:cs typeface="Calibri"/>
              </a:rPr>
              <a:t> </a:t>
            </a:r>
            <a:r>
              <a:rPr lang="fr-FR" b="0" dirty="0" smtClean="0">
                <a:latin typeface="+mn-lt"/>
                <a:cs typeface="Calibri"/>
              </a:rPr>
              <a:t>prend</a:t>
            </a:r>
            <a:r>
              <a:rPr lang="fr-FR" b="0" spc="-5" dirty="0" smtClean="0">
                <a:latin typeface="+mn-lt"/>
                <a:cs typeface="Calibri"/>
              </a:rPr>
              <a:t> </a:t>
            </a:r>
            <a:r>
              <a:rPr lang="fr-FR" b="0" dirty="0" smtClean="0">
                <a:latin typeface="+mn-lt"/>
                <a:cs typeface="Calibri"/>
              </a:rPr>
              <a:t>en</a:t>
            </a:r>
            <a:r>
              <a:rPr lang="fr-FR" b="0" spc="-5" dirty="0" smtClean="0">
                <a:latin typeface="+mn-lt"/>
                <a:cs typeface="Calibri"/>
              </a:rPr>
              <a:t> </a:t>
            </a:r>
            <a:r>
              <a:rPr lang="fr-FR" b="0" dirty="0" smtClean="0">
                <a:latin typeface="+mn-lt"/>
                <a:cs typeface="Calibri"/>
              </a:rPr>
              <a:t>charge</a:t>
            </a:r>
            <a:r>
              <a:rPr lang="fr-FR" b="0" spc="-25" dirty="0" smtClean="0">
                <a:latin typeface="+mn-lt"/>
                <a:cs typeface="Calibri"/>
              </a:rPr>
              <a:t> </a:t>
            </a:r>
            <a:r>
              <a:rPr lang="fr-FR" b="0" dirty="0" smtClean="0">
                <a:latin typeface="+mn-lt"/>
                <a:cs typeface="Calibri"/>
              </a:rPr>
              <a:t>3</a:t>
            </a:r>
            <a:r>
              <a:rPr lang="fr-FR" b="0" spc="-10" dirty="0" smtClean="0">
                <a:latin typeface="+mn-lt"/>
                <a:cs typeface="Calibri"/>
              </a:rPr>
              <a:t> </a:t>
            </a:r>
            <a:r>
              <a:rPr lang="fr-FR" b="0" dirty="0" smtClean="0">
                <a:latin typeface="+mn-lt"/>
                <a:cs typeface="Calibri"/>
              </a:rPr>
              <a:t>algorithmes</a:t>
            </a:r>
            <a:r>
              <a:rPr lang="fr-FR" b="0" spc="10" dirty="0" smtClean="0">
                <a:latin typeface="+mn-lt"/>
                <a:cs typeface="Calibri"/>
              </a:rPr>
              <a:t> </a:t>
            </a:r>
            <a:r>
              <a:rPr lang="fr-FR" b="0" dirty="0" smtClean="0">
                <a:latin typeface="+mn-lt"/>
                <a:cs typeface="Calibri"/>
              </a:rPr>
              <a:t>de</a:t>
            </a:r>
            <a:r>
              <a:rPr lang="fr-FR" b="0" spc="-20" dirty="0" smtClean="0">
                <a:latin typeface="+mn-lt"/>
                <a:cs typeface="Calibri"/>
              </a:rPr>
              <a:t> </a:t>
            </a:r>
            <a:r>
              <a:rPr lang="fr-FR" b="0" spc="-10" dirty="0" smtClean="0">
                <a:latin typeface="+mn-lt"/>
                <a:cs typeface="Calibri"/>
              </a:rPr>
              <a:t>compression</a:t>
            </a:r>
            <a:r>
              <a:rPr lang="fr-FR" b="0" spc="15" dirty="0" smtClean="0">
                <a:latin typeface="+mn-lt"/>
                <a:cs typeface="Calibri"/>
              </a:rPr>
              <a:t> </a:t>
            </a:r>
            <a:r>
              <a:rPr lang="fr-FR" b="0" dirty="0" smtClean="0">
                <a:latin typeface="+mn-lt"/>
                <a:cs typeface="Calibri"/>
              </a:rPr>
              <a:t>:</a:t>
            </a:r>
            <a:r>
              <a:rPr lang="fr-FR" b="0" spc="-10" dirty="0" smtClean="0">
                <a:latin typeface="+mn-lt"/>
                <a:cs typeface="Calibri"/>
              </a:rPr>
              <a:t> </a:t>
            </a:r>
            <a:r>
              <a:rPr lang="fr-FR" b="0" dirty="0" smtClean="0">
                <a:latin typeface="+mn-lt"/>
                <a:cs typeface="Calibri"/>
              </a:rPr>
              <a:t>ZLIB,</a:t>
            </a:r>
            <a:r>
              <a:rPr lang="fr-FR" b="0" spc="5" dirty="0" smtClean="0">
                <a:latin typeface="+mn-lt"/>
                <a:cs typeface="Calibri"/>
              </a:rPr>
              <a:t> </a:t>
            </a:r>
            <a:r>
              <a:rPr lang="fr-FR" b="0" dirty="0" smtClean="0">
                <a:latin typeface="+mn-lt"/>
                <a:cs typeface="Calibri"/>
              </a:rPr>
              <a:t>LZO</a:t>
            </a:r>
            <a:r>
              <a:rPr lang="fr-FR" b="0" spc="-5" dirty="0" smtClean="0">
                <a:latin typeface="+mn-lt"/>
                <a:cs typeface="Calibri"/>
              </a:rPr>
              <a:t> </a:t>
            </a:r>
            <a:r>
              <a:rPr lang="fr-FR" b="0" dirty="0" smtClean="0">
                <a:latin typeface="+mn-lt"/>
                <a:cs typeface="Calibri"/>
              </a:rPr>
              <a:t>et</a:t>
            </a:r>
            <a:r>
              <a:rPr lang="fr-FR" b="0" spc="-20" dirty="0" smtClean="0">
                <a:latin typeface="+mn-lt"/>
                <a:cs typeface="Calibri"/>
              </a:rPr>
              <a:t> </a:t>
            </a:r>
            <a:r>
              <a:rPr lang="fr-FR" b="0" spc="-10" dirty="0" smtClean="0">
                <a:latin typeface="+mn-lt"/>
                <a:cs typeface="Calibri"/>
              </a:rPr>
              <a:t>ZSTD.</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smtClean="0">
              <a:latin typeface="+mn-l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smtClean="0">
              <a:latin typeface="+mn-lt"/>
              <a:cs typeface="Calibri"/>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31</a:t>
            </a:fld>
            <a:endParaRPr lang="fr-FR"/>
          </a:p>
        </p:txBody>
      </p:sp>
    </p:spTree>
    <p:extLst>
      <p:ext uri="{BB962C8B-B14F-4D97-AF65-F5344CB8AC3E}">
        <p14:creationId xmlns:p14="http://schemas.microsoft.com/office/powerpoint/2010/main" val="41530987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Le tous est organiser par une système de fichier </a:t>
            </a:r>
          </a:p>
          <a:p>
            <a:r>
              <a:rPr lang="fr-FR" sz="1200" kern="1200" dirty="0" smtClean="0">
                <a:solidFill>
                  <a:schemeClr val="tx1"/>
                </a:solidFill>
                <a:effectLst/>
                <a:latin typeface="+mn-lt"/>
                <a:ea typeface="+mn-ea"/>
                <a:cs typeface="+mn-cs"/>
              </a:rPr>
              <a:t>Pour linux ext4</a:t>
            </a:r>
          </a:p>
          <a:p>
            <a:r>
              <a:rPr lang="fr-FR" sz="1200" kern="1200" dirty="0" smtClean="0">
                <a:solidFill>
                  <a:schemeClr val="tx1"/>
                </a:solidFill>
                <a:effectLst/>
                <a:latin typeface="+mn-lt"/>
                <a:ea typeface="+mn-ea"/>
                <a:cs typeface="+mn-cs"/>
              </a:rPr>
              <a:t>Pour </a:t>
            </a:r>
            <a:r>
              <a:rPr lang="fr-FR" sz="1200" kern="1200" dirty="0" err="1" smtClean="0">
                <a:solidFill>
                  <a:schemeClr val="tx1"/>
                </a:solidFill>
                <a:effectLst/>
                <a:latin typeface="+mn-lt"/>
                <a:ea typeface="+mn-ea"/>
                <a:cs typeface="+mn-cs"/>
              </a:rPr>
              <a:t>windows</a:t>
            </a:r>
            <a:r>
              <a:rPr lang="fr-FR" sz="1200" kern="1200" dirty="0" smtClean="0">
                <a:solidFill>
                  <a:schemeClr val="tx1"/>
                </a:solidFill>
                <a:effectLst/>
                <a:latin typeface="+mn-lt"/>
                <a:ea typeface="+mn-ea"/>
                <a:cs typeface="+mn-cs"/>
              </a:rPr>
              <a:t> </a:t>
            </a:r>
            <a:r>
              <a:rPr lang="fr-FR" sz="1200" kern="1200" dirty="0" err="1" smtClean="0">
                <a:solidFill>
                  <a:schemeClr val="tx1"/>
                </a:solidFill>
                <a:effectLst/>
                <a:latin typeface="+mn-lt"/>
                <a:ea typeface="+mn-ea"/>
                <a:cs typeface="+mn-cs"/>
              </a:rPr>
              <a:t>ntfs</a:t>
            </a:r>
            <a:endParaRPr lang="fr-FR" sz="1200" kern="1200" dirty="0" smtClean="0">
              <a:solidFill>
                <a:schemeClr val="tx1"/>
              </a:solidFill>
              <a:effectLst/>
              <a:latin typeface="+mn-lt"/>
              <a:ea typeface="+mn-ea"/>
              <a:cs typeface="+mn-cs"/>
            </a:endParaRP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32</a:t>
            </a:fld>
            <a:endParaRPr lang="fr-FR"/>
          </a:p>
        </p:txBody>
      </p:sp>
    </p:spTree>
    <p:extLst>
      <p:ext uri="{BB962C8B-B14F-4D97-AF65-F5344CB8AC3E}">
        <p14:creationId xmlns:p14="http://schemas.microsoft.com/office/powerpoint/2010/main" val="31293938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a:lnSpc>
                <a:spcPct val="100000"/>
              </a:lnSpc>
              <a:spcBef>
                <a:spcPts val="819"/>
              </a:spcBef>
            </a:pPr>
            <a:r>
              <a:rPr lang="fr-FR" sz="1200" dirty="0" smtClean="0">
                <a:solidFill>
                  <a:srgbClr val="585858"/>
                </a:solidFill>
                <a:latin typeface="+mn-lt"/>
                <a:cs typeface="Calibri"/>
              </a:rPr>
              <a:t>Le</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30" dirty="0" smtClean="0">
                <a:solidFill>
                  <a:srgbClr val="585858"/>
                </a:solidFill>
                <a:latin typeface="+mn-lt"/>
                <a:cs typeface="Calibri"/>
              </a:rPr>
              <a:t> </a:t>
            </a:r>
            <a:r>
              <a:rPr lang="fr-FR" sz="1200" dirty="0" smtClean="0">
                <a:solidFill>
                  <a:srgbClr val="585858"/>
                </a:solidFill>
                <a:latin typeface="+mn-lt"/>
                <a:cs typeface="Calibri"/>
              </a:rPr>
              <a:t>Linux</a:t>
            </a:r>
            <a:r>
              <a:rPr lang="fr-FR" sz="1200" spc="-5" dirty="0" smtClean="0">
                <a:solidFill>
                  <a:srgbClr val="585858"/>
                </a:solidFill>
                <a:latin typeface="+mn-lt"/>
                <a:cs typeface="Calibri"/>
              </a:rPr>
              <a:t> </a:t>
            </a:r>
            <a:r>
              <a:rPr lang="fr-FR" sz="1200" dirty="0" smtClean="0">
                <a:solidFill>
                  <a:srgbClr val="585858"/>
                </a:solidFill>
                <a:latin typeface="+mn-lt"/>
                <a:cs typeface="Calibri"/>
              </a:rPr>
              <a:t>possède</a:t>
            </a:r>
            <a:r>
              <a:rPr lang="fr-FR" sz="1200" spc="-30" dirty="0" smtClean="0">
                <a:solidFill>
                  <a:srgbClr val="585858"/>
                </a:solidFill>
                <a:latin typeface="+mn-lt"/>
                <a:cs typeface="Calibri"/>
              </a:rPr>
              <a:t> </a:t>
            </a:r>
            <a:r>
              <a:rPr lang="fr-FR" sz="1200" dirty="0" smtClean="0">
                <a:solidFill>
                  <a:srgbClr val="585858"/>
                </a:solidFill>
                <a:latin typeface="+mn-lt"/>
                <a:cs typeface="Calibri"/>
              </a:rPr>
              <a:t>un</a:t>
            </a:r>
            <a:r>
              <a:rPr lang="fr-FR" sz="1200" spc="-25" dirty="0" smtClean="0">
                <a:solidFill>
                  <a:srgbClr val="585858"/>
                </a:solidFill>
                <a:latin typeface="+mn-lt"/>
                <a:cs typeface="Calibri"/>
              </a:rPr>
              <a:t> </a:t>
            </a:r>
            <a:r>
              <a:rPr lang="fr-FR" sz="1200" dirty="0" smtClean="0">
                <a:solidFill>
                  <a:srgbClr val="585858"/>
                </a:solidFill>
                <a:latin typeface="+mn-lt"/>
                <a:cs typeface="Calibri"/>
              </a:rPr>
              <a:t>ensemble</a:t>
            </a:r>
            <a:r>
              <a:rPr lang="fr-FR" sz="1200" spc="-10"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dirty="0" smtClean="0">
                <a:solidFill>
                  <a:srgbClr val="585858"/>
                </a:solidFill>
                <a:latin typeface="+mn-lt"/>
                <a:cs typeface="Calibri"/>
              </a:rPr>
              <a:t>dossiers</a:t>
            </a:r>
            <a:r>
              <a:rPr lang="fr-FR" sz="1200" spc="15" dirty="0" smtClean="0">
                <a:solidFill>
                  <a:srgbClr val="585858"/>
                </a:solidFill>
                <a:latin typeface="+mn-lt"/>
                <a:cs typeface="Calibri"/>
              </a:rPr>
              <a:t> </a:t>
            </a:r>
            <a:r>
              <a:rPr lang="fr-FR" sz="1200" dirty="0" smtClean="0">
                <a:solidFill>
                  <a:srgbClr val="585858"/>
                </a:solidFill>
                <a:latin typeface="+mn-lt"/>
                <a:cs typeface="Calibri"/>
              </a:rPr>
              <a:t>et</a:t>
            </a:r>
            <a:r>
              <a:rPr lang="fr-FR" sz="1200" spc="-50" dirty="0" smtClean="0">
                <a:solidFill>
                  <a:srgbClr val="585858"/>
                </a:solidFill>
                <a:latin typeface="+mn-lt"/>
                <a:cs typeface="Calibri"/>
              </a:rPr>
              <a:t> </a:t>
            </a:r>
            <a:r>
              <a:rPr lang="fr-FR" sz="1200" dirty="0" smtClean="0">
                <a:solidFill>
                  <a:srgbClr val="585858"/>
                </a:solidFill>
                <a:latin typeface="+mn-lt"/>
                <a:cs typeface="Calibri"/>
              </a:rPr>
              <a:t>de</a:t>
            </a:r>
            <a:r>
              <a:rPr lang="fr-FR" sz="1200" spc="-15" dirty="0" smtClean="0">
                <a:solidFill>
                  <a:srgbClr val="585858"/>
                </a:solidFill>
                <a:latin typeface="+mn-lt"/>
                <a:cs typeface="Calibri"/>
              </a:rPr>
              <a:t> </a:t>
            </a:r>
            <a:r>
              <a:rPr lang="fr-FR" sz="1200" spc="-1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dirty="0" smtClean="0">
                <a:solidFill>
                  <a:srgbClr val="585858"/>
                </a:solidFill>
                <a:latin typeface="+mn-lt"/>
                <a:cs typeface="Calibri"/>
              </a:rPr>
              <a:t>Chaque</a:t>
            </a:r>
            <a:r>
              <a:rPr lang="fr-FR" sz="1200" spc="-15" dirty="0" smtClean="0">
                <a:solidFill>
                  <a:srgbClr val="585858"/>
                </a:solidFill>
                <a:latin typeface="+mn-lt"/>
                <a:cs typeface="Calibri"/>
              </a:rPr>
              <a:t> </a:t>
            </a:r>
            <a:r>
              <a:rPr lang="fr-FR" sz="1200" dirty="0" smtClean="0">
                <a:solidFill>
                  <a:srgbClr val="585858"/>
                </a:solidFill>
                <a:latin typeface="+mn-lt"/>
                <a:cs typeface="Calibri"/>
              </a:rPr>
              <a:t>dossier</a:t>
            </a:r>
            <a:r>
              <a:rPr lang="fr-FR" sz="1200" spc="-20" dirty="0" smtClean="0">
                <a:solidFill>
                  <a:srgbClr val="585858"/>
                </a:solidFill>
                <a:latin typeface="+mn-lt"/>
                <a:cs typeface="Calibri"/>
              </a:rPr>
              <a:t> </a:t>
            </a:r>
            <a:r>
              <a:rPr lang="fr-FR" sz="1200" dirty="0" smtClean="0">
                <a:solidFill>
                  <a:srgbClr val="585858"/>
                </a:solidFill>
                <a:latin typeface="+mn-lt"/>
                <a:cs typeface="Calibri"/>
              </a:rPr>
              <a:t>Linux</a:t>
            </a:r>
            <a:r>
              <a:rPr lang="fr-FR" sz="1200" spc="-10" dirty="0" smtClean="0">
                <a:solidFill>
                  <a:srgbClr val="585858"/>
                </a:solidFill>
                <a:latin typeface="+mn-lt"/>
                <a:cs typeface="Calibri"/>
              </a:rPr>
              <a:t> </a:t>
            </a:r>
            <a:r>
              <a:rPr lang="fr-FR" sz="1200" dirty="0" smtClean="0">
                <a:solidFill>
                  <a:srgbClr val="585858"/>
                </a:solidFill>
                <a:latin typeface="+mn-lt"/>
                <a:cs typeface="Calibri"/>
              </a:rPr>
              <a:t>a</a:t>
            </a:r>
            <a:r>
              <a:rPr lang="fr-FR" sz="1200" spc="-35" dirty="0" smtClean="0">
                <a:solidFill>
                  <a:srgbClr val="585858"/>
                </a:solidFill>
                <a:latin typeface="+mn-lt"/>
                <a:cs typeface="Calibri"/>
              </a:rPr>
              <a:t> </a:t>
            </a:r>
            <a:r>
              <a:rPr lang="fr-FR" sz="1200" dirty="0" smtClean="0">
                <a:solidFill>
                  <a:srgbClr val="585858"/>
                </a:solidFill>
                <a:latin typeface="+mn-lt"/>
                <a:cs typeface="Calibri"/>
              </a:rPr>
              <a:t>son</a:t>
            </a:r>
            <a:r>
              <a:rPr lang="fr-FR" sz="1200" spc="-20" dirty="0" smtClean="0">
                <a:solidFill>
                  <a:srgbClr val="585858"/>
                </a:solidFill>
                <a:latin typeface="+mn-lt"/>
                <a:cs typeface="Calibri"/>
              </a:rPr>
              <a:t> </a:t>
            </a:r>
            <a:r>
              <a:rPr lang="fr-FR" sz="1200" dirty="0" smtClean="0">
                <a:solidFill>
                  <a:srgbClr val="585858"/>
                </a:solidFill>
                <a:latin typeface="+mn-lt"/>
                <a:cs typeface="Calibri"/>
              </a:rPr>
              <a:t>utilité</a:t>
            </a:r>
            <a:r>
              <a:rPr lang="fr-FR" sz="1200" spc="10" dirty="0" smtClean="0">
                <a:solidFill>
                  <a:srgbClr val="585858"/>
                </a:solidFill>
                <a:latin typeface="+mn-lt"/>
                <a:cs typeface="Calibri"/>
              </a:rPr>
              <a:t> </a:t>
            </a:r>
            <a:r>
              <a:rPr lang="fr-FR" sz="1200" dirty="0" smtClean="0">
                <a:solidFill>
                  <a:srgbClr val="585858"/>
                </a:solidFill>
                <a:latin typeface="+mn-lt"/>
                <a:cs typeface="Calibri"/>
              </a:rPr>
              <a:t>et</a:t>
            </a:r>
            <a:r>
              <a:rPr lang="fr-FR" sz="1200" spc="-50" dirty="0" smtClean="0">
                <a:solidFill>
                  <a:srgbClr val="585858"/>
                </a:solidFill>
                <a:latin typeface="+mn-lt"/>
                <a:cs typeface="Calibri"/>
              </a:rPr>
              <a:t> </a:t>
            </a:r>
            <a:r>
              <a:rPr lang="fr-FR" sz="1200" dirty="0" smtClean="0">
                <a:solidFill>
                  <a:srgbClr val="585858"/>
                </a:solidFill>
                <a:latin typeface="+mn-lt"/>
                <a:cs typeface="Calibri"/>
              </a:rPr>
              <a:t>son</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stockage</a:t>
            </a:r>
            <a:r>
              <a:rPr lang="fr-FR" sz="1200" spc="-30" dirty="0" smtClean="0">
                <a:solidFill>
                  <a:srgbClr val="585858"/>
                </a:solidFill>
                <a:latin typeface="+mn-lt"/>
                <a:cs typeface="Calibri"/>
              </a:rPr>
              <a:t> </a:t>
            </a:r>
            <a:r>
              <a:rPr lang="fr-FR" sz="1200" dirty="0" smtClean="0">
                <a:solidFill>
                  <a:srgbClr val="585858"/>
                </a:solidFill>
                <a:latin typeface="+mn-lt"/>
                <a:cs typeface="Calibri"/>
              </a:rPr>
              <a:t>ne</a:t>
            </a:r>
            <a:r>
              <a:rPr lang="fr-FR" sz="1200" spc="-15" dirty="0" smtClean="0">
                <a:solidFill>
                  <a:srgbClr val="585858"/>
                </a:solidFill>
                <a:latin typeface="+mn-lt"/>
                <a:cs typeface="Calibri"/>
              </a:rPr>
              <a:t> </a:t>
            </a:r>
            <a:r>
              <a:rPr lang="fr-FR" sz="1200" dirty="0" smtClean="0">
                <a:solidFill>
                  <a:srgbClr val="585858"/>
                </a:solidFill>
                <a:latin typeface="+mn-lt"/>
                <a:cs typeface="Calibri"/>
              </a:rPr>
              <a:t>se</a:t>
            </a:r>
            <a:r>
              <a:rPr lang="fr-FR" sz="1200" spc="-30" dirty="0" smtClean="0">
                <a:solidFill>
                  <a:srgbClr val="585858"/>
                </a:solidFill>
                <a:latin typeface="+mn-lt"/>
                <a:cs typeface="Calibri"/>
              </a:rPr>
              <a:t> </a:t>
            </a:r>
            <a:r>
              <a:rPr lang="fr-FR" sz="1200" dirty="0" smtClean="0">
                <a:solidFill>
                  <a:srgbClr val="585858"/>
                </a:solidFill>
                <a:latin typeface="+mn-lt"/>
                <a:cs typeface="Calibri"/>
              </a:rPr>
              <a:t>fait</a:t>
            </a:r>
            <a:r>
              <a:rPr lang="fr-FR" sz="1200" spc="-30" dirty="0" smtClean="0">
                <a:solidFill>
                  <a:srgbClr val="585858"/>
                </a:solidFill>
                <a:latin typeface="+mn-lt"/>
                <a:cs typeface="Calibri"/>
              </a:rPr>
              <a:t> </a:t>
            </a:r>
            <a:r>
              <a:rPr lang="fr-FR" sz="1200" dirty="0" smtClean="0">
                <a:solidFill>
                  <a:srgbClr val="585858"/>
                </a:solidFill>
                <a:latin typeface="+mn-lt"/>
                <a:cs typeface="Calibri"/>
              </a:rPr>
              <a:t>pas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n’importe</a:t>
            </a:r>
            <a:r>
              <a:rPr lang="fr-FR" sz="1200" spc="10" dirty="0" smtClean="0">
                <a:solidFill>
                  <a:srgbClr val="585858"/>
                </a:solidFill>
                <a:latin typeface="+mn-lt"/>
                <a:cs typeface="Calibri"/>
              </a:rPr>
              <a:t> </a:t>
            </a:r>
            <a:r>
              <a:rPr lang="fr-FR" sz="1200" dirty="0" smtClean="0">
                <a:solidFill>
                  <a:srgbClr val="585858"/>
                </a:solidFill>
                <a:latin typeface="+mn-lt"/>
                <a:cs typeface="Calibri"/>
              </a:rPr>
              <a:t>comment.</a:t>
            </a:r>
            <a:r>
              <a:rPr lang="fr-FR" sz="1200" spc="-25" dirty="0" smtClean="0">
                <a:solidFill>
                  <a:srgbClr val="585858"/>
                </a:solidFill>
                <a:latin typeface="+mn-lt"/>
                <a:cs typeface="Calibri"/>
              </a:rPr>
              <a:t> </a:t>
            </a:r>
          </a:p>
          <a:p>
            <a:pPr marL="12700">
              <a:lnSpc>
                <a:spcPct val="100000"/>
              </a:lnSpc>
              <a:spcBef>
                <a:spcPts val="1325"/>
              </a:spcBef>
            </a:pPr>
            <a:r>
              <a:rPr lang="fr-FR" sz="1200" spc="-10" dirty="0" smtClean="0">
                <a:solidFill>
                  <a:srgbClr val="585858"/>
                </a:solidFill>
                <a:latin typeface="+mn-lt"/>
                <a:cs typeface="Calibri"/>
              </a:rPr>
              <a:t>Puisqu’on</a:t>
            </a:r>
            <a:r>
              <a:rPr lang="fr-FR" sz="1200" spc="-20" dirty="0" smtClean="0">
                <a:solidFill>
                  <a:srgbClr val="585858"/>
                </a:solidFill>
                <a:latin typeface="+mn-lt"/>
                <a:cs typeface="Calibri"/>
              </a:rPr>
              <a:t> </a:t>
            </a:r>
            <a:r>
              <a:rPr lang="fr-FR" sz="1200" dirty="0" smtClean="0">
                <a:solidFill>
                  <a:srgbClr val="585858"/>
                </a:solidFill>
                <a:latin typeface="+mn-lt"/>
                <a:cs typeface="Calibri"/>
              </a:rPr>
              <a:t>parle</a:t>
            </a:r>
            <a:r>
              <a:rPr lang="fr-FR" sz="1200" spc="-30" dirty="0" smtClean="0">
                <a:solidFill>
                  <a:srgbClr val="585858"/>
                </a:solidFill>
                <a:latin typeface="+mn-lt"/>
                <a:cs typeface="Calibri"/>
              </a:rPr>
              <a:t> </a:t>
            </a:r>
            <a:r>
              <a:rPr lang="fr-FR" sz="1200" dirty="0" smtClean="0">
                <a:solidFill>
                  <a:srgbClr val="585858"/>
                </a:solidFill>
                <a:latin typeface="+mn-lt"/>
                <a:cs typeface="Calibri"/>
              </a:rPr>
              <a:t>d’un</a:t>
            </a:r>
            <a:r>
              <a:rPr lang="fr-FR" sz="1200" spc="-40" dirty="0" smtClean="0">
                <a:solidFill>
                  <a:srgbClr val="585858"/>
                </a:solidFill>
                <a:latin typeface="+mn-lt"/>
                <a:cs typeface="Calibri"/>
              </a:rPr>
              <a:t> </a:t>
            </a:r>
            <a:r>
              <a:rPr lang="fr-FR" sz="1200" dirty="0" smtClean="0">
                <a:solidFill>
                  <a:srgbClr val="585858"/>
                </a:solidFill>
                <a:latin typeface="+mn-lt"/>
                <a:cs typeface="Calibri"/>
              </a:rPr>
              <a:t>arbre,</a:t>
            </a:r>
            <a:r>
              <a:rPr lang="fr-FR" sz="1200" spc="-20" dirty="0" smtClean="0">
                <a:solidFill>
                  <a:srgbClr val="585858"/>
                </a:solidFill>
                <a:latin typeface="+mn-lt"/>
                <a:cs typeface="Calibri"/>
              </a:rPr>
              <a:t> </a:t>
            </a:r>
            <a:r>
              <a:rPr lang="fr-FR" sz="1200" dirty="0" smtClean="0">
                <a:solidFill>
                  <a:srgbClr val="585858"/>
                </a:solidFill>
                <a:latin typeface="+mn-lt"/>
                <a:cs typeface="Calibri"/>
              </a:rPr>
              <a:t>il</a:t>
            </a:r>
            <a:r>
              <a:rPr lang="fr-FR" sz="1200" spc="-20" dirty="0" smtClean="0">
                <a:solidFill>
                  <a:srgbClr val="585858"/>
                </a:solidFill>
                <a:latin typeface="+mn-lt"/>
                <a:cs typeface="Calibri"/>
              </a:rPr>
              <a:t> n’existe</a:t>
            </a:r>
            <a:r>
              <a:rPr lang="fr-FR" sz="1200" spc="-10" dirty="0" smtClean="0">
                <a:solidFill>
                  <a:srgbClr val="585858"/>
                </a:solidFill>
                <a:latin typeface="+mn-lt"/>
                <a:cs typeface="Calibri"/>
              </a:rPr>
              <a:t> </a:t>
            </a:r>
            <a:r>
              <a:rPr lang="fr-FR" sz="1200" dirty="0" smtClean="0">
                <a:solidFill>
                  <a:srgbClr val="585858"/>
                </a:solidFill>
                <a:latin typeface="+mn-lt"/>
                <a:cs typeface="Calibri"/>
              </a:rPr>
              <a:t>pas</a:t>
            </a:r>
            <a:r>
              <a:rPr lang="fr-FR" sz="1200" spc="-45" dirty="0" smtClean="0">
                <a:solidFill>
                  <a:srgbClr val="585858"/>
                </a:solidFill>
                <a:latin typeface="+mn-lt"/>
                <a:cs typeface="Calibri"/>
              </a:rPr>
              <a:t> </a:t>
            </a:r>
            <a:r>
              <a:rPr lang="fr-FR" sz="1200" dirty="0" smtClean="0">
                <a:solidFill>
                  <a:srgbClr val="585858"/>
                </a:solidFill>
                <a:latin typeface="+mn-lt"/>
                <a:cs typeface="Calibri"/>
              </a:rPr>
              <a:t>un</a:t>
            </a:r>
            <a:r>
              <a:rPr lang="fr-FR" sz="1200" spc="-40" dirty="0" smtClean="0">
                <a:solidFill>
                  <a:srgbClr val="585858"/>
                </a:solidFill>
                <a:latin typeface="+mn-lt"/>
                <a:cs typeface="Calibri"/>
              </a:rPr>
              <a:t> </a:t>
            </a:r>
            <a:r>
              <a:rPr lang="fr-FR" sz="1200" dirty="0" smtClean="0">
                <a:solidFill>
                  <a:srgbClr val="585858"/>
                </a:solidFill>
                <a:latin typeface="+mn-lt"/>
                <a:cs typeface="Calibri"/>
              </a:rPr>
              <a:t>arbre</a:t>
            </a:r>
            <a:r>
              <a:rPr lang="fr-FR" sz="1200" spc="-30" dirty="0" smtClean="0">
                <a:solidFill>
                  <a:srgbClr val="585858"/>
                </a:solidFill>
                <a:latin typeface="+mn-lt"/>
                <a:cs typeface="Calibri"/>
              </a:rPr>
              <a:t> </a:t>
            </a:r>
            <a:r>
              <a:rPr lang="fr-FR" sz="1200" dirty="0" smtClean="0">
                <a:solidFill>
                  <a:srgbClr val="585858"/>
                </a:solidFill>
                <a:latin typeface="+mn-lt"/>
                <a:cs typeface="Calibri"/>
              </a:rPr>
              <a:t>sans</a:t>
            </a:r>
            <a:r>
              <a:rPr lang="fr-FR" sz="1200" spc="-40" dirty="0" smtClean="0">
                <a:solidFill>
                  <a:srgbClr val="585858"/>
                </a:solidFill>
                <a:latin typeface="+mn-lt"/>
                <a:cs typeface="Calibri"/>
              </a:rPr>
              <a:t> </a:t>
            </a:r>
            <a:r>
              <a:rPr lang="fr-FR" sz="1200" dirty="0" smtClean="0">
                <a:solidFill>
                  <a:srgbClr val="585858"/>
                </a:solidFill>
                <a:latin typeface="+mn-lt"/>
                <a:cs typeface="Calibri"/>
              </a:rPr>
              <a:t>racine.</a:t>
            </a:r>
            <a:r>
              <a:rPr lang="fr-FR" sz="1200" spc="-25" dirty="0" smtClean="0">
                <a:solidFill>
                  <a:srgbClr val="585858"/>
                </a:solidFill>
                <a:latin typeface="+mn-lt"/>
                <a:cs typeface="Calibri"/>
              </a:rPr>
              <a:t> </a:t>
            </a:r>
            <a:r>
              <a:rPr lang="fr-FR" sz="1200" dirty="0" smtClean="0">
                <a:solidFill>
                  <a:srgbClr val="585858"/>
                </a:solidFill>
                <a:latin typeface="+mn-lt"/>
                <a:cs typeface="Calibri"/>
              </a:rPr>
              <a:t>Donc,</a:t>
            </a:r>
            <a:r>
              <a:rPr lang="fr-FR" sz="1200" spc="-45" dirty="0" smtClean="0">
                <a:solidFill>
                  <a:srgbClr val="585858"/>
                </a:solidFill>
                <a:latin typeface="+mn-lt"/>
                <a:cs typeface="Calibri"/>
              </a:rPr>
              <a:t> </a:t>
            </a:r>
            <a:r>
              <a:rPr lang="fr-FR" sz="1200" dirty="0" smtClean="0">
                <a:solidFill>
                  <a:srgbClr val="585858"/>
                </a:solidFill>
                <a:latin typeface="+mn-lt"/>
                <a:cs typeface="Calibri"/>
              </a:rPr>
              <a:t>n’importe</a:t>
            </a:r>
            <a:r>
              <a:rPr lang="fr-FR" sz="1200" spc="15" dirty="0" smtClean="0">
                <a:solidFill>
                  <a:srgbClr val="585858"/>
                </a:solidFill>
                <a:latin typeface="+mn-lt"/>
                <a:cs typeface="Calibri"/>
              </a:rPr>
              <a:t> </a:t>
            </a:r>
            <a:r>
              <a:rPr lang="fr-FR" sz="1200" dirty="0" smtClean="0">
                <a:solidFill>
                  <a:srgbClr val="585858"/>
                </a:solidFill>
                <a:latin typeface="+mn-lt"/>
                <a:cs typeface="Calibri"/>
              </a:rPr>
              <a:t>quel</a:t>
            </a:r>
            <a:r>
              <a:rPr lang="fr-FR" sz="1200" spc="-40" dirty="0" smtClean="0">
                <a:solidFill>
                  <a:srgbClr val="585858"/>
                </a:solidFill>
                <a:latin typeface="+mn-lt"/>
                <a:cs typeface="Calibri"/>
              </a:rPr>
              <a:t> </a:t>
            </a:r>
            <a:r>
              <a:rPr lang="fr-FR" sz="1200" dirty="0" smtClean="0">
                <a:solidFill>
                  <a:srgbClr val="585858"/>
                </a:solidFill>
                <a:latin typeface="+mn-lt"/>
                <a:cs typeface="Calibri"/>
              </a:rPr>
              <a:t>chemin</a:t>
            </a:r>
            <a:r>
              <a:rPr lang="fr-FR" sz="1200" spc="-20" dirty="0" smtClean="0">
                <a:solidFill>
                  <a:srgbClr val="585858"/>
                </a:solidFill>
                <a:latin typeface="+mn-lt"/>
                <a:cs typeface="Calibri"/>
              </a:rPr>
              <a:t> </a:t>
            </a:r>
            <a:r>
              <a:rPr lang="fr-FR" sz="1200" dirty="0" smtClean="0">
                <a:solidFill>
                  <a:srgbClr val="585858"/>
                </a:solidFill>
                <a:latin typeface="+mn-lt"/>
                <a:cs typeface="Calibri"/>
              </a:rPr>
              <a:t>de</a:t>
            </a:r>
            <a:r>
              <a:rPr lang="fr-FR" sz="1200" spc="-45"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5" dirty="0" smtClean="0">
                <a:solidFill>
                  <a:srgbClr val="585858"/>
                </a:solidFill>
                <a:latin typeface="+mn-lt"/>
                <a:cs typeface="Calibri"/>
              </a:rPr>
              <a:t> </a:t>
            </a:r>
            <a:r>
              <a:rPr lang="fr-FR" sz="1200" dirty="0" smtClean="0">
                <a:solidFill>
                  <a:srgbClr val="585858"/>
                </a:solidFill>
                <a:latin typeface="+mn-lt"/>
                <a:cs typeface="Calibri"/>
              </a:rPr>
              <a:t>dans</a:t>
            </a:r>
            <a:r>
              <a:rPr lang="fr-FR" sz="1200" spc="-45" dirty="0" smtClean="0">
                <a:solidFill>
                  <a:srgbClr val="585858"/>
                </a:solidFill>
                <a:latin typeface="+mn-lt"/>
                <a:cs typeface="Calibri"/>
              </a:rPr>
              <a:t> </a:t>
            </a:r>
            <a:r>
              <a:rPr lang="fr-FR" sz="1200" dirty="0" smtClean="0">
                <a:solidFill>
                  <a:srgbClr val="585858"/>
                </a:solidFill>
                <a:latin typeface="+mn-lt"/>
                <a:cs typeface="Calibri"/>
              </a:rPr>
              <a:t>Linux</a:t>
            </a:r>
            <a:r>
              <a:rPr lang="fr-FR" sz="1200" spc="-25" dirty="0" smtClean="0">
                <a:solidFill>
                  <a:srgbClr val="585858"/>
                </a:solidFill>
                <a:latin typeface="+mn-lt"/>
                <a:cs typeface="Calibri"/>
              </a:rPr>
              <a:t> </a:t>
            </a:r>
            <a:r>
              <a:rPr lang="fr-FR" sz="1200" dirty="0" smtClean="0">
                <a:solidFill>
                  <a:srgbClr val="585858"/>
                </a:solidFill>
                <a:latin typeface="+mn-lt"/>
                <a:cs typeface="Calibri"/>
              </a:rPr>
              <a:t>part</a:t>
            </a:r>
            <a:r>
              <a:rPr lang="fr-FR" sz="1200" spc="-50" dirty="0" smtClean="0">
                <a:solidFill>
                  <a:srgbClr val="585858"/>
                </a:solidFill>
                <a:latin typeface="+mn-lt"/>
                <a:cs typeface="Calibri"/>
              </a:rPr>
              <a:t> </a:t>
            </a:r>
            <a:r>
              <a:rPr lang="fr-FR" sz="1200" dirty="0" smtClean="0">
                <a:solidFill>
                  <a:srgbClr val="585858"/>
                </a:solidFill>
                <a:latin typeface="+mn-lt"/>
                <a:cs typeface="Calibri"/>
              </a:rPr>
              <a:t>de</a:t>
            </a:r>
            <a:r>
              <a:rPr lang="fr-FR" sz="1200" spc="10" dirty="0" smtClean="0">
                <a:solidFill>
                  <a:srgbClr val="585858"/>
                </a:solidFill>
                <a:latin typeface="+mn-lt"/>
                <a:cs typeface="Calibri"/>
              </a:rPr>
              <a:t> </a:t>
            </a:r>
            <a:r>
              <a:rPr lang="fr-FR" sz="1200" dirty="0" smtClean="0">
                <a:solidFill>
                  <a:srgbClr val="585858"/>
                </a:solidFill>
                <a:latin typeface="+mn-lt"/>
                <a:cs typeface="Calibri"/>
              </a:rPr>
              <a:t>la</a:t>
            </a:r>
            <a:r>
              <a:rPr lang="fr-FR" sz="1200" spc="-35" dirty="0" smtClean="0">
                <a:solidFill>
                  <a:srgbClr val="585858"/>
                </a:solidFill>
                <a:latin typeface="+mn-lt"/>
                <a:cs typeface="Calibri"/>
              </a:rPr>
              <a:t> </a:t>
            </a:r>
            <a:r>
              <a:rPr lang="fr-FR" sz="1200" dirty="0" smtClean="0">
                <a:solidFill>
                  <a:srgbClr val="585858"/>
                </a:solidFill>
                <a:latin typeface="+mn-lt"/>
                <a:cs typeface="Calibri"/>
              </a:rPr>
              <a:t>racine.</a:t>
            </a:r>
            <a:r>
              <a:rPr lang="fr-FR" sz="1200" spc="-20" dirty="0" smtClean="0">
                <a:solidFill>
                  <a:srgbClr val="585858"/>
                </a:solidFill>
                <a:latin typeface="+mn-lt"/>
                <a:cs typeface="Calibri"/>
              </a:rPr>
              <a:t> </a:t>
            </a:r>
            <a:r>
              <a:rPr lang="fr-FR" sz="1200" dirty="0" smtClean="0">
                <a:solidFill>
                  <a:srgbClr val="585858"/>
                </a:solidFill>
                <a:latin typeface="+mn-lt"/>
                <a:cs typeface="Calibri"/>
              </a:rPr>
              <a:t>Cette</a:t>
            </a:r>
            <a:r>
              <a:rPr lang="fr-FR" sz="1200" spc="-45" dirty="0" smtClean="0">
                <a:solidFill>
                  <a:srgbClr val="585858"/>
                </a:solidFill>
                <a:latin typeface="+mn-lt"/>
                <a:cs typeface="Calibri"/>
              </a:rPr>
              <a:t> </a:t>
            </a:r>
            <a:r>
              <a:rPr lang="fr-FR" sz="1200" dirty="0" smtClean="0">
                <a:solidFill>
                  <a:srgbClr val="585858"/>
                </a:solidFill>
                <a:latin typeface="+mn-lt"/>
                <a:cs typeface="Calibri"/>
              </a:rPr>
              <a:t>racine</a:t>
            </a:r>
            <a:r>
              <a:rPr lang="fr-FR" sz="1200" spc="-35" dirty="0" smtClean="0">
                <a:solidFill>
                  <a:srgbClr val="585858"/>
                </a:solidFill>
                <a:latin typeface="+mn-lt"/>
                <a:cs typeface="Calibri"/>
              </a:rPr>
              <a:t> </a:t>
            </a:r>
            <a:r>
              <a:rPr lang="fr-FR" sz="1200" dirty="0" smtClean="0">
                <a:solidFill>
                  <a:srgbClr val="585858"/>
                </a:solidFill>
                <a:latin typeface="+mn-lt"/>
                <a:cs typeface="Calibri"/>
              </a:rPr>
              <a:t>est</a:t>
            </a:r>
            <a:r>
              <a:rPr lang="fr-FR" sz="1200" spc="-45" dirty="0" smtClean="0">
                <a:solidFill>
                  <a:srgbClr val="585858"/>
                </a:solidFill>
                <a:latin typeface="+mn-lt"/>
                <a:cs typeface="Calibri"/>
              </a:rPr>
              <a:t> </a:t>
            </a:r>
            <a:r>
              <a:rPr lang="fr-FR" sz="1200" dirty="0" smtClean="0">
                <a:solidFill>
                  <a:srgbClr val="585858"/>
                </a:solidFill>
                <a:latin typeface="+mn-lt"/>
                <a:cs typeface="Calibri"/>
              </a:rPr>
              <a:t>notée </a:t>
            </a:r>
            <a:r>
              <a:rPr lang="fr-FR" sz="1200" b="1" dirty="0" smtClean="0">
                <a:solidFill>
                  <a:srgbClr val="585858"/>
                </a:solidFill>
                <a:latin typeface="+mn-lt"/>
                <a:cs typeface="Calibri"/>
              </a:rPr>
              <a:t>/</a:t>
            </a:r>
            <a:r>
              <a:rPr lang="fr-FR" sz="1200" b="1" spc="-60" dirty="0" smtClean="0">
                <a:solidFill>
                  <a:srgbClr val="585858"/>
                </a:solidFill>
                <a:latin typeface="+mn-lt"/>
                <a:cs typeface="Calibri"/>
              </a:rPr>
              <a:t> </a:t>
            </a:r>
            <a:r>
              <a:rPr lang="fr-FR" sz="1200" spc="-10" dirty="0" smtClean="0">
                <a:solidFill>
                  <a:srgbClr val="585858"/>
                </a:solidFill>
                <a:latin typeface="+mn-lt"/>
                <a:cs typeface="Calibri"/>
              </a:rPr>
              <a:t>(slash).</a:t>
            </a:r>
            <a:endParaRPr lang="fr-FR" sz="1200" dirty="0" smtClean="0">
              <a:latin typeface="+mn-lt"/>
              <a:cs typeface="Calibri"/>
            </a:endParaRPr>
          </a:p>
          <a:p>
            <a:pPr marL="12700">
              <a:lnSpc>
                <a:spcPct val="100000"/>
              </a:lnSpc>
              <a:spcBef>
                <a:spcPts val="720"/>
              </a:spcBef>
            </a:pPr>
            <a:r>
              <a:rPr lang="fr-FR" sz="1200" dirty="0" smtClean="0">
                <a:solidFill>
                  <a:srgbClr val="585858"/>
                </a:solidFill>
                <a:latin typeface="+mn-lt"/>
                <a:cs typeface="Calibri"/>
              </a:rPr>
              <a:t>Quant</a:t>
            </a:r>
            <a:r>
              <a:rPr lang="fr-FR" sz="1200" spc="-35" dirty="0" smtClean="0">
                <a:solidFill>
                  <a:srgbClr val="585858"/>
                </a:solidFill>
                <a:latin typeface="+mn-lt"/>
                <a:cs typeface="Calibri"/>
              </a:rPr>
              <a:t> </a:t>
            </a:r>
            <a:r>
              <a:rPr lang="fr-FR" sz="1200" dirty="0" smtClean="0">
                <a:solidFill>
                  <a:srgbClr val="585858"/>
                </a:solidFill>
                <a:latin typeface="+mn-lt"/>
                <a:cs typeface="Calibri"/>
              </a:rPr>
              <a:t>on</a:t>
            </a:r>
            <a:r>
              <a:rPr lang="fr-FR" sz="1200" spc="-20" dirty="0" smtClean="0">
                <a:solidFill>
                  <a:srgbClr val="585858"/>
                </a:solidFill>
                <a:latin typeface="+mn-lt"/>
                <a:cs typeface="Calibri"/>
              </a:rPr>
              <a:t> </a:t>
            </a:r>
            <a:r>
              <a:rPr lang="fr-FR" sz="1200" dirty="0" smtClean="0">
                <a:solidFill>
                  <a:srgbClr val="585858"/>
                </a:solidFill>
                <a:latin typeface="+mn-lt"/>
                <a:cs typeface="Calibri"/>
              </a:rPr>
              <a:t>part</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30" dirty="0" smtClean="0">
                <a:solidFill>
                  <a:srgbClr val="585858"/>
                </a:solidFill>
                <a:latin typeface="+mn-lt"/>
                <a:cs typeface="Calibri"/>
              </a:rPr>
              <a:t> </a:t>
            </a:r>
            <a:r>
              <a:rPr lang="fr-FR" sz="1200" dirty="0" smtClean="0">
                <a:solidFill>
                  <a:srgbClr val="585858"/>
                </a:solidFill>
                <a:latin typeface="+mn-lt"/>
                <a:cs typeface="Calibri"/>
              </a:rPr>
              <a:t>la</a:t>
            </a:r>
            <a:r>
              <a:rPr lang="fr-FR" sz="1200" spc="-15" dirty="0" smtClean="0">
                <a:solidFill>
                  <a:srgbClr val="585858"/>
                </a:solidFill>
                <a:latin typeface="+mn-lt"/>
                <a:cs typeface="Calibri"/>
              </a:rPr>
              <a:t> </a:t>
            </a:r>
            <a:r>
              <a:rPr lang="fr-FR" sz="1200" dirty="0" smtClean="0">
                <a:solidFill>
                  <a:srgbClr val="585858"/>
                </a:solidFill>
                <a:latin typeface="+mn-lt"/>
                <a:cs typeface="Calibri"/>
              </a:rPr>
              <a:t>racine</a:t>
            </a:r>
            <a:r>
              <a:rPr lang="fr-FR" sz="1200" spc="10" dirty="0" smtClean="0">
                <a:solidFill>
                  <a:srgbClr val="585858"/>
                </a:solidFill>
                <a:latin typeface="+mn-lt"/>
                <a:cs typeface="Calibri"/>
              </a:rPr>
              <a:t> </a:t>
            </a:r>
            <a:r>
              <a:rPr lang="fr-FR" sz="1200" dirty="0" smtClean="0">
                <a:solidFill>
                  <a:srgbClr val="585858"/>
                </a:solidFill>
                <a:latin typeface="+mn-lt"/>
                <a:cs typeface="Calibri"/>
              </a:rPr>
              <a:t>et</a:t>
            </a:r>
            <a:r>
              <a:rPr lang="fr-FR" sz="1200" spc="-25" dirty="0" smtClean="0">
                <a:solidFill>
                  <a:srgbClr val="585858"/>
                </a:solidFill>
                <a:latin typeface="+mn-lt"/>
                <a:cs typeface="Calibri"/>
              </a:rPr>
              <a:t> </a:t>
            </a:r>
            <a:r>
              <a:rPr lang="fr-FR" sz="1200" spc="-20" dirty="0" smtClean="0">
                <a:solidFill>
                  <a:srgbClr val="585858"/>
                </a:solidFill>
                <a:latin typeface="+mn-lt"/>
                <a:cs typeface="Calibri"/>
              </a:rPr>
              <a:t>qu’ensuite,</a:t>
            </a:r>
            <a:r>
              <a:rPr lang="fr-FR" sz="1200" spc="5" dirty="0" smtClean="0">
                <a:solidFill>
                  <a:srgbClr val="585858"/>
                </a:solidFill>
                <a:latin typeface="+mn-lt"/>
                <a:cs typeface="Calibri"/>
              </a:rPr>
              <a:t> </a:t>
            </a:r>
            <a:r>
              <a:rPr lang="fr-FR" sz="1200" dirty="0" smtClean="0">
                <a:solidFill>
                  <a:srgbClr val="585858"/>
                </a:solidFill>
                <a:latin typeface="+mn-lt"/>
                <a:cs typeface="Calibri"/>
              </a:rPr>
              <a:t>on</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parcourt</a:t>
            </a:r>
            <a:r>
              <a:rPr lang="fr-FR" sz="1200" spc="-5" dirty="0" smtClean="0">
                <a:solidFill>
                  <a:srgbClr val="585858"/>
                </a:solidFill>
                <a:latin typeface="+mn-lt"/>
                <a:cs typeface="Calibri"/>
              </a:rPr>
              <a:t> </a:t>
            </a:r>
            <a:r>
              <a:rPr lang="fr-FR" sz="1200" dirty="0" smtClean="0">
                <a:solidFill>
                  <a:srgbClr val="585858"/>
                </a:solidFill>
                <a:latin typeface="+mn-lt"/>
                <a:cs typeface="Calibri"/>
              </a:rPr>
              <a:t>les</a:t>
            </a:r>
            <a:r>
              <a:rPr lang="fr-FR" sz="1200" spc="-5" dirty="0" smtClean="0">
                <a:solidFill>
                  <a:srgbClr val="585858"/>
                </a:solidFill>
                <a:latin typeface="+mn-lt"/>
                <a:cs typeface="Calibri"/>
              </a:rPr>
              <a:t> </a:t>
            </a:r>
            <a:r>
              <a:rPr lang="fr-FR" sz="1200" dirty="0" smtClean="0">
                <a:solidFill>
                  <a:srgbClr val="585858"/>
                </a:solidFill>
                <a:latin typeface="+mn-lt"/>
                <a:cs typeface="Calibri"/>
              </a:rPr>
              <a:t>dossiers,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l'ensemble </a:t>
            </a:r>
            <a:r>
              <a:rPr lang="fr-FR" sz="1200" dirty="0" smtClean="0">
                <a:solidFill>
                  <a:srgbClr val="585858"/>
                </a:solidFill>
                <a:latin typeface="+mn-lt"/>
                <a:cs typeface="Calibri"/>
              </a:rPr>
              <a:t>de</a:t>
            </a:r>
            <a:r>
              <a:rPr lang="fr-FR" sz="1200" spc="-15" dirty="0" smtClean="0">
                <a:solidFill>
                  <a:srgbClr val="585858"/>
                </a:solidFill>
                <a:latin typeface="+mn-lt"/>
                <a:cs typeface="Calibri"/>
              </a:rPr>
              <a:t> </a:t>
            </a:r>
            <a:r>
              <a:rPr lang="fr-FR" sz="1200" dirty="0" smtClean="0">
                <a:solidFill>
                  <a:srgbClr val="585858"/>
                </a:solidFill>
                <a:latin typeface="+mn-lt"/>
                <a:cs typeface="Calibri"/>
              </a:rPr>
              <a:t>la</a:t>
            </a:r>
            <a:r>
              <a:rPr lang="fr-FR" sz="1200" spc="-10" dirty="0" smtClean="0">
                <a:solidFill>
                  <a:srgbClr val="585858"/>
                </a:solidFill>
                <a:latin typeface="+mn-lt"/>
                <a:cs typeface="Calibri"/>
              </a:rPr>
              <a:t> localisation</a:t>
            </a:r>
            <a:r>
              <a:rPr lang="fr-FR" sz="1200" dirty="0" smtClean="0">
                <a:solidFill>
                  <a:srgbClr val="585858"/>
                </a:solidFill>
                <a:latin typeface="+mn-lt"/>
                <a:cs typeface="Calibri"/>
              </a:rPr>
              <a:t> parcourue</a:t>
            </a:r>
            <a:r>
              <a:rPr lang="fr-FR" sz="1200" spc="10" dirty="0" smtClean="0">
                <a:solidFill>
                  <a:srgbClr val="585858"/>
                </a:solidFill>
                <a:latin typeface="+mn-lt"/>
                <a:cs typeface="Calibri"/>
              </a:rPr>
              <a:t> </a:t>
            </a:r>
            <a:r>
              <a:rPr lang="fr-FR" sz="1200" dirty="0" smtClean="0">
                <a:solidFill>
                  <a:srgbClr val="585858"/>
                </a:solidFill>
                <a:latin typeface="+mn-lt"/>
                <a:cs typeface="Calibri"/>
              </a:rPr>
              <a:t>est</a:t>
            </a:r>
            <a:r>
              <a:rPr lang="fr-FR" sz="1200" spc="-30" dirty="0" smtClean="0">
                <a:solidFill>
                  <a:srgbClr val="585858"/>
                </a:solidFill>
                <a:latin typeface="+mn-lt"/>
                <a:cs typeface="Calibri"/>
              </a:rPr>
              <a:t> </a:t>
            </a:r>
            <a:r>
              <a:rPr lang="fr-FR" sz="1200" dirty="0" smtClean="0">
                <a:solidFill>
                  <a:srgbClr val="585858"/>
                </a:solidFill>
                <a:latin typeface="+mn-lt"/>
                <a:cs typeface="Calibri"/>
              </a:rPr>
              <a:t>appelée</a:t>
            </a:r>
            <a:r>
              <a:rPr lang="fr-FR" sz="1200" spc="-10" dirty="0" smtClean="0">
                <a:solidFill>
                  <a:srgbClr val="585858"/>
                </a:solidFill>
                <a:latin typeface="+mn-lt"/>
                <a:cs typeface="Calibri"/>
              </a:rPr>
              <a:t> chemin.</a:t>
            </a:r>
            <a:endParaRPr lang="fr-FR" sz="1200" dirty="0" smtClean="0">
              <a:latin typeface="+mn-lt"/>
              <a:cs typeface="Calibri"/>
            </a:endParaRPr>
          </a:p>
          <a:p>
            <a:pPr marL="12700">
              <a:lnSpc>
                <a:spcPct val="100000"/>
              </a:lnSpc>
              <a:spcBef>
                <a:spcPts val="819"/>
              </a:spcBef>
            </a:pP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33</a:t>
            </a:fld>
            <a:endParaRPr lang="fr-FR"/>
          </a:p>
        </p:txBody>
      </p:sp>
    </p:spTree>
    <p:extLst>
      <p:ext uri="{BB962C8B-B14F-4D97-AF65-F5344CB8AC3E}">
        <p14:creationId xmlns:p14="http://schemas.microsoft.com/office/powerpoint/2010/main" val="2005255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smtClean="0">
                <a:solidFill>
                  <a:srgbClr val="585858"/>
                </a:solidFill>
                <a:latin typeface="+mn-lt"/>
                <a:cs typeface="Calibri"/>
              </a:rPr>
              <a:t>On</a:t>
            </a:r>
            <a:r>
              <a:rPr lang="fr-FR" sz="1200" spc="-30" dirty="0" smtClean="0">
                <a:solidFill>
                  <a:srgbClr val="585858"/>
                </a:solidFill>
                <a:latin typeface="+mn-lt"/>
                <a:cs typeface="Calibri"/>
              </a:rPr>
              <a:t> </a:t>
            </a:r>
            <a:r>
              <a:rPr lang="fr-FR" sz="1200" dirty="0" smtClean="0">
                <a:solidFill>
                  <a:srgbClr val="585858"/>
                </a:solidFill>
                <a:latin typeface="+mn-lt"/>
                <a:cs typeface="Calibri"/>
              </a:rPr>
              <a:t>vous</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invite</a:t>
            </a:r>
            <a:r>
              <a:rPr lang="fr-FR" sz="1200" spc="-20" dirty="0" smtClean="0">
                <a:solidFill>
                  <a:srgbClr val="585858"/>
                </a:solidFill>
                <a:latin typeface="+mn-lt"/>
                <a:cs typeface="Calibri"/>
              </a:rPr>
              <a:t> </a:t>
            </a:r>
            <a:r>
              <a:rPr lang="fr-FR" sz="1200" dirty="0" smtClean="0">
                <a:solidFill>
                  <a:srgbClr val="585858"/>
                </a:solidFill>
                <a:latin typeface="+mn-lt"/>
                <a:cs typeface="Calibri"/>
              </a:rPr>
              <a:t>à</a:t>
            </a:r>
            <a:r>
              <a:rPr lang="fr-FR" sz="1200" spc="-20" dirty="0" smtClean="0">
                <a:solidFill>
                  <a:srgbClr val="585858"/>
                </a:solidFill>
                <a:latin typeface="+mn-lt"/>
                <a:cs typeface="Calibri"/>
              </a:rPr>
              <a:t> </a:t>
            </a:r>
            <a:r>
              <a:rPr lang="fr-FR" sz="1200" spc="-10" dirty="0" smtClean="0">
                <a:solidFill>
                  <a:srgbClr val="585858"/>
                </a:solidFill>
                <a:latin typeface="+mn-lt"/>
                <a:cs typeface="Calibri"/>
              </a:rPr>
              <a:t>tester</a:t>
            </a:r>
            <a:r>
              <a:rPr lang="fr-FR" sz="1200" spc="-55" dirty="0" smtClean="0">
                <a:solidFill>
                  <a:srgbClr val="585858"/>
                </a:solidFill>
                <a:latin typeface="+mn-lt"/>
                <a:cs typeface="Calibri"/>
              </a:rPr>
              <a:t> </a:t>
            </a:r>
            <a:r>
              <a:rPr lang="fr-FR" sz="1200" dirty="0" smtClean="0">
                <a:solidFill>
                  <a:srgbClr val="585858"/>
                </a:solidFill>
                <a:latin typeface="+mn-lt"/>
                <a:cs typeface="Calibri"/>
              </a:rPr>
              <a:t>ces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commandes</a:t>
            </a:r>
            <a:r>
              <a:rPr lang="fr-FR" sz="1200" spc="-30" dirty="0" smtClean="0">
                <a:solidFill>
                  <a:srgbClr val="585858"/>
                </a:solidFill>
                <a:latin typeface="+mn-lt"/>
                <a:cs typeface="Calibri"/>
              </a:rPr>
              <a:t> </a:t>
            </a:r>
            <a:r>
              <a:rPr lang="fr-FR" sz="1200" dirty="0" smtClean="0">
                <a:solidFill>
                  <a:srgbClr val="585858"/>
                </a:solidFill>
                <a:latin typeface="+mn-lt"/>
                <a:cs typeface="Calibri"/>
              </a:rPr>
              <a:t>dans</a:t>
            </a:r>
            <a:r>
              <a:rPr lang="fr-FR" sz="1200" spc="-35" dirty="0" smtClean="0">
                <a:solidFill>
                  <a:srgbClr val="585858"/>
                </a:solidFill>
                <a:latin typeface="+mn-lt"/>
                <a:cs typeface="Calibri"/>
              </a:rPr>
              <a:t> </a:t>
            </a:r>
            <a:r>
              <a:rPr lang="fr-FR" sz="1200" spc="-10" dirty="0" smtClean="0">
                <a:solidFill>
                  <a:srgbClr val="585858"/>
                </a:solidFill>
                <a:latin typeface="+mn-lt"/>
                <a:cs typeface="Calibri"/>
              </a:rPr>
              <a:t>votre</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terminal</a:t>
            </a:r>
            <a:r>
              <a:rPr lang="fr-FR" sz="1200" spc="-50" dirty="0" smtClean="0">
                <a:solidFill>
                  <a:srgbClr val="585858"/>
                </a:solidFill>
                <a:latin typeface="+mn-lt"/>
                <a:cs typeface="Calibri"/>
              </a:rPr>
              <a:t> </a:t>
            </a:r>
            <a:r>
              <a:rPr lang="fr-FR" sz="1200" dirty="0" smtClean="0">
                <a:solidFill>
                  <a:srgbClr val="585858"/>
                </a:solidFill>
                <a:latin typeface="+mn-lt"/>
                <a:cs typeface="Calibri"/>
              </a:rPr>
              <a:t>sous</a:t>
            </a:r>
            <a:r>
              <a:rPr lang="fr-FR" sz="1200" spc="-10" dirty="0" smtClean="0">
                <a:solidFill>
                  <a:srgbClr val="585858"/>
                </a:solidFill>
                <a:latin typeface="+mn-lt"/>
                <a:cs typeface="Calibri"/>
              </a:rPr>
              <a:t> linux</a:t>
            </a:r>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36</a:t>
            </a:fld>
            <a:endParaRPr lang="fr-FR"/>
          </a:p>
        </p:txBody>
      </p:sp>
    </p:spTree>
    <p:extLst>
      <p:ext uri="{BB962C8B-B14F-4D97-AF65-F5344CB8AC3E}">
        <p14:creationId xmlns:p14="http://schemas.microsoft.com/office/powerpoint/2010/main" val="32675592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0000"/>
              </a:lnSpc>
              <a:spcBef>
                <a:spcPts val="30"/>
              </a:spcBef>
            </a:pPr>
            <a:endParaRPr lang="fr-FR" sz="1600" dirty="0" smtClean="0">
              <a:latin typeface="+mn-lt"/>
              <a:cs typeface="Calibri"/>
            </a:endParaRPr>
          </a:p>
          <a:p>
            <a:pPr>
              <a:lnSpc>
                <a:spcPct val="100000"/>
              </a:lnSpc>
              <a:spcBef>
                <a:spcPts val="30"/>
              </a:spcBef>
            </a:pPr>
            <a:endParaRPr lang="fr-FR" sz="1600" dirty="0" smtClean="0">
              <a:latin typeface="+mn-lt"/>
              <a:cs typeface="Calibri"/>
            </a:endParaRPr>
          </a:p>
          <a:p>
            <a:pPr marL="12700">
              <a:lnSpc>
                <a:spcPct val="100000"/>
              </a:lnSpc>
            </a:pPr>
            <a:r>
              <a:rPr lang="fr-FR" sz="1050" dirty="0" smtClean="0">
                <a:solidFill>
                  <a:srgbClr val="585858"/>
                </a:solidFill>
                <a:latin typeface="+mn-lt"/>
                <a:cs typeface="Calibri"/>
              </a:rPr>
              <a:t>On</a:t>
            </a:r>
            <a:r>
              <a:rPr lang="fr-FR" sz="1050" spc="-35" dirty="0" smtClean="0">
                <a:solidFill>
                  <a:srgbClr val="585858"/>
                </a:solidFill>
                <a:latin typeface="+mn-lt"/>
                <a:cs typeface="Calibri"/>
              </a:rPr>
              <a:t> </a:t>
            </a:r>
            <a:r>
              <a:rPr lang="fr-FR" sz="1050" dirty="0" smtClean="0">
                <a:solidFill>
                  <a:srgbClr val="585858"/>
                </a:solidFill>
                <a:latin typeface="+mn-lt"/>
                <a:cs typeface="Calibri"/>
              </a:rPr>
              <a:t>a</a:t>
            </a:r>
            <a:r>
              <a:rPr lang="fr-FR" sz="1050" spc="-35" dirty="0" smtClean="0">
                <a:solidFill>
                  <a:srgbClr val="585858"/>
                </a:solidFill>
                <a:latin typeface="+mn-lt"/>
                <a:cs typeface="Calibri"/>
              </a:rPr>
              <a:t> </a:t>
            </a:r>
            <a:r>
              <a:rPr lang="fr-FR" sz="1050" dirty="0" smtClean="0">
                <a:solidFill>
                  <a:srgbClr val="585858"/>
                </a:solidFill>
                <a:latin typeface="+mn-lt"/>
                <a:cs typeface="Calibri"/>
              </a:rPr>
              <a:t>pa</a:t>
            </a:r>
            <a:r>
              <a:rPr lang="fr-FR" sz="1200" dirty="0" smtClean="0">
                <a:solidFill>
                  <a:srgbClr val="585858"/>
                </a:solidFill>
                <a:latin typeface="+mn-lt"/>
                <a:cs typeface="Calibri"/>
              </a:rPr>
              <a:t>s</a:t>
            </a:r>
            <a:r>
              <a:rPr lang="fr-FR" sz="1200" spc="-35" dirty="0" smtClean="0">
                <a:solidFill>
                  <a:srgbClr val="585858"/>
                </a:solidFill>
                <a:latin typeface="+mn-lt"/>
                <a:cs typeface="Calibri"/>
              </a:rPr>
              <a:t> </a:t>
            </a:r>
            <a:r>
              <a:rPr lang="fr-FR" sz="1200" dirty="0" smtClean="0">
                <a:solidFill>
                  <a:srgbClr val="585858"/>
                </a:solidFill>
                <a:latin typeface="+mn-lt"/>
                <a:cs typeface="Calibri"/>
              </a:rPr>
              <a:t>fini.</a:t>
            </a:r>
            <a:r>
              <a:rPr lang="fr-FR" sz="1200" spc="-15" dirty="0" smtClean="0">
                <a:solidFill>
                  <a:srgbClr val="585858"/>
                </a:solidFill>
                <a:latin typeface="+mn-lt"/>
                <a:cs typeface="Calibri"/>
              </a:rPr>
              <a:t> </a:t>
            </a:r>
            <a:r>
              <a:rPr lang="fr-FR" sz="1200" dirty="0" smtClean="0">
                <a:solidFill>
                  <a:srgbClr val="585858"/>
                </a:solidFill>
                <a:latin typeface="+mn-lt"/>
                <a:cs typeface="Calibri"/>
              </a:rPr>
              <a:t>Il</a:t>
            </a:r>
            <a:r>
              <a:rPr lang="fr-FR" sz="1200" spc="-55" dirty="0" smtClean="0">
                <a:solidFill>
                  <a:srgbClr val="585858"/>
                </a:solidFill>
                <a:latin typeface="+mn-lt"/>
                <a:cs typeface="Calibri"/>
              </a:rPr>
              <a:t> </a:t>
            </a:r>
            <a:r>
              <a:rPr lang="fr-FR" sz="1200" dirty="0" smtClean="0">
                <a:solidFill>
                  <a:srgbClr val="585858"/>
                </a:solidFill>
                <a:latin typeface="+mn-lt"/>
                <a:cs typeface="Calibri"/>
              </a:rPr>
              <a:t>existe</a:t>
            </a:r>
            <a:r>
              <a:rPr lang="fr-FR" sz="1200" spc="-5" dirty="0" smtClean="0">
                <a:solidFill>
                  <a:srgbClr val="585858"/>
                </a:solidFill>
                <a:latin typeface="+mn-lt"/>
                <a:cs typeface="Calibri"/>
              </a:rPr>
              <a:t> </a:t>
            </a:r>
            <a:r>
              <a:rPr lang="fr-FR" sz="1200" dirty="0" smtClean="0">
                <a:solidFill>
                  <a:srgbClr val="585858"/>
                </a:solidFill>
                <a:latin typeface="+mn-lt"/>
                <a:cs typeface="Calibri"/>
              </a:rPr>
              <a:t>encore</a:t>
            </a:r>
            <a:r>
              <a:rPr lang="fr-FR" sz="1200" spc="-20" dirty="0" smtClean="0">
                <a:solidFill>
                  <a:srgbClr val="585858"/>
                </a:solidFill>
                <a:latin typeface="+mn-lt"/>
                <a:cs typeface="Calibri"/>
              </a:rPr>
              <a:t> </a:t>
            </a:r>
            <a:r>
              <a:rPr lang="fr-FR" sz="1200" dirty="0" smtClean="0">
                <a:solidFill>
                  <a:srgbClr val="585858"/>
                </a:solidFill>
                <a:latin typeface="+mn-lt"/>
                <a:cs typeface="Calibri"/>
              </a:rPr>
              <a:t>plusieurs</a:t>
            </a:r>
            <a:r>
              <a:rPr lang="fr-FR" sz="1200" spc="-10" dirty="0" smtClean="0">
                <a:solidFill>
                  <a:srgbClr val="585858"/>
                </a:solidFill>
                <a:latin typeface="+mn-lt"/>
                <a:cs typeface="Calibri"/>
              </a:rPr>
              <a:t> commandes.</a:t>
            </a:r>
            <a:endParaRPr lang="fr-FR" sz="1200" dirty="0" smtClean="0">
              <a:latin typeface="+mn-lt"/>
              <a:cs typeface="Calibri"/>
            </a:endParaRPr>
          </a:p>
          <a:p>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37</a:t>
            </a:fld>
            <a:endParaRPr lang="fr-FR"/>
          </a:p>
        </p:txBody>
      </p:sp>
    </p:spTree>
    <p:extLst>
      <p:ext uri="{BB962C8B-B14F-4D97-AF65-F5344CB8AC3E}">
        <p14:creationId xmlns:p14="http://schemas.microsoft.com/office/powerpoint/2010/main" val="20364423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38</a:t>
            </a:fld>
            <a:endParaRPr lang="fr-FR"/>
          </a:p>
        </p:txBody>
      </p:sp>
    </p:spTree>
    <p:extLst>
      <p:ext uri="{BB962C8B-B14F-4D97-AF65-F5344CB8AC3E}">
        <p14:creationId xmlns:p14="http://schemas.microsoft.com/office/powerpoint/2010/main" val="26666798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lvl="0" rtl="0"/>
            <a:r>
              <a:rPr lang="fr-FR" sz="1200" kern="1200" dirty="0" smtClean="0">
                <a:solidFill>
                  <a:schemeClr val="tx1"/>
                </a:solidFill>
                <a:effectLst/>
                <a:latin typeface="+mn-lt"/>
                <a:ea typeface="+mn-ea"/>
                <a:cs typeface="+mn-cs"/>
              </a:rPr>
              <a:t>Le disque où se trouve le dossier /home est plein, donc on ne peut pas installer </a:t>
            </a:r>
            <a:r>
              <a:rPr lang="fr-FR" sz="1200" kern="1200" dirty="0" err="1" smtClean="0">
                <a:solidFill>
                  <a:schemeClr val="tx1"/>
                </a:solidFill>
                <a:effectLst/>
                <a:latin typeface="+mn-lt"/>
                <a:ea typeface="+mn-ea"/>
                <a:cs typeface="+mn-cs"/>
              </a:rPr>
              <a:t>tetris</a:t>
            </a:r>
            <a:r>
              <a:rPr lang="fr-FR" sz="1200" kern="1200" dirty="0" smtClean="0">
                <a:solidFill>
                  <a:schemeClr val="tx1"/>
                </a:solidFill>
                <a:effectLst/>
                <a:latin typeface="+mn-lt"/>
                <a:ea typeface="+mn-ea"/>
                <a:cs typeface="+mn-cs"/>
              </a:rPr>
              <a:t>. On doit déplacer le dossier /home dans le disque hda1 puisqu’il contient </a:t>
            </a:r>
            <a:r>
              <a:rPr lang="fr-FR" sz="1200" kern="1200" dirty="0" err="1" smtClean="0">
                <a:solidFill>
                  <a:schemeClr val="tx1"/>
                </a:solidFill>
                <a:effectLst/>
                <a:latin typeface="+mn-lt"/>
                <a:ea typeface="+mn-ea"/>
                <a:cs typeface="+mn-cs"/>
              </a:rPr>
              <a:t>suffisement</a:t>
            </a:r>
            <a:r>
              <a:rPr lang="fr-FR" sz="1200" kern="1200" dirty="0" smtClean="0">
                <a:solidFill>
                  <a:schemeClr val="tx1"/>
                </a:solidFill>
                <a:effectLst/>
                <a:latin typeface="+mn-lt"/>
                <a:ea typeface="+mn-ea"/>
                <a:cs typeface="+mn-cs"/>
              </a:rPr>
              <a:t> d’espace pour les données du dossier /home ainsi que pour </a:t>
            </a:r>
            <a:r>
              <a:rPr lang="fr-FR" sz="1200" kern="1200" dirty="0" err="1" smtClean="0">
                <a:solidFill>
                  <a:schemeClr val="tx1"/>
                </a:solidFill>
                <a:effectLst/>
                <a:latin typeface="+mn-lt"/>
                <a:ea typeface="+mn-ea"/>
                <a:cs typeface="+mn-cs"/>
              </a:rPr>
              <a:t>tetris</a:t>
            </a:r>
            <a:r>
              <a:rPr lang="fr-FR" sz="1200" kern="1200" dirty="0" smtClean="0">
                <a:solidFill>
                  <a:schemeClr val="tx1"/>
                </a:solidFill>
                <a:effectLst/>
                <a:latin typeface="+mn-lt"/>
                <a:ea typeface="+mn-ea"/>
                <a:cs typeface="+mn-cs"/>
              </a:rPr>
              <a:t>.</a:t>
            </a:r>
          </a:p>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39</a:t>
            </a:fld>
            <a:endParaRPr lang="fr-FR"/>
          </a:p>
        </p:txBody>
      </p:sp>
    </p:spTree>
    <p:extLst>
      <p:ext uri="{BB962C8B-B14F-4D97-AF65-F5344CB8AC3E}">
        <p14:creationId xmlns:p14="http://schemas.microsoft.com/office/powerpoint/2010/main" val="41444054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40</a:t>
            </a:fld>
            <a:endParaRPr lang="fr-FR"/>
          </a:p>
        </p:txBody>
      </p:sp>
    </p:spTree>
    <p:extLst>
      <p:ext uri="{BB962C8B-B14F-4D97-AF65-F5344CB8AC3E}">
        <p14:creationId xmlns:p14="http://schemas.microsoft.com/office/powerpoint/2010/main" val="26978725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715" lvl="0" indent="0" algn="just" defTabSz="914400" rtl="0" eaLnBrk="1" fontAlgn="auto" latinLnBrk="0" hangingPunct="1">
              <a:lnSpc>
                <a:spcPct val="150000"/>
              </a:lnSpc>
              <a:spcBef>
                <a:spcPts val="605"/>
              </a:spcBef>
              <a:spcAft>
                <a:spcPts val="0"/>
              </a:spcAft>
              <a:buClrTx/>
              <a:buSzTx/>
              <a:buFontTx/>
              <a:buNone/>
              <a:tabLst/>
              <a:defRPr/>
            </a:pPr>
            <a:endParaRPr lang="fr-FR" sz="1200" dirty="0" smtClean="0">
              <a:solidFill>
                <a:srgbClr val="585858"/>
              </a:solidFill>
              <a:latin typeface="+mn-lt"/>
              <a:cs typeface="Calibri"/>
            </a:endParaRPr>
          </a:p>
          <a:p>
            <a:pPr marL="12700" marR="5715" lvl="0" indent="0" algn="just" defTabSz="914400" rtl="0" eaLnBrk="1" fontAlgn="auto" latinLnBrk="0" hangingPunct="1">
              <a:lnSpc>
                <a:spcPct val="150000"/>
              </a:lnSpc>
              <a:spcBef>
                <a:spcPts val="605"/>
              </a:spcBef>
              <a:spcAft>
                <a:spcPts val="0"/>
              </a:spcAft>
              <a:buClrTx/>
              <a:buSzTx/>
              <a:buFontTx/>
              <a:buNone/>
              <a:tabLst/>
              <a:defRPr/>
            </a:pPr>
            <a:endParaRPr lang="fr-FR" sz="1200" dirty="0" smtClean="0">
              <a:latin typeface="+mn-lt"/>
              <a:cs typeface="Calibri"/>
            </a:endParaRPr>
          </a:p>
          <a:p>
            <a:pPr marL="12700" marR="5715" lvl="0" indent="0" algn="just" defTabSz="914400" rtl="0" eaLnBrk="1" fontAlgn="auto" latinLnBrk="0" hangingPunct="1">
              <a:lnSpc>
                <a:spcPct val="150000"/>
              </a:lnSpc>
              <a:spcBef>
                <a:spcPts val="605"/>
              </a:spcBef>
              <a:spcAft>
                <a:spcPts val="0"/>
              </a:spcAft>
              <a:buClrTx/>
              <a:buSzTx/>
              <a:buFontTx/>
              <a:buNone/>
              <a:tabLst/>
              <a:defRPr/>
            </a:pPr>
            <a:r>
              <a:rPr lang="fr-FR" sz="1200" dirty="0" smtClean="0">
                <a:solidFill>
                  <a:srgbClr val="585858"/>
                </a:solidFill>
                <a:latin typeface="+mn-lt"/>
                <a:cs typeface="Calibri"/>
              </a:rPr>
              <a:t>Windows</a:t>
            </a:r>
            <a:r>
              <a:rPr lang="fr-FR" sz="1200" spc="-10" dirty="0" smtClean="0">
                <a:solidFill>
                  <a:srgbClr val="585858"/>
                </a:solidFill>
                <a:latin typeface="+mn-lt"/>
                <a:cs typeface="Calibri"/>
              </a:rPr>
              <a:t> </a:t>
            </a:r>
            <a:r>
              <a:rPr lang="fr-FR" sz="1200" dirty="0" smtClean="0">
                <a:solidFill>
                  <a:srgbClr val="585858"/>
                </a:solidFill>
                <a:latin typeface="+mn-lt"/>
                <a:cs typeface="Calibri"/>
              </a:rPr>
              <a:t>permet</a:t>
            </a:r>
            <a:r>
              <a:rPr lang="fr-FR" sz="1200" spc="-30" dirty="0" smtClean="0">
                <a:solidFill>
                  <a:srgbClr val="585858"/>
                </a:solidFill>
                <a:latin typeface="+mn-lt"/>
                <a:cs typeface="Calibri"/>
              </a:rPr>
              <a:t> </a:t>
            </a:r>
            <a:r>
              <a:rPr lang="fr-FR" sz="1200" dirty="0" smtClean="0">
                <a:solidFill>
                  <a:srgbClr val="585858"/>
                </a:solidFill>
                <a:latin typeface="+mn-lt"/>
                <a:cs typeface="Calibri"/>
              </a:rPr>
              <a:t>aux</a:t>
            </a:r>
            <a:r>
              <a:rPr lang="fr-FR" sz="1200" spc="-30" dirty="0" smtClean="0">
                <a:solidFill>
                  <a:srgbClr val="585858"/>
                </a:solidFill>
                <a:latin typeface="+mn-lt"/>
                <a:cs typeface="Calibri"/>
              </a:rPr>
              <a:t> </a:t>
            </a:r>
            <a:r>
              <a:rPr lang="fr-FR" sz="1200" spc="-10" dirty="0" smtClean="0">
                <a:solidFill>
                  <a:srgbClr val="585858"/>
                </a:solidFill>
                <a:latin typeface="+mn-lt"/>
                <a:cs typeface="Calibri"/>
              </a:rPr>
              <a:t>utilisateurs</a:t>
            </a:r>
            <a:r>
              <a:rPr lang="fr-FR" sz="1200" spc="20" dirty="0" smtClean="0">
                <a:solidFill>
                  <a:srgbClr val="585858"/>
                </a:solidFill>
                <a:latin typeface="+mn-lt"/>
                <a:cs typeface="Calibri"/>
              </a:rPr>
              <a:t> </a:t>
            </a:r>
            <a:r>
              <a:rPr lang="fr-FR" sz="1200" dirty="0" smtClean="0">
                <a:solidFill>
                  <a:srgbClr val="585858"/>
                </a:solidFill>
                <a:latin typeface="+mn-lt"/>
                <a:cs typeface="Calibri"/>
              </a:rPr>
              <a:t>de</a:t>
            </a:r>
            <a:r>
              <a:rPr lang="fr-FR" sz="1200" spc="-40" dirty="0" smtClean="0">
                <a:solidFill>
                  <a:srgbClr val="585858"/>
                </a:solidFill>
                <a:latin typeface="+mn-lt"/>
                <a:cs typeface="Calibri"/>
              </a:rPr>
              <a:t> </a:t>
            </a:r>
            <a:r>
              <a:rPr lang="fr-FR" sz="1200" dirty="0" smtClean="0">
                <a:solidFill>
                  <a:srgbClr val="585858"/>
                </a:solidFill>
                <a:latin typeface="+mn-lt"/>
                <a:cs typeface="Calibri"/>
              </a:rPr>
              <a:t>gérer</a:t>
            </a:r>
            <a:r>
              <a:rPr lang="fr-FR" sz="1200" spc="-40" dirty="0" smtClean="0">
                <a:solidFill>
                  <a:srgbClr val="585858"/>
                </a:solidFill>
                <a:latin typeface="+mn-lt"/>
                <a:cs typeface="Calibri"/>
              </a:rPr>
              <a:t> </a:t>
            </a:r>
            <a:r>
              <a:rPr lang="fr-FR" sz="1200" dirty="0" smtClean="0">
                <a:solidFill>
                  <a:srgbClr val="585858"/>
                </a:solidFill>
                <a:latin typeface="+mn-lt"/>
                <a:cs typeface="Calibri"/>
              </a:rPr>
              <a:t>leurs</a:t>
            </a:r>
            <a:r>
              <a:rPr lang="fr-FR" sz="1200" spc="-10" dirty="0" smtClean="0">
                <a:solidFill>
                  <a:srgbClr val="585858"/>
                </a:solidFill>
                <a:latin typeface="+mn-lt"/>
                <a:cs typeface="Calibri"/>
              </a:rPr>
              <a:t> </a:t>
            </a:r>
            <a:r>
              <a:rPr lang="fr-FR" sz="1200" dirty="0" smtClean="0">
                <a:solidFill>
                  <a:srgbClr val="585858"/>
                </a:solidFill>
                <a:latin typeface="+mn-lt"/>
                <a:cs typeface="Calibri"/>
              </a:rPr>
              <a:t>fichiers</a:t>
            </a:r>
            <a:r>
              <a:rPr lang="fr-FR" sz="1200" spc="15" dirty="0" smtClean="0">
                <a:solidFill>
                  <a:srgbClr val="585858"/>
                </a:solidFill>
                <a:latin typeface="+mn-lt"/>
                <a:cs typeface="Calibri"/>
              </a:rPr>
              <a:t> </a:t>
            </a:r>
            <a:r>
              <a:rPr lang="fr-FR" sz="1200" dirty="0" smtClean="0">
                <a:solidFill>
                  <a:srgbClr val="585858"/>
                </a:solidFill>
                <a:latin typeface="+mn-lt"/>
                <a:cs typeface="Calibri"/>
              </a:rPr>
              <a:t>et</a:t>
            </a:r>
            <a:r>
              <a:rPr lang="fr-FR" sz="1200" spc="-35" dirty="0" smtClean="0">
                <a:solidFill>
                  <a:srgbClr val="585858"/>
                </a:solidFill>
                <a:latin typeface="+mn-lt"/>
                <a:cs typeface="Calibri"/>
              </a:rPr>
              <a:t> </a:t>
            </a:r>
            <a:r>
              <a:rPr lang="fr-FR" sz="1200" dirty="0" smtClean="0">
                <a:solidFill>
                  <a:srgbClr val="585858"/>
                </a:solidFill>
                <a:latin typeface="+mn-lt"/>
                <a:cs typeface="Calibri"/>
              </a:rPr>
              <a:t>leurs</a:t>
            </a:r>
            <a:r>
              <a:rPr lang="fr-FR" sz="1200" spc="-5" dirty="0" smtClean="0">
                <a:solidFill>
                  <a:srgbClr val="585858"/>
                </a:solidFill>
                <a:latin typeface="+mn-lt"/>
                <a:cs typeface="Calibri"/>
              </a:rPr>
              <a:t> </a:t>
            </a:r>
            <a:r>
              <a:rPr lang="fr-FR" sz="1200" spc="-10" dirty="0" smtClean="0">
                <a:solidFill>
                  <a:srgbClr val="585858"/>
                </a:solidFill>
                <a:latin typeface="+mn-lt"/>
                <a:cs typeface="Calibri"/>
              </a:rPr>
              <a:t>répertoires.</a:t>
            </a:r>
            <a:r>
              <a:rPr lang="fr-FR" sz="1200" spc="10" dirty="0" smtClean="0">
                <a:solidFill>
                  <a:srgbClr val="585858"/>
                </a:solidFill>
                <a:latin typeface="+mn-lt"/>
                <a:cs typeface="Calibri"/>
              </a:rPr>
              <a:t> </a:t>
            </a:r>
            <a:r>
              <a:rPr lang="fr-FR" sz="1200" spc="-25" dirty="0" smtClean="0">
                <a:solidFill>
                  <a:srgbClr val="585858"/>
                </a:solidFill>
                <a:latin typeface="+mn-lt"/>
                <a:cs typeface="Calibri"/>
              </a:rPr>
              <a:t>Tout</a:t>
            </a:r>
            <a:r>
              <a:rPr lang="fr-FR" sz="1200" spc="-35" dirty="0" smtClean="0">
                <a:solidFill>
                  <a:srgbClr val="585858"/>
                </a:solidFill>
                <a:latin typeface="+mn-lt"/>
                <a:cs typeface="Calibri"/>
              </a:rPr>
              <a:t> </a:t>
            </a:r>
            <a:r>
              <a:rPr lang="fr-FR" sz="1200" spc="-20" dirty="0" smtClean="0">
                <a:solidFill>
                  <a:srgbClr val="585858"/>
                </a:solidFill>
                <a:latin typeface="+mn-lt"/>
                <a:cs typeface="Calibri"/>
              </a:rPr>
              <a:t>d’abord,</a:t>
            </a:r>
            <a:r>
              <a:rPr lang="fr-FR" sz="1200" spc="20" dirty="0" smtClean="0">
                <a:solidFill>
                  <a:srgbClr val="585858"/>
                </a:solidFill>
                <a:latin typeface="+mn-lt"/>
                <a:cs typeface="Calibri"/>
              </a:rPr>
              <a:t> </a:t>
            </a:r>
            <a:r>
              <a:rPr lang="fr-FR" sz="1200" dirty="0" smtClean="0">
                <a:solidFill>
                  <a:srgbClr val="585858"/>
                </a:solidFill>
                <a:latin typeface="+mn-lt"/>
                <a:cs typeface="Calibri"/>
              </a:rPr>
              <a:t>on</a:t>
            </a:r>
            <a:r>
              <a:rPr lang="fr-FR" sz="1200" spc="-20" dirty="0" smtClean="0">
                <a:solidFill>
                  <a:srgbClr val="585858"/>
                </a:solidFill>
                <a:latin typeface="+mn-lt"/>
                <a:cs typeface="Calibri"/>
              </a:rPr>
              <a:t> </a:t>
            </a:r>
            <a:r>
              <a:rPr lang="fr-FR" sz="1200" dirty="0" smtClean="0">
                <a:solidFill>
                  <a:srgbClr val="585858"/>
                </a:solidFill>
                <a:latin typeface="+mn-lt"/>
                <a:cs typeface="Calibri"/>
              </a:rPr>
              <a:t>va</a:t>
            </a:r>
            <a:r>
              <a:rPr lang="fr-FR" sz="1200" spc="-40" dirty="0" smtClean="0">
                <a:solidFill>
                  <a:srgbClr val="585858"/>
                </a:solidFill>
                <a:latin typeface="+mn-lt"/>
                <a:cs typeface="Calibri"/>
              </a:rPr>
              <a:t> </a:t>
            </a:r>
            <a:r>
              <a:rPr lang="fr-FR" sz="1200" dirty="0" smtClean="0">
                <a:solidFill>
                  <a:srgbClr val="585858"/>
                </a:solidFill>
                <a:latin typeface="+mn-lt"/>
                <a:cs typeface="Calibri"/>
              </a:rPr>
              <a:t>définir</a:t>
            </a:r>
            <a:r>
              <a:rPr lang="fr-FR" sz="1200" spc="-5" dirty="0" smtClean="0">
                <a:solidFill>
                  <a:srgbClr val="585858"/>
                </a:solidFill>
                <a:latin typeface="+mn-lt"/>
                <a:cs typeface="Calibri"/>
              </a:rPr>
              <a:t> </a:t>
            </a:r>
            <a:r>
              <a:rPr lang="fr-FR" sz="1200" dirty="0" smtClean="0">
                <a:solidFill>
                  <a:srgbClr val="585858"/>
                </a:solidFill>
                <a:latin typeface="+mn-lt"/>
                <a:cs typeface="Calibri"/>
              </a:rPr>
              <a:t>un</a:t>
            </a:r>
            <a:r>
              <a:rPr lang="fr-FR" sz="1200" spc="-45" dirty="0" smtClean="0">
                <a:solidFill>
                  <a:srgbClr val="585858"/>
                </a:solidFill>
                <a:latin typeface="+mn-lt"/>
                <a:cs typeface="Calibri"/>
              </a:rPr>
              <a:t> </a:t>
            </a:r>
            <a:r>
              <a:rPr lang="fr-FR" sz="1200" spc="-10" dirty="0" smtClean="0">
                <a:solidFill>
                  <a:srgbClr val="585858"/>
                </a:solidFill>
                <a:latin typeface="+mn-lt"/>
                <a:cs typeface="Calibri"/>
              </a:rPr>
              <a:t>fichier,</a:t>
            </a:r>
            <a:r>
              <a:rPr lang="fr-FR" sz="1200" spc="20" dirty="0" smtClean="0">
                <a:solidFill>
                  <a:srgbClr val="585858"/>
                </a:solidFill>
                <a:latin typeface="+mn-lt"/>
                <a:cs typeface="Calibri"/>
              </a:rPr>
              <a:t> </a:t>
            </a:r>
            <a:r>
              <a:rPr lang="fr-FR" sz="1200" dirty="0" smtClean="0">
                <a:solidFill>
                  <a:srgbClr val="585858"/>
                </a:solidFill>
                <a:latin typeface="+mn-lt"/>
                <a:cs typeface="Calibri"/>
              </a:rPr>
              <a:t>un</a:t>
            </a:r>
            <a:r>
              <a:rPr lang="fr-FR" sz="1200" spc="-40" dirty="0" smtClean="0">
                <a:solidFill>
                  <a:srgbClr val="585858"/>
                </a:solidFill>
                <a:latin typeface="+mn-lt"/>
                <a:cs typeface="Calibri"/>
              </a:rPr>
              <a:t> </a:t>
            </a:r>
            <a:r>
              <a:rPr lang="fr-FR" sz="1200" spc="-10" dirty="0" smtClean="0">
                <a:solidFill>
                  <a:srgbClr val="585858"/>
                </a:solidFill>
                <a:latin typeface="+mn-lt"/>
                <a:cs typeface="Calibri"/>
              </a:rPr>
              <a:t>répertoire</a:t>
            </a:r>
            <a:r>
              <a:rPr lang="fr-FR" sz="1200" spc="10" dirty="0" smtClean="0">
                <a:solidFill>
                  <a:srgbClr val="585858"/>
                </a:solidFill>
                <a:latin typeface="+mn-lt"/>
                <a:cs typeface="Calibri"/>
              </a:rPr>
              <a:t> </a:t>
            </a:r>
            <a:r>
              <a:rPr lang="fr-FR" sz="1200" dirty="0" smtClean="0">
                <a:solidFill>
                  <a:srgbClr val="585858"/>
                </a:solidFill>
                <a:latin typeface="+mn-lt"/>
                <a:cs typeface="Calibri"/>
              </a:rPr>
              <a:t>et</a:t>
            </a:r>
            <a:r>
              <a:rPr lang="fr-FR" sz="1200" spc="-35" dirty="0" smtClean="0">
                <a:solidFill>
                  <a:srgbClr val="585858"/>
                </a:solidFill>
                <a:latin typeface="+mn-lt"/>
                <a:cs typeface="Calibri"/>
              </a:rPr>
              <a:t> </a:t>
            </a:r>
            <a:r>
              <a:rPr lang="fr-FR" sz="1200" dirty="0" smtClean="0">
                <a:solidFill>
                  <a:srgbClr val="585858"/>
                </a:solidFill>
                <a:latin typeface="+mn-lt"/>
                <a:cs typeface="Calibri"/>
              </a:rPr>
              <a:t>un</a:t>
            </a:r>
            <a:r>
              <a:rPr lang="fr-FR" sz="1200" spc="-45" dirty="0" smtClean="0">
                <a:solidFill>
                  <a:srgbClr val="585858"/>
                </a:solidFill>
                <a:latin typeface="+mn-lt"/>
                <a:cs typeface="Calibri"/>
              </a:rPr>
              <a:t> </a:t>
            </a:r>
            <a:r>
              <a:rPr lang="fr-FR" sz="1200" spc="-10" dirty="0" smtClean="0">
                <a:solidFill>
                  <a:srgbClr val="585858"/>
                </a:solidFill>
                <a:latin typeface="+mn-lt"/>
                <a:cs typeface="Calibri"/>
              </a:rPr>
              <a:t>système</a:t>
            </a:r>
            <a:r>
              <a:rPr lang="fr-FR" sz="1200" spc="-30" dirty="0" smtClean="0">
                <a:solidFill>
                  <a:srgbClr val="585858"/>
                </a:solidFill>
                <a:latin typeface="+mn-lt"/>
                <a:cs typeface="Calibri"/>
              </a:rPr>
              <a:t> </a:t>
            </a:r>
            <a:r>
              <a:rPr lang="fr-FR" sz="1200" dirty="0" smtClean="0">
                <a:solidFill>
                  <a:srgbClr val="585858"/>
                </a:solidFill>
                <a:latin typeface="+mn-lt"/>
                <a:cs typeface="Calibri"/>
              </a:rPr>
              <a:t>de</a:t>
            </a:r>
            <a:r>
              <a:rPr lang="fr-FR" sz="1200" spc="-15" dirty="0" smtClean="0">
                <a:solidFill>
                  <a:srgbClr val="585858"/>
                </a:solidFill>
                <a:latin typeface="+mn-lt"/>
                <a:cs typeface="Calibri"/>
              </a:rPr>
              <a:t> </a:t>
            </a:r>
            <a:r>
              <a:rPr lang="fr-FR" sz="1200" dirty="0" smtClean="0">
                <a:solidFill>
                  <a:srgbClr val="585858"/>
                </a:solidFill>
                <a:latin typeface="+mn-lt"/>
                <a:cs typeface="Calibri"/>
              </a:rPr>
              <a:t>gestion</a:t>
            </a:r>
            <a:r>
              <a:rPr lang="fr-FR" sz="1200" spc="-40" dirty="0" smtClean="0">
                <a:solidFill>
                  <a:srgbClr val="585858"/>
                </a:solidFill>
                <a:latin typeface="+mn-lt"/>
                <a:cs typeface="Calibri"/>
              </a:rPr>
              <a:t> </a:t>
            </a:r>
            <a:r>
              <a:rPr lang="fr-FR" sz="1200" dirty="0" smtClean="0">
                <a:solidFill>
                  <a:srgbClr val="585858"/>
                </a:solidFill>
                <a:latin typeface="+mn-lt"/>
                <a:cs typeface="Calibri"/>
              </a:rPr>
              <a:t>des</a:t>
            </a:r>
            <a:r>
              <a:rPr lang="fr-FR" sz="1200" spc="-25" dirty="0" smtClean="0">
                <a:solidFill>
                  <a:srgbClr val="585858"/>
                </a:solidFill>
                <a:latin typeface="+mn-lt"/>
                <a:cs typeface="Calibri"/>
              </a:rPr>
              <a:t> </a:t>
            </a:r>
            <a:r>
              <a:rPr lang="fr-FR" sz="1200" spc="-10" dirty="0" smtClean="0">
                <a:solidFill>
                  <a:srgbClr val="585858"/>
                </a:solidFill>
                <a:latin typeface="+mn-lt"/>
                <a:cs typeface="Calibri"/>
              </a:rPr>
              <a:t>fichiers.</a:t>
            </a:r>
            <a:endParaRPr lang="fr-FR" sz="1200" dirty="0" smtClean="0">
              <a:latin typeface="+mn-lt"/>
              <a:cs typeface="Calibri"/>
            </a:endParaRPr>
          </a:p>
          <a:p>
            <a:pPr marL="12700" marR="5715" algn="just">
              <a:lnSpc>
                <a:spcPct val="150000"/>
              </a:lnSpc>
              <a:spcBef>
                <a:spcPts val="605"/>
              </a:spcBef>
            </a:pPr>
            <a:endParaRPr lang="fr-FR" sz="1200" dirty="0" smtClean="0">
              <a:latin typeface="+mn-lt"/>
              <a:cs typeface="Calibri"/>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41</a:t>
            </a:fld>
            <a:endParaRPr lang="fr-FR"/>
          </a:p>
        </p:txBody>
      </p:sp>
    </p:spTree>
    <p:extLst>
      <p:ext uri="{BB962C8B-B14F-4D97-AF65-F5344CB8AC3E}">
        <p14:creationId xmlns:p14="http://schemas.microsoft.com/office/powerpoint/2010/main" val="25587129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715" lvl="0" indent="0" algn="just" defTabSz="914400" rtl="0" eaLnBrk="1" fontAlgn="auto" latinLnBrk="0" hangingPunct="1">
              <a:lnSpc>
                <a:spcPct val="150000"/>
              </a:lnSpc>
              <a:spcBef>
                <a:spcPts val="605"/>
              </a:spcBef>
              <a:spcAft>
                <a:spcPts val="0"/>
              </a:spcAft>
              <a:buClrTx/>
              <a:buSzTx/>
              <a:buFontTx/>
              <a:buNone/>
              <a:tabLst/>
              <a:defRPr/>
            </a:pPr>
            <a:endParaRPr lang="fr-FR" sz="1200" dirty="0" smtClean="0">
              <a:solidFill>
                <a:srgbClr val="585858"/>
              </a:solidFill>
              <a:latin typeface="+mn-lt"/>
              <a:cs typeface="Calibri"/>
            </a:endParaRPr>
          </a:p>
          <a:p>
            <a:pPr marL="12700" marR="5715" algn="just">
              <a:lnSpc>
                <a:spcPct val="150000"/>
              </a:lnSpc>
              <a:spcBef>
                <a:spcPts val="605"/>
              </a:spcBef>
            </a:pPr>
            <a:endParaRPr lang="fr-FR" sz="1200" dirty="0" smtClean="0">
              <a:latin typeface="+mn-lt"/>
              <a:cs typeface="Calibri"/>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43</a:t>
            </a:fld>
            <a:endParaRPr lang="fr-FR"/>
          </a:p>
        </p:txBody>
      </p:sp>
    </p:spTree>
    <p:extLst>
      <p:ext uri="{BB962C8B-B14F-4D97-AF65-F5344CB8AC3E}">
        <p14:creationId xmlns:p14="http://schemas.microsoft.com/office/powerpoint/2010/main" val="34196908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715" lvl="0" indent="0" algn="just" defTabSz="914400" rtl="0" eaLnBrk="1" fontAlgn="auto" latinLnBrk="0" hangingPunct="1">
              <a:lnSpc>
                <a:spcPct val="150000"/>
              </a:lnSpc>
              <a:spcBef>
                <a:spcPts val="605"/>
              </a:spcBef>
              <a:spcAft>
                <a:spcPts val="0"/>
              </a:spcAft>
              <a:buClrTx/>
              <a:buSzTx/>
              <a:buFontTx/>
              <a:buNone/>
              <a:tabLst/>
              <a:defRPr/>
            </a:pPr>
            <a:endParaRPr lang="fr-FR" sz="1200" dirty="0" smtClean="0">
              <a:solidFill>
                <a:srgbClr val="585858"/>
              </a:solidFill>
              <a:latin typeface="+mn-lt"/>
              <a:cs typeface="Calibri"/>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44</a:t>
            </a:fld>
            <a:endParaRPr lang="fr-FR"/>
          </a:p>
        </p:txBody>
      </p:sp>
    </p:spTree>
    <p:extLst>
      <p:ext uri="{BB962C8B-B14F-4D97-AF65-F5344CB8AC3E}">
        <p14:creationId xmlns:p14="http://schemas.microsoft.com/office/powerpoint/2010/main" val="34910056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5715" lvl="0" indent="0" algn="just" defTabSz="914400" rtl="0" eaLnBrk="1" fontAlgn="auto" latinLnBrk="0" hangingPunct="1">
              <a:lnSpc>
                <a:spcPct val="150000"/>
              </a:lnSpc>
              <a:spcBef>
                <a:spcPts val="605"/>
              </a:spcBef>
              <a:spcAft>
                <a:spcPts val="0"/>
              </a:spcAft>
              <a:buClrTx/>
              <a:buSzTx/>
              <a:buFontTx/>
              <a:buNone/>
              <a:tabLst/>
              <a:defRPr/>
            </a:pPr>
            <a:r>
              <a:rPr lang="fr-FR" sz="1200" dirty="0" smtClean="0">
                <a:latin typeface="+mn-lt"/>
              </a:rPr>
              <a:t>blocs de 1Ko et des adresses disque sur 4o</a:t>
            </a:r>
            <a:endParaRPr lang="fr-FR" sz="1200" dirty="0" smtClean="0">
              <a:solidFill>
                <a:srgbClr val="585858"/>
              </a:solidFill>
              <a:latin typeface="+mn-lt"/>
              <a:cs typeface="Calibri"/>
            </a:endParaRPr>
          </a:p>
        </p:txBody>
      </p:sp>
      <p:sp>
        <p:nvSpPr>
          <p:cNvPr id="4" name="Espace réservé du numéro de diapositive 3"/>
          <p:cNvSpPr>
            <a:spLocks noGrp="1"/>
          </p:cNvSpPr>
          <p:nvPr>
            <p:ph type="sldNum" sz="quarter" idx="10"/>
          </p:nvPr>
        </p:nvSpPr>
        <p:spPr/>
        <p:txBody>
          <a:bodyPr/>
          <a:lstStyle/>
          <a:p>
            <a:fld id="{8825E13D-E8C0-4774-A298-6E06C61A58D4}" type="slidenum">
              <a:rPr lang="fr-FR" smtClean="0"/>
              <a:t>45</a:t>
            </a:fld>
            <a:endParaRPr lang="fr-FR"/>
          </a:p>
        </p:txBody>
      </p:sp>
    </p:spTree>
    <p:extLst>
      <p:ext uri="{BB962C8B-B14F-4D97-AF65-F5344CB8AC3E}">
        <p14:creationId xmlns:p14="http://schemas.microsoft.com/office/powerpoint/2010/main" val="3335582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000" b="1" i="0">
                <a:solidFill>
                  <a:srgbClr val="585858"/>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200" b="1" i="0">
                <a:solidFill>
                  <a:srgbClr val="585858"/>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5/14/2024</a:t>
            </a:fld>
            <a:endParaRPr lang="en-US"/>
          </a:p>
        </p:txBody>
      </p:sp>
      <p:sp>
        <p:nvSpPr>
          <p:cNvPr id="6" name="Holder 6"/>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585858"/>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200" b="1" i="0">
                <a:solidFill>
                  <a:srgbClr val="585858"/>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5/14/2024</a:t>
            </a:fld>
            <a:endParaRPr lang="en-US"/>
          </a:p>
        </p:txBody>
      </p:sp>
      <p:sp>
        <p:nvSpPr>
          <p:cNvPr id="6" name="Holder 6"/>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585858"/>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5/14/2024</a:t>
            </a:fld>
            <a:endParaRPr lang="en-US"/>
          </a:p>
        </p:txBody>
      </p:sp>
      <p:sp>
        <p:nvSpPr>
          <p:cNvPr id="7" name="Holder 7"/>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048" y="17"/>
            <a:ext cx="12185903" cy="6855206"/>
          </a:xfrm>
          <a:prstGeom prst="rect">
            <a:avLst/>
          </a:prstGeom>
        </p:spPr>
      </p:pic>
      <p:sp>
        <p:nvSpPr>
          <p:cNvPr id="17" name="bg object 17"/>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18" name="bg object 18"/>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19" name="bg object 19"/>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000" b="1" i="0">
                <a:solidFill>
                  <a:srgbClr val="585858"/>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5/14/2024</a:t>
            </a:fld>
            <a:endParaRPr lang="en-US"/>
          </a:p>
        </p:txBody>
      </p:sp>
      <p:sp>
        <p:nvSpPr>
          <p:cNvPr id="5" name="Holder 5"/>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048" y="17"/>
            <a:ext cx="12185903" cy="6855206"/>
          </a:xfrm>
          <a:prstGeom prst="rect">
            <a:avLst/>
          </a:prstGeom>
        </p:spPr>
      </p:pic>
      <p:sp>
        <p:nvSpPr>
          <p:cNvPr id="17" name="bg object 17"/>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18" name="bg object 18"/>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19" name="bg object 19"/>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5/14/2024</a:t>
            </a:fld>
            <a:endParaRPr lang="en-US"/>
          </a:p>
        </p:txBody>
      </p:sp>
      <p:sp>
        <p:nvSpPr>
          <p:cNvPr id="4" name="Holder 4"/>
          <p:cNvSpPr>
            <a:spLocks noGrp="1"/>
          </p:cNvSpPr>
          <p:nvPr>
            <p:ph type="sldNum" sz="quarter" idx="7"/>
          </p:nvPr>
        </p:nvSpPr>
        <p:spPr/>
        <p:txBody>
          <a:bodyPr lIns="0" tIns="0" rIns="0" bIns="0"/>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63753" y="332308"/>
            <a:ext cx="11664492" cy="768350"/>
          </a:xfrm>
          <a:prstGeom prst="rect">
            <a:avLst/>
          </a:prstGeom>
        </p:spPr>
        <p:txBody>
          <a:bodyPr wrap="square" lIns="0" tIns="0" rIns="0" bIns="0">
            <a:spAutoFit/>
          </a:bodyPr>
          <a:lstStyle>
            <a:lvl1pPr>
              <a:defRPr sz="2000" b="1" i="0">
                <a:solidFill>
                  <a:srgbClr val="585858"/>
                </a:solidFill>
                <a:latin typeface="Calibri"/>
                <a:cs typeface="Calibri"/>
              </a:defRPr>
            </a:lvl1pPr>
          </a:lstStyle>
          <a:p>
            <a:endParaRPr/>
          </a:p>
        </p:txBody>
      </p:sp>
      <p:sp>
        <p:nvSpPr>
          <p:cNvPr id="3" name="Holder 3"/>
          <p:cNvSpPr>
            <a:spLocks noGrp="1"/>
          </p:cNvSpPr>
          <p:nvPr>
            <p:ph type="body" idx="1"/>
          </p:nvPr>
        </p:nvSpPr>
        <p:spPr>
          <a:xfrm>
            <a:off x="798982" y="1605152"/>
            <a:ext cx="10590530" cy="4752340"/>
          </a:xfrm>
          <a:prstGeom prst="rect">
            <a:avLst/>
          </a:prstGeom>
        </p:spPr>
        <p:txBody>
          <a:bodyPr wrap="square" lIns="0" tIns="0" rIns="0" bIns="0">
            <a:spAutoFit/>
          </a:bodyPr>
          <a:lstStyle>
            <a:lvl1pPr>
              <a:defRPr sz="1200" b="1" i="0">
                <a:solidFill>
                  <a:srgbClr val="585858"/>
                </a:solidFill>
                <a:latin typeface="Calibri"/>
                <a:cs typeface="Calibri"/>
              </a:defRPr>
            </a:lvl1pPr>
          </a:lstStyle>
          <a:p>
            <a:endParaRPr/>
          </a:p>
        </p:txBody>
      </p:sp>
      <p:sp>
        <p:nvSpPr>
          <p:cNvPr id="4" name="Holder 4"/>
          <p:cNvSpPr>
            <a:spLocks noGrp="1"/>
          </p:cNvSpPr>
          <p:nvPr>
            <p:ph type="ftr" sz="quarter" idx="5"/>
          </p:nvPr>
        </p:nvSpPr>
        <p:spPr>
          <a:xfrm>
            <a:off x="5103621" y="6694423"/>
            <a:ext cx="1986915" cy="184150"/>
          </a:xfrm>
          <a:prstGeom prst="rect">
            <a:avLst/>
          </a:prstGeom>
        </p:spPr>
        <p:txBody>
          <a:bodyPr wrap="square" lIns="0" tIns="0" rIns="0" bIns="0">
            <a:spAutoFit/>
          </a:bodyPr>
          <a:lstStyle>
            <a:lvl1pPr>
              <a:defRPr sz="1000" b="0" i="0">
                <a:solidFill>
                  <a:srgbClr val="AEABAB"/>
                </a:solidFill>
                <a:latin typeface="Calibri"/>
                <a:cs typeface="Calibri"/>
              </a:defRPr>
            </a:lvl1pPr>
          </a:lstStyle>
          <a:p>
            <a:pPr marL="12700">
              <a:lnSpc>
                <a:spcPts val="1055"/>
              </a:lnSpc>
            </a:pPr>
            <a:r>
              <a:rPr dirty="0"/>
              <a:t>Copyright</a:t>
            </a:r>
            <a:r>
              <a:rPr spc="-35" dirty="0"/>
              <a:t> </a:t>
            </a:r>
            <a:r>
              <a:rPr dirty="0"/>
              <a:t>-</a:t>
            </a:r>
            <a:r>
              <a:rPr spc="-10" dirty="0"/>
              <a:t> </a:t>
            </a:r>
            <a:r>
              <a:rPr dirty="0"/>
              <a:t>Tout</a:t>
            </a:r>
            <a:r>
              <a:rPr spc="-15" dirty="0"/>
              <a:t> </a:t>
            </a:r>
            <a:r>
              <a:rPr dirty="0"/>
              <a:t>droit</a:t>
            </a:r>
            <a:r>
              <a:rPr spc="-40" dirty="0"/>
              <a:t> </a:t>
            </a:r>
            <a:r>
              <a:rPr dirty="0"/>
              <a:t>réservé</a:t>
            </a:r>
            <a:r>
              <a:rPr spc="-30" dirty="0"/>
              <a:t> </a:t>
            </a:r>
            <a:r>
              <a:rPr dirty="0"/>
              <a:t>-</a:t>
            </a:r>
            <a:r>
              <a:rPr spc="-10" dirty="0"/>
              <a:t> </a:t>
            </a:r>
            <a:r>
              <a:rPr spc="-20" dirty="0"/>
              <a:t>OFPPT</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5/14/2024</a:t>
            </a:fld>
            <a:endParaRPr lang="en-US"/>
          </a:p>
        </p:txBody>
      </p:sp>
      <p:sp>
        <p:nvSpPr>
          <p:cNvPr id="6" name="Holder 6"/>
          <p:cNvSpPr>
            <a:spLocks noGrp="1"/>
          </p:cNvSpPr>
          <p:nvPr>
            <p:ph type="sldNum" sz="quarter" idx="7"/>
          </p:nvPr>
        </p:nvSpPr>
        <p:spPr>
          <a:xfrm>
            <a:off x="11845417" y="6709968"/>
            <a:ext cx="281304" cy="153670"/>
          </a:xfrm>
          <a:prstGeom prst="rect">
            <a:avLst/>
          </a:prstGeom>
        </p:spPr>
        <p:txBody>
          <a:bodyPr wrap="square" lIns="0" tIns="0" rIns="0" bIns="0">
            <a:spAutoFit/>
          </a:bodyPr>
          <a:lstStyle>
            <a:lvl1pPr>
              <a:defRPr sz="1000" b="0" i="0">
                <a:solidFill>
                  <a:srgbClr val="AEABAB"/>
                </a:solidFill>
                <a:latin typeface="Calibri"/>
                <a:cs typeface="Calibri"/>
              </a:defRPr>
            </a:lvl1pPr>
          </a:lstStyle>
          <a:p>
            <a:pPr marL="38100">
              <a:lnSpc>
                <a:spcPts val="1055"/>
              </a:lnSpc>
            </a:pPr>
            <a:fld id="{81D60167-4931-47E6-BA6A-407CBD079E47}" type="slidenum">
              <a:rPr spc="-25" dirty="0"/>
              <a:t>‹N°›</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4.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13.xml"/><Relationship Id="rId16"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36946"/>
            <a:ext cx="12191999" cy="4763238"/>
          </a:xfrm>
          <a:prstGeom prst="rect">
            <a:avLst/>
          </a:prstGeom>
        </p:spPr>
      </p:pic>
      <p:sp>
        <p:nvSpPr>
          <p:cNvPr id="10" name="object 10"/>
          <p:cNvSpPr txBox="1"/>
          <p:nvPr/>
        </p:nvSpPr>
        <p:spPr>
          <a:xfrm>
            <a:off x="1316863" y="5043373"/>
            <a:ext cx="8973185" cy="1296509"/>
          </a:xfrm>
          <a:prstGeom prst="rect">
            <a:avLst/>
          </a:prstGeom>
        </p:spPr>
        <p:txBody>
          <a:bodyPr vert="horz" wrap="square" lIns="0" tIns="13970" rIns="0" bIns="0" rtlCol="0">
            <a:spAutoFit/>
          </a:bodyPr>
          <a:lstStyle/>
          <a:p>
            <a:pPr algn="ctr">
              <a:lnSpc>
                <a:spcPct val="100000"/>
              </a:lnSpc>
              <a:spcBef>
                <a:spcPts val="40"/>
              </a:spcBef>
            </a:pPr>
            <a:r>
              <a:rPr sz="3200" b="1" dirty="0" smtClean="0">
                <a:solidFill>
                  <a:srgbClr val="1C3051"/>
                </a:solidFill>
                <a:latin typeface="Calibri"/>
                <a:cs typeface="Calibri"/>
              </a:rPr>
              <a:t>M</a:t>
            </a:r>
            <a:r>
              <a:rPr lang="fr-FR" sz="3200" b="1" dirty="0" err="1" smtClean="0">
                <a:solidFill>
                  <a:srgbClr val="1C3051"/>
                </a:solidFill>
                <a:latin typeface="Calibri"/>
                <a:cs typeface="Calibri"/>
              </a:rPr>
              <a:t>odule</a:t>
            </a:r>
            <a:r>
              <a:rPr lang="fr-FR" sz="3200" b="1" spc="-75" dirty="0">
                <a:solidFill>
                  <a:srgbClr val="1C3051"/>
                </a:solidFill>
                <a:latin typeface="Calibri"/>
                <a:cs typeface="Calibri"/>
              </a:rPr>
              <a:t>:</a:t>
            </a:r>
            <a:r>
              <a:rPr sz="3200" b="1" spc="-35" dirty="0" smtClean="0">
                <a:solidFill>
                  <a:srgbClr val="1C3051"/>
                </a:solidFill>
                <a:latin typeface="Calibri"/>
                <a:cs typeface="Calibri"/>
              </a:rPr>
              <a:t> </a:t>
            </a:r>
            <a:r>
              <a:rPr lang="fr-FR" sz="3200" b="1" dirty="0">
                <a:solidFill>
                  <a:srgbClr val="1C3051"/>
                </a:solidFill>
                <a:latin typeface="Calibri"/>
                <a:cs typeface="Calibri"/>
              </a:rPr>
              <a:t>S</a:t>
            </a:r>
            <a:r>
              <a:rPr sz="3200" b="1" dirty="0" err="1" smtClean="0">
                <a:solidFill>
                  <a:srgbClr val="1C3051"/>
                </a:solidFill>
                <a:latin typeface="Calibri"/>
                <a:cs typeface="Calibri"/>
              </a:rPr>
              <a:t>ystème</a:t>
            </a:r>
            <a:r>
              <a:rPr sz="3200" b="1" spc="-20" dirty="0" smtClean="0">
                <a:solidFill>
                  <a:srgbClr val="1C3051"/>
                </a:solidFill>
                <a:latin typeface="Calibri"/>
                <a:cs typeface="Calibri"/>
              </a:rPr>
              <a:t> </a:t>
            </a:r>
            <a:r>
              <a:rPr sz="3200" b="1" dirty="0" err="1" smtClean="0">
                <a:solidFill>
                  <a:srgbClr val="1C3051"/>
                </a:solidFill>
                <a:latin typeface="Calibri"/>
                <a:cs typeface="Calibri"/>
              </a:rPr>
              <a:t>d'exploitation</a:t>
            </a:r>
            <a:endParaRPr sz="3200" dirty="0">
              <a:latin typeface="Calibri"/>
              <a:cs typeface="Calibri"/>
            </a:endParaRPr>
          </a:p>
          <a:p>
            <a:pPr>
              <a:lnSpc>
                <a:spcPct val="100000"/>
              </a:lnSpc>
              <a:spcBef>
                <a:spcPts val="385"/>
              </a:spcBef>
            </a:pPr>
            <a:endParaRPr sz="2400" dirty="0">
              <a:latin typeface="Calibri"/>
              <a:cs typeface="Calibri"/>
            </a:endParaRPr>
          </a:p>
          <a:p>
            <a:pPr marL="1055370" algn="ctr">
              <a:lnSpc>
                <a:spcPct val="100000"/>
              </a:lnSpc>
              <a:spcBef>
                <a:spcPts val="5"/>
              </a:spcBef>
            </a:pPr>
            <a:r>
              <a:rPr sz="2400" b="1" dirty="0">
                <a:solidFill>
                  <a:srgbClr val="FFFFFF"/>
                </a:solidFill>
                <a:latin typeface="Calibri"/>
                <a:cs typeface="Calibri"/>
              </a:rPr>
              <a:t>135</a:t>
            </a:r>
            <a:r>
              <a:rPr sz="2400" b="1" spc="-25" dirty="0">
                <a:solidFill>
                  <a:srgbClr val="FFFFFF"/>
                </a:solidFill>
                <a:latin typeface="Calibri"/>
                <a:cs typeface="Calibri"/>
              </a:rPr>
              <a:t> </a:t>
            </a:r>
            <a:r>
              <a:rPr sz="2400" b="1" spc="-10" dirty="0">
                <a:solidFill>
                  <a:srgbClr val="FFFFFF"/>
                </a:solidFill>
                <a:latin typeface="Calibri"/>
                <a:cs typeface="Calibri"/>
              </a:rPr>
              <a:t>heures</a:t>
            </a:r>
            <a:endParaRPr sz="2400" dirty="0">
              <a:latin typeface="Calibri"/>
              <a:cs typeface="Calibri"/>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3048" y="0"/>
            <a:ext cx="6483078" cy="6857997"/>
          </a:xfrm>
          <a:prstGeom prst="rect">
            <a:avLst/>
          </a:prstGeom>
        </p:spPr>
      </p:pic>
      <p:sp>
        <p:nvSpPr>
          <p:cNvPr id="10" name="object 10"/>
          <p:cNvSpPr txBox="1">
            <a:spLocks noGrp="1"/>
          </p:cNvSpPr>
          <p:nvPr>
            <p:ph type="title"/>
          </p:nvPr>
        </p:nvSpPr>
        <p:spPr>
          <a:xfrm>
            <a:off x="263753" y="152400"/>
            <a:ext cx="11664492" cy="674338"/>
          </a:xfrm>
          <a:prstGeom prst="rect">
            <a:avLst/>
          </a:prstGeom>
        </p:spPr>
        <p:txBody>
          <a:bodyPr vert="horz" wrap="square" lIns="0" tIns="241096" rIns="0" bIns="0" rtlCol="0">
            <a:spAutoFit/>
          </a:bodyPr>
          <a:lstStyle/>
          <a:p>
            <a:pPr marL="7964805">
              <a:lnSpc>
                <a:spcPct val="100000"/>
              </a:lnSpc>
              <a:spcBef>
                <a:spcPts val="105"/>
              </a:spcBef>
            </a:pPr>
            <a:r>
              <a:rPr sz="2800" dirty="0">
                <a:solidFill>
                  <a:srgbClr val="008245"/>
                </a:solidFill>
              </a:rPr>
              <a:t>CHAPITRE</a:t>
            </a:r>
            <a:r>
              <a:rPr sz="2800" spc="-40" dirty="0">
                <a:solidFill>
                  <a:srgbClr val="008245"/>
                </a:solidFill>
              </a:rPr>
              <a:t> </a:t>
            </a:r>
            <a:r>
              <a:rPr lang="fr-FR" sz="2800" spc="-50" dirty="0">
                <a:solidFill>
                  <a:srgbClr val="008245"/>
                </a:solidFill>
              </a:rPr>
              <a:t>6</a:t>
            </a:r>
            <a:endParaRPr sz="2800" dirty="0"/>
          </a:p>
        </p:txBody>
      </p:sp>
      <p:sp>
        <p:nvSpPr>
          <p:cNvPr id="13" name="object 13"/>
          <p:cNvSpPr txBox="1"/>
          <p:nvPr/>
        </p:nvSpPr>
        <p:spPr>
          <a:xfrm>
            <a:off x="8696325" y="6339713"/>
            <a:ext cx="1264920" cy="330835"/>
          </a:xfrm>
          <a:prstGeom prst="rect">
            <a:avLst/>
          </a:prstGeom>
        </p:spPr>
        <p:txBody>
          <a:bodyPr vert="horz" wrap="square" lIns="0" tIns="0" rIns="0" bIns="0" rtlCol="0">
            <a:spAutoFit/>
          </a:bodyPr>
          <a:lstStyle/>
          <a:p>
            <a:pPr marL="12700">
              <a:lnSpc>
                <a:spcPts val="2380"/>
              </a:lnSpc>
            </a:pPr>
            <a:r>
              <a:rPr sz="2400" b="1" dirty="0">
                <a:solidFill>
                  <a:srgbClr val="FFFFFF"/>
                </a:solidFill>
                <a:latin typeface="Calibri"/>
                <a:cs typeface="Calibri"/>
              </a:rPr>
              <a:t>10</a:t>
            </a:r>
            <a:r>
              <a:rPr sz="2400" b="1" spc="-30" dirty="0">
                <a:solidFill>
                  <a:srgbClr val="FFFFFF"/>
                </a:solidFill>
                <a:latin typeface="Calibri"/>
                <a:cs typeface="Calibri"/>
              </a:rPr>
              <a:t> </a:t>
            </a:r>
            <a:r>
              <a:rPr sz="2400" b="1" spc="-10" dirty="0">
                <a:solidFill>
                  <a:srgbClr val="FFFFFF"/>
                </a:solidFill>
                <a:latin typeface="Calibri"/>
                <a:cs typeface="Calibri"/>
              </a:rPr>
              <a:t>heures</a:t>
            </a:r>
            <a:endParaRPr sz="2400" dirty="0">
              <a:latin typeface="Calibri"/>
              <a:cs typeface="Calibri"/>
            </a:endParaRPr>
          </a:p>
        </p:txBody>
      </p:sp>
      <p:sp>
        <p:nvSpPr>
          <p:cNvPr id="11" name="object 11"/>
          <p:cNvSpPr txBox="1"/>
          <p:nvPr/>
        </p:nvSpPr>
        <p:spPr>
          <a:xfrm>
            <a:off x="6445122" y="1105280"/>
            <a:ext cx="5289550" cy="391160"/>
          </a:xfrm>
          <a:prstGeom prst="rect">
            <a:avLst/>
          </a:prstGeom>
        </p:spPr>
        <p:txBody>
          <a:bodyPr vert="horz" wrap="square" lIns="0" tIns="12700" rIns="0" bIns="0" rtlCol="0">
            <a:spAutoFit/>
          </a:bodyPr>
          <a:lstStyle/>
          <a:p>
            <a:pPr marL="12700">
              <a:lnSpc>
                <a:spcPct val="100000"/>
              </a:lnSpc>
              <a:spcBef>
                <a:spcPts val="100"/>
              </a:spcBef>
            </a:pPr>
            <a:r>
              <a:rPr sz="2400" b="1" spc="-35" dirty="0">
                <a:solidFill>
                  <a:srgbClr val="008245"/>
                </a:solidFill>
                <a:latin typeface="Calibri"/>
                <a:cs typeface="Calibri"/>
              </a:rPr>
              <a:t>ANALYSER</a:t>
            </a:r>
            <a:r>
              <a:rPr sz="2400" b="1" spc="-75" dirty="0">
                <a:solidFill>
                  <a:srgbClr val="008245"/>
                </a:solidFill>
                <a:latin typeface="Calibri"/>
                <a:cs typeface="Calibri"/>
              </a:rPr>
              <a:t> </a:t>
            </a:r>
            <a:r>
              <a:rPr sz="2400" b="1" dirty="0">
                <a:solidFill>
                  <a:srgbClr val="008245"/>
                </a:solidFill>
                <a:latin typeface="Calibri"/>
                <a:cs typeface="Calibri"/>
              </a:rPr>
              <a:t>LE</a:t>
            </a:r>
            <a:r>
              <a:rPr sz="2400" b="1" spc="-15" dirty="0">
                <a:solidFill>
                  <a:srgbClr val="008245"/>
                </a:solidFill>
                <a:latin typeface="Calibri"/>
                <a:cs typeface="Calibri"/>
              </a:rPr>
              <a:t> </a:t>
            </a:r>
            <a:r>
              <a:rPr sz="2400" b="1" dirty="0">
                <a:solidFill>
                  <a:srgbClr val="008245"/>
                </a:solidFill>
                <a:latin typeface="Calibri"/>
                <a:cs typeface="Calibri"/>
              </a:rPr>
              <a:t>FONCTIONNEMENT</a:t>
            </a:r>
            <a:r>
              <a:rPr sz="2400" b="1" spc="-75" dirty="0">
                <a:solidFill>
                  <a:srgbClr val="008245"/>
                </a:solidFill>
                <a:latin typeface="Calibri"/>
                <a:cs typeface="Calibri"/>
              </a:rPr>
              <a:t> </a:t>
            </a:r>
            <a:r>
              <a:rPr sz="2400" b="1" dirty="0">
                <a:solidFill>
                  <a:srgbClr val="008245"/>
                </a:solidFill>
                <a:latin typeface="Calibri"/>
                <a:cs typeface="Calibri"/>
              </a:rPr>
              <a:t>D’UN</a:t>
            </a:r>
            <a:r>
              <a:rPr sz="2400" b="1" spc="-20" dirty="0">
                <a:solidFill>
                  <a:srgbClr val="008245"/>
                </a:solidFill>
                <a:latin typeface="Calibri"/>
                <a:cs typeface="Calibri"/>
              </a:rPr>
              <a:t> </a:t>
            </a:r>
            <a:r>
              <a:rPr sz="2400" b="1" spc="-25" dirty="0">
                <a:solidFill>
                  <a:srgbClr val="008245"/>
                </a:solidFill>
                <a:latin typeface="Calibri"/>
                <a:cs typeface="Calibri"/>
              </a:rPr>
              <a:t>SE</a:t>
            </a:r>
            <a:endParaRPr sz="2400" dirty="0">
              <a:latin typeface="Calibri"/>
              <a:cs typeface="Calibri"/>
            </a:endParaRPr>
          </a:p>
        </p:txBody>
      </p:sp>
      <p:sp>
        <p:nvSpPr>
          <p:cNvPr id="12" name="object 12"/>
          <p:cNvSpPr txBox="1"/>
          <p:nvPr/>
        </p:nvSpPr>
        <p:spPr>
          <a:xfrm>
            <a:off x="6645147" y="2133600"/>
            <a:ext cx="4889500" cy="3906198"/>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7800"/>
                </a:solidFill>
                <a:latin typeface="Calibri"/>
                <a:cs typeface="Calibri"/>
              </a:rPr>
              <a:t>Ce</a:t>
            </a:r>
            <a:r>
              <a:rPr sz="1800" b="1" spc="-60" dirty="0">
                <a:solidFill>
                  <a:srgbClr val="FF7800"/>
                </a:solidFill>
                <a:latin typeface="Calibri"/>
                <a:cs typeface="Calibri"/>
              </a:rPr>
              <a:t> </a:t>
            </a:r>
            <a:r>
              <a:rPr sz="1800" b="1" dirty="0">
                <a:solidFill>
                  <a:srgbClr val="FF7800"/>
                </a:solidFill>
                <a:latin typeface="Calibri"/>
                <a:cs typeface="Calibri"/>
              </a:rPr>
              <a:t>que</a:t>
            </a:r>
            <a:r>
              <a:rPr sz="1800" b="1" spc="-35" dirty="0">
                <a:solidFill>
                  <a:srgbClr val="FF7800"/>
                </a:solidFill>
                <a:latin typeface="Calibri"/>
                <a:cs typeface="Calibri"/>
              </a:rPr>
              <a:t> </a:t>
            </a:r>
            <a:r>
              <a:rPr sz="1800" b="1" dirty="0">
                <a:solidFill>
                  <a:srgbClr val="FF7800"/>
                </a:solidFill>
                <a:latin typeface="Calibri"/>
                <a:cs typeface="Calibri"/>
              </a:rPr>
              <a:t>vous</a:t>
            </a:r>
            <a:r>
              <a:rPr sz="1800" b="1" spc="-15" dirty="0">
                <a:solidFill>
                  <a:srgbClr val="FF7800"/>
                </a:solidFill>
                <a:latin typeface="Calibri"/>
                <a:cs typeface="Calibri"/>
              </a:rPr>
              <a:t> </a:t>
            </a:r>
            <a:r>
              <a:rPr sz="1800" b="1" dirty="0">
                <a:solidFill>
                  <a:srgbClr val="FF7800"/>
                </a:solidFill>
                <a:latin typeface="Calibri"/>
                <a:cs typeface="Calibri"/>
              </a:rPr>
              <a:t>allez</a:t>
            </a:r>
            <a:r>
              <a:rPr sz="1800" b="1" spc="-35" dirty="0">
                <a:solidFill>
                  <a:srgbClr val="FF7800"/>
                </a:solidFill>
                <a:latin typeface="Calibri"/>
                <a:cs typeface="Calibri"/>
              </a:rPr>
              <a:t> </a:t>
            </a:r>
            <a:r>
              <a:rPr sz="1800" b="1" dirty="0">
                <a:solidFill>
                  <a:srgbClr val="FF7800"/>
                </a:solidFill>
                <a:latin typeface="Calibri"/>
                <a:cs typeface="Calibri"/>
              </a:rPr>
              <a:t>apprendre</a:t>
            </a:r>
            <a:r>
              <a:rPr sz="1800" b="1" spc="-55" dirty="0">
                <a:solidFill>
                  <a:srgbClr val="FF7800"/>
                </a:solidFill>
                <a:latin typeface="Calibri"/>
                <a:cs typeface="Calibri"/>
              </a:rPr>
              <a:t> </a:t>
            </a:r>
            <a:r>
              <a:rPr sz="1800" b="1" dirty="0">
                <a:solidFill>
                  <a:srgbClr val="FF7800"/>
                </a:solidFill>
                <a:latin typeface="Calibri"/>
                <a:cs typeface="Calibri"/>
              </a:rPr>
              <a:t>dans</a:t>
            </a:r>
            <a:r>
              <a:rPr sz="1800" b="1" spc="-40" dirty="0">
                <a:solidFill>
                  <a:srgbClr val="FF7800"/>
                </a:solidFill>
                <a:latin typeface="Calibri"/>
                <a:cs typeface="Calibri"/>
              </a:rPr>
              <a:t> </a:t>
            </a:r>
            <a:r>
              <a:rPr sz="1800" b="1" dirty="0">
                <a:solidFill>
                  <a:srgbClr val="FF7800"/>
                </a:solidFill>
                <a:latin typeface="Calibri"/>
                <a:cs typeface="Calibri"/>
              </a:rPr>
              <a:t>ce</a:t>
            </a:r>
            <a:r>
              <a:rPr sz="1800" b="1" spc="-35" dirty="0">
                <a:solidFill>
                  <a:srgbClr val="FF7800"/>
                </a:solidFill>
                <a:latin typeface="Calibri"/>
                <a:cs typeface="Calibri"/>
              </a:rPr>
              <a:t> </a:t>
            </a:r>
            <a:r>
              <a:rPr sz="1800" b="1" dirty="0">
                <a:solidFill>
                  <a:srgbClr val="FF7800"/>
                </a:solidFill>
                <a:latin typeface="Calibri"/>
                <a:cs typeface="Calibri"/>
              </a:rPr>
              <a:t>chapitre</a:t>
            </a:r>
            <a:r>
              <a:rPr sz="1800" b="1" spc="-40" dirty="0">
                <a:solidFill>
                  <a:srgbClr val="FF7800"/>
                </a:solidFill>
                <a:latin typeface="Calibri"/>
                <a:cs typeface="Calibri"/>
              </a:rPr>
              <a:t> </a:t>
            </a:r>
            <a:r>
              <a:rPr sz="1800" b="1" spc="-50" dirty="0">
                <a:solidFill>
                  <a:srgbClr val="FF7800"/>
                </a:solidFill>
                <a:latin typeface="Calibri"/>
                <a:cs typeface="Calibri"/>
              </a:rPr>
              <a:t>:</a:t>
            </a:r>
            <a:endParaRPr sz="1800" dirty="0">
              <a:latin typeface="Calibri"/>
              <a:cs typeface="Calibri"/>
            </a:endParaRPr>
          </a:p>
          <a:p>
            <a:pPr marL="356870" indent="-344170">
              <a:lnSpc>
                <a:spcPct val="150000"/>
              </a:lnSpc>
              <a:spcBef>
                <a:spcPts val="2095"/>
              </a:spcBef>
              <a:buFont typeface="Arial"/>
              <a:buChar char="•"/>
              <a:tabLst>
                <a:tab pos="356870" algn="l"/>
              </a:tabLst>
            </a:pPr>
            <a:r>
              <a:rPr lang="fr-FR" sz="1800" dirty="0" smtClean="0">
                <a:solidFill>
                  <a:srgbClr val="555555"/>
                </a:solidFill>
                <a:latin typeface="Calibri"/>
                <a:cs typeface="Calibri"/>
              </a:rPr>
              <a:t>Présenter</a:t>
            </a:r>
            <a:r>
              <a:rPr lang="fr-FR" sz="1800" spc="-45" dirty="0" smtClean="0">
                <a:solidFill>
                  <a:srgbClr val="555555"/>
                </a:solidFill>
                <a:latin typeface="Calibri"/>
                <a:cs typeface="Calibri"/>
              </a:rPr>
              <a:t> </a:t>
            </a:r>
            <a:r>
              <a:rPr lang="fr-FR" sz="1800" dirty="0" smtClean="0">
                <a:solidFill>
                  <a:srgbClr val="555555"/>
                </a:solidFill>
                <a:latin typeface="Calibri"/>
                <a:cs typeface="Calibri"/>
              </a:rPr>
              <a:t>l’historique des </a:t>
            </a:r>
            <a:r>
              <a:rPr lang="fr-FR" sz="1800" dirty="0" err="1" smtClean="0">
                <a:solidFill>
                  <a:srgbClr val="555555"/>
                </a:solidFill>
                <a:latin typeface="Calibri"/>
                <a:cs typeface="Calibri"/>
              </a:rPr>
              <a:t>SGFs</a:t>
            </a:r>
            <a:endParaRPr lang="fr-FR" spc="-25" dirty="0">
              <a:solidFill>
                <a:srgbClr val="555555"/>
              </a:solidFill>
              <a:latin typeface="Calibri"/>
              <a:cs typeface="Calibri"/>
            </a:endParaRPr>
          </a:p>
          <a:p>
            <a:pPr marL="356870" indent="-344170">
              <a:lnSpc>
                <a:spcPct val="150000"/>
              </a:lnSpc>
              <a:spcBef>
                <a:spcPts val="2095"/>
              </a:spcBef>
              <a:buFont typeface="Arial"/>
              <a:buChar char="•"/>
              <a:tabLst>
                <a:tab pos="356870" algn="l"/>
              </a:tabLst>
            </a:pPr>
            <a:r>
              <a:rPr sz="1800" dirty="0" err="1" smtClean="0">
                <a:solidFill>
                  <a:srgbClr val="555555"/>
                </a:solidFill>
                <a:latin typeface="Calibri"/>
                <a:cs typeface="Calibri"/>
              </a:rPr>
              <a:t>Décrire</a:t>
            </a:r>
            <a:r>
              <a:rPr sz="1800" spc="-40" dirty="0" smtClean="0">
                <a:solidFill>
                  <a:srgbClr val="555555"/>
                </a:solidFill>
                <a:latin typeface="Calibri"/>
                <a:cs typeface="Calibri"/>
              </a:rPr>
              <a:t> </a:t>
            </a:r>
            <a:r>
              <a:rPr lang="fr-FR" dirty="0" smtClean="0">
                <a:solidFill>
                  <a:srgbClr val="555555"/>
                </a:solidFill>
                <a:latin typeface="Calibri"/>
                <a:cs typeface="Calibri"/>
              </a:rPr>
              <a:t>la notions et les fonctionnalités des </a:t>
            </a:r>
            <a:r>
              <a:rPr lang="fr-FR" dirty="0" err="1" smtClean="0">
                <a:solidFill>
                  <a:srgbClr val="555555"/>
                </a:solidFill>
                <a:latin typeface="Calibri"/>
                <a:cs typeface="Calibri"/>
              </a:rPr>
              <a:t>SGFs</a:t>
            </a:r>
            <a:endParaRPr sz="1800" dirty="0">
              <a:latin typeface="Calibri"/>
              <a:cs typeface="Calibri"/>
            </a:endParaRPr>
          </a:p>
          <a:p>
            <a:pPr marL="356870" indent="-344170">
              <a:lnSpc>
                <a:spcPct val="150000"/>
              </a:lnSpc>
              <a:spcBef>
                <a:spcPts val="600"/>
              </a:spcBef>
              <a:buFont typeface="Arial"/>
              <a:buChar char="•"/>
              <a:tabLst>
                <a:tab pos="356870" algn="l"/>
              </a:tabLst>
            </a:pPr>
            <a:r>
              <a:rPr sz="1800" dirty="0" err="1">
                <a:solidFill>
                  <a:srgbClr val="555555"/>
                </a:solidFill>
                <a:latin typeface="Calibri"/>
                <a:cs typeface="Calibri"/>
              </a:rPr>
              <a:t>Découvrir</a:t>
            </a:r>
            <a:r>
              <a:rPr sz="1800" spc="-25" dirty="0">
                <a:solidFill>
                  <a:srgbClr val="555555"/>
                </a:solidFill>
                <a:latin typeface="Calibri"/>
                <a:cs typeface="Calibri"/>
              </a:rPr>
              <a:t> </a:t>
            </a:r>
            <a:r>
              <a:rPr sz="1800" dirty="0" smtClean="0">
                <a:solidFill>
                  <a:srgbClr val="555555"/>
                </a:solidFill>
                <a:latin typeface="Calibri"/>
                <a:cs typeface="Calibri"/>
              </a:rPr>
              <a:t>le</a:t>
            </a:r>
            <a:r>
              <a:rPr lang="fr-FR" spc="-30" dirty="0" smtClean="0">
                <a:solidFill>
                  <a:srgbClr val="555555"/>
                </a:solidFill>
                <a:latin typeface="Calibri"/>
                <a:cs typeface="Calibri"/>
              </a:rPr>
              <a:t>s techniques d’allocations des blocs</a:t>
            </a:r>
          </a:p>
          <a:p>
            <a:pPr marL="356870" indent="-344170">
              <a:lnSpc>
                <a:spcPct val="150000"/>
              </a:lnSpc>
              <a:spcBef>
                <a:spcPts val="600"/>
              </a:spcBef>
              <a:buFont typeface="Arial"/>
              <a:buChar char="•"/>
              <a:tabLst>
                <a:tab pos="356870" algn="l"/>
              </a:tabLst>
            </a:pPr>
            <a:r>
              <a:rPr lang="fr-FR" spc="-30" dirty="0" smtClean="0">
                <a:solidFill>
                  <a:srgbClr val="555555"/>
                </a:solidFill>
                <a:latin typeface="Calibri"/>
                <a:cs typeface="Calibri"/>
              </a:rPr>
              <a:t>Connaître les Types des </a:t>
            </a:r>
            <a:r>
              <a:rPr lang="fr-FR" spc="-30" dirty="0" err="1" smtClean="0">
                <a:solidFill>
                  <a:srgbClr val="555555"/>
                </a:solidFill>
                <a:latin typeface="Calibri"/>
                <a:cs typeface="Calibri"/>
              </a:rPr>
              <a:t>SGFs</a:t>
            </a:r>
            <a:endParaRPr lang="fr-FR" spc="-30" dirty="0" smtClean="0">
              <a:solidFill>
                <a:srgbClr val="555555"/>
              </a:solidFill>
              <a:latin typeface="Calibri"/>
              <a:cs typeface="Calibri"/>
            </a:endParaRPr>
          </a:p>
          <a:p>
            <a:pPr marL="356870" indent="-344170">
              <a:lnSpc>
                <a:spcPct val="150000"/>
              </a:lnSpc>
              <a:spcBef>
                <a:spcPts val="600"/>
              </a:spcBef>
              <a:buFont typeface="Arial"/>
              <a:buChar char="•"/>
              <a:tabLst>
                <a:tab pos="356870" algn="l"/>
              </a:tabLst>
            </a:pPr>
            <a:r>
              <a:rPr lang="fr-FR" sz="1800" spc="-30" dirty="0" smtClean="0">
                <a:solidFill>
                  <a:srgbClr val="555555"/>
                </a:solidFill>
                <a:latin typeface="Calibri"/>
                <a:cs typeface="Calibri"/>
              </a:rPr>
              <a:t>Présenter l’arborescence des </a:t>
            </a:r>
            <a:r>
              <a:rPr lang="fr-FR" sz="1800" spc="-30" dirty="0" err="1" smtClean="0">
                <a:solidFill>
                  <a:srgbClr val="555555"/>
                </a:solidFill>
                <a:latin typeface="Calibri"/>
                <a:cs typeface="Calibri"/>
              </a:rPr>
              <a:t>SGFs</a:t>
            </a:r>
            <a:r>
              <a:rPr lang="fr-FR" sz="1800" spc="-30" dirty="0" smtClean="0">
                <a:solidFill>
                  <a:srgbClr val="555555"/>
                </a:solidFill>
                <a:latin typeface="Calibri"/>
                <a:cs typeface="Calibri"/>
              </a:rPr>
              <a:t> sous Linux et sous Windows</a:t>
            </a:r>
          </a:p>
          <a:p>
            <a:pPr marL="356870" indent="-344170">
              <a:lnSpc>
                <a:spcPct val="100000"/>
              </a:lnSpc>
              <a:spcBef>
                <a:spcPts val="600"/>
              </a:spcBef>
              <a:buFont typeface="Arial"/>
              <a:buChar char="•"/>
              <a:tabLst>
                <a:tab pos="356870" algn="l"/>
              </a:tabLst>
            </a:pPr>
            <a:endParaRPr sz="1800" dirty="0">
              <a:latin typeface="Calibri"/>
              <a:cs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7"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
        <p:nvSpPr>
          <p:cNvPr id="11" name="object 11"/>
          <p:cNvSpPr txBox="1"/>
          <p:nvPr/>
        </p:nvSpPr>
        <p:spPr>
          <a:xfrm>
            <a:off x="798982" y="1691975"/>
            <a:ext cx="10591165" cy="4211409"/>
          </a:xfrm>
          <a:prstGeom prst="rect">
            <a:avLst/>
          </a:prstGeom>
        </p:spPr>
        <p:txBody>
          <a:bodyPr vert="horz" wrap="square" lIns="0" tIns="12700" rIns="0" bIns="0" rtlCol="0">
            <a:spAutoFit/>
          </a:bodyPr>
          <a:lstStyle/>
          <a:p>
            <a:pPr marL="12700" marR="5080" algn="just">
              <a:lnSpc>
                <a:spcPct val="150100"/>
              </a:lnSpc>
              <a:spcBef>
                <a:spcPts val="100"/>
              </a:spcBef>
            </a:pPr>
            <a:r>
              <a:rPr sz="1400" dirty="0">
                <a:solidFill>
                  <a:srgbClr val="555555"/>
                </a:solidFill>
                <a:latin typeface="Calibri"/>
                <a:cs typeface="Calibri"/>
              </a:rPr>
              <a:t>Le</a:t>
            </a:r>
            <a:r>
              <a:rPr sz="1400" spc="-20" dirty="0">
                <a:solidFill>
                  <a:srgbClr val="555555"/>
                </a:solidFill>
                <a:latin typeface="Calibri"/>
                <a:cs typeface="Calibri"/>
              </a:rPr>
              <a:t> </a:t>
            </a:r>
            <a:r>
              <a:rPr sz="1400" dirty="0">
                <a:solidFill>
                  <a:srgbClr val="555555"/>
                </a:solidFill>
                <a:latin typeface="Calibri"/>
                <a:cs typeface="Calibri"/>
              </a:rPr>
              <a:t>système</a:t>
            </a:r>
            <a:r>
              <a:rPr sz="1400" spc="-15" dirty="0">
                <a:solidFill>
                  <a:srgbClr val="555555"/>
                </a:solidFill>
                <a:latin typeface="Calibri"/>
                <a:cs typeface="Calibri"/>
              </a:rPr>
              <a:t> </a:t>
            </a:r>
            <a:r>
              <a:rPr sz="1400" spc="-20" dirty="0">
                <a:solidFill>
                  <a:srgbClr val="555555"/>
                </a:solidFill>
                <a:latin typeface="Calibri"/>
                <a:cs typeface="Calibri"/>
              </a:rPr>
              <a:t>d’exploitation </a:t>
            </a:r>
            <a:r>
              <a:rPr sz="1400" dirty="0">
                <a:solidFill>
                  <a:srgbClr val="555555"/>
                </a:solidFill>
                <a:latin typeface="Calibri"/>
                <a:cs typeface="Calibri"/>
              </a:rPr>
              <a:t>fournit</a:t>
            </a:r>
            <a:r>
              <a:rPr sz="1400" spc="-10" dirty="0">
                <a:solidFill>
                  <a:srgbClr val="555555"/>
                </a:solidFill>
                <a:latin typeface="Calibri"/>
                <a:cs typeface="Calibri"/>
              </a:rPr>
              <a:t> </a:t>
            </a:r>
            <a:r>
              <a:rPr sz="1400" dirty="0">
                <a:solidFill>
                  <a:srgbClr val="555555"/>
                </a:solidFill>
                <a:latin typeface="Calibri"/>
                <a:cs typeface="Calibri"/>
              </a:rPr>
              <a:t>un</a:t>
            </a:r>
            <a:r>
              <a:rPr sz="1400" spc="-25" dirty="0">
                <a:solidFill>
                  <a:srgbClr val="555555"/>
                </a:solidFill>
                <a:latin typeface="Calibri"/>
                <a:cs typeface="Calibri"/>
              </a:rPr>
              <a:t> </a:t>
            </a:r>
            <a:r>
              <a:rPr sz="1400" dirty="0">
                <a:solidFill>
                  <a:srgbClr val="555555"/>
                </a:solidFill>
                <a:latin typeface="Calibri"/>
                <a:cs typeface="Calibri"/>
              </a:rPr>
              <a:t>ensemble</a:t>
            </a:r>
            <a:r>
              <a:rPr sz="1400" spc="-15" dirty="0">
                <a:solidFill>
                  <a:srgbClr val="555555"/>
                </a:solidFill>
                <a:latin typeface="Calibri"/>
                <a:cs typeface="Calibri"/>
              </a:rPr>
              <a:t> </a:t>
            </a:r>
            <a:r>
              <a:rPr sz="1400" dirty="0">
                <a:solidFill>
                  <a:srgbClr val="555555"/>
                </a:solidFill>
                <a:latin typeface="Calibri"/>
                <a:cs typeface="Calibri"/>
              </a:rPr>
              <a:t>de</a:t>
            </a:r>
            <a:r>
              <a:rPr sz="1400" spc="5" dirty="0">
                <a:solidFill>
                  <a:srgbClr val="555555"/>
                </a:solidFill>
                <a:latin typeface="Calibri"/>
                <a:cs typeface="Calibri"/>
              </a:rPr>
              <a:t> </a:t>
            </a:r>
            <a:r>
              <a:rPr sz="1400" dirty="0">
                <a:solidFill>
                  <a:srgbClr val="555555"/>
                </a:solidFill>
                <a:latin typeface="Calibri"/>
                <a:cs typeface="Calibri"/>
              </a:rPr>
              <a:t>services</a:t>
            </a:r>
            <a:r>
              <a:rPr sz="1400" spc="-15" dirty="0">
                <a:solidFill>
                  <a:srgbClr val="555555"/>
                </a:solidFill>
                <a:latin typeface="Calibri"/>
                <a:cs typeface="Calibri"/>
              </a:rPr>
              <a:t> </a:t>
            </a:r>
            <a:r>
              <a:rPr sz="1400" dirty="0">
                <a:solidFill>
                  <a:srgbClr val="555555"/>
                </a:solidFill>
                <a:latin typeface="Calibri"/>
                <a:cs typeface="Calibri"/>
              </a:rPr>
              <a:t>qui</a:t>
            </a:r>
            <a:r>
              <a:rPr sz="1400" spc="-30" dirty="0">
                <a:solidFill>
                  <a:srgbClr val="555555"/>
                </a:solidFill>
                <a:latin typeface="Calibri"/>
                <a:cs typeface="Calibri"/>
              </a:rPr>
              <a:t> </a:t>
            </a:r>
            <a:r>
              <a:rPr sz="1400" dirty="0">
                <a:solidFill>
                  <a:srgbClr val="555555"/>
                </a:solidFill>
                <a:latin typeface="Calibri"/>
                <a:cs typeface="Calibri"/>
              </a:rPr>
              <a:t>facilitent</a:t>
            </a:r>
            <a:r>
              <a:rPr sz="1400" spc="-10" dirty="0">
                <a:solidFill>
                  <a:srgbClr val="555555"/>
                </a:solidFill>
                <a:latin typeface="Calibri"/>
                <a:cs typeface="Calibri"/>
              </a:rPr>
              <a:t> </a:t>
            </a:r>
            <a:r>
              <a:rPr sz="1400" dirty="0">
                <a:solidFill>
                  <a:srgbClr val="555555"/>
                </a:solidFill>
                <a:latin typeface="Calibri"/>
                <a:cs typeface="Calibri"/>
              </a:rPr>
              <a:t>la</a:t>
            </a:r>
            <a:r>
              <a:rPr sz="1400" spc="-15" dirty="0">
                <a:solidFill>
                  <a:srgbClr val="555555"/>
                </a:solidFill>
                <a:latin typeface="Calibri"/>
                <a:cs typeface="Calibri"/>
              </a:rPr>
              <a:t> </a:t>
            </a:r>
            <a:r>
              <a:rPr sz="1400" dirty="0">
                <a:solidFill>
                  <a:srgbClr val="555555"/>
                </a:solidFill>
                <a:latin typeface="Calibri"/>
                <a:cs typeface="Calibri"/>
              </a:rPr>
              <a:t>création</a:t>
            </a:r>
            <a:r>
              <a:rPr sz="1400" spc="-25" dirty="0">
                <a:solidFill>
                  <a:srgbClr val="555555"/>
                </a:solidFill>
                <a:latin typeface="Calibri"/>
                <a:cs typeface="Calibri"/>
              </a:rPr>
              <a:t> </a:t>
            </a:r>
            <a:r>
              <a:rPr sz="1400" dirty="0">
                <a:solidFill>
                  <a:srgbClr val="555555"/>
                </a:solidFill>
                <a:latin typeface="Calibri"/>
                <a:cs typeface="Calibri"/>
              </a:rPr>
              <a:t>et</a:t>
            </a:r>
            <a:r>
              <a:rPr sz="1400" spc="-10" dirty="0">
                <a:solidFill>
                  <a:srgbClr val="555555"/>
                </a:solidFill>
                <a:latin typeface="Calibri"/>
                <a:cs typeface="Calibri"/>
              </a:rPr>
              <a:t> </a:t>
            </a:r>
            <a:r>
              <a:rPr sz="1400" dirty="0">
                <a:solidFill>
                  <a:srgbClr val="555555"/>
                </a:solidFill>
                <a:latin typeface="Calibri"/>
                <a:cs typeface="Calibri"/>
              </a:rPr>
              <a:t>l’utilisation des</a:t>
            </a:r>
            <a:r>
              <a:rPr sz="1400" spc="-10" dirty="0">
                <a:solidFill>
                  <a:srgbClr val="555555"/>
                </a:solidFill>
                <a:latin typeface="Calibri"/>
                <a:cs typeface="Calibri"/>
              </a:rPr>
              <a:t> </a:t>
            </a:r>
            <a:r>
              <a:rPr sz="1400" dirty="0">
                <a:solidFill>
                  <a:srgbClr val="555555"/>
                </a:solidFill>
                <a:latin typeface="Calibri"/>
                <a:cs typeface="Calibri"/>
              </a:rPr>
              <a:t>logiciels</a:t>
            </a:r>
            <a:r>
              <a:rPr sz="1400" spc="-10" dirty="0">
                <a:solidFill>
                  <a:srgbClr val="555555"/>
                </a:solidFill>
                <a:latin typeface="Calibri"/>
                <a:cs typeface="Calibri"/>
              </a:rPr>
              <a:t> </a:t>
            </a:r>
            <a:r>
              <a:rPr sz="1400" dirty="0">
                <a:solidFill>
                  <a:srgbClr val="555555"/>
                </a:solidFill>
                <a:latin typeface="Calibri"/>
                <a:cs typeface="Calibri"/>
              </a:rPr>
              <a:t>applicatifs.</a:t>
            </a:r>
            <a:r>
              <a:rPr sz="1400" spc="-5" dirty="0">
                <a:solidFill>
                  <a:srgbClr val="555555"/>
                </a:solidFill>
                <a:latin typeface="Calibri"/>
                <a:cs typeface="Calibri"/>
              </a:rPr>
              <a:t> </a:t>
            </a:r>
            <a:r>
              <a:rPr sz="1400" dirty="0" err="1" smtClean="0">
                <a:solidFill>
                  <a:srgbClr val="555555"/>
                </a:solidFill>
                <a:latin typeface="Calibri"/>
                <a:cs typeface="Calibri"/>
              </a:rPr>
              <a:t>Ces</a:t>
            </a:r>
            <a:r>
              <a:rPr sz="1400" spc="10" dirty="0" smtClean="0">
                <a:solidFill>
                  <a:srgbClr val="555555"/>
                </a:solidFill>
                <a:latin typeface="Calibri"/>
                <a:cs typeface="Calibri"/>
              </a:rPr>
              <a:t> </a:t>
            </a:r>
            <a:r>
              <a:rPr sz="1400" dirty="0">
                <a:solidFill>
                  <a:srgbClr val="555555"/>
                </a:solidFill>
                <a:latin typeface="Calibri"/>
                <a:cs typeface="Calibri"/>
              </a:rPr>
              <a:t>services</a:t>
            </a:r>
            <a:r>
              <a:rPr sz="1400" spc="10" dirty="0">
                <a:solidFill>
                  <a:srgbClr val="555555"/>
                </a:solidFill>
                <a:latin typeface="Calibri"/>
                <a:cs typeface="Calibri"/>
              </a:rPr>
              <a:t> </a:t>
            </a:r>
            <a:r>
              <a:rPr sz="1400" dirty="0">
                <a:solidFill>
                  <a:srgbClr val="555555"/>
                </a:solidFill>
                <a:latin typeface="Calibri"/>
                <a:cs typeface="Calibri"/>
              </a:rPr>
              <a:t>vont</a:t>
            </a:r>
            <a:r>
              <a:rPr sz="1400" spc="-15" dirty="0">
                <a:solidFill>
                  <a:srgbClr val="555555"/>
                </a:solidFill>
                <a:latin typeface="Calibri"/>
                <a:cs typeface="Calibri"/>
              </a:rPr>
              <a:t> </a:t>
            </a:r>
            <a:r>
              <a:rPr sz="1400" spc="-10" dirty="0">
                <a:solidFill>
                  <a:srgbClr val="555555"/>
                </a:solidFill>
                <a:latin typeface="Calibri"/>
                <a:cs typeface="Calibri"/>
              </a:rPr>
              <a:t>permettre</a:t>
            </a:r>
            <a:r>
              <a:rPr sz="1400" spc="-25" dirty="0">
                <a:solidFill>
                  <a:srgbClr val="555555"/>
                </a:solidFill>
                <a:latin typeface="Calibri"/>
                <a:cs typeface="Calibri"/>
              </a:rPr>
              <a:t> </a:t>
            </a:r>
            <a:r>
              <a:rPr sz="1400" dirty="0">
                <a:solidFill>
                  <a:srgbClr val="555555"/>
                </a:solidFill>
                <a:latin typeface="Calibri"/>
                <a:cs typeface="Calibri"/>
              </a:rPr>
              <a:t>à</a:t>
            </a:r>
            <a:r>
              <a:rPr sz="1400" spc="-5" dirty="0">
                <a:solidFill>
                  <a:srgbClr val="555555"/>
                </a:solidFill>
                <a:latin typeface="Calibri"/>
                <a:cs typeface="Calibri"/>
              </a:rPr>
              <a:t> </a:t>
            </a:r>
            <a:r>
              <a:rPr sz="1400" dirty="0">
                <a:solidFill>
                  <a:srgbClr val="555555"/>
                </a:solidFill>
                <a:latin typeface="Calibri"/>
                <a:cs typeface="Calibri"/>
              </a:rPr>
              <a:t>plusieurs</a:t>
            </a:r>
            <a:r>
              <a:rPr sz="1400" spc="15" dirty="0">
                <a:solidFill>
                  <a:srgbClr val="555555"/>
                </a:solidFill>
                <a:latin typeface="Calibri"/>
                <a:cs typeface="Calibri"/>
              </a:rPr>
              <a:t> </a:t>
            </a:r>
            <a:r>
              <a:rPr sz="1400" spc="-10" dirty="0">
                <a:solidFill>
                  <a:srgbClr val="555555"/>
                </a:solidFill>
                <a:latin typeface="Calibri"/>
                <a:cs typeface="Calibri"/>
              </a:rPr>
              <a:t>programmes</a:t>
            </a:r>
            <a:r>
              <a:rPr sz="1400" spc="-15" dirty="0">
                <a:solidFill>
                  <a:srgbClr val="555555"/>
                </a:solidFill>
                <a:latin typeface="Calibri"/>
                <a:cs typeface="Calibri"/>
              </a:rPr>
              <a:t> </a:t>
            </a:r>
            <a:r>
              <a:rPr sz="1400" dirty="0">
                <a:solidFill>
                  <a:srgbClr val="555555"/>
                </a:solidFill>
                <a:latin typeface="Calibri"/>
                <a:cs typeface="Calibri"/>
              </a:rPr>
              <a:t>et</a:t>
            </a:r>
            <a:r>
              <a:rPr sz="1400" spc="-25" dirty="0">
                <a:solidFill>
                  <a:srgbClr val="555555"/>
                </a:solidFill>
                <a:latin typeface="Calibri"/>
                <a:cs typeface="Calibri"/>
              </a:rPr>
              <a:t> </a:t>
            </a:r>
            <a:r>
              <a:rPr sz="1400" dirty="0">
                <a:solidFill>
                  <a:srgbClr val="555555"/>
                </a:solidFill>
                <a:latin typeface="Calibri"/>
                <a:cs typeface="Calibri"/>
              </a:rPr>
              <a:t>à </a:t>
            </a:r>
            <a:r>
              <a:rPr sz="1400" spc="-10" dirty="0">
                <a:solidFill>
                  <a:srgbClr val="555555"/>
                </a:solidFill>
                <a:latin typeface="Calibri"/>
                <a:cs typeface="Calibri"/>
              </a:rPr>
              <a:t>plusieurs usagers</a:t>
            </a:r>
            <a:r>
              <a:rPr sz="1400" spc="-50" dirty="0">
                <a:solidFill>
                  <a:srgbClr val="555555"/>
                </a:solidFill>
                <a:latin typeface="Calibri"/>
                <a:cs typeface="Calibri"/>
              </a:rPr>
              <a:t> </a:t>
            </a:r>
            <a:r>
              <a:rPr sz="1400" dirty="0">
                <a:solidFill>
                  <a:srgbClr val="555555"/>
                </a:solidFill>
                <a:latin typeface="Calibri"/>
                <a:cs typeface="Calibri"/>
              </a:rPr>
              <a:t>de</a:t>
            </a:r>
            <a:r>
              <a:rPr sz="1400" spc="-10" dirty="0">
                <a:solidFill>
                  <a:srgbClr val="555555"/>
                </a:solidFill>
                <a:latin typeface="Calibri"/>
                <a:cs typeface="Calibri"/>
              </a:rPr>
              <a:t> </a:t>
            </a:r>
            <a:r>
              <a:rPr sz="1400" dirty="0">
                <a:solidFill>
                  <a:srgbClr val="555555"/>
                </a:solidFill>
                <a:latin typeface="Calibri"/>
                <a:cs typeface="Calibri"/>
              </a:rPr>
              <a:t>partager</a:t>
            </a:r>
            <a:r>
              <a:rPr sz="1400" spc="-60" dirty="0">
                <a:solidFill>
                  <a:srgbClr val="555555"/>
                </a:solidFill>
                <a:latin typeface="Calibri"/>
                <a:cs typeface="Calibri"/>
              </a:rPr>
              <a:t> </a:t>
            </a:r>
            <a:r>
              <a:rPr sz="1400" dirty="0">
                <a:solidFill>
                  <a:srgbClr val="555555"/>
                </a:solidFill>
                <a:latin typeface="Calibri"/>
                <a:cs typeface="Calibri"/>
              </a:rPr>
              <a:t>les</a:t>
            </a:r>
            <a:r>
              <a:rPr sz="1400" spc="-25" dirty="0">
                <a:solidFill>
                  <a:srgbClr val="555555"/>
                </a:solidFill>
                <a:latin typeface="Calibri"/>
                <a:cs typeface="Calibri"/>
              </a:rPr>
              <a:t> </a:t>
            </a:r>
            <a:r>
              <a:rPr sz="1400" spc="-10" dirty="0">
                <a:solidFill>
                  <a:srgbClr val="555555"/>
                </a:solidFill>
                <a:latin typeface="Calibri"/>
                <a:cs typeface="Calibri"/>
              </a:rPr>
              <a:t>ressources</a:t>
            </a:r>
            <a:r>
              <a:rPr sz="1400" spc="25" dirty="0">
                <a:solidFill>
                  <a:srgbClr val="555555"/>
                </a:solidFill>
                <a:latin typeface="Calibri"/>
                <a:cs typeface="Calibri"/>
              </a:rPr>
              <a:t> </a:t>
            </a:r>
            <a:r>
              <a:rPr sz="1400" dirty="0">
                <a:solidFill>
                  <a:srgbClr val="555555"/>
                </a:solidFill>
                <a:latin typeface="Calibri"/>
                <a:cs typeface="Calibri"/>
              </a:rPr>
              <a:t>de</a:t>
            </a:r>
            <a:r>
              <a:rPr sz="1400" spc="-15" dirty="0">
                <a:solidFill>
                  <a:srgbClr val="555555"/>
                </a:solidFill>
                <a:latin typeface="Calibri"/>
                <a:cs typeface="Calibri"/>
              </a:rPr>
              <a:t> </a:t>
            </a:r>
            <a:r>
              <a:rPr sz="1400" spc="-20" dirty="0">
                <a:solidFill>
                  <a:srgbClr val="555555"/>
                </a:solidFill>
                <a:latin typeface="Calibri"/>
                <a:cs typeface="Calibri"/>
              </a:rPr>
              <a:t>l’ordinateur</a:t>
            </a:r>
            <a:r>
              <a:rPr sz="1400" spc="25" dirty="0">
                <a:solidFill>
                  <a:srgbClr val="555555"/>
                </a:solidFill>
                <a:latin typeface="Calibri"/>
                <a:cs typeface="Calibri"/>
              </a:rPr>
              <a:t> </a:t>
            </a:r>
            <a:r>
              <a:rPr sz="1400" dirty="0">
                <a:solidFill>
                  <a:srgbClr val="555555"/>
                </a:solidFill>
                <a:latin typeface="Calibri"/>
                <a:cs typeface="Calibri"/>
              </a:rPr>
              <a:t>d’une</a:t>
            </a:r>
            <a:r>
              <a:rPr sz="1400" spc="-20" dirty="0">
                <a:solidFill>
                  <a:srgbClr val="555555"/>
                </a:solidFill>
                <a:latin typeface="Calibri"/>
                <a:cs typeface="Calibri"/>
              </a:rPr>
              <a:t> </a:t>
            </a:r>
            <a:r>
              <a:rPr sz="1400" dirty="0">
                <a:solidFill>
                  <a:srgbClr val="555555"/>
                </a:solidFill>
                <a:latin typeface="Calibri"/>
                <a:cs typeface="Calibri"/>
              </a:rPr>
              <a:t>manière</a:t>
            </a:r>
            <a:r>
              <a:rPr sz="1400" spc="10" dirty="0">
                <a:solidFill>
                  <a:srgbClr val="555555"/>
                </a:solidFill>
                <a:latin typeface="Calibri"/>
                <a:cs typeface="Calibri"/>
              </a:rPr>
              <a:t> </a:t>
            </a:r>
            <a:r>
              <a:rPr sz="1400" dirty="0">
                <a:solidFill>
                  <a:srgbClr val="555555"/>
                </a:solidFill>
                <a:latin typeface="Calibri"/>
                <a:cs typeface="Calibri"/>
              </a:rPr>
              <a:t>fiable, rapide</a:t>
            </a:r>
            <a:r>
              <a:rPr sz="1400" spc="-5" dirty="0">
                <a:solidFill>
                  <a:srgbClr val="555555"/>
                </a:solidFill>
                <a:latin typeface="Calibri"/>
                <a:cs typeface="Calibri"/>
              </a:rPr>
              <a:t> </a:t>
            </a:r>
            <a:r>
              <a:rPr sz="1400" dirty="0">
                <a:solidFill>
                  <a:srgbClr val="555555"/>
                </a:solidFill>
                <a:latin typeface="Calibri"/>
                <a:cs typeface="Calibri"/>
              </a:rPr>
              <a:t>et</a:t>
            </a:r>
            <a:r>
              <a:rPr sz="1400" spc="-35" dirty="0">
                <a:solidFill>
                  <a:srgbClr val="555555"/>
                </a:solidFill>
                <a:latin typeface="Calibri"/>
                <a:cs typeface="Calibri"/>
              </a:rPr>
              <a:t> </a:t>
            </a:r>
            <a:r>
              <a:rPr sz="1400" spc="-10" dirty="0">
                <a:solidFill>
                  <a:srgbClr val="555555"/>
                </a:solidFill>
                <a:latin typeface="Calibri"/>
                <a:cs typeface="Calibri"/>
              </a:rPr>
              <a:t>rationnelle.</a:t>
            </a:r>
            <a:endParaRPr sz="1400" dirty="0">
              <a:latin typeface="Calibri"/>
              <a:cs typeface="Calibri"/>
            </a:endParaRPr>
          </a:p>
          <a:p>
            <a:pPr marL="12700" algn="just">
              <a:lnSpc>
                <a:spcPct val="100000"/>
              </a:lnSpc>
              <a:spcBef>
                <a:spcPts val="1320"/>
              </a:spcBef>
            </a:pPr>
            <a:r>
              <a:rPr sz="1400" dirty="0">
                <a:solidFill>
                  <a:srgbClr val="555555"/>
                </a:solidFill>
                <a:latin typeface="Calibri"/>
                <a:cs typeface="Calibri"/>
              </a:rPr>
              <a:t>Dans</a:t>
            </a:r>
            <a:r>
              <a:rPr sz="1400" spc="-20" dirty="0">
                <a:solidFill>
                  <a:srgbClr val="555555"/>
                </a:solidFill>
                <a:latin typeface="Calibri"/>
                <a:cs typeface="Calibri"/>
              </a:rPr>
              <a:t> </a:t>
            </a:r>
            <a:r>
              <a:rPr sz="1400" dirty="0">
                <a:solidFill>
                  <a:srgbClr val="555555"/>
                </a:solidFill>
                <a:latin typeface="Calibri"/>
                <a:cs typeface="Calibri"/>
              </a:rPr>
              <a:t>la</a:t>
            </a:r>
            <a:r>
              <a:rPr sz="1400" spc="-5" dirty="0">
                <a:solidFill>
                  <a:srgbClr val="555555"/>
                </a:solidFill>
                <a:latin typeface="Calibri"/>
                <a:cs typeface="Calibri"/>
              </a:rPr>
              <a:t> </a:t>
            </a:r>
            <a:r>
              <a:rPr sz="1400" dirty="0">
                <a:solidFill>
                  <a:srgbClr val="555555"/>
                </a:solidFill>
                <a:latin typeface="Calibri"/>
                <a:cs typeface="Calibri"/>
              </a:rPr>
              <a:t>partie</a:t>
            </a:r>
            <a:r>
              <a:rPr sz="1400" spc="-5" dirty="0">
                <a:solidFill>
                  <a:srgbClr val="555555"/>
                </a:solidFill>
                <a:latin typeface="Calibri"/>
                <a:cs typeface="Calibri"/>
              </a:rPr>
              <a:t> </a:t>
            </a:r>
            <a:r>
              <a:rPr sz="1400" spc="-10" dirty="0">
                <a:solidFill>
                  <a:srgbClr val="555555"/>
                </a:solidFill>
                <a:latin typeface="Calibri"/>
                <a:cs typeface="Calibri"/>
              </a:rPr>
              <a:t>suivante,</a:t>
            </a:r>
            <a:r>
              <a:rPr sz="1400" spc="-35" dirty="0">
                <a:solidFill>
                  <a:srgbClr val="555555"/>
                </a:solidFill>
                <a:latin typeface="Calibri"/>
                <a:cs typeface="Calibri"/>
              </a:rPr>
              <a:t> </a:t>
            </a:r>
            <a:r>
              <a:rPr sz="1400" dirty="0">
                <a:solidFill>
                  <a:srgbClr val="555555"/>
                </a:solidFill>
                <a:latin typeface="Calibri"/>
                <a:cs typeface="Calibri"/>
              </a:rPr>
              <a:t>on</a:t>
            </a:r>
            <a:r>
              <a:rPr sz="1400" spc="-15" dirty="0">
                <a:solidFill>
                  <a:srgbClr val="555555"/>
                </a:solidFill>
                <a:latin typeface="Calibri"/>
                <a:cs typeface="Calibri"/>
              </a:rPr>
              <a:t> </a:t>
            </a:r>
            <a:r>
              <a:rPr sz="1400" dirty="0">
                <a:solidFill>
                  <a:srgbClr val="555555"/>
                </a:solidFill>
                <a:latin typeface="Calibri"/>
                <a:cs typeface="Calibri"/>
              </a:rPr>
              <a:t>va</a:t>
            </a:r>
            <a:r>
              <a:rPr sz="1400" spc="-30" dirty="0">
                <a:solidFill>
                  <a:srgbClr val="555555"/>
                </a:solidFill>
                <a:latin typeface="Calibri"/>
                <a:cs typeface="Calibri"/>
              </a:rPr>
              <a:t> </a:t>
            </a:r>
            <a:r>
              <a:rPr sz="1400" dirty="0">
                <a:solidFill>
                  <a:srgbClr val="555555"/>
                </a:solidFill>
                <a:latin typeface="Calibri"/>
                <a:cs typeface="Calibri"/>
              </a:rPr>
              <a:t>découvrir</a:t>
            </a:r>
            <a:r>
              <a:rPr sz="1400" spc="-5" dirty="0">
                <a:solidFill>
                  <a:srgbClr val="555555"/>
                </a:solidFill>
                <a:latin typeface="Calibri"/>
                <a:cs typeface="Calibri"/>
              </a:rPr>
              <a:t> </a:t>
            </a:r>
            <a:r>
              <a:rPr sz="1400" dirty="0">
                <a:solidFill>
                  <a:srgbClr val="555555"/>
                </a:solidFill>
                <a:latin typeface="Calibri"/>
                <a:cs typeface="Calibri"/>
              </a:rPr>
              <a:t>en</a:t>
            </a:r>
            <a:r>
              <a:rPr sz="1400" spc="-35" dirty="0">
                <a:solidFill>
                  <a:srgbClr val="555555"/>
                </a:solidFill>
                <a:latin typeface="Calibri"/>
                <a:cs typeface="Calibri"/>
              </a:rPr>
              <a:t> </a:t>
            </a:r>
            <a:r>
              <a:rPr sz="1400" dirty="0">
                <a:solidFill>
                  <a:srgbClr val="555555"/>
                </a:solidFill>
                <a:latin typeface="Calibri"/>
                <a:cs typeface="Calibri"/>
              </a:rPr>
              <a:t>détail</a:t>
            </a:r>
            <a:r>
              <a:rPr sz="1400" spc="-20" dirty="0">
                <a:solidFill>
                  <a:srgbClr val="555555"/>
                </a:solidFill>
                <a:latin typeface="Calibri"/>
                <a:cs typeface="Calibri"/>
              </a:rPr>
              <a:t> </a:t>
            </a:r>
            <a:r>
              <a:rPr sz="1400" dirty="0">
                <a:solidFill>
                  <a:srgbClr val="555555"/>
                </a:solidFill>
                <a:latin typeface="Calibri"/>
                <a:cs typeface="Calibri"/>
              </a:rPr>
              <a:t>les </a:t>
            </a:r>
            <a:r>
              <a:rPr sz="1400" b="1" i="1" spc="-10" dirty="0">
                <a:solidFill>
                  <a:srgbClr val="FF7800"/>
                </a:solidFill>
                <a:latin typeface="Calibri"/>
                <a:cs typeface="Calibri"/>
              </a:rPr>
              <a:t>concepts</a:t>
            </a:r>
            <a:r>
              <a:rPr sz="1400" b="1" i="1" spc="-20" dirty="0">
                <a:solidFill>
                  <a:srgbClr val="FF7800"/>
                </a:solidFill>
                <a:latin typeface="Calibri"/>
                <a:cs typeface="Calibri"/>
              </a:rPr>
              <a:t> </a:t>
            </a:r>
            <a:r>
              <a:rPr sz="1400" b="1" i="1" spc="-10" dirty="0">
                <a:solidFill>
                  <a:srgbClr val="FF7800"/>
                </a:solidFill>
                <a:latin typeface="Calibri"/>
                <a:cs typeface="Calibri"/>
              </a:rPr>
              <a:t>fondamentaux</a:t>
            </a:r>
            <a:r>
              <a:rPr sz="1400" b="1" i="1" spc="60" dirty="0">
                <a:solidFill>
                  <a:srgbClr val="FF7800"/>
                </a:solidFill>
                <a:latin typeface="Calibri"/>
                <a:cs typeface="Calibri"/>
              </a:rPr>
              <a:t> </a:t>
            </a:r>
            <a:r>
              <a:rPr sz="1400" spc="-10" dirty="0">
                <a:solidFill>
                  <a:srgbClr val="555555"/>
                </a:solidFill>
                <a:latin typeface="Calibri"/>
                <a:cs typeface="Calibri"/>
              </a:rPr>
              <a:t>suivant</a:t>
            </a:r>
            <a:r>
              <a:rPr sz="1400" spc="-45" dirty="0">
                <a:solidFill>
                  <a:srgbClr val="555555"/>
                </a:solidFill>
                <a:latin typeface="Calibri"/>
                <a:cs typeface="Calibri"/>
              </a:rPr>
              <a:t> </a:t>
            </a:r>
            <a:r>
              <a:rPr sz="1400" dirty="0">
                <a:solidFill>
                  <a:srgbClr val="555555"/>
                </a:solidFill>
                <a:latin typeface="Calibri"/>
                <a:cs typeface="Calibri"/>
              </a:rPr>
              <a:t>d’un</a:t>
            </a:r>
            <a:r>
              <a:rPr sz="1400" spc="-10" dirty="0">
                <a:solidFill>
                  <a:srgbClr val="555555"/>
                </a:solidFill>
                <a:latin typeface="Calibri"/>
                <a:cs typeface="Calibri"/>
              </a:rPr>
              <a:t> </a:t>
            </a:r>
            <a:r>
              <a:rPr sz="1400" dirty="0">
                <a:solidFill>
                  <a:srgbClr val="555555"/>
                </a:solidFill>
                <a:latin typeface="Calibri"/>
                <a:cs typeface="Calibri"/>
              </a:rPr>
              <a:t>OS</a:t>
            </a:r>
            <a:r>
              <a:rPr sz="1400" spc="-10" dirty="0">
                <a:solidFill>
                  <a:srgbClr val="555555"/>
                </a:solidFill>
                <a:latin typeface="Calibri"/>
                <a:cs typeface="Calibri"/>
              </a:rPr>
              <a:t> </a:t>
            </a:r>
            <a:r>
              <a:rPr sz="1400" spc="-50" dirty="0">
                <a:solidFill>
                  <a:srgbClr val="555555"/>
                </a:solidFill>
                <a:latin typeface="Calibri"/>
                <a:cs typeface="Calibri"/>
              </a:rPr>
              <a:t>:</a:t>
            </a:r>
            <a:endParaRPr sz="1400" dirty="0">
              <a:latin typeface="Calibri"/>
              <a:cs typeface="Calibri"/>
            </a:endParaRPr>
          </a:p>
          <a:p>
            <a:pPr>
              <a:lnSpc>
                <a:spcPct val="100000"/>
              </a:lnSpc>
              <a:buClr>
                <a:srgbClr val="FF7800"/>
              </a:buClr>
            </a:pPr>
            <a:endParaRPr sz="1400" dirty="0">
              <a:latin typeface="Calibri"/>
              <a:cs typeface="Calibri"/>
            </a:endParaRPr>
          </a:p>
          <a:p>
            <a:pPr>
              <a:lnSpc>
                <a:spcPct val="100000"/>
              </a:lnSpc>
              <a:spcBef>
                <a:spcPts val="25"/>
              </a:spcBef>
              <a:buClr>
                <a:srgbClr val="FF7800"/>
              </a:buClr>
              <a:buFont typeface="Calibri"/>
              <a:buAutoNum type="arabicPeriod"/>
            </a:pPr>
            <a:endParaRPr sz="1400" dirty="0">
              <a:latin typeface="Calibri"/>
              <a:cs typeface="Calibri"/>
            </a:endParaRPr>
          </a:p>
          <a:p>
            <a:pPr marL="1384300" indent="-286385">
              <a:buFontTx/>
              <a:buAutoNum type="arabicPeriod"/>
              <a:tabLst>
                <a:tab pos="1384300" algn="l"/>
              </a:tabLst>
            </a:pPr>
            <a:r>
              <a:rPr lang="fr-FR" sz="1400" b="1" dirty="0" smtClean="0">
                <a:solidFill>
                  <a:srgbClr val="FF7800"/>
                </a:solidFill>
                <a:latin typeface="Calibri"/>
                <a:cs typeface="Calibri"/>
              </a:rPr>
              <a:t>La</a:t>
            </a:r>
            <a:r>
              <a:rPr lang="fr-FR" sz="1400" b="1" spc="-40" dirty="0" smtClean="0">
                <a:solidFill>
                  <a:srgbClr val="FF7800"/>
                </a:solidFill>
                <a:latin typeface="Calibri"/>
                <a:cs typeface="Calibri"/>
              </a:rPr>
              <a:t> </a:t>
            </a:r>
            <a:r>
              <a:rPr lang="fr-FR" sz="1400" b="1" dirty="0" smtClean="0">
                <a:solidFill>
                  <a:srgbClr val="FF7800"/>
                </a:solidFill>
                <a:latin typeface="Calibri"/>
                <a:cs typeface="Calibri"/>
              </a:rPr>
              <a:t>gestion</a:t>
            </a:r>
            <a:r>
              <a:rPr lang="fr-FR" sz="1400" b="1" spc="10" dirty="0" smtClean="0">
                <a:solidFill>
                  <a:srgbClr val="FF7800"/>
                </a:solidFill>
                <a:latin typeface="Calibri"/>
                <a:cs typeface="Calibri"/>
              </a:rPr>
              <a:t> </a:t>
            </a:r>
            <a:r>
              <a:rPr lang="fr-FR" sz="1400" b="1" dirty="0" smtClean="0">
                <a:solidFill>
                  <a:srgbClr val="FF7800"/>
                </a:solidFill>
                <a:latin typeface="Calibri"/>
                <a:cs typeface="Calibri"/>
              </a:rPr>
              <a:t>des</a:t>
            </a:r>
            <a:r>
              <a:rPr lang="fr-FR" sz="1400" b="1" spc="-25" dirty="0" smtClean="0">
                <a:solidFill>
                  <a:srgbClr val="FF7800"/>
                </a:solidFill>
                <a:latin typeface="Calibri"/>
                <a:cs typeface="Calibri"/>
              </a:rPr>
              <a:t> </a:t>
            </a:r>
            <a:r>
              <a:rPr lang="fr-FR" sz="1400" b="1" spc="-10" dirty="0" smtClean="0">
                <a:solidFill>
                  <a:srgbClr val="FF7800"/>
                </a:solidFill>
                <a:latin typeface="Calibri"/>
                <a:cs typeface="Calibri"/>
              </a:rPr>
              <a:t>Utilisateurs</a:t>
            </a:r>
            <a:endParaRPr lang="fr-FR" sz="1400" dirty="0" smtClean="0">
              <a:latin typeface="Calibri"/>
              <a:cs typeface="Calibri"/>
            </a:endParaRPr>
          </a:p>
          <a:p>
            <a:pPr marL="1384300" indent="-286385">
              <a:lnSpc>
                <a:spcPct val="100000"/>
              </a:lnSpc>
              <a:buAutoNum type="arabicPeriod"/>
              <a:tabLst>
                <a:tab pos="1384300" algn="l"/>
              </a:tabLst>
            </a:pPr>
            <a:endParaRPr lang="fr-FR" sz="1400" b="1" dirty="0" smtClean="0">
              <a:solidFill>
                <a:srgbClr val="FF7800"/>
              </a:solidFill>
              <a:latin typeface="Calibri"/>
              <a:cs typeface="Calibri"/>
            </a:endParaRPr>
          </a:p>
          <a:p>
            <a:pPr marL="1384300" indent="-286385">
              <a:lnSpc>
                <a:spcPct val="100000"/>
              </a:lnSpc>
              <a:buAutoNum type="arabicPeriod"/>
              <a:tabLst>
                <a:tab pos="1384300" algn="l"/>
              </a:tabLst>
            </a:pPr>
            <a:endParaRPr lang="fr-FR" sz="1400" b="1" spc="-10" dirty="0">
              <a:solidFill>
                <a:srgbClr val="FF7800"/>
              </a:solidFill>
              <a:latin typeface="Calibri"/>
              <a:cs typeface="Calibri"/>
            </a:endParaRPr>
          </a:p>
          <a:p>
            <a:pPr marL="1384300" indent="-286385">
              <a:buFontTx/>
              <a:buAutoNum type="arabicPeriod"/>
              <a:tabLst>
                <a:tab pos="1384300" algn="l"/>
              </a:tabLst>
            </a:pPr>
            <a:r>
              <a:rPr lang="fr-FR" sz="1400" b="1" dirty="0">
                <a:solidFill>
                  <a:srgbClr val="FF7800"/>
                </a:solidFill>
                <a:latin typeface="Calibri"/>
                <a:cs typeface="Calibri"/>
              </a:rPr>
              <a:t>La gestion des Processus</a:t>
            </a:r>
          </a:p>
          <a:p>
            <a:pPr marL="1384300" indent="-286385">
              <a:buFontTx/>
              <a:buAutoNum type="arabicPeriod"/>
              <a:tabLst>
                <a:tab pos="1384300" algn="l"/>
              </a:tabLst>
            </a:pPr>
            <a:endParaRPr lang="fr-FR" sz="1400" b="1" dirty="0" smtClean="0">
              <a:solidFill>
                <a:srgbClr val="FF0000"/>
              </a:solidFill>
              <a:latin typeface="Calibri"/>
              <a:cs typeface="Calibri"/>
            </a:endParaRPr>
          </a:p>
          <a:p>
            <a:pPr marL="1384300" indent="-286385">
              <a:buFontTx/>
              <a:buAutoNum type="arabicPeriod"/>
              <a:tabLst>
                <a:tab pos="1384300" algn="l"/>
              </a:tabLst>
            </a:pPr>
            <a:r>
              <a:rPr lang="fr-FR" sz="1400" b="1" dirty="0" smtClean="0">
                <a:solidFill>
                  <a:srgbClr val="FF7800"/>
                </a:solidFill>
                <a:latin typeface="Calibri"/>
                <a:cs typeface="Calibri"/>
              </a:rPr>
              <a:t>La</a:t>
            </a:r>
            <a:r>
              <a:rPr lang="fr-FR" sz="1400" b="1" spc="-40" dirty="0" smtClean="0">
                <a:solidFill>
                  <a:srgbClr val="FF7800"/>
                </a:solidFill>
                <a:latin typeface="Calibri"/>
                <a:cs typeface="Calibri"/>
              </a:rPr>
              <a:t> </a:t>
            </a:r>
            <a:r>
              <a:rPr lang="fr-FR" sz="1400" b="1" dirty="0" smtClean="0">
                <a:solidFill>
                  <a:srgbClr val="FF7800"/>
                </a:solidFill>
                <a:latin typeface="Calibri"/>
                <a:cs typeface="Calibri"/>
              </a:rPr>
              <a:t>gestion</a:t>
            </a:r>
            <a:r>
              <a:rPr lang="fr-FR" sz="1400" b="1" spc="5" dirty="0" smtClean="0">
                <a:solidFill>
                  <a:srgbClr val="FF7800"/>
                </a:solidFill>
                <a:latin typeface="Calibri"/>
                <a:cs typeface="Calibri"/>
              </a:rPr>
              <a:t> </a:t>
            </a:r>
            <a:r>
              <a:rPr lang="fr-FR" sz="1400" b="1" dirty="0" smtClean="0">
                <a:solidFill>
                  <a:srgbClr val="FF7800"/>
                </a:solidFill>
                <a:latin typeface="Calibri"/>
                <a:cs typeface="Calibri"/>
              </a:rPr>
              <a:t>de</a:t>
            </a:r>
            <a:r>
              <a:rPr lang="fr-FR" sz="1400" b="1" spc="-25" dirty="0" smtClean="0">
                <a:solidFill>
                  <a:srgbClr val="FF7800"/>
                </a:solidFill>
                <a:latin typeface="Calibri"/>
                <a:cs typeface="Calibri"/>
              </a:rPr>
              <a:t> </a:t>
            </a:r>
            <a:r>
              <a:rPr lang="fr-FR" sz="1400" b="1" dirty="0" smtClean="0">
                <a:solidFill>
                  <a:srgbClr val="FF7800"/>
                </a:solidFill>
                <a:latin typeface="Calibri"/>
                <a:cs typeface="Calibri"/>
              </a:rPr>
              <a:t>la</a:t>
            </a:r>
            <a:r>
              <a:rPr lang="fr-FR" sz="1400" b="1" spc="-35" dirty="0" smtClean="0">
                <a:solidFill>
                  <a:srgbClr val="FF7800"/>
                </a:solidFill>
                <a:latin typeface="Calibri"/>
                <a:cs typeface="Calibri"/>
              </a:rPr>
              <a:t> </a:t>
            </a:r>
            <a:r>
              <a:rPr lang="fr-FR" sz="1400" b="1" spc="-10" dirty="0" smtClean="0">
                <a:solidFill>
                  <a:srgbClr val="FF7800"/>
                </a:solidFill>
                <a:latin typeface="Calibri"/>
                <a:cs typeface="Calibri"/>
              </a:rPr>
              <a:t>Mémoire</a:t>
            </a:r>
          </a:p>
          <a:p>
            <a:pPr marL="1384300" indent="-286385">
              <a:buFontTx/>
              <a:buAutoNum type="arabicPeriod"/>
              <a:tabLst>
                <a:tab pos="1384300" algn="l"/>
              </a:tabLst>
            </a:pPr>
            <a:endParaRPr lang="fr-FR" sz="1400" b="1" spc="-10" dirty="0">
              <a:solidFill>
                <a:srgbClr val="FF7800"/>
              </a:solidFill>
              <a:latin typeface="Calibri"/>
              <a:cs typeface="Calibri"/>
            </a:endParaRPr>
          </a:p>
          <a:p>
            <a:pPr marL="1384300" indent="-286385">
              <a:buFontTx/>
              <a:buAutoNum type="arabicPeriod"/>
              <a:tabLst>
                <a:tab pos="1384300" algn="l"/>
              </a:tabLst>
            </a:pPr>
            <a:r>
              <a:rPr sz="1400" b="1" spc="-10" dirty="0">
                <a:solidFill>
                  <a:srgbClr val="FF0000"/>
                </a:solidFill>
                <a:latin typeface="Calibri"/>
                <a:cs typeface="Calibri"/>
              </a:rPr>
              <a:t>La gestion des </a:t>
            </a:r>
            <a:r>
              <a:rPr sz="1400" b="1" spc="-10" dirty="0" err="1" smtClean="0">
                <a:solidFill>
                  <a:srgbClr val="FF0000"/>
                </a:solidFill>
                <a:latin typeface="Calibri"/>
                <a:cs typeface="Calibri"/>
              </a:rPr>
              <a:t>Fichiers</a:t>
            </a:r>
            <a:endParaRPr lang="fr-FR" sz="1400" b="1" spc="-10" dirty="0" smtClean="0">
              <a:solidFill>
                <a:srgbClr val="FF0000"/>
              </a:solidFill>
              <a:latin typeface="Calibri"/>
              <a:cs typeface="Calibri"/>
            </a:endParaRPr>
          </a:p>
          <a:p>
            <a:pPr marL="1384300" indent="-286385">
              <a:buFontTx/>
              <a:buAutoNum type="arabicPeriod"/>
              <a:tabLst>
                <a:tab pos="1384300" algn="l"/>
              </a:tabLst>
            </a:pPr>
            <a:endParaRPr lang="fr-FR" sz="1400" b="1" spc="-10" dirty="0">
              <a:solidFill>
                <a:srgbClr val="FF0000"/>
              </a:solidFill>
              <a:latin typeface="Calibri"/>
              <a:cs typeface="Calibri"/>
            </a:endParaRPr>
          </a:p>
          <a:p>
            <a:pPr marL="1384300" indent="-286385">
              <a:buFontTx/>
              <a:buAutoNum type="arabicPeriod"/>
              <a:tabLst>
                <a:tab pos="1384300" algn="l"/>
              </a:tabLst>
            </a:pPr>
            <a:r>
              <a:rPr lang="fr-FR" sz="1400" b="1" dirty="0" smtClean="0">
                <a:solidFill>
                  <a:srgbClr val="FF7800"/>
                </a:solidFill>
                <a:latin typeface="Calibri"/>
                <a:cs typeface="Calibri"/>
              </a:rPr>
              <a:t>La</a:t>
            </a:r>
            <a:r>
              <a:rPr lang="fr-FR" sz="1400" b="1" spc="-40" dirty="0" smtClean="0">
                <a:solidFill>
                  <a:srgbClr val="FF7800"/>
                </a:solidFill>
                <a:latin typeface="Calibri"/>
                <a:cs typeface="Calibri"/>
              </a:rPr>
              <a:t> </a:t>
            </a:r>
            <a:r>
              <a:rPr lang="fr-FR" sz="1400" b="1" dirty="0" smtClean="0">
                <a:solidFill>
                  <a:srgbClr val="FF7800"/>
                </a:solidFill>
                <a:latin typeface="Calibri"/>
                <a:cs typeface="Calibri"/>
              </a:rPr>
              <a:t>gestion</a:t>
            </a:r>
            <a:r>
              <a:rPr lang="fr-FR" sz="1400" b="1" spc="-5" dirty="0" smtClean="0">
                <a:solidFill>
                  <a:srgbClr val="FF7800"/>
                </a:solidFill>
                <a:latin typeface="Calibri"/>
                <a:cs typeface="Calibri"/>
              </a:rPr>
              <a:t> </a:t>
            </a:r>
            <a:r>
              <a:rPr lang="fr-FR" sz="1400" b="1" dirty="0" smtClean="0">
                <a:solidFill>
                  <a:srgbClr val="FF7800"/>
                </a:solidFill>
                <a:latin typeface="Calibri"/>
                <a:cs typeface="Calibri"/>
              </a:rPr>
              <a:t>des</a:t>
            </a:r>
            <a:r>
              <a:rPr lang="fr-FR" sz="1400" b="1" spc="-25" dirty="0" smtClean="0">
                <a:solidFill>
                  <a:srgbClr val="FF7800"/>
                </a:solidFill>
                <a:latin typeface="Calibri"/>
                <a:cs typeface="Calibri"/>
              </a:rPr>
              <a:t> </a:t>
            </a:r>
            <a:r>
              <a:rPr lang="fr-FR" sz="1400" b="1" spc="-10" dirty="0" smtClean="0">
                <a:solidFill>
                  <a:srgbClr val="FF7800"/>
                </a:solidFill>
                <a:latin typeface="Calibri"/>
                <a:cs typeface="Calibri"/>
              </a:rPr>
              <a:t>Entrées/Sorties</a:t>
            </a:r>
            <a:endParaRPr lang="fr-FR" sz="1400" dirty="0" smtClean="0">
              <a:latin typeface="Calibri"/>
              <a:cs typeface="Calibri"/>
            </a:endParaRPr>
          </a:p>
          <a:p>
            <a:pPr marL="1384300" indent="-286385">
              <a:lnSpc>
                <a:spcPct val="100000"/>
              </a:lnSpc>
              <a:buAutoNum type="arabicPeriod"/>
              <a:tabLst>
                <a:tab pos="1384300" algn="l"/>
              </a:tabLst>
            </a:pPr>
            <a:endParaRPr sz="1400" dirty="0">
              <a:latin typeface="Calibri"/>
              <a:cs typeface="Calibri"/>
            </a:endParaRPr>
          </a:p>
          <a:p>
            <a:pPr>
              <a:lnSpc>
                <a:spcPct val="100000"/>
              </a:lnSpc>
              <a:buClr>
                <a:srgbClr val="FF7800"/>
              </a:buClr>
              <a:buFont typeface="Calibri"/>
              <a:buAutoNum type="arabicPeriod"/>
            </a:pPr>
            <a:endParaRPr sz="1200" dirty="0">
              <a:latin typeface="Calibri"/>
              <a:cs typeface="Calibri"/>
            </a:endParaRPr>
          </a:p>
          <a:p>
            <a:pPr>
              <a:lnSpc>
                <a:spcPct val="100000"/>
              </a:lnSpc>
              <a:spcBef>
                <a:spcPts val="25"/>
              </a:spcBef>
              <a:buClr>
                <a:srgbClr val="FF7800"/>
              </a:buClr>
              <a:buFont typeface="Calibri"/>
              <a:buAutoNum type="arabicPeriod"/>
            </a:pPr>
            <a:endParaRPr sz="120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a:t>
            </a:fld>
            <a:endParaRPr spc="-25" dirty="0"/>
          </a:p>
        </p:txBody>
      </p:sp>
      <p:sp>
        <p:nvSpPr>
          <p:cNvPr id="12"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90"/>
              </a:spcBef>
            </a:pPr>
            <a:r>
              <a:rPr lang="fr-FR" sz="1600" spc="-10" dirty="0" smtClean="0">
                <a:solidFill>
                  <a:srgbClr val="007842"/>
                </a:solidFill>
              </a:rPr>
              <a:t>Rappeler </a:t>
            </a:r>
            <a:r>
              <a:rPr sz="1600" dirty="0" smtClean="0">
                <a:solidFill>
                  <a:srgbClr val="007842"/>
                </a:solidFill>
              </a:rPr>
              <a:t>les</a:t>
            </a:r>
            <a:r>
              <a:rPr sz="1600" spc="-25" dirty="0" smtClean="0">
                <a:solidFill>
                  <a:srgbClr val="007842"/>
                </a:solidFill>
              </a:rPr>
              <a:t> </a:t>
            </a:r>
            <a:r>
              <a:rPr sz="1600" dirty="0">
                <a:solidFill>
                  <a:srgbClr val="007842"/>
                </a:solidFill>
              </a:rPr>
              <a:t>concepts</a:t>
            </a:r>
            <a:r>
              <a:rPr sz="1600" spc="-45" dirty="0">
                <a:solidFill>
                  <a:srgbClr val="007842"/>
                </a:solidFill>
              </a:rPr>
              <a:t> </a:t>
            </a:r>
            <a:r>
              <a:rPr sz="1600" spc="-10" dirty="0">
                <a:solidFill>
                  <a:srgbClr val="007842"/>
                </a:solidFill>
              </a:rPr>
              <a:t>fondamentaux</a:t>
            </a:r>
            <a:r>
              <a:rPr sz="1600" spc="-30" dirty="0">
                <a:solidFill>
                  <a:srgbClr val="007842"/>
                </a:solidFill>
              </a:rPr>
              <a:t> </a:t>
            </a:r>
            <a:r>
              <a:rPr sz="1600" dirty="0">
                <a:solidFill>
                  <a:srgbClr val="007842"/>
                </a:solidFill>
              </a:rPr>
              <a:t>d’un </a:t>
            </a:r>
            <a:r>
              <a:rPr sz="1600" spc="-25" dirty="0">
                <a:solidFill>
                  <a:srgbClr val="007842"/>
                </a:solidFill>
              </a:rPr>
              <a:t>SE</a:t>
            </a:r>
            <a:endParaRPr sz="1600" dirty="0"/>
          </a:p>
        </p:txBody>
      </p:sp>
    </p:spTree>
    <p:extLst>
      <p:ext uri="{BB962C8B-B14F-4D97-AF65-F5344CB8AC3E}">
        <p14:creationId xmlns:p14="http://schemas.microsoft.com/office/powerpoint/2010/main" val="15556170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7368" y="1770791"/>
            <a:ext cx="10591165" cy="2500685"/>
          </a:xfrm>
          <a:prstGeom prst="rect">
            <a:avLst/>
          </a:prstGeom>
        </p:spPr>
        <p:txBody>
          <a:bodyPr vert="horz" wrap="square" lIns="0" tIns="12700" rIns="0" bIns="0" rtlCol="0">
            <a:spAutoFit/>
          </a:bodyPr>
          <a:lstStyle/>
          <a:p>
            <a:pPr marL="12700" marR="5080" algn="just">
              <a:lnSpc>
                <a:spcPct val="150100"/>
              </a:lnSpc>
              <a:spcBef>
                <a:spcPts val="735"/>
              </a:spcBef>
            </a:pPr>
            <a:r>
              <a:rPr lang="fr-FR" sz="1600" b="1" dirty="0" smtClean="0">
                <a:solidFill>
                  <a:srgbClr val="FF7800"/>
                </a:solidFill>
                <a:latin typeface="Calibri"/>
                <a:ea typeface="+mj-ea"/>
                <a:cs typeface="Calibri"/>
              </a:rPr>
              <a:t>Historique</a:t>
            </a:r>
          </a:p>
          <a:p>
            <a:pPr marL="12700" marR="5080" algn="just">
              <a:lnSpc>
                <a:spcPct val="150100"/>
              </a:lnSpc>
              <a:spcBef>
                <a:spcPts val="735"/>
              </a:spcBef>
            </a:pPr>
            <a:r>
              <a:rPr lang="fr-FR" sz="1400" dirty="0" smtClean="0">
                <a:solidFill>
                  <a:srgbClr val="585858"/>
                </a:solidFill>
                <a:latin typeface="Calibri"/>
                <a:cs typeface="Calibri"/>
              </a:rPr>
              <a:t>Depuis</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des</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décennies,</a:t>
            </a:r>
            <a:r>
              <a:rPr lang="fr-FR" sz="1400" spc="-5" dirty="0" smtClean="0">
                <a:solidFill>
                  <a:srgbClr val="585858"/>
                </a:solidFill>
                <a:latin typeface="Calibri"/>
                <a:cs typeface="Calibri"/>
              </a:rPr>
              <a:t> </a:t>
            </a:r>
            <a:r>
              <a:rPr lang="fr-FR" sz="1400" dirty="0" smtClean="0">
                <a:solidFill>
                  <a:srgbClr val="585858"/>
                </a:solidFill>
                <a:latin typeface="Calibri"/>
                <a:cs typeface="Calibri"/>
              </a:rPr>
              <a:t>les</a:t>
            </a:r>
            <a:r>
              <a:rPr lang="fr-FR" sz="1400" spc="-25" dirty="0" smtClean="0">
                <a:solidFill>
                  <a:srgbClr val="585858"/>
                </a:solidFill>
                <a:latin typeface="Calibri"/>
                <a:cs typeface="Calibri"/>
              </a:rPr>
              <a:t> </a:t>
            </a:r>
            <a:r>
              <a:rPr lang="fr-FR" sz="1400" spc="-10" dirty="0" smtClean="0">
                <a:solidFill>
                  <a:srgbClr val="585858"/>
                </a:solidFill>
                <a:latin typeface="Calibri"/>
                <a:cs typeface="Calibri"/>
              </a:rPr>
              <a:t>systèmes</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35" dirty="0" smtClean="0">
                <a:solidFill>
                  <a:srgbClr val="585858"/>
                </a:solidFill>
                <a:latin typeface="Calibri"/>
                <a:cs typeface="Calibri"/>
              </a:rPr>
              <a:t> </a:t>
            </a:r>
            <a:r>
              <a:rPr lang="fr-FR" sz="1400" dirty="0" smtClean="0">
                <a:solidFill>
                  <a:srgbClr val="585858"/>
                </a:solidFill>
                <a:latin typeface="Calibri"/>
                <a:cs typeface="Calibri"/>
              </a:rPr>
              <a:t>fichiers</a:t>
            </a:r>
            <a:r>
              <a:rPr lang="fr-FR" sz="1400" spc="-5" dirty="0" smtClean="0">
                <a:solidFill>
                  <a:srgbClr val="585858"/>
                </a:solidFill>
                <a:latin typeface="Calibri"/>
                <a:cs typeface="Calibri"/>
              </a:rPr>
              <a:t> </a:t>
            </a:r>
            <a:r>
              <a:rPr lang="fr-FR" sz="1400" dirty="0" smtClean="0">
                <a:solidFill>
                  <a:srgbClr val="585858"/>
                </a:solidFill>
                <a:latin typeface="Calibri"/>
                <a:cs typeface="Calibri"/>
              </a:rPr>
              <a:t>sont</a:t>
            </a:r>
            <a:r>
              <a:rPr lang="fr-FR" sz="1400" spc="-30" dirty="0" smtClean="0">
                <a:solidFill>
                  <a:srgbClr val="585858"/>
                </a:solidFill>
                <a:latin typeface="Calibri"/>
                <a:cs typeface="Calibri"/>
              </a:rPr>
              <a:t> </a:t>
            </a:r>
            <a:r>
              <a:rPr lang="fr-FR" sz="1400" spc="-10" dirty="0" smtClean="0">
                <a:solidFill>
                  <a:srgbClr val="585858"/>
                </a:solidFill>
                <a:latin typeface="Calibri"/>
                <a:cs typeface="Calibri"/>
              </a:rPr>
              <a:t>existant,</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ils</a:t>
            </a:r>
            <a:r>
              <a:rPr lang="fr-FR" sz="1400" spc="-5" dirty="0" smtClean="0">
                <a:solidFill>
                  <a:srgbClr val="585858"/>
                </a:solidFill>
                <a:latin typeface="Calibri"/>
                <a:cs typeface="Calibri"/>
              </a:rPr>
              <a:t> </a:t>
            </a:r>
            <a:r>
              <a:rPr lang="fr-FR" sz="1400" dirty="0" smtClean="0">
                <a:solidFill>
                  <a:srgbClr val="585858"/>
                </a:solidFill>
                <a:latin typeface="Calibri"/>
                <a:cs typeface="Calibri"/>
              </a:rPr>
              <a:t>ont</a:t>
            </a:r>
            <a:r>
              <a:rPr lang="fr-FR" sz="1400" spc="-35" dirty="0" smtClean="0">
                <a:solidFill>
                  <a:srgbClr val="585858"/>
                </a:solidFill>
                <a:latin typeface="Calibri"/>
                <a:cs typeface="Calibri"/>
              </a:rPr>
              <a:t> </a:t>
            </a:r>
            <a:r>
              <a:rPr lang="fr-FR" sz="1400" dirty="0" smtClean="0">
                <a:solidFill>
                  <a:srgbClr val="585858"/>
                </a:solidFill>
                <a:latin typeface="Calibri"/>
                <a:cs typeface="Calibri"/>
              </a:rPr>
              <a:t>été</a:t>
            </a:r>
            <a:r>
              <a:rPr lang="fr-FR" sz="1400" spc="-10" dirty="0" smtClean="0">
                <a:solidFill>
                  <a:srgbClr val="585858"/>
                </a:solidFill>
                <a:latin typeface="Calibri"/>
                <a:cs typeface="Calibri"/>
              </a:rPr>
              <a:t> </a:t>
            </a:r>
            <a:r>
              <a:rPr lang="fr-FR" sz="1400" dirty="0" smtClean="0">
                <a:solidFill>
                  <a:srgbClr val="585858"/>
                </a:solidFill>
                <a:latin typeface="Calibri"/>
                <a:cs typeface="Calibri"/>
              </a:rPr>
              <a:t>utilisés</a:t>
            </a:r>
            <a:r>
              <a:rPr lang="fr-FR" sz="1400" spc="-20" dirty="0" smtClean="0">
                <a:solidFill>
                  <a:srgbClr val="585858"/>
                </a:solidFill>
                <a:latin typeface="Calibri"/>
                <a:cs typeface="Calibri"/>
              </a:rPr>
              <a:t> </a:t>
            </a:r>
            <a:r>
              <a:rPr lang="fr-FR" sz="1400" dirty="0" smtClean="0">
                <a:solidFill>
                  <a:srgbClr val="585858"/>
                </a:solidFill>
                <a:latin typeface="Calibri"/>
                <a:cs typeface="Calibri"/>
              </a:rPr>
              <a:t>par</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les</a:t>
            </a:r>
            <a:r>
              <a:rPr lang="fr-FR" sz="1400" spc="-5" dirty="0" smtClean="0">
                <a:solidFill>
                  <a:srgbClr val="585858"/>
                </a:solidFill>
                <a:latin typeface="Calibri"/>
                <a:cs typeface="Calibri"/>
              </a:rPr>
              <a:t> </a:t>
            </a:r>
            <a:r>
              <a:rPr lang="fr-FR" sz="1400" dirty="0" smtClean="0">
                <a:solidFill>
                  <a:srgbClr val="585858"/>
                </a:solidFill>
                <a:latin typeface="Calibri"/>
                <a:cs typeface="Calibri"/>
              </a:rPr>
              <a:t>cartes </a:t>
            </a:r>
            <a:r>
              <a:rPr lang="fr-FR" sz="1400" spc="-10" dirty="0" smtClean="0">
                <a:solidFill>
                  <a:srgbClr val="585858"/>
                </a:solidFill>
                <a:latin typeface="Calibri"/>
                <a:cs typeface="Calibri"/>
              </a:rPr>
              <a:t>perforées</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et</a:t>
            </a:r>
            <a:r>
              <a:rPr lang="fr-FR" sz="1400" spc="-35" dirty="0" smtClean="0">
                <a:solidFill>
                  <a:srgbClr val="585858"/>
                </a:solidFill>
                <a:latin typeface="Calibri"/>
                <a:cs typeface="Calibri"/>
              </a:rPr>
              <a:t> </a:t>
            </a:r>
            <a:r>
              <a:rPr lang="fr-FR" sz="1400" dirty="0" smtClean="0">
                <a:solidFill>
                  <a:srgbClr val="585858"/>
                </a:solidFill>
                <a:latin typeface="Calibri"/>
                <a:cs typeface="Calibri"/>
              </a:rPr>
              <a:t>les</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bandes magnétiques.</a:t>
            </a:r>
            <a:r>
              <a:rPr lang="fr-FR" sz="1400" spc="-30" dirty="0" smtClean="0">
                <a:solidFill>
                  <a:srgbClr val="585858"/>
                </a:solidFill>
                <a:latin typeface="Calibri"/>
                <a:cs typeface="Calibri"/>
              </a:rPr>
              <a:t> </a:t>
            </a:r>
            <a:r>
              <a:rPr lang="fr-FR" sz="1400" dirty="0" smtClean="0">
                <a:solidFill>
                  <a:srgbClr val="585858"/>
                </a:solidFill>
                <a:latin typeface="Calibri"/>
                <a:cs typeface="Calibri"/>
              </a:rPr>
              <a:t>Mais</a:t>
            </a:r>
            <a:r>
              <a:rPr lang="fr-FR" sz="1400" spc="-30" dirty="0" smtClean="0">
                <a:solidFill>
                  <a:srgbClr val="585858"/>
                </a:solidFill>
                <a:latin typeface="Calibri"/>
                <a:cs typeface="Calibri"/>
              </a:rPr>
              <a:t> </a:t>
            </a:r>
            <a:r>
              <a:rPr lang="fr-FR" sz="1400" dirty="0" smtClean="0">
                <a:solidFill>
                  <a:srgbClr val="585858"/>
                </a:solidFill>
                <a:latin typeface="Calibri"/>
                <a:cs typeface="Calibri"/>
              </a:rPr>
              <a:t>les anciens</a:t>
            </a:r>
            <a:r>
              <a:rPr lang="fr-FR" sz="1400" spc="-25" dirty="0" smtClean="0">
                <a:solidFill>
                  <a:srgbClr val="585858"/>
                </a:solidFill>
                <a:latin typeface="Calibri"/>
                <a:cs typeface="Calibri"/>
              </a:rPr>
              <a:t> </a:t>
            </a:r>
            <a:r>
              <a:rPr lang="fr-FR" sz="1400" spc="-10" dirty="0" smtClean="0">
                <a:solidFill>
                  <a:srgbClr val="585858"/>
                </a:solidFill>
                <a:latin typeface="Calibri"/>
                <a:cs typeface="Calibri"/>
              </a:rPr>
              <a:t>systèmes</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15" dirty="0" smtClean="0">
                <a:solidFill>
                  <a:srgbClr val="585858"/>
                </a:solidFill>
                <a:latin typeface="Calibri"/>
                <a:cs typeface="Calibri"/>
              </a:rPr>
              <a:t> </a:t>
            </a:r>
            <a:r>
              <a:rPr lang="fr-FR" sz="1400" dirty="0" smtClean="0">
                <a:solidFill>
                  <a:srgbClr val="585858"/>
                </a:solidFill>
                <a:latin typeface="Calibri"/>
                <a:cs typeface="Calibri"/>
              </a:rPr>
              <a:t>fichiers</a:t>
            </a:r>
            <a:r>
              <a:rPr lang="fr-FR" sz="1400" spc="-5" dirty="0" smtClean="0">
                <a:solidFill>
                  <a:srgbClr val="585858"/>
                </a:solidFill>
                <a:latin typeface="Calibri"/>
                <a:cs typeface="Calibri"/>
              </a:rPr>
              <a:t> </a:t>
            </a:r>
            <a:r>
              <a:rPr lang="fr-FR" sz="1400" spc="-25" dirty="0" smtClean="0">
                <a:solidFill>
                  <a:srgbClr val="585858"/>
                </a:solidFill>
                <a:latin typeface="Calibri"/>
                <a:cs typeface="Calibri"/>
              </a:rPr>
              <a:t>ne </a:t>
            </a:r>
            <a:r>
              <a:rPr lang="fr-FR" sz="1400" dirty="0" smtClean="0">
                <a:solidFill>
                  <a:srgbClr val="585858"/>
                </a:solidFill>
                <a:latin typeface="Calibri"/>
                <a:cs typeface="Calibri"/>
              </a:rPr>
              <a:t>permettaient</a:t>
            </a:r>
            <a:r>
              <a:rPr lang="fr-FR" sz="1400" spc="5" dirty="0" smtClean="0">
                <a:solidFill>
                  <a:srgbClr val="585858"/>
                </a:solidFill>
                <a:latin typeface="Calibri"/>
                <a:cs typeface="Calibri"/>
              </a:rPr>
              <a:t> </a:t>
            </a:r>
            <a:r>
              <a:rPr lang="fr-FR" sz="1400" dirty="0" smtClean="0">
                <a:solidFill>
                  <a:srgbClr val="585858"/>
                </a:solidFill>
                <a:latin typeface="Calibri"/>
                <a:cs typeface="Calibri"/>
              </a:rPr>
              <a:t>qu’un</a:t>
            </a:r>
            <a:r>
              <a:rPr lang="fr-FR" sz="1400" spc="-10" dirty="0" smtClean="0">
                <a:solidFill>
                  <a:srgbClr val="585858"/>
                </a:solidFill>
                <a:latin typeface="Calibri"/>
                <a:cs typeface="Calibri"/>
              </a:rPr>
              <a:t> </a:t>
            </a:r>
            <a:r>
              <a:rPr lang="fr-FR" sz="1400" dirty="0" smtClean="0">
                <a:solidFill>
                  <a:srgbClr val="585858"/>
                </a:solidFill>
                <a:latin typeface="Calibri"/>
                <a:cs typeface="Calibri"/>
              </a:rPr>
              <a:t>accès</a:t>
            </a:r>
            <a:r>
              <a:rPr lang="fr-FR" sz="1400" spc="15" dirty="0" smtClean="0">
                <a:solidFill>
                  <a:srgbClr val="585858"/>
                </a:solidFill>
                <a:latin typeface="Calibri"/>
                <a:cs typeface="Calibri"/>
              </a:rPr>
              <a:t> </a:t>
            </a:r>
            <a:r>
              <a:rPr lang="fr-FR" sz="1400" dirty="0" smtClean="0">
                <a:solidFill>
                  <a:srgbClr val="585858"/>
                </a:solidFill>
                <a:latin typeface="Calibri"/>
                <a:cs typeface="Calibri"/>
              </a:rPr>
              <a:t>linéaire,</a:t>
            </a:r>
            <a:r>
              <a:rPr lang="fr-FR" sz="1400" spc="15" dirty="0" smtClean="0">
                <a:solidFill>
                  <a:srgbClr val="585858"/>
                </a:solidFill>
                <a:latin typeface="Calibri"/>
                <a:cs typeface="Calibri"/>
              </a:rPr>
              <a:t> </a:t>
            </a:r>
            <a:r>
              <a:rPr lang="fr-FR" sz="1400" dirty="0" smtClean="0">
                <a:solidFill>
                  <a:srgbClr val="585858"/>
                </a:solidFill>
                <a:latin typeface="Calibri"/>
                <a:cs typeface="Calibri"/>
              </a:rPr>
              <a:t>ce</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qui</a:t>
            </a:r>
            <a:r>
              <a:rPr lang="fr-FR" sz="1400" spc="5" dirty="0" smtClean="0">
                <a:solidFill>
                  <a:srgbClr val="585858"/>
                </a:solidFill>
                <a:latin typeface="Calibri"/>
                <a:cs typeface="Calibri"/>
              </a:rPr>
              <a:t> </a:t>
            </a:r>
            <a:r>
              <a:rPr lang="fr-FR" sz="1400" dirty="0" smtClean="0">
                <a:solidFill>
                  <a:srgbClr val="585858"/>
                </a:solidFill>
                <a:latin typeface="Calibri"/>
                <a:cs typeface="Calibri"/>
              </a:rPr>
              <a:t>signifie</a:t>
            </a:r>
            <a:r>
              <a:rPr lang="fr-FR" sz="1400" spc="45" dirty="0" smtClean="0">
                <a:solidFill>
                  <a:srgbClr val="585858"/>
                </a:solidFill>
                <a:latin typeface="Calibri"/>
                <a:cs typeface="Calibri"/>
              </a:rPr>
              <a:t> </a:t>
            </a:r>
            <a:r>
              <a:rPr lang="fr-FR" sz="1400" dirty="0" smtClean="0">
                <a:solidFill>
                  <a:srgbClr val="585858"/>
                </a:solidFill>
                <a:latin typeface="Calibri"/>
                <a:cs typeface="Calibri"/>
              </a:rPr>
              <a:t>qu’il</a:t>
            </a:r>
            <a:r>
              <a:rPr lang="fr-FR" sz="1400" spc="-15" dirty="0" smtClean="0">
                <a:solidFill>
                  <a:srgbClr val="585858"/>
                </a:solidFill>
                <a:latin typeface="Calibri"/>
                <a:cs typeface="Calibri"/>
              </a:rPr>
              <a:t> </a:t>
            </a:r>
            <a:r>
              <a:rPr lang="fr-FR" sz="1400" dirty="0" smtClean="0">
                <a:solidFill>
                  <a:srgbClr val="585858"/>
                </a:solidFill>
                <a:latin typeface="Calibri"/>
                <a:cs typeface="Calibri"/>
              </a:rPr>
              <a:t>fallait</a:t>
            </a:r>
            <a:r>
              <a:rPr lang="fr-FR" sz="1400" spc="5" dirty="0" smtClean="0">
                <a:solidFill>
                  <a:srgbClr val="585858"/>
                </a:solidFill>
                <a:latin typeface="Calibri"/>
                <a:cs typeface="Calibri"/>
              </a:rPr>
              <a:t> </a:t>
            </a:r>
            <a:r>
              <a:rPr lang="fr-FR" sz="1400" dirty="0" smtClean="0">
                <a:solidFill>
                  <a:srgbClr val="585858"/>
                </a:solidFill>
                <a:latin typeface="Calibri"/>
                <a:cs typeface="Calibri"/>
              </a:rPr>
              <a:t>chercher</a:t>
            </a:r>
            <a:r>
              <a:rPr lang="fr-FR" sz="1400" spc="15" dirty="0" smtClean="0">
                <a:solidFill>
                  <a:srgbClr val="585858"/>
                </a:solidFill>
                <a:latin typeface="Calibri"/>
                <a:cs typeface="Calibri"/>
              </a:rPr>
              <a:t> </a:t>
            </a:r>
            <a:r>
              <a:rPr lang="fr-FR" sz="1400" dirty="0" smtClean="0">
                <a:solidFill>
                  <a:srgbClr val="585858"/>
                </a:solidFill>
                <a:latin typeface="Calibri"/>
                <a:cs typeface="Calibri"/>
              </a:rPr>
              <a:t>et</a:t>
            </a:r>
            <a:r>
              <a:rPr lang="fr-FR" sz="1400" spc="5" dirty="0" smtClean="0">
                <a:solidFill>
                  <a:srgbClr val="585858"/>
                </a:solidFill>
                <a:latin typeface="Calibri"/>
                <a:cs typeface="Calibri"/>
              </a:rPr>
              <a:t> </a:t>
            </a:r>
            <a:r>
              <a:rPr lang="fr-FR" sz="1400" dirty="0" smtClean="0">
                <a:solidFill>
                  <a:srgbClr val="585858"/>
                </a:solidFill>
                <a:latin typeface="Calibri"/>
                <a:cs typeface="Calibri"/>
              </a:rPr>
              <a:t>trouver</a:t>
            </a:r>
            <a:r>
              <a:rPr lang="fr-FR" sz="1400" spc="-5" dirty="0" smtClean="0">
                <a:solidFill>
                  <a:srgbClr val="585858"/>
                </a:solidFill>
                <a:latin typeface="Calibri"/>
                <a:cs typeface="Calibri"/>
              </a:rPr>
              <a:t> </a:t>
            </a:r>
            <a:r>
              <a:rPr lang="fr-FR" sz="1400" spc="-10" dirty="0" smtClean="0">
                <a:solidFill>
                  <a:srgbClr val="585858"/>
                </a:solidFill>
                <a:latin typeface="Calibri"/>
                <a:cs typeface="Calibri"/>
              </a:rPr>
              <a:t>l’emplacement</a:t>
            </a:r>
            <a:r>
              <a:rPr lang="fr-FR" sz="1400" spc="10" dirty="0" smtClean="0">
                <a:solidFill>
                  <a:srgbClr val="585858"/>
                </a:solidFill>
                <a:latin typeface="Calibri"/>
                <a:cs typeface="Calibri"/>
              </a:rPr>
              <a:t> </a:t>
            </a:r>
            <a:r>
              <a:rPr lang="fr-FR" sz="1400" dirty="0" smtClean="0">
                <a:solidFill>
                  <a:srgbClr val="585858"/>
                </a:solidFill>
                <a:latin typeface="Calibri"/>
                <a:cs typeface="Calibri"/>
              </a:rPr>
              <a:t>exact</a:t>
            </a:r>
            <a:r>
              <a:rPr lang="fr-FR" sz="1400" spc="5" dirty="0" smtClean="0">
                <a:solidFill>
                  <a:srgbClr val="585858"/>
                </a:solidFill>
                <a:latin typeface="Calibri"/>
                <a:cs typeface="Calibri"/>
              </a:rPr>
              <a:t> </a:t>
            </a:r>
            <a:r>
              <a:rPr lang="fr-FR" sz="1400" dirty="0" smtClean="0">
                <a:solidFill>
                  <a:srgbClr val="585858"/>
                </a:solidFill>
                <a:latin typeface="Calibri"/>
                <a:cs typeface="Calibri"/>
              </a:rPr>
              <a:t>du</a:t>
            </a:r>
            <a:r>
              <a:rPr lang="fr-FR" sz="1400" spc="-10" dirty="0" smtClean="0">
                <a:solidFill>
                  <a:srgbClr val="585858"/>
                </a:solidFill>
                <a:latin typeface="Calibri"/>
                <a:cs typeface="Calibri"/>
              </a:rPr>
              <a:t> </a:t>
            </a:r>
            <a:r>
              <a:rPr lang="fr-FR" sz="1400" dirty="0" smtClean="0">
                <a:solidFill>
                  <a:srgbClr val="585858"/>
                </a:solidFill>
                <a:latin typeface="Calibri"/>
                <a:cs typeface="Calibri"/>
              </a:rPr>
              <a:t>stockage,</a:t>
            </a:r>
            <a:r>
              <a:rPr lang="fr-FR" sz="1400" spc="15" dirty="0" smtClean="0">
                <a:solidFill>
                  <a:srgbClr val="585858"/>
                </a:solidFill>
                <a:latin typeface="Calibri"/>
                <a:cs typeface="Calibri"/>
              </a:rPr>
              <a:t> </a:t>
            </a:r>
            <a:r>
              <a:rPr lang="fr-FR" sz="1400" dirty="0" smtClean="0">
                <a:solidFill>
                  <a:srgbClr val="585858"/>
                </a:solidFill>
                <a:latin typeface="Calibri"/>
                <a:cs typeface="Calibri"/>
              </a:rPr>
              <a:t>ce qui</a:t>
            </a:r>
            <a:r>
              <a:rPr lang="fr-FR" sz="1400" spc="-10" dirty="0" smtClean="0">
                <a:solidFill>
                  <a:srgbClr val="585858"/>
                </a:solidFill>
                <a:latin typeface="Calibri"/>
                <a:cs typeface="Calibri"/>
              </a:rPr>
              <a:t> </a:t>
            </a:r>
            <a:r>
              <a:rPr lang="fr-FR" sz="1400" dirty="0" smtClean="0">
                <a:solidFill>
                  <a:srgbClr val="585858"/>
                </a:solidFill>
                <a:latin typeface="Calibri"/>
                <a:cs typeface="Calibri"/>
              </a:rPr>
              <a:t>va prendre</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beaucoup</a:t>
            </a:r>
            <a:r>
              <a:rPr lang="fr-FR" sz="1400" spc="20" dirty="0" smtClean="0">
                <a:solidFill>
                  <a:srgbClr val="585858"/>
                </a:solidFill>
                <a:latin typeface="Calibri"/>
                <a:cs typeface="Calibri"/>
              </a:rPr>
              <a:t> </a:t>
            </a:r>
            <a:r>
              <a:rPr lang="fr-FR" sz="1400" dirty="0" smtClean="0">
                <a:solidFill>
                  <a:srgbClr val="585858"/>
                </a:solidFill>
                <a:latin typeface="Calibri"/>
                <a:cs typeface="Calibri"/>
              </a:rPr>
              <a:t>de temps.</a:t>
            </a:r>
          </a:p>
          <a:p>
            <a:pPr marL="12700" marR="5080" algn="just">
              <a:lnSpc>
                <a:spcPct val="150100"/>
              </a:lnSpc>
              <a:spcBef>
                <a:spcPts val="735"/>
              </a:spcBef>
            </a:pPr>
            <a:r>
              <a:rPr lang="fr-FR" sz="1400" spc="95" dirty="0" smtClean="0">
                <a:solidFill>
                  <a:srgbClr val="585858"/>
                </a:solidFill>
                <a:latin typeface="Calibri"/>
                <a:cs typeface="Calibri"/>
              </a:rPr>
              <a:t> </a:t>
            </a:r>
            <a:r>
              <a:rPr lang="fr-FR" sz="1400" dirty="0" smtClean="0">
                <a:solidFill>
                  <a:srgbClr val="585858"/>
                </a:solidFill>
                <a:latin typeface="Calibri"/>
                <a:cs typeface="Calibri"/>
              </a:rPr>
              <a:t>Aujourd’hui,</a:t>
            </a:r>
            <a:r>
              <a:rPr lang="fr-FR" sz="1400" spc="105" dirty="0" smtClean="0">
                <a:solidFill>
                  <a:srgbClr val="585858"/>
                </a:solidFill>
                <a:latin typeface="Calibri"/>
                <a:cs typeface="Calibri"/>
              </a:rPr>
              <a:t> </a:t>
            </a:r>
            <a:r>
              <a:rPr lang="fr-FR" sz="1400" dirty="0" smtClean="0">
                <a:solidFill>
                  <a:srgbClr val="585858"/>
                </a:solidFill>
                <a:latin typeface="Calibri"/>
                <a:cs typeface="Calibri"/>
              </a:rPr>
              <a:t>les</a:t>
            </a:r>
            <a:r>
              <a:rPr lang="fr-FR" sz="1400" spc="105" dirty="0" smtClean="0">
                <a:solidFill>
                  <a:srgbClr val="585858"/>
                </a:solidFill>
                <a:latin typeface="Calibri"/>
                <a:cs typeface="Calibri"/>
              </a:rPr>
              <a:t> </a:t>
            </a:r>
            <a:r>
              <a:rPr lang="fr-FR" sz="1400" dirty="0" smtClean="0">
                <a:solidFill>
                  <a:srgbClr val="585858"/>
                </a:solidFill>
                <a:latin typeface="Calibri"/>
                <a:cs typeface="Calibri"/>
              </a:rPr>
              <a:t>systèmes</a:t>
            </a:r>
            <a:r>
              <a:rPr lang="fr-FR" sz="1400" spc="100"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95" dirty="0" smtClean="0">
                <a:solidFill>
                  <a:srgbClr val="585858"/>
                </a:solidFill>
                <a:latin typeface="Calibri"/>
                <a:cs typeface="Calibri"/>
              </a:rPr>
              <a:t> </a:t>
            </a:r>
            <a:r>
              <a:rPr lang="fr-FR" sz="1400" dirty="0" smtClean="0">
                <a:solidFill>
                  <a:srgbClr val="585858"/>
                </a:solidFill>
                <a:latin typeface="Calibri"/>
                <a:cs typeface="Calibri"/>
              </a:rPr>
              <a:t>fichiers</a:t>
            </a:r>
            <a:r>
              <a:rPr lang="fr-FR" sz="1400" spc="100" dirty="0" smtClean="0">
                <a:solidFill>
                  <a:srgbClr val="585858"/>
                </a:solidFill>
                <a:latin typeface="Calibri"/>
                <a:cs typeface="Calibri"/>
              </a:rPr>
              <a:t> </a:t>
            </a:r>
            <a:r>
              <a:rPr lang="fr-FR" sz="1400" dirty="0" smtClean="0">
                <a:solidFill>
                  <a:srgbClr val="585858"/>
                </a:solidFill>
                <a:latin typeface="Calibri"/>
                <a:cs typeface="Calibri"/>
              </a:rPr>
              <a:t>permettent</a:t>
            </a:r>
            <a:r>
              <a:rPr lang="fr-FR" sz="1400" spc="100" dirty="0" smtClean="0">
                <a:solidFill>
                  <a:srgbClr val="585858"/>
                </a:solidFill>
                <a:latin typeface="Calibri"/>
                <a:cs typeface="Calibri"/>
              </a:rPr>
              <a:t> </a:t>
            </a:r>
            <a:r>
              <a:rPr lang="fr-FR" sz="1400" dirty="0" smtClean="0">
                <a:solidFill>
                  <a:srgbClr val="585858"/>
                </a:solidFill>
                <a:latin typeface="Calibri"/>
                <a:cs typeface="Calibri"/>
              </a:rPr>
              <a:t>un</a:t>
            </a:r>
            <a:r>
              <a:rPr lang="fr-FR" sz="1400" spc="85" dirty="0" smtClean="0">
                <a:solidFill>
                  <a:srgbClr val="585858"/>
                </a:solidFill>
                <a:latin typeface="Calibri"/>
                <a:cs typeface="Calibri"/>
              </a:rPr>
              <a:t> </a:t>
            </a:r>
            <a:r>
              <a:rPr lang="fr-FR" sz="1400" b="1" dirty="0" smtClean="0">
                <a:solidFill>
                  <a:srgbClr val="585858"/>
                </a:solidFill>
                <a:latin typeface="Calibri"/>
                <a:cs typeface="Calibri"/>
              </a:rPr>
              <a:t>accès</a:t>
            </a:r>
            <a:r>
              <a:rPr lang="fr-FR" sz="1400" b="1" spc="90" dirty="0" smtClean="0">
                <a:solidFill>
                  <a:srgbClr val="585858"/>
                </a:solidFill>
                <a:latin typeface="Calibri"/>
                <a:cs typeface="Calibri"/>
              </a:rPr>
              <a:t> </a:t>
            </a:r>
            <a:r>
              <a:rPr lang="fr-FR" sz="1400" b="1" dirty="0" smtClean="0">
                <a:solidFill>
                  <a:srgbClr val="585858"/>
                </a:solidFill>
                <a:latin typeface="Calibri"/>
                <a:cs typeface="Calibri"/>
              </a:rPr>
              <a:t>aléatoire</a:t>
            </a:r>
            <a:r>
              <a:rPr lang="fr-FR" sz="1400" dirty="0" smtClean="0">
                <a:solidFill>
                  <a:srgbClr val="585858"/>
                </a:solidFill>
                <a:latin typeface="Calibri"/>
                <a:cs typeface="Calibri"/>
              </a:rPr>
              <a:t>,</a:t>
            </a:r>
            <a:r>
              <a:rPr lang="fr-FR" sz="1400" spc="80" dirty="0" smtClean="0">
                <a:solidFill>
                  <a:srgbClr val="585858"/>
                </a:solidFill>
                <a:latin typeface="Calibri"/>
                <a:cs typeface="Calibri"/>
              </a:rPr>
              <a:t> </a:t>
            </a:r>
            <a:r>
              <a:rPr lang="fr-FR" sz="1400" spc="-30" dirty="0" smtClean="0">
                <a:solidFill>
                  <a:srgbClr val="585858"/>
                </a:solidFill>
                <a:latin typeface="Calibri"/>
                <a:cs typeface="Calibri"/>
              </a:rPr>
              <a:t>c’est-</a:t>
            </a:r>
            <a:r>
              <a:rPr lang="fr-FR" sz="1400" spc="-10" dirty="0" smtClean="0">
                <a:solidFill>
                  <a:srgbClr val="585858"/>
                </a:solidFill>
                <a:latin typeface="Calibri"/>
                <a:cs typeface="Calibri"/>
              </a:rPr>
              <a:t>à-</a:t>
            </a:r>
            <a:r>
              <a:rPr lang="fr-FR" sz="1400" dirty="0" smtClean="0">
                <a:solidFill>
                  <a:srgbClr val="585858"/>
                </a:solidFill>
                <a:latin typeface="Calibri"/>
                <a:cs typeface="Calibri"/>
              </a:rPr>
              <a:t>dire</a:t>
            </a:r>
            <a:r>
              <a:rPr lang="fr-FR" sz="1400" spc="120" dirty="0" smtClean="0">
                <a:solidFill>
                  <a:srgbClr val="585858"/>
                </a:solidFill>
                <a:latin typeface="Calibri"/>
                <a:cs typeface="Calibri"/>
              </a:rPr>
              <a:t> </a:t>
            </a:r>
            <a:r>
              <a:rPr lang="fr-FR" sz="1400" dirty="0" smtClean="0">
                <a:solidFill>
                  <a:srgbClr val="585858"/>
                </a:solidFill>
                <a:latin typeface="Calibri"/>
                <a:cs typeface="Calibri"/>
              </a:rPr>
              <a:t>que</a:t>
            </a:r>
            <a:r>
              <a:rPr lang="fr-FR" sz="1400" spc="90" dirty="0" smtClean="0">
                <a:solidFill>
                  <a:srgbClr val="585858"/>
                </a:solidFill>
                <a:latin typeface="Calibri"/>
                <a:cs typeface="Calibri"/>
              </a:rPr>
              <a:t> </a:t>
            </a:r>
            <a:r>
              <a:rPr lang="fr-FR" sz="1400" dirty="0" smtClean="0">
                <a:solidFill>
                  <a:srgbClr val="585858"/>
                </a:solidFill>
                <a:latin typeface="Calibri"/>
                <a:cs typeface="Calibri"/>
              </a:rPr>
              <a:t>la</a:t>
            </a:r>
            <a:r>
              <a:rPr lang="fr-FR" sz="1400" spc="114" dirty="0" smtClean="0">
                <a:solidFill>
                  <a:srgbClr val="585858"/>
                </a:solidFill>
                <a:latin typeface="Calibri"/>
                <a:cs typeface="Calibri"/>
              </a:rPr>
              <a:t> </a:t>
            </a:r>
            <a:r>
              <a:rPr lang="fr-FR" sz="1400" dirty="0" smtClean="0">
                <a:solidFill>
                  <a:srgbClr val="585858"/>
                </a:solidFill>
                <a:latin typeface="Calibri"/>
                <a:cs typeface="Calibri"/>
              </a:rPr>
              <a:t>récupération</a:t>
            </a:r>
            <a:r>
              <a:rPr lang="fr-FR" sz="1400" spc="95"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95" dirty="0" smtClean="0">
                <a:solidFill>
                  <a:srgbClr val="585858"/>
                </a:solidFill>
                <a:latin typeface="Calibri"/>
                <a:cs typeface="Calibri"/>
              </a:rPr>
              <a:t> </a:t>
            </a:r>
            <a:r>
              <a:rPr lang="fr-FR" sz="1400" dirty="0" smtClean="0">
                <a:solidFill>
                  <a:srgbClr val="585858"/>
                </a:solidFill>
                <a:latin typeface="Calibri"/>
                <a:cs typeface="Calibri"/>
              </a:rPr>
              <a:t>toute</a:t>
            </a:r>
            <a:r>
              <a:rPr lang="fr-FR" sz="1400" spc="120" dirty="0" smtClean="0">
                <a:solidFill>
                  <a:srgbClr val="585858"/>
                </a:solidFill>
                <a:latin typeface="Calibri"/>
                <a:cs typeface="Calibri"/>
              </a:rPr>
              <a:t> </a:t>
            </a:r>
            <a:r>
              <a:rPr lang="fr-FR" sz="1400" dirty="0" smtClean="0">
                <a:solidFill>
                  <a:srgbClr val="585858"/>
                </a:solidFill>
                <a:latin typeface="Calibri"/>
                <a:cs typeface="Calibri"/>
              </a:rPr>
              <a:t>donnée</a:t>
            </a:r>
            <a:r>
              <a:rPr lang="fr-FR" sz="1400" spc="95" dirty="0" smtClean="0">
                <a:solidFill>
                  <a:srgbClr val="585858"/>
                </a:solidFill>
                <a:latin typeface="Calibri"/>
                <a:cs typeface="Calibri"/>
              </a:rPr>
              <a:t> </a:t>
            </a:r>
            <a:r>
              <a:rPr lang="fr-FR" sz="1400" dirty="0" smtClean="0">
                <a:solidFill>
                  <a:srgbClr val="585858"/>
                </a:solidFill>
                <a:latin typeface="Calibri"/>
                <a:cs typeface="Calibri"/>
              </a:rPr>
              <a:t>est</a:t>
            </a:r>
            <a:r>
              <a:rPr lang="fr-FR" sz="1400" spc="100" dirty="0" smtClean="0">
                <a:solidFill>
                  <a:srgbClr val="585858"/>
                </a:solidFill>
                <a:latin typeface="Calibri"/>
                <a:cs typeface="Calibri"/>
              </a:rPr>
              <a:t> </a:t>
            </a:r>
            <a:r>
              <a:rPr lang="fr-FR" sz="1400" spc="-10" dirty="0" smtClean="0">
                <a:solidFill>
                  <a:srgbClr val="585858"/>
                </a:solidFill>
                <a:latin typeface="Calibri"/>
                <a:cs typeface="Calibri"/>
              </a:rPr>
              <a:t>effectuée </a:t>
            </a:r>
            <a:r>
              <a:rPr lang="fr-FR" sz="1400" dirty="0" smtClean="0">
                <a:solidFill>
                  <a:srgbClr val="585858"/>
                </a:solidFill>
                <a:latin typeface="Calibri"/>
                <a:cs typeface="Calibri"/>
              </a:rPr>
              <a:t>beaucoup</a:t>
            </a:r>
            <a:r>
              <a:rPr lang="fr-FR" sz="1400" spc="-20" dirty="0" smtClean="0">
                <a:solidFill>
                  <a:srgbClr val="585858"/>
                </a:solidFill>
                <a:latin typeface="Calibri"/>
                <a:cs typeface="Calibri"/>
              </a:rPr>
              <a:t> </a:t>
            </a:r>
            <a:r>
              <a:rPr lang="fr-FR" sz="1400" dirty="0" smtClean="0">
                <a:solidFill>
                  <a:srgbClr val="585858"/>
                </a:solidFill>
                <a:latin typeface="Calibri"/>
                <a:cs typeface="Calibri"/>
              </a:rPr>
              <a:t>plus</a:t>
            </a:r>
            <a:r>
              <a:rPr lang="fr-FR" sz="1400" spc="-10" dirty="0" smtClean="0">
                <a:solidFill>
                  <a:srgbClr val="585858"/>
                </a:solidFill>
                <a:latin typeface="Calibri"/>
                <a:cs typeface="Calibri"/>
              </a:rPr>
              <a:t> rapidement.</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Dans</a:t>
            </a:r>
            <a:r>
              <a:rPr lang="fr-FR" sz="1400" spc="-20" dirty="0" smtClean="0">
                <a:solidFill>
                  <a:srgbClr val="585858"/>
                </a:solidFill>
                <a:latin typeface="Calibri"/>
                <a:cs typeface="Calibri"/>
              </a:rPr>
              <a:t> </a:t>
            </a:r>
            <a:r>
              <a:rPr lang="fr-FR" sz="1400" dirty="0" smtClean="0">
                <a:solidFill>
                  <a:srgbClr val="585858"/>
                </a:solidFill>
                <a:latin typeface="Calibri"/>
                <a:cs typeface="Calibri"/>
              </a:rPr>
              <a:t>ce</a:t>
            </a:r>
            <a:r>
              <a:rPr lang="fr-FR" sz="1400" spc="-15" dirty="0" smtClean="0">
                <a:solidFill>
                  <a:srgbClr val="585858"/>
                </a:solidFill>
                <a:latin typeface="Calibri"/>
                <a:cs typeface="Calibri"/>
              </a:rPr>
              <a:t> </a:t>
            </a:r>
            <a:r>
              <a:rPr lang="fr-FR" sz="1400" dirty="0" smtClean="0">
                <a:solidFill>
                  <a:srgbClr val="585858"/>
                </a:solidFill>
                <a:latin typeface="Calibri"/>
                <a:cs typeface="Calibri"/>
              </a:rPr>
              <a:t>qui</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suit,</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on</a:t>
            </a:r>
            <a:r>
              <a:rPr lang="fr-FR" sz="1400" spc="-20" dirty="0" smtClean="0">
                <a:solidFill>
                  <a:srgbClr val="585858"/>
                </a:solidFill>
                <a:latin typeface="Calibri"/>
                <a:cs typeface="Calibri"/>
              </a:rPr>
              <a:t> </a:t>
            </a:r>
            <a:r>
              <a:rPr lang="fr-FR" sz="1400" dirty="0" smtClean="0">
                <a:solidFill>
                  <a:srgbClr val="585858"/>
                </a:solidFill>
                <a:latin typeface="Calibri"/>
                <a:cs typeface="Calibri"/>
              </a:rPr>
              <a:t>va</a:t>
            </a:r>
            <a:r>
              <a:rPr lang="fr-FR" sz="1400" spc="-30" dirty="0" smtClean="0">
                <a:solidFill>
                  <a:srgbClr val="585858"/>
                </a:solidFill>
                <a:latin typeface="Calibri"/>
                <a:cs typeface="Calibri"/>
              </a:rPr>
              <a:t> </a:t>
            </a:r>
            <a:r>
              <a:rPr lang="fr-FR" sz="1400" dirty="0" smtClean="0">
                <a:solidFill>
                  <a:srgbClr val="585858"/>
                </a:solidFill>
                <a:latin typeface="Calibri"/>
                <a:cs typeface="Calibri"/>
              </a:rPr>
              <a:t>découvrir</a:t>
            </a:r>
            <a:r>
              <a:rPr lang="fr-FR" sz="1400" spc="-25" dirty="0" smtClean="0">
                <a:solidFill>
                  <a:srgbClr val="585858"/>
                </a:solidFill>
                <a:latin typeface="Calibri"/>
                <a:cs typeface="Calibri"/>
              </a:rPr>
              <a:t> </a:t>
            </a:r>
            <a:r>
              <a:rPr lang="fr-FR" sz="1400" spc="-20" dirty="0" smtClean="0">
                <a:solidFill>
                  <a:srgbClr val="585858"/>
                </a:solidFill>
                <a:latin typeface="Calibri"/>
                <a:cs typeface="Calibri"/>
              </a:rPr>
              <a:t>qu’est</a:t>
            </a:r>
            <a:r>
              <a:rPr lang="fr-FR" sz="1400" spc="-5" dirty="0" smtClean="0">
                <a:solidFill>
                  <a:srgbClr val="585858"/>
                </a:solidFill>
                <a:latin typeface="Calibri"/>
                <a:cs typeface="Calibri"/>
              </a:rPr>
              <a:t> </a:t>
            </a:r>
            <a:r>
              <a:rPr lang="fr-FR" sz="1400" dirty="0" smtClean="0">
                <a:solidFill>
                  <a:srgbClr val="585858"/>
                </a:solidFill>
                <a:latin typeface="Calibri"/>
                <a:cs typeface="Calibri"/>
              </a:rPr>
              <a:t>ce</a:t>
            </a:r>
            <a:r>
              <a:rPr lang="fr-FR" sz="1400" spc="-10" dirty="0" smtClean="0">
                <a:solidFill>
                  <a:srgbClr val="585858"/>
                </a:solidFill>
                <a:latin typeface="Calibri"/>
                <a:cs typeface="Calibri"/>
              </a:rPr>
              <a:t> </a:t>
            </a:r>
            <a:r>
              <a:rPr lang="fr-FR" sz="1400" dirty="0" smtClean="0">
                <a:solidFill>
                  <a:srgbClr val="585858"/>
                </a:solidFill>
                <a:latin typeface="Calibri"/>
                <a:cs typeface="Calibri"/>
              </a:rPr>
              <a:t>qu’un</a:t>
            </a:r>
            <a:r>
              <a:rPr lang="fr-FR" sz="1400" spc="-20" dirty="0" smtClean="0">
                <a:solidFill>
                  <a:srgbClr val="585858"/>
                </a:solidFill>
                <a:latin typeface="Calibri"/>
                <a:cs typeface="Calibri"/>
              </a:rPr>
              <a:t> </a:t>
            </a:r>
            <a:r>
              <a:rPr lang="fr-FR" sz="1400" spc="-10" dirty="0" smtClean="0">
                <a:solidFill>
                  <a:srgbClr val="585858"/>
                </a:solidFill>
                <a:latin typeface="Calibri"/>
                <a:cs typeface="Calibri"/>
              </a:rPr>
              <a:t>système</a:t>
            </a:r>
            <a:r>
              <a:rPr lang="fr-FR" sz="1400" spc="-35"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35" dirty="0" smtClean="0">
                <a:solidFill>
                  <a:srgbClr val="585858"/>
                </a:solidFill>
                <a:latin typeface="Calibri"/>
                <a:cs typeface="Calibri"/>
              </a:rPr>
              <a:t> </a:t>
            </a:r>
            <a:r>
              <a:rPr lang="fr-FR" sz="1400" dirty="0" smtClean="0">
                <a:solidFill>
                  <a:srgbClr val="585858"/>
                </a:solidFill>
                <a:latin typeface="Calibri"/>
                <a:cs typeface="Calibri"/>
              </a:rPr>
              <a:t>fichiers.</a:t>
            </a:r>
            <a:r>
              <a:rPr lang="fr-FR" sz="1400" spc="15" dirty="0" smtClean="0">
                <a:solidFill>
                  <a:srgbClr val="585858"/>
                </a:solidFill>
                <a:latin typeface="Calibri"/>
                <a:cs typeface="Calibri"/>
              </a:rPr>
              <a:t> </a:t>
            </a:r>
            <a:r>
              <a:rPr lang="fr-FR" sz="1400" dirty="0" smtClean="0">
                <a:solidFill>
                  <a:srgbClr val="585858"/>
                </a:solidFill>
                <a:latin typeface="Calibri"/>
                <a:cs typeface="Calibri"/>
              </a:rPr>
              <a:t>Ainsi,</a:t>
            </a:r>
            <a:r>
              <a:rPr lang="fr-FR" sz="1400" spc="-5" dirty="0" smtClean="0">
                <a:solidFill>
                  <a:srgbClr val="585858"/>
                </a:solidFill>
                <a:latin typeface="Calibri"/>
                <a:cs typeface="Calibri"/>
              </a:rPr>
              <a:t> </a:t>
            </a:r>
            <a:r>
              <a:rPr lang="fr-FR" sz="1400" dirty="0" smtClean="0">
                <a:solidFill>
                  <a:srgbClr val="585858"/>
                </a:solidFill>
                <a:latin typeface="Calibri"/>
                <a:cs typeface="Calibri"/>
              </a:rPr>
              <a:t>on</a:t>
            </a:r>
            <a:r>
              <a:rPr lang="fr-FR" sz="1400" spc="-20" dirty="0" smtClean="0">
                <a:solidFill>
                  <a:srgbClr val="585858"/>
                </a:solidFill>
                <a:latin typeface="Calibri"/>
                <a:cs typeface="Calibri"/>
              </a:rPr>
              <a:t> </a:t>
            </a:r>
            <a:r>
              <a:rPr lang="fr-FR" sz="1400" dirty="0" smtClean="0">
                <a:solidFill>
                  <a:srgbClr val="585858"/>
                </a:solidFill>
                <a:latin typeface="Calibri"/>
                <a:cs typeface="Calibri"/>
              </a:rPr>
              <a:t>va</a:t>
            </a:r>
            <a:r>
              <a:rPr lang="fr-FR" sz="1400" spc="-30" dirty="0" smtClean="0">
                <a:solidFill>
                  <a:srgbClr val="585858"/>
                </a:solidFill>
                <a:latin typeface="Calibri"/>
                <a:cs typeface="Calibri"/>
              </a:rPr>
              <a:t> </a:t>
            </a:r>
            <a:r>
              <a:rPr lang="fr-FR" sz="1400" spc="-10" dirty="0" smtClean="0">
                <a:solidFill>
                  <a:srgbClr val="585858"/>
                </a:solidFill>
                <a:latin typeface="Calibri"/>
                <a:cs typeface="Calibri"/>
              </a:rPr>
              <a:t>présenter</a:t>
            </a:r>
            <a:r>
              <a:rPr lang="fr-FR" sz="1400" spc="-20" dirty="0" smtClean="0">
                <a:solidFill>
                  <a:srgbClr val="585858"/>
                </a:solidFill>
                <a:latin typeface="Calibri"/>
                <a:cs typeface="Calibri"/>
              </a:rPr>
              <a:t> </a:t>
            </a:r>
            <a:r>
              <a:rPr lang="fr-FR" sz="1400" dirty="0" smtClean="0">
                <a:solidFill>
                  <a:srgbClr val="585858"/>
                </a:solidFill>
                <a:latin typeface="Calibri"/>
                <a:cs typeface="Calibri"/>
              </a:rPr>
              <a:t>les</a:t>
            </a:r>
            <a:r>
              <a:rPr lang="fr-FR" sz="1400" spc="-25" dirty="0" smtClean="0">
                <a:solidFill>
                  <a:srgbClr val="585858"/>
                </a:solidFill>
                <a:latin typeface="Calibri"/>
                <a:cs typeface="Calibri"/>
              </a:rPr>
              <a:t> </a:t>
            </a:r>
            <a:r>
              <a:rPr lang="fr-FR" sz="1400" dirty="0" smtClean="0">
                <a:solidFill>
                  <a:srgbClr val="585858"/>
                </a:solidFill>
                <a:latin typeface="Calibri"/>
                <a:cs typeface="Calibri"/>
              </a:rPr>
              <a:t>principaux</a:t>
            </a:r>
            <a:r>
              <a:rPr lang="fr-FR" sz="1400" spc="15" dirty="0" smtClean="0">
                <a:solidFill>
                  <a:srgbClr val="585858"/>
                </a:solidFill>
                <a:latin typeface="Calibri"/>
                <a:cs typeface="Calibri"/>
              </a:rPr>
              <a:t> </a:t>
            </a:r>
            <a:r>
              <a:rPr lang="fr-FR" sz="1400" spc="-10" dirty="0" smtClean="0">
                <a:solidFill>
                  <a:srgbClr val="585858"/>
                </a:solidFill>
                <a:latin typeface="Calibri"/>
                <a:cs typeface="Calibri"/>
              </a:rPr>
              <a:t>système</a:t>
            </a:r>
            <a:r>
              <a:rPr lang="fr-FR" sz="1400" spc="-30" dirty="0" smtClean="0">
                <a:solidFill>
                  <a:srgbClr val="585858"/>
                </a:solidFill>
                <a:latin typeface="Calibri"/>
                <a:cs typeface="Calibri"/>
              </a:rPr>
              <a:t> </a:t>
            </a:r>
            <a:r>
              <a:rPr lang="fr-FR" sz="1400" dirty="0" smtClean="0">
                <a:solidFill>
                  <a:srgbClr val="585858"/>
                </a:solidFill>
                <a:latin typeface="Calibri"/>
                <a:cs typeface="Calibri"/>
              </a:rPr>
              <a:t>de</a:t>
            </a:r>
            <a:r>
              <a:rPr lang="fr-FR" sz="1400" spc="-15" dirty="0" smtClean="0">
                <a:solidFill>
                  <a:srgbClr val="585858"/>
                </a:solidFill>
                <a:latin typeface="Calibri"/>
                <a:cs typeface="Calibri"/>
              </a:rPr>
              <a:t> </a:t>
            </a:r>
            <a:r>
              <a:rPr lang="fr-FR" sz="1400" dirty="0" smtClean="0">
                <a:solidFill>
                  <a:srgbClr val="585858"/>
                </a:solidFill>
                <a:latin typeface="Calibri"/>
                <a:cs typeface="Calibri"/>
              </a:rPr>
              <a:t>fichiers</a:t>
            </a:r>
            <a:r>
              <a:rPr lang="fr-FR" sz="1400" spc="20" dirty="0" smtClean="0">
                <a:solidFill>
                  <a:srgbClr val="585858"/>
                </a:solidFill>
                <a:latin typeface="Calibri"/>
                <a:cs typeface="Calibri"/>
              </a:rPr>
              <a:t> </a:t>
            </a:r>
            <a:r>
              <a:rPr lang="fr-FR" sz="1400" spc="-10" dirty="0" smtClean="0">
                <a:solidFill>
                  <a:srgbClr val="585858"/>
                </a:solidFill>
                <a:latin typeface="Calibri"/>
                <a:cs typeface="Calibri"/>
              </a:rPr>
              <a:t>existants.</a:t>
            </a:r>
            <a:endParaRPr lang="fr-FR" sz="1400" dirty="0" smtClean="0">
              <a:latin typeface="Calibri"/>
              <a:cs typeface="Calibri"/>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a:t>
            </a:fld>
            <a:endParaRPr spc="-25" dirty="0"/>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8"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1128511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7368" y="1770791"/>
            <a:ext cx="10591165" cy="2875146"/>
          </a:xfrm>
          <a:prstGeom prst="rect">
            <a:avLst/>
          </a:prstGeom>
        </p:spPr>
        <p:txBody>
          <a:bodyPr vert="horz" wrap="square" lIns="0" tIns="12700" rIns="0" bIns="0" rtlCol="0">
            <a:spAutoFit/>
          </a:bodyPr>
          <a:lstStyle/>
          <a:p>
            <a:pPr marL="12700" marR="5080" algn="just">
              <a:lnSpc>
                <a:spcPct val="150100"/>
              </a:lnSpc>
              <a:spcBef>
                <a:spcPts val="735"/>
              </a:spcBef>
            </a:pPr>
            <a:r>
              <a:rPr lang="fr-FR" b="1" dirty="0" smtClean="0">
                <a:solidFill>
                  <a:srgbClr val="FF7800"/>
                </a:solidFill>
                <a:latin typeface="Calibri"/>
                <a:ea typeface="+mj-ea"/>
                <a:cs typeface="Calibri"/>
              </a:rPr>
              <a:t>Définition des systèmes de gestion des fichiers</a:t>
            </a:r>
          </a:p>
          <a:p>
            <a:pPr marL="12700" marR="5715" algn="just">
              <a:lnSpc>
                <a:spcPct val="150000"/>
              </a:lnSpc>
              <a:spcBef>
                <a:spcPts val="605"/>
              </a:spcBef>
            </a:pPr>
            <a:r>
              <a:rPr lang="fr-FR" sz="1600" dirty="0" smtClean="0">
                <a:solidFill>
                  <a:srgbClr val="585858"/>
                </a:solidFill>
                <a:latin typeface="Calibri"/>
                <a:cs typeface="Calibri"/>
              </a:rPr>
              <a:t>Un</a:t>
            </a:r>
            <a:r>
              <a:rPr lang="fr-FR" sz="1600" spc="45" dirty="0" smtClean="0">
                <a:solidFill>
                  <a:srgbClr val="585858"/>
                </a:solidFill>
                <a:latin typeface="Calibri"/>
                <a:cs typeface="Calibri"/>
              </a:rPr>
              <a:t> </a:t>
            </a:r>
            <a:r>
              <a:rPr lang="fr-FR" sz="1600" b="1" dirty="0" smtClean="0">
                <a:solidFill>
                  <a:srgbClr val="585858"/>
                </a:solidFill>
                <a:latin typeface="Calibri"/>
                <a:cs typeface="Calibri"/>
              </a:rPr>
              <a:t>système</a:t>
            </a:r>
            <a:r>
              <a:rPr lang="fr-FR" sz="1600" b="1" spc="50" dirty="0" smtClean="0">
                <a:solidFill>
                  <a:srgbClr val="585858"/>
                </a:solidFill>
                <a:latin typeface="Calibri"/>
                <a:cs typeface="Calibri"/>
              </a:rPr>
              <a:t> </a:t>
            </a:r>
            <a:r>
              <a:rPr lang="fr-FR" sz="1600" b="1" dirty="0" smtClean="0">
                <a:solidFill>
                  <a:srgbClr val="585858"/>
                </a:solidFill>
                <a:latin typeface="Calibri"/>
                <a:cs typeface="Calibri"/>
              </a:rPr>
              <a:t>de</a:t>
            </a:r>
            <a:r>
              <a:rPr lang="fr-FR" sz="1600" b="1" spc="55" dirty="0" smtClean="0">
                <a:solidFill>
                  <a:srgbClr val="585858"/>
                </a:solidFill>
                <a:latin typeface="Calibri"/>
                <a:cs typeface="Calibri"/>
              </a:rPr>
              <a:t> </a:t>
            </a:r>
            <a:r>
              <a:rPr lang="fr-FR" sz="1600" b="1" dirty="0" smtClean="0">
                <a:solidFill>
                  <a:srgbClr val="585858"/>
                </a:solidFill>
                <a:latin typeface="Calibri"/>
                <a:cs typeface="Calibri"/>
              </a:rPr>
              <a:t>fichiers</a:t>
            </a:r>
            <a:r>
              <a:rPr lang="fr-FR" sz="1600" b="1" spc="55" dirty="0" smtClean="0">
                <a:solidFill>
                  <a:srgbClr val="585858"/>
                </a:solidFill>
                <a:latin typeface="Calibri"/>
                <a:cs typeface="Calibri"/>
              </a:rPr>
              <a:t> </a:t>
            </a:r>
            <a:r>
              <a:rPr lang="fr-FR" sz="1600" dirty="0" smtClean="0">
                <a:solidFill>
                  <a:srgbClr val="585858"/>
                </a:solidFill>
                <a:latin typeface="Calibri"/>
                <a:cs typeface="Calibri"/>
              </a:rPr>
              <a:t>ou</a:t>
            </a:r>
            <a:r>
              <a:rPr lang="fr-FR" sz="1600" spc="70" dirty="0" smtClean="0">
                <a:solidFill>
                  <a:srgbClr val="585858"/>
                </a:solidFill>
                <a:latin typeface="Calibri"/>
                <a:cs typeface="Calibri"/>
              </a:rPr>
              <a:t> </a:t>
            </a:r>
            <a:r>
              <a:rPr lang="fr-FR" sz="1600" dirty="0" smtClean="0">
                <a:solidFill>
                  <a:srgbClr val="585858"/>
                </a:solidFill>
                <a:latin typeface="Calibri"/>
                <a:cs typeface="Calibri"/>
              </a:rPr>
              <a:t>file</a:t>
            </a:r>
            <a:r>
              <a:rPr lang="fr-FR" sz="1600" spc="60" dirty="0" smtClean="0">
                <a:solidFill>
                  <a:srgbClr val="585858"/>
                </a:solidFill>
                <a:latin typeface="Calibri"/>
                <a:cs typeface="Calibri"/>
              </a:rPr>
              <a:t> </a:t>
            </a:r>
            <a:r>
              <a:rPr lang="fr-FR" sz="1600" dirty="0" smtClean="0">
                <a:solidFill>
                  <a:srgbClr val="585858"/>
                </a:solidFill>
                <a:latin typeface="Calibri"/>
                <a:cs typeface="Calibri"/>
              </a:rPr>
              <a:t>system</a:t>
            </a:r>
            <a:r>
              <a:rPr lang="fr-FR" sz="1600" spc="55" dirty="0" smtClean="0">
                <a:solidFill>
                  <a:srgbClr val="585858"/>
                </a:solidFill>
                <a:latin typeface="Calibri"/>
                <a:cs typeface="Calibri"/>
              </a:rPr>
              <a:t> </a:t>
            </a:r>
            <a:r>
              <a:rPr lang="fr-FR" sz="1600" dirty="0" smtClean="0">
                <a:solidFill>
                  <a:srgbClr val="585858"/>
                </a:solidFill>
                <a:latin typeface="Calibri"/>
                <a:cs typeface="Calibri"/>
              </a:rPr>
              <a:t>en</a:t>
            </a:r>
            <a:r>
              <a:rPr lang="fr-FR" sz="1600" spc="45" dirty="0" smtClean="0">
                <a:solidFill>
                  <a:srgbClr val="585858"/>
                </a:solidFill>
                <a:latin typeface="Calibri"/>
                <a:cs typeface="Calibri"/>
              </a:rPr>
              <a:t> </a:t>
            </a:r>
            <a:r>
              <a:rPr lang="fr-FR" sz="1600" dirty="0" smtClean="0">
                <a:solidFill>
                  <a:srgbClr val="585858"/>
                </a:solidFill>
                <a:latin typeface="Calibri"/>
                <a:cs typeface="Calibri"/>
              </a:rPr>
              <a:t>anglais</a:t>
            </a:r>
            <a:r>
              <a:rPr lang="fr-FR" sz="1600" spc="85" dirty="0" smtClean="0">
                <a:solidFill>
                  <a:srgbClr val="585858"/>
                </a:solidFill>
                <a:latin typeface="Calibri"/>
                <a:cs typeface="Calibri"/>
              </a:rPr>
              <a:t> </a:t>
            </a:r>
            <a:r>
              <a:rPr lang="fr-FR" sz="1600" dirty="0" smtClean="0">
                <a:solidFill>
                  <a:srgbClr val="585858"/>
                </a:solidFill>
                <a:latin typeface="Calibri"/>
                <a:cs typeface="Calibri"/>
              </a:rPr>
              <a:t>(ou</a:t>
            </a:r>
            <a:r>
              <a:rPr lang="fr-FR" sz="1600" spc="45" dirty="0" smtClean="0">
                <a:solidFill>
                  <a:srgbClr val="585858"/>
                </a:solidFill>
                <a:latin typeface="Calibri"/>
                <a:cs typeface="Calibri"/>
              </a:rPr>
              <a:t> </a:t>
            </a:r>
            <a:r>
              <a:rPr lang="fr-FR" sz="1600" b="1" dirty="0" smtClean="0">
                <a:solidFill>
                  <a:srgbClr val="585858"/>
                </a:solidFill>
                <a:latin typeface="Calibri"/>
                <a:cs typeface="Calibri"/>
              </a:rPr>
              <a:t>système</a:t>
            </a:r>
            <a:r>
              <a:rPr lang="fr-FR" sz="1600" b="1" spc="50" dirty="0" smtClean="0">
                <a:solidFill>
                  <a:srgbClr val="585858"/>
                </a:solidFill>
                <a:latin typeface="Calibri"/>
                <a:cs typeface="Calibri"/>
              </a:rPr>
              <a:t> </a:t>
            </a:r>
            <a:r>
              <a:rPr lang="fr-FR" sz="1600" b="1" dirty="0" smtClean="0">
                <a:solidFill>
                  <a:srgbClr val="585858"/>
                </a:solidFill>
                <a:latin typeface="Calibri"/>
                <a:cs typeface="Calibri"/>
              </a:rPr>
              <a:t>de</a:t>
            </a:r>
            <a:r>
              <a:rPr lang="fr-FR" sz="1600" b="1" spc="70" dirty="0" smtClean="0">
                <a:solidFill>
                  <a:srgbClr val="585858"/>
                </a:solidFill>
                <a:latin typeface="Calibri"/>
                <a:cs typeface="Calibri"/>
              </a:rPr>
              <a:t> </a:t>
            </a:r>
            <a:r>
              <a:rPr lang="fr-FR" sz="1600" b="1" dirty="0" smtClean="0">
                <a:solidFill>
                  <a:srgbClr val="585858"/>
                </a:solidFill>
                <a:latin typeface="Calibri"/>
                <a:cs typeface="Calibri"/>
              </a:rPr>
              <a:t>gestion</a:t>
            </a:r>
            <a:r>
              <a:rPr lang="fr-FR" sz="1600" b="1" spc="65" dirty="0" smtClean="0">
                <a:solidFill>
                  <a:srgbClr val="585858"/>
                </a:solidFill>
                <a:latin typeface="Calibri"/>
                <a:cs typeface="Calibri"/>
              </a:rPr>
              <a:t> </a:t>
            </a:r>
            <a:r>
              <a:rPr lang="fr-FR" sz="1600" b="1" dirty="0" smtClean="0">
                <a:solidFill>
                  <a:srgbClr val="585858"/>
                </a:solidFill>
                <a:latin typeface="Calibri"/>
                <a:cs typeface="Calibri"/>
              </a:rPr>
              <a:t>de</a:t>
            </a:r>
            <a:r>
              <a:rPr lang="fr-FR" sz="1600" b="1" spc="70" dirty="0" smtClean="0">
                <a:solidFill>
                  <a:srgbClr val="585858"/>
                </a:solidFill>
                <a:latin typeface="Calibri"/>
                <a:cs typeface="Calibri"/>
              </a:rPr>
              <a:t> </a:t>
            </a:r>
            <a:r>
              <a:rPr lang="fr-FR" sz="1600" b="1" dirty="0" smtClean="0">
                <a:solidFill>
                  <a:srgbClr val="585858"/>
                </a:solidFill>
                <a:latin typeface="Calibri"/>
                <a:cs typeface="Calibri"/>
              </a:rPr>
              <a:t>fichiers</a:t>
            </a:r>
            <a:r>
              <a:rPr lang="fr-FR" sz="1600" b="1" spc="55" dirty="0" smtClean="0">
                <a:solidFill>
                  <a:srgbClr val="585858"/>
                </a:solidFill>
                <a:latin typeface="Calibri"/>
                <a:cs typeface="Calibri"/>
              </a:rPr>
              <a:t> </a:t>
            </a:r>
            <a:r>
              <a:rPr lang="fr-FR" sz="1600" dirty="0" smtClean="0">
                <a:solidFill>
                  <a:srgbClr val="585858"/>
                </a:solidFill>
                <a:latin typeface="Calibri"/>
                <a:cs typeface="Calibri"/>
              </a:rPr>
              <a:t>abrévié</a:t>
            </a:r>
            <a:r>
              <a:rPr lang="fr-FR" sz="1600" spc="60" dirty="0" smtClean="0">
                <a:solidFill>
                  <a:srgbClr val="585858"/>
                </a:solidFill>
                <a:latin typeface="Calibri"/>
                <a:cs typeface="Calibri"/>
              </a:rPr>
              <a:t> </a:t>
            </a:r>
            <a:r>
              <a:rPr lang="fr-FR" sz="1600" b="1" dirty="0" smtClean="0">
                <a:solidFill>
                  <a:srgbClr val="585858"/>
                </a:solidFill>
                <a:latin typeface="Calibri"/>
                <a:cs typeface="Calibri"/>
              </a:rPr>
              <a:t>SGF)</a:t>
            </a:r>
            <a:r>
              <a:rPr lang="fr-FR" sz="1600" b="1" spc="65" dirty="0" smtClean="0">
                <a:solidFill>
                  <a:srgbClr val="585858"/>
                </a:solidFill>
                <a:latin typeface="Calibri"/>
                <a:cs typeface="Calibri"/>
              </a:rPr>
              <a:t> </a:t>
            </a:r>
            <a:r>
              <a:rPr lang="fr-FR" sz="1600" dirty="0" smtClean="0">
                <a:solidFill>
                  <a:srgbClr val="585858"/>
                </a:solidFill>
                <a:latin typeface="Calibri"/>
                <a:cs typeface="Calibri"/>
              </a:rPr>
              <a:t>est</a:t>
            </a:r>
            <a:r>
              <a:rPr lang="fr-FR" sz="1600" spc="65" dirty="0" smtClean="0">
                <a:solidFill>
                  <a:srgbClr val="585858"/>
                </a:solidFill>
                <a:latin typeface="Calibri"/>
                <a:cs typeface="Calibri"/>
              </a:rPr>
              <a:t> </a:t>
            </a:r>
            <a:r>
              <a:rPr lang="fr-FR" sz="1600" dirty="0" smtClean="0">
                <a:solidFill>
                  <a:srgbClr val="585858"/>
                </a:solidFill>
                <a:latin typeface="Calibri"/>
                <a:cs typeface="Calibri"/>
              </a:rPr>
              <a:t>défini</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comme</a:t>
            </a:r>
            <a:r>
              <a:rPr lang="fr-FR" sz="1600" spc="60" dirty="0" smtClean="0">
                <a:solidFill>
                  <a:srgbClr val="585858"/>
                </a:solidFill>
                <a:latin typeface="Calibri"/>
                <a:cs typeface="Calibri"/>
              </a:rPr>
              <a:t> </a:t>
            </a:r>
            <a:r>
              <a:rPr lang="fr-FR" sz="1600" dirty="0" smtClean="0">
                <a:solidFill>
                  <a:srgbClr val="585858"/>
                </a:solidFill>
                <a:latin typeface="Calibri"/>
                <a:cs typeface="Calibri"/>
              </a:rPr>
              <a:t>un</a:t>
            </a:r>
            <a:r>
              <a:rPr lang="fr-FR" sz="1600" spc="70" dirty="0" smtClean="0">
                <a:solidFill>
                  <a:srgbClr val="585858"/>
                </a:solidFill>
                <a:latin typeface="Calibri"/>
                <a:cs typeface="Calibri"/>
              </a:rPr>
              <a:t> </a:t>
            </a:r>
            <a:r>
              <a:rPr lang="fr-FR" sz="1600" b="1" dirty="0" smtClean="0">
                <a:solidFill>
                  <a:srgbClr val="585858"/>
                </a:solidFill>
                <a:latin typeface="Calibri"/>
                <a:cs typeface="Calibri"/>
              </a:rPr>
              <a:t>système</a:t>
            </a:r>
            <a:r>
              <a:rPr lang="fr-FR" sz="1600" b="1" spc="50" dirty="0" smtClean="0">
                <a:solidFill>
                  <a:srgbClr val="585858"/>
                </a:solidFill>
                <a:latin typeface="Calibri"/>
                <a:cs typeface="Calibri"/>
              </a:rPr>
              <a:t> </a:t>
            </a:r>
            <a:r>
              <a:rPr lang="fr-FR" sz="1600" b="1" dirty="0" smtClean="0">
                <a:solidFill>
                  <a:srgbClr val="585858"/>
                </a:solidFill>
                <a:latin typeface="Calibri"/>
                <a:cs typeface="Calibri"/>
              </a:rPr>
              <a:t>de</a:t>
            </a:r>
            <a:r>
              <a:rPr lang="fr-FR" sz="1600" b="1" spc="55" dirty="0" smtClean="0">
                <a:solidFill>
                  <a:srgbClr val="585858"/>
                </a:solidFill>
                <a:latin typeface="Calibri"/>
                <a:cs typeface="Calibri"/>
              </a:rPr>
              <a:t> </a:t>
            </a:r>
            <a:r>
              <a:rPr lang="fr-FR" sz="1600" b="1" dirty="0" smtClean="0">
                <a:solidFill>
                  <a:srgbClr val="585858"/>
                </a:solidFill>
                <a:latin typeface="Calibri"/>
                <a:cs typeface="Calibri"/>
              </a:rPr>
              <a:t>classement</a:t>
            </a:r>
            <a:r>
              <a:rPr lang="fr-FR" sz="1600" b="1" spc="45" dirty="0" smtClean="0">
                <a:solidFill>
                  <a:srgbClr val="585858"/>
                </a:solidFill>
                <a:latin typeface="Calibri"/>
                <a:cs typeface="Calibri"/>
              </a:rPr>
              <a:t> </a:t>
            </a:r>
            <a:r>
              <a:rPr lang="fr-FR" sz="1600" b="1" dirty="0" smtClean="0">
                <a:solidFill>
                  <a:srgbClr val="585858"/>
                </a:solidFill>
                <a:latin typeface="Calibri"/>
                <a:cs typeface="Calibri"/>
              </a:rPr>
              <a:t>et</a:t>
            </a:r>
            <a:r>
              <a:rPr lang="fr-FR" sz="1600" b="1" spc="45" dirty="0" smtClean="0">
                <a:solidFill>
                  <a:srgbClr val="585858"/>
                </a:solidFill>
                <a:latin typeface="Calibri"/>
                <a:cs typeface="Calibri"/>
              </a:rPr>
              <a:t> </a:t>
            </a:r>
            <a:r>
              <a:rPr lang="fr-FR" sz="1600" b="1" spc="-10" dirty="0" smtClean="0">
                <a:solidFill>
                  <a:srgbClr val="585858"/>
                </a:solidFill>
                <a:latin typeface="Calibri"/>
                <a:cs typeface="Calibri"/>
              </a:rPr>
              <a:t>d’organisation</a:t>
            </a:r>
            <a:r>
              <a:rPr lang="fr-FR" sz="1600" b="1" spc="65" dirty="0" smtClean="0">
                <a:solidFill>
                  <a:srgbClr val="585858"/>
                </a:solidFill>
                <a:latin typeface="Calibri"/>
                <a:cs typeface="Calibri"/>
              </a:rPr>
              <a:t> </a:t>
            </a:r>
            <a:r>
              <a:rPr lang="fr-FR" sz="1600" b="1" dirty="0" smtClean="0">
                <a:solidFill>
                  <a:srgbClr val="585858"/>
                </a:solidFill>
                <a:latin typeface="Calibri"/>
                <a:cs typeface="Calibri"/>
              </a:rPr>
              <a:t>sur</a:t>
            </a:r>
            <a:r>
              <a:rPr lang="fr-FR" sz="1600" b="1" spc="60" dirty="0" smtClean="0">
                <a:solidFill>
                  <a:srgbClr val="585858"/>
                </a:solidFill>
                <a:latin typeface="Calibri"/>
                <a:cs typeface="Calibri"/>
              </a:rPr>
              <a:t> </a:t>
            </a:r>
            <a:r>
              <a:rPr lang="fr-FR" sz="1600" b="1" spc="-25" dirty="0" smtClean="0">
                <a:solidFill>
                  <a:srgbClr val="585858"/>
                </a:solidFill>
                <a:latin typeface="Calibri"/>
                <a:cs typeface="Calibri"/>
              </a:rPr>
              <a:t>un </a:t>
            </a:r>
            <a:r>
              <a:rPr lang="fr-FR" sz="1600" b="1" dirty="0" smtClean="0">
                <a:solidFill>
                  <a:srgbClr val="585858"/>
                </a:solidFill>
                <a:latin typeface="Calibri"/>
                <a:cs typeface="Calibri"/>
              </a:rPr>
              <a:t>support</a:t>
            </a:r>
            <a:r>
              <a:rPr lang="fr-FR" sz="1600" b="1" spc="5" dirty="0" smtClean="0">
                <a:solidFill>
                  <a:srgbClr val="585858"/>
                </a:solidFill>
                <a:latin typeface="Calibri"/>
                <a:cs typeface="Calibri"/>
              </a:rPr>
              <a:t> </a:t>
            </a:r>
            <a:r>
              <a:rPr lang="fr-FR" sz="1600" b="1" dirty="0" smtClean="0">
                <a:solidFill>
                  <a:srgbClr val="585858"/>
                </a:solidFill>
                <a:latin typeface="Calibri"/>
                <a:cs typeface="Calibri"/>
              </a:rPr>
              <a:t>de</a:t>
            </a:r>
            <a:r>
              <a:rPr lang="fr-FR" sz="1600" b="1" spc="10" dirty="0" smtClean="0">
                <a:solidFill>
                  <a:srgbClr val="585858"/>
                </a:solidFill>
                <a:latin typeface="Calibri"/>
                <a:cs typeface="Calibri"/>
              </a:rPr>
              <a:t> </a:t>
            </a:r>
            <a:r>
              <a:rPr lang="fr-FR" sz="1600" b="1" dirty="0" smtClean="0">
                <a:solidFill>
                  <a:srgbClr val="585858"/>
                </a:solidFill>
                <a:latin typeface="Calibri"/>
                <a:cs typeface="Calibri"/>
              </a:rPr>
              <a:t>stockage</a:t>
            </a:r>
            <a:r>
              <a:rPr lang="fr-FR" sz="1600" b="1" spc="295" dirty="0" smtClean="0">
                <a:solidFill>
                  <a:srgbClr val="585858"/>
                </a:solidFill>
                <a:latin typeface="Calibri"/>
                <a:cs typeface="Calibri"/>
              </a:rPr>
              <a:t> </a:t>
            </a:r>
            <a:r>
              <a:rPr lang="fr-FR" sz="1600" dirty="0" smtClean="0">
                <a:solidFill>
                  <a:srgbClr val="585858"/>
                </a:solidFill>
                <a:latin typeface="Calibri"/>
                <a:cs typeface="Calibri"/>
              </a:rPr>
              <a:t>(disque</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dur,</a:t>
            </a:r>
            <a:r>
              <a:rPr lang="fr-FR" sz="1600" spc="25" dirty="0" smtClean="0">
                <a:solidFill>
                  <a:srgbClr val="585858"/>
                </a:solidFill>
                <a:latin typeface="Calibri"/>
                <a:cs typeface="Calibri"/>
              </a:rPr>
              <a:t> </a:t>
            </a:r>
            <a:r>
              <a:rPr lang="fr-FR" sz="1600" spc="-10" dirty="0" smtClean="0">
                <a:solidFill>
                  <a:srgbClr val="585858"/>
                </a:solidFill>
                <a:latin typeface="Calibri"/>
                <a:cs typeface="Calibri"/>
              </a:rPr>
              <a:t>CD-</a:t>
            </a:r>
            <a:r>
              <a:rPr lang="fr-FR" sz="1600" dirty="0" smtClean="0">
                <a:solidFill>
                  <a:srgbClr val="585858"/>
                </a:solidFill>
                <a:latin typeface="Calibri"/>
                <a:cs typeface="Calibri"/>
              </a:rPr>
              <a:t>ROM, clé USB,</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etc.)</a:t>
            </a:r>
            <a:endParaRPr lang="fr-FR" sz="1600" spc="10" dirty="0">
              <a:solidFill>
                <a:srgbClr val="585858"/>
              </a:solidFill>
              <a:latin typeface="Calibri"/>
              <a:cs typeface="Calibri"/>
            </a:endParaRPr>
          </a:p>
          <a:p>
            <a:pPr marL="12700" marR="5715" algn="just">
              <a:lnSpc>
                <a:spcPct val="150000"/>
              </a:lnSpc>
              <a:spcBef>
                <a:spcPts val="605"/>
              </a:spcBef>
            </a:pPr>
            <a:r>
              <a:rPr lang="fr-FR" sz="1600" spc="10" dirty="0" smtClean="0">
                <a:solidFill>
                  <a:srgbClr val="585858"/>
                </a:solidFill>
                <a:latin typeface="Calibri"/>
                <a:cs typeface="Calibri"/>
              </a:rPr>
              <a:t>Il </a:t>
            </a:r>
            <a:r>
              <a:rPr lang="fr-FR" sz="1600" dirty="0" smtClean="0">
                <a:solidFill>
                  <a:srgbClr val="585858"/>
                </a:solidFill>
                <a:latin typeface="Calibri"/>
                <a:cs typeface="Calibri"/>
              </a:rPr>
              <a:t>permet</a:t>
            </a:r>
            <a:r>
              <a:rPr lang="fr-FR" sz="1600" spc="310" dirty="0" smtClean="0">
                <a:solidFill>
                  <a:srgbClr val="585858"/>
                </a:solidFill>
                <a:latin typeface="Calibri"/>
                <a:cs typeface="Calibri"/>
              </a:rPr>
              <a:t> </a:t>
            </a:r>
            <a:r>
              <a:rPr lang="fr-FR" sz="1600" dirty="0" smtClean="0">
                <a:solidFill>
                  <a:srgbClr val="585858"/>
                </a:solidFill>
                <a:latin typeface="Calibri"/>
                <a:cs typeface="Calibri"/>
              </a:rPr>
              <a:t>la</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structuration</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et</a:t>
            </a:r>
            <a:r>
              <a:rPr lang="fr-FR" sz="1600" spc="20" dirty="0" smtClean="0">
                <a:solidFill>
                  <a:srgbClr val="585858"/>
                </a:solidFill>
                <a:latin typeface="Calibri"/>
                <a:cs typeface="Calibri"/>
              </a:rPr>
              <a:t> </a:t>
            </a:r>
            <a:r>
              <a:rPr lang="fr-FR" sz="1600" spc="-10" dirty="0" smtClean="0">
                <a:solidFill>
                  <a:srgbClr val="585858"/>
                </a:solidFill>
                <a:latin typeface="Calibri"/>
                <a:cs typeface="Calibri"/>
              </a:rPr>
              <a:t>l’organisation</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35" dirty="0" smtClean="0">
                <a:solidFill>
                  <a:srgbClr val="585858"/>
                </a:solidFill>
                <a:latin typeface="Calibri"/>
                <a:cs typeface="Calibri"/>
              </a:rPr>
              <a:t> </a:t>
            </a:r>
            <a:r>
              <a:rPr lang="fr-FR" sz="1600" spc="-10" dirty="0" smtClean="0">
                <a:solidFill>
                  <a:srgbClr val="585858"/>
                </a:solidFill>
                <a:latin typeface="Calibri"/>
                <a:cs typeface="Calibri"/>
              </a:rPr>
              <a:t>l’écriture,</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la</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recherche,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la</a:t>
            </a:r>
            <a:r>
              <a:rPr lang="fr-FR" sz="1600" spc="35" dirty="0" smtClean="0">
                <a:solidFill>
                  <a:srgbClr val="585858"/>
                </a:solidFill>
                <a:latin typeface="Calibri"/>
                <a:cs typeface="Calibri"/>
              </a:rPr>
              <a:t> </a:t>
            </a:r>
            <a:r>
              <a:rPr lang="fr-FR" sz="1600" spc="-10" dirty="0" smtClean="0">
                <a:solidFill>
                  <a:srgbClr val="585858"/>
                </a:solidFill>
                <a:latin typeface="Calibri"/>
                <a:cs typeface="Calibri"/>
              </a:rPr>
              <a:t>lecture, </a:t>
            </a:r>
            <a:r>
              <a:rPr lang="fr-FR" sz="1600" dirty="0" smtClean="0">
                <a:solidFill>
                  <a:srgbClr val="585858"/>
                </a:solidFill>
                <a:latin typeface="Calibri"/>
                <a:cs typeface="Calibri"/>
              </a:rPr>
              <a:t>du</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stockage,</a:t>
            </a:r>
            <a:r>
              <a:rPr lang="fr-FR" sz="1600" spc="20" dirty="0" smtClean="0">
                <a:solidFill>
                  <a:srgbClr val="585858"/>
                </a:solidFill>
                <a:latin typeface="Calibri"/>
                <a:cs typeface="Calibri"/>
              </a:rPr>
              <a:t> du </a:t>
            </a:r>
            <a:r>
              <a:rPr lang="fr-FR" sz="1600" dirty="0" smtClean="0">
                <a:solidFill>
                  <a:srgbClr val="585858"/>
                </a:solidFill>
                <a:latin typeface="Calibri"/>
                <a:cs typeface="Calibri"/>
              </a:rPr>
              <a:t>nommage</a:t>
            </a:r>
            <a:r>
              <a:rPr lang="fr-FR" sz="1600" spc="-25" dirty="0">
                <a:solidFill>
                  <a:srgbClr val="585858"/>
                </a:solidFill>
                <a:latin typeface="Calibri"/>
                <a:cs typeface="Calibri"/>
              </a:rPr>
              <a:t>,</a:t>
            </a:r>
            <a:r>
              <a:rPr lang="fr-FR" sz="1600" dirty="0" smtClean="0">
                <a:solidFill>
                  <a:srgbClr val="585858"/>
                </a:solidFill>
                <a:latin typeface="Calibri"/>
                <a:cs typeface="Calibri"/>
              </a:rPr>
              <a:t> de</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la</a:t>
            </a:r>
            <a:r>
              <a:rPr lang="fr-FR" sz="1600" spc="50" dirty="0" smtClean="0">
                <a:solidFill>
                  <a:srgbClr val="585858"/>
                </a:solidFill>
                <a:latin typeface="Calibri"/>
                <a:cs typeface="Calibri"/>
              </a:rPr>
              <a:t> </a:t>
            </a:r>
            <a:r>
              <a:rPr lang="fr-FR" sz="1600" dirty="0" smtClean="0">
                <a:solidFill>
                  <a:srgbClr val="585858"/>
                </a:solidFill>
                <a:latin typeface="Calibri"/>
                <a:cs typeface="Calibri"/>
              </a:rPr>
              <a:t>modification</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et</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la</a:t>
            </a:r>
            <a:r>
              <a:rPr lang="fr-FR" sz="1600" spc="50" dirty="0" smtClean="0">
                <a:solidFill>
                  <a:srgbClr val="585858"/>
                </a:solidFill>
                <a:latin typeface="Calibri"/>
                <a:cs typeface="Calibri"/>
              </a:rPr>
              <a:t> </a:t>
            </a:r>
            <a:r>
              <a:rPr lang="fr-FR" sz="1600" dirty="0" smtClean="0">
                <a:solidFill>
                  <a:srgbClr val="585858"/>
                </a:solidFill>
                <a:latin typeface="Calibri"/>
                <a:cs typeface="Calibri"/>
              </a:rPr>
              <a:t>suppression</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fichiers</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d’une</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manière</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spécifique.</a:t>
            </a:r>
          </a:p>
          <a:p>
            <a:pPr marL="12700" marR="5715" algn="just">
              <a:lnSpc>
                <a:spcPct val="150000"/>
              </a:lnSpc>
              <a:spcBef>
                <a:spcPts val="605"/>
              </a:spcBef>
            </a:pPr>
            <a:r>
              <a:rPr lang="fr-FR" sz="1600" b="1" dirty="0" smtClean="0">
                <a:solidFill>
                  <a:srgbClr val="585858"/>
                </a:solidFill>
                <a:latin typeface="Calibri"/>
                <a:cs typeface="Calibri"/>
              </a:rPr>
              <a:t>Le</a:t>
            </a:r>
            <a:r>
              <a:rPr lang="fr-FR" sz="1600" b="1" spc="-40" dirty="0" smtClean="0">
                <a:solidFill>
                  <a:srgbClr val="585858"/>
                </a:solidFill>
                <a:latin typeface="Calibri"/>
                <a:cs typeface="Calibri"/>
              </a:rPr>
              <a:t> </a:t>
            </a:r>
            <a:r>
              <a:rPr lang="fr-FR" sz="1600" b="1" dirty="0" smtClean="0">
                <a:solidFill>
                  <a:srgbClr val="585858"/>
                </a:solidFill>
                <a:latin typeface="Calibri"/>
                <a:cs typeface="Calibri"/>
              </a:rPr>
              <a:t>rôle</a:t>
            </a:r>
            <a:r>
              <a:rPr lang="fr-FR" sz="1600" b="1" spc="5" dirty="0" smtClean="0">
                <a:solidFill>
                  <a:srgbClr val="585858"/>
                </a:solidFill>
                <a:latin typeface="Calibri"/>
                <a:cs typeface="Calibri"/>
              </a:rPr>
              <a:t> </a:t>
            </a:r>
            <a:r>
              <a:rPr lang="fr-FR" sz="1600" b="1" dirty="0" smtClean="0">
                <a:solidFill>
                  <a:srgbClr val="585858"/>
                </a:solidFill>
                <a:latin typeface="Calibri"/>
                <a:cs typeface="Calibri"/>
              </a:rPr>
              <a:t>principal</a:t>
            </a:r>
            <a:r>
              <a:rPr lang="fr-FR" sz="1600" b="1" spc="25" dirty="0" smtClean="0">
                <a:solidFill>
                  <a:srgbClr val="585858"/>
                </a:solidFill>
                <a:latin typeface="Calibri"/>
                <a:cs typeface="Calibri"/>
              </a:rPr>
              <a:t> </a:t>
            </a:r>
            <a:r>
              <a:rPr lang="fr-FR" sz="1600" b="1" dirty="0" smtClean="0">
                <a:solidFill>
                  <a:srgbClr val="585858"/>
                </a:solidFill>
                <a:latin typeface="Calibri"/>
                <a:cs typeface="Calibri"/>
              </a:rPr>
              <a:t>d’un</a:t>
            </a:r>
            <a:r>
              <a:rPr lang="fr-FR" sz="1600" b="1" spc="-20" dirty="0" smtClean="0">
                <a:solidFill>
                  <a:srgbClr val="585858"/>
                </a:solidFill>
                <a:latin typeface="Calibri"/>
                <a:cs typeface="Calibri"/>
              </a:rPr>
              <a:t> </a:t>
            </a:r>
            <a:r>
              <a:rPr lang="fr-FR" sz="1600" b="1" dirty="0" smtClean="0">
                <a:solidFill>
                  <a:srgbClr val="585858"/>
                </a:solidFill>
                <a:latin typeface="Calibri"/>
                <a:cs typeface="Calibri"/>
              </a:rPr>
              <a:t>SGF</a:t>
            </a:r>
            <a:r>
              <a:rPr lang="fr-FR" sz="1600" b="1" spc="-40" dirty="0" smtClean="0">
                <a:solidFill>
                  <a:srgbClr val="585858"/>
                </a:solidFill>
                <a:latin typeface="Calibri"/>
                <a:cs typeface="Calibri"/>
              </a:rPr>
              <a:t> </a:t>
            </a:r>
            <a:r>
              <a:rPr lang="fr-FR" sz="1600" b="1" dirty="0" smtClean="0">
                <a:solidFill>
                  <a:srgbClr val="585858"/>
                </a:solidFill>
                <a:latin typeface="Calibri"/>
                <a:cs typeface="Calibri"/>
              </a:rPr>
              <a:t>est</a:t>
            </a:r>
            <a:r>
              <a:rPr lang="fr-FR" sz="1600" b="1" spc="-35" dirty="0" smtClean="0">
                <a:solidFill>
                  <a:srgbClr val="585858"/>
                </a:solidFill>
                <a:latin typeface="Calibri"/>
                <a:cs typeface="Calibri"/>
              </a:rPr>
              <a:t> </a:t>
            </a:r>
            <a:r>
              <a:rPr lang="fr-FR" sz="1600" b="1" dirty="0" smtClean="0">
                <a:solidFill>
                  <a:srgbClr val="585858"/>
                </a:solidFill>
                <a:latin typeface="Calibri"/>
                <a:cs typeface="Calibri"/>
              </a:rPr>
              <a:t>donc</a:t>
            </a:r>
            <a:r>
              <a:rPr lang="fr-FR" sz="1600" b="1" spc="-15" dirty="0" smtClean="0">
                <a:solidFill>
                  <a:srgbClr val="585858"/>
                </a:solidFill>
                <a:latin typeface="Calibri"/>
                <a:cs typeface="Calibri"/>
              </a:rPr>
              <a:t> </a:t>
            </a:r>
            <a:r>
              <a:rPr lang="fr-FR" sz="1600" b="1" dirty="0" smtClean="0">
                <a:solidFill>
                  <a:srgbClr val="585858"/>
                </a:solidFill>
                <a:latin typeface="Calibri"/>
                <a:cs typeface="Calibri"/>
              </a:rPr>
              <a:t>la</a:t>
            </a:r>
            <a:r>
              <a:rPr lang="fr-FR" sz="1600" b="1" spc="-15" dirty="0" smtClean="0">
                <a:solidFill>
                  <a:srgbClr val="585858"/>
                </a:solidFill>
                <a:latin typeface="Calibri"/>
                <a:cs typeface="Calibri"/>
              </a:rPr>
              <a:t> </a:t>
            </a:r>
            <a:r>
              <a:rPr lang="fr-FR" sz="1600" b="1" dirty="0" smtClean="0">
                <a:solidFill>
                  <a:srgbClr val="585858"/>
                </a:solidFill>
                <a:latin typeface="Calibri"/>
                <a:cs typeface="Calibri"/>
              </a:rPr>
              <a:t>gestion</a:t>
            </a:r>
            <a:r>
              <a:rPr lang="fr-FR" sz="1600" b="1" spc="-20" dirty="0" smtClean="0">
                <a:solidFill>
                  <a:srgbClr val="585858"/>
                </a:solidFill>
                <a:latin typeface="Calibri"/>
                <a:cs typeface="Calibri"/>
              </a:rPr>
              <a:t> </a:t>
            </a:r>
            <a:r>
              <a:rPr lang="fr-FR" sz="1600" b="1" dirty="0" smtClean="0">
                <a:solidFill>
                  <a:srgbClr val="585858"/>
                </a:solidFill>
                <a:latin typeface="Calibri"/>
                <a:cs typeface="Calibri"/>
              </a:rPr>
              <a:t>des</a:t>
            </a:r>
            <a:r>
              <a:rPr lang="fr-FR" sz="1600" b="1" spc="-20" dirty="0" smtClean="0">
                <a:solidFill>
                  <a:srgbClr val="585858"/>
                </a:solidFill>
                <a:latin typeface="Calibri"/>
                <a:cs typeface="Calibri"/>
              </a:rPr>
              <a:t> </a:t>
            </a:r>
            <a:r>
              <a:rPr lang="fr-FR" sz="1600" b="1" dirty="0" smtClean="0">
                <a:solidFill>
                  <a:srgbClr val="585858"/>
                </a:solidFill>
                <a:latin typeface="Calibri"/>
                <a:cs typeface="Calibri"/>
              </a:rPr>
              <a:t>fichiers</a:t>
            </a:r>
            <a:r>
              <a:rPr lang="fr-FR" sz="1600" b="1" spc="5" dirty="0" smtClean="0">
                <a:solidFill>
                  <a:srgbClr val="585858"/>
                </a:solidFill>
                <a:latin typeface="Calibri"/>
                <a:cs typeface="Calibri"/>
              </a:rPr>
              <a:t> </a:t>
            </a:r>
            <a:r>
              <a:rPr lang="fr-FR" sz="1600" b="1" dirty="0" smtClean="0">
                <a:solidFill>
                  <a:srgbClr val="585858"/>
                </a:solidFill>
                <a:latin typeface="Calibri"/>
                <a:cs typeface="Calibri"/>
              </a:rPr>
              <a:t>et</a:t>
            </a:r>
            <a:r>
              <a:rPr lang="fr-FR" sz="1600" b="1" spc="-35" dirty="0" smtClean="0">
                <a:solidFill>
                  <a:srgbClr val="585858"/>
                </a:solidFill>
                <a:latin typeface="Calibri"/>
                <a:cs typeface="Calibri"/>
              </a:rPr>
              <a:t> </a:t>
            </a:r>
            <a:r>
              <a:rPr lang="fr-FR" sz="1600" b="1" dirty="0" smtClean="0">
                <a:solidFill>
                  <a:srgbClr val="585858"/>
                </a:solidFill>
                <a:latin typeface="Calibri"/>
                <a:cs typeface="Calibri"/>
              </a:rPr>
              <a:t>la</a:t>
            </a:r>
            <a:r>
              <a:rPr lang="fr-FR" sz="1600" b="1" spc="-15" dirty="0" smtClean="0">
                <a:solidFill>
                  <a:srgbClr val="585858"/>
                </a:solidFill>
                <a:latin typeface="Calibri"/>
                <a:cs typeface="Calibri"/>
              </a:rPr>
              <a:t> </a:t>
            </a:r>
            <a:r>
              <a:rPr lang="fr-FR" sz="1600" b="1" dirty="0" smtClean="0">
                <a:solidFill>
                  <a:srgbClr val="585858"/>
                </a:solidFill>
                <a:latin typeface="Calibri"/>
                <a:cs typeface="Calibri"/>
              </a:rPr>
              <a:t>mise</a:t>
            </a:r>
            <a:r>
              <a:rPr lang="fr-FR" sz="1600" b="1" spc="-10" dirty="0" smtClean="0">
                <a:solidFill>
                  <a:srgbClr val="585858"/>
                </a:solidFill>
                <a:latin typeface="Calibri"/>
                <a:cs typeface="Calibri"/>
              </a:rPr>
              <a:t> </a:t>
            </a:r>
            <a:r>
              <a:rPr lang="fr-FR" sz="1600" b="1" dirty="0" smtClean="0">
                <a:solidFill>
                  <a:srgbClr val="585858"/>
                </a:solidFill>
                <a:latin typeface="Calibri"/>
                <a:cs typeface="Calibri"/>
              </a:rPr>
              <a:t>à</a:t>
            </a:r>
            <a:r>
              <a:rPr lang="fr-FR" sz="1600" b="1" spc="-35" dirty="0" smtClean="0">
                <a:solidFill>
                  <a:srgbClr val="585858"/>
                </a:solidFill>
                <a:latin typeface="Calibri"/>
                <a:cs typeface="Calibri"/>
              </a:rPr>
              <a:t> </a:t>
            </a:r>
            <a:r>
              <a:rPr lang="fr-FR" sz="1600" b="1" dirty="0" smtClean="0">
                <a:solidFill>
                  <a:srgbClr val="585858"/>
                </a:solidFill>
                <a:latin typeface="Calibri"/>
                <a:cs typeface="Calibri"/>
              </a:rPr>
              <a:t>la</a:t>
            </a:r>
            <a:r>
              <a:rPr lang="fr-FR" sz="1600" b="1" spc="-10" dirty="0" smtClean="0">
                <a:solidFill>
                  <a:srgbClr val="585858"/>
                </a:solidFill>
                <a:latin typeface="Calibri"/>
                <a:cs typeface="Calibri"/>
              </a:rPr>
              <a:t> disposition</a:t>
            </a:r>
            <a:r>
              <a:rPr lang="fr-FR" sz="1600" b="1" dirty="0" smtClean="0">
                <a:solidFill>
                  <a:srgbClr val="585858"/>
                </a:solidFill>
                <a:latin typeface="Calibri"/>
                <a:cs typeface="Calibri"/>
              </a:rPr>
              <a:t> des </a:t>
            </a:r>
            <a:r>
              <a:rPr lang="fr-FR" sz="1600" b="1" spc="-10" dirty="0" smtClean="0">
                <a:solidFill>
                  <a:srgbClr val="585858"/>
                </a:solidFill>
                <a:latin typeface="Calibri"/>
                <a:cs typeface="Calibri"/>
              </a:rPr>
              <a:t>utilisateurs</a:t>
            </a:r>
            <a:r>
              <a:rPr lang="fr-FR" sz="1600" b="1" spc="-5" dirty="0" smtClean="0">
                <a:solidFill>
                  <a:srgbClr val="585858"/>
                </a:solidFill>
                <a:latin typeface="Calibri"/>
                <a:cs typeface="Calibri"/>
              </a:rPr>
              <a:t> </a:t>
            </a:r>
            <a:r>
              <a:rPr lang="fr-FR" sz="1600" b="1" dirty="0" smtClean="0">
                <a:solidFill>
                  <a:srgbClr val="585858"/>
                </a:solidFill>
                <a:latin typeface="Calibri"/>
                <a:cs typeface="Calibri"/>
              </a:rPr>
              <a:t>des</a:t>
            </a:r>
            <a:r>
              <a:rPr lang="fr-FR" sz="1600" b="1" spc="-20" dirty="0" smtClean="0">
                <a:solidFill>
                  <a:srgbClr val="585858"/>
                </a:solidFill>
                <a:latin typeface="Calibri"/>
                <a:cs typeface="Calibri"/>
              </a:rPr>
              <a:t> </a:t>
            </a:r>
            <a:r>
              <a:rPr lang="fr-FR" sz="1600" b="1" spc="-10" dirty="0" smtClean="0">
                <a:solidFill>
                  <a:srgbClr val="585858"/>
                </a:solidFill>
                <a:latin typeface="Calibri"/>
                <a:cs typeface="Calibri"/>
              </a:rPr>
              <a:t>primitives</a:t>
            </a:r>
            <a:r>
              <a:rPr lang="fr-FR" sz="1600" b="1" spc="-20" dirty="0" smtClean="0">
                <a:solidFill>
                  <a:srgbClr val="585858"/>
                </a:solidFill>
                <a:latin typeface="Calibri"/>
                <a:cs typeface="Calibri"/>
              </a:rPr>
              <a:t> </a:t>
            </a:r>
            <a:r>
              <a:rPr lang="fr-FR" sz="1600" b="1" dirty="0" smtClean="0">
                <a:solidFill>
                  <a:srgbClr val="585858"/>
                </a:solidFill>
                <a:latin typeface="Calibri"/>
                <a:cs typeface="Calibri"/>
              </a:rPr>
              <a:t>pour</a:t>
            </a:r>
            <a:r>
              <a:rPr lang="fr-FR" sz="1600" b="1" spc="-5" dirty="0" smtClean="0">
                <a:solidFill>
                  <a:srgbClr val="585858"/>
                </a:solidFill>
                <a:latin typeface="Calibri"/>
                <a:cs typeface="Calibri"/>
              </a:rPr>
              <a:t> </a:t>
            </a:r>
            <a:r>
              <a:rPr lang="fr-FR" sz="1600" b="1" dirty="0" smtClean="0">
                <a:solidFill>
                  <a:srgbClr val="585858"/>
                </a:solidFill>
                <a:latin typeface="Calibri"/>
                <a:cs typeface="Calibri"/>
              </a:rPr>
              <a:t>manipuler</a:t>
            </a:r>
            <a:r>
              <a:rPr lang="fr-FR" sz="1600" b="1" spc="5" dirty="0" smtClean="0">
                <a:solidFill>
                  <a:srgbClr val="585858"/>
                </a:solidFill>
                <a:latin typeface="Calibri"/>
                <a:cs typeface="Calibri"/>
              </a:rPr>
              <a:t> </a:t>
            </a:r>
            <a:r>
              <a:rPr lang="fr-FR" sz="1600" b="1" dirty="0" smtClean="0">
                <a:solidFill>
                  <a:srgbClr val="585858"/>
                </a:solidFill>
                <a:latin typeface="Calibri"/>
                <a:cs typeface="Calibri"/>
              </a:rPr>
              <a:t>ces</a:t>
            </a:r>
            <a:r>
              <a:rPr lang="fr-FR" sz="1600" b="1" spc="-25" dirty="0" smtClean="0">
                <a:solidFill>
                  <a:srgbClr val="585858"/>
                </a:solidFill>
                <a:latin typeface="Calibri"/>
                <a:cs typeface="Calibri"/>
              </a:rPr>
              <a:t> </a:t>
            </a:r>
            <a:r>
              <a:rPr lang="fr-FR" sz="1600" b="1" spc="-10" dirty="0" smtClean="0">
                <a:solidFill>
                  <a:srgbClr val="585858"/>
                </a:solidFill>
                <a:latin typeface="Calibri"/>
                <a:cs typeface="Calibri"/>
              </a:rPr>
              <a:t>fichiers</a:t>
            </a:r>
            <a:endParaRPr lang="fr-FR" sz="1600" b="1" dirty="0">
              <a:latin typeface="Calibri"/>
              <a:cs typeface="Calibri"/>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5</a:t>
            </a:fld>
            <a:endParaRPr spc="-25" dirty="0"/>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8"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4160538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7368" y="1770791"/>
            <a:ext cx="10591165" cy="2659702"/>
          </a:xfrm>
          <a:prstGeom prst="rect">
            <a:avLst/>
          </a:prstGeom>
        </p:spPr>
        <p:txBody>
          <a:bodyPr vert="horz" wrap="square" lIns="0" tIns="12700" rIns="0" bIns="0" rtlCol="0">
            <a:spAutoFit/>
          </a:bodyPr>
          <a:lstStyle/>
          <a:p>
            <a:pPr marL="12700" marR="5080" algn="just">
              <a:lnSpc>
                <a:spcPct val="150100"/>
              </a:lnSpc>
              <a:spcBef>
                <a:spcPts val="735"/>
              </a:spcBef>
            </a:pPr>
            <a:r>
              <a:rPr lang="fr-FR" b="1" dirty="0" smtClean="0">
                <a:solidFill>
                  <a:srgbClr val="FF7800"/>
                </a:solidFill>
                <a:latin typeface="Calibri"/>
                <a:ea typeface="+mj-ea"/>
                <a:cs typeface="Calibri"/>
              </a:rPr>
              <a:t>Fonctionnalités  des systèmes de gestion des fichiers</a:t>
            </a:r>
          </a:p>
          <a:p>
            <a:pPr marL="12700" marR="5715" algn="just">
              <a:lnSpc>
                <a:spcPct val="150000"/>
              </a:lnSpc>
              <a:spcBef>
                <a:spcPts val="605"/>
              </a:spcBef>
            </a:pPr>
            <a:r>
              <a:rPr lang="fr-FR" sz="1600" dirty="0" smtClean="0">
                <a:solidFill>
                  <a:srgbClr val="585858"/>
                </a:solidFill>
                <a:latin typeface="Calibri"/>
                <a:cs typeface="Calibri"/>
              </a:rPr>
              <a:t>Le système de gestion de fichiers permet un ensemble des fonctionnalités telles que :</a:t>
            </a:r>
          </a:p>
          <a:p>
            <a:pPr marL="298450" marR="5715" indent="-285750" algn="just">
              <a:lnSpc>
                <a:spcPct val="150000"/>
              </a:lnSpc>
              <a:spcBef>
                <a:spcPts val="605"/>
              </a:spcBef>
              <a:buFont typeface="Arial" panose="020B0604020202020204" pitchFamily="34" charset="0"/>
              <a:buChar char="•"/>
            </a:pPr>
            <a:r>
              <a:rPr lang="fr-FR" sz="1600" dirty="0">
                <a:solidFill>
                  <a:srgbClr val="585858"/>
                </a:solidFill>
                <a:latin typeface="Calibri"/>
                <a:cs typeface="Calibri"/>
              </a:rPr>
              <a:t>S</a:t>
            </a:r>
            <a:r>
              <a:rPr lang="fr-FR" sz="1600" dirty="0" smtClean="0">
                <a:solidFill>
                  <a:srgbClr val="585858"/>
                </a:solidFill>
                <a:latin typeface="Calibri"/>
                <a:cs typeface="Calibri"/>
              </a:rPr>
              <a:t>tocker des fichiers sur le disque dur ;</a:t>
            </a:r>
          </a:p>
          <a:p>
            <a:pPr marL="298450" marR="5715" indent="-285750" algn="just">
              <a:lnSpc>
                <a:spcPct val="150000"/>
              </a:lnSpc>
              <a:spcBef>
                <a:spcPts val="605"/>
              </a:spcBef>
              <a:buFont typeface="Arial" panose="020B0604020202020204" pitchFamily="34" charset="0"/>
              <a:buChar char="•"/>
            </a:pPr>
            <a:r>
              <a:rPr lang="fr-FR" sz="1600" dirty="0">
                <a:solidFill>
                  <a:srgbClr val="585858"/>
                </a:solidFill>
                <a:latin typeface="Calibri"/>
                <a:cs typeface="Calibri"/>
              </a:rPr>
              <a:t>G</a:t>
            </a:r>
            <a:r>
              <a:rPr lang="fr-FR" sz="1600" dirty="0" smtClean="0">
                <a:solidFill>
                  <a:srgbClr val="585858"/>
                </a:solidFill>
                <a:latin typeface="Calibri"/>
                <a:cs typeface="Calibri"/>
              </a:rPr>
              <a:t>érer de l'espace libre sur le disque dur ;</a:t>
            </a:r>
          </a:p>
          <a:p>
            <a:pPr marL="298450" marR="5715" indent="-285750" algn="just">
              <a:lnSpc>
                <a:spcPct val="150000"/>
              </a:lnSpc>
              <a:spcBef>
                <a:spcPts val="605"/>
              </a:spcBef>
              <a:buFont typeface="Arial" panose="020B0604020202020204" pitchFamily="34" charset="0"/>
              <a:buChar char="•"/>
            </a:pPr>
            <a:r>
              <a:rPr lang="fr-FR" sz="1600" dirty="0">
                <a:solidFill>
                  <a:srgbClr val="585858"/>
                </a:solidFill>
                <a:latin typeface="Calibri"/>
                <a:cs typeface="Calibri"/>
              </a:rPr>
              <a:t>F</a:t>
            </a:r>
            <a:r>
              <a:rPr lang="fr-FR" sz="1600" dirty="0" smtClean="0">
                <a:solidFill>
                  <a:srgbClr val="585858"/>
                </a:solidFill>
                <a:latin typeface="Calibri"/>
                <a:cs typeface="Calibri"/>
              </a:rPr>
              <a:t>aciliter l’utilisation des fichiers dans un environnement multi-utilisateur ;</a:t>
            </a:r>
          </a:p>
          <a:p>
            <a:pPr marL="298450" marR="5715" indent="-285750" algn="just">
              <a:lnSpc>
                <a:spcPct val="150000"/>
              </a:lnSpc>
              <a:spcBef>
                <a:spcPts val="605"/>
              </a:spcBef>
              <a:buFont typeface="Arial" panose="020B0604020202020204" pitchFamily="34" charset="0"/>
              <a:buChar char="•"/>
            </a:pPr>
            <a:r>
              <a:rPr lang="fr-FR" sz="1600" dirty="0">
                <a:solidFill>
                  <a:srgbClr val="585858"/>
                </a:solidFill>
                <a:latin typeface="Calibri"/>
                <a:cs typeface="Calibri"/>
              </a:rPr>
              <a:t>A</a:t>
            </a:r>
            <a:r>
              <a:rPr lang="fr-FR" sz="1600" dirty="0" smtClean="0">
                <a:solidFill>
                  <a:srgbClr val="585858"/>
                </a:solidFill>
                <a:latin typeface="Calibri"/>
                <a:cs typeface="Calibri"/>
              </a:rPr>
              <a:t>ssurer l'organisation des fichiers, le diagnostic, la récupération en cas d'erreurs.</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6</a:t>
            </a:fld>
            <a:endParaRPr spc="-25" dirty="0"/>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8"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2237705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7368" y="1770791"/>
            <a:ext cx="10591165" cy="2628925"/>
          </a:xfrm>
          <a:prstGeom prst="rect">
            <a:avLst/>
          </a:prstGeom>
        </p:spPr>
        <p:txBody>
          <a:bodyPr vert="horz" wrap="square" lIns="0" tIns="12700" rIns="0" bIns="0" rtlCol="0">
            <a:spAutoFit/>
          </a:bodyPr>
          <a:lstStyle/>
          <a:p>
            <a:pPr marL="12700" marR="5080" algn="just">
              <a:lnSpc>
                <a:spcPct val="150100"/>
              </a:lnSpc>
              <a:spcBef>
                <a:spcPts val="735"/>
              </a:spcBef>
            </a:pPr>
            <a:r>
              <a:rPr lang="fr-FR" b="1" dirty="0">
                <a:solidFill>
                  <a:srgbClr val="FF7800"/>
                </a:solidFill>
                <a:latin typeface="Calibri"/>
                <a:ea typeface="+mj-ea"/>
                <a:cs typeface="Calibri"/>
              </a:rPr>
              <a:t>S</a:t>
            </a:r>
            <a:r>
              <a:rPr lang="fr-FR" b="1" dirty="0" smtClean="0">
                <a:solidFill>
                  <a:srgbClr val="FF7800"/>
                </a:solidFill>
                <a:latin typeface="Calibri"/>
                <a:ea typeface="+mj-ea"/>
                <a:cs typeface="Calibri"/>
              </a:rPr>
              <a:t>ystèmes de gestion des fichiers</a:t>
            </a:r>
          </a:p>
          <a:p>
            <a:pPr marL="12700" marR="5715" algn="just">
              <a:lnSpc>
                <a:spcPct val="150000"/>
              </a:lnSpc>
              <a:spcBef>
                <a:spcPts val="605"/>
              </a:spcBef>
            </a:pPr>
            <a:r>
              <a:rPr lang="fr-FR" sz="1600" dirty="0" smtClean="0">
                <a:solidFill>
                  <a:srgbClr val="585858"/>
                </a:solidFill>
                <a:latin typeface="Calibri"/>
                <a:cs typeface="Calibri"/>
              </a:rPr>
              <a:t>Chaque</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périphérique de</a:t>
            </a:r>
            <a:r>
              <a:rPr lang="fr-FR" sz="1600" spc="-40" dirty="0" smtClean="0">
                <a:solidFill>
                  <a:srgbClr val="585858"/>
                </a:solidFill>
                <a:latin typeface="Calibri"/>
                <a:cs typeface="Calibri"/>
              </a:rPr>
              <a:t> </a:t>
            </a:r>
            <a:r>
              <a:rPr lang="fr-FR" sz="1600" spc="-10" dirty="0" smtClean="0">
                <a:solidFill>
                  <a:srgbClr val="585858"/>
                </a:solidFill>
                <a:latin typeface="Calibri"/>
                <a:cs typeface="Calibri"/>
              </a:rPr>
              <a:t>stockage</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possède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une</a:t>
            </a:r>
            <a:r>
              <a:rPr lang="fr-FR" sz="1600" spc="-45" dirty="0" smtClean="0">
                <a:solidFill>
                  <a:srgbClr val="585858"/>
                </a:solidFill>
                <a:latin typeface="Calibri"/>
                <a:cs typeface="Calibri"/>
              </a:rPr>
              <a:t> </a:t>
            </a:r>
            <a:r>
              <a:rPr lang="fr-FR" sz="1600" dirty="0" smtClean="0">
                <a:solidFill>
                  <a:srgbClr val="585858"/>
                </a:solidFill>
                <a:latin typeface="Calibri"/>
                <a:cs typeface="Calibri"/>
              </a:rPr>
              <a:t>ou</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plusieurs</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partitions,</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et</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chaque</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partition</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est</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a:t>
            </a:r>
            <a:r>
              <a:rPr lang="fr-FR" sz="1600" spc="-35" dirty="0" smtClean="0">
                <a:solidFill>
                  <a:srgbClr val="585858"/>
                </a:solidFill>
                <a:latin typeface="Calibri"/>
                <a:cs typeface="Calibri"/>
              </a:rPr>
              <a:t> </a:t>
            </a:r>
            <a:r>
              <a:rPr lang="fr-FR" sz="1600" spc="-10" dirty="0" smtClean="0">
                <a:solidFill>
                  <a:srgbClr val="585858"/>
                </a:solidFill>
                <a:latin typeface="Calibri"/>
                <a:cs typeface="Calibri"/>
              </a:rPr>
              <a:t>formatée</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avec</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un</a:t>
            </a:r>
            <a:r>
              <a:rPr lang="fr-FR" sz="1600" spc="-30" dirty="0" smtClean="0">
                <a:solidFill>
                  <a:srgbClr val="585858"/>
                </a:solidFill>
                <a:latin typeface="Calibri"/>
                <a:cs typeface="Calibri"/>
              </a:rPr>
              <a:t> </a:t>
            </a:r>
            <a:r>
              <a:rPr lang="fr-FR" sz="1600" spc="-10" dirty="0" smtClean="0">
                <a:solidFill>
                  <a:srgbClr val="585858"/>
                </a:solidFill>
                <a:latin typeface="Calibri"/>
                <a:cs typeface="Calibri"/>
              </a:rPr>
              <a:t>système</a:t>
            </a:r>
            <a:r>
              <a:rPr lang="fr-FR" sz="1600" spc="-5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20" dirty="0" smtClean="0">
                <a:solidFill>
                  <a:srgbClr val="585858"/>
                </a:solidFill>
                <a:latin typeface="Calibri"/>
                <a:cs typeface="Calibri"/>
              </a:rPr>
              <a:t> </a:t>
            </a:r>
            <a:r>
              <a:rPr lang="fr-FR" sz="1600" spc="-10" dirty="0" smtClean="0">
                <a:solidFill>
                  <a:srgbClr val="585858"/>
                </a:solidFill>
                <a:latin typeface="Calibri"/>
                <a:cs typeface="Calibri"/>
              </a:rPr>
              <a:t>fichiers.</a:t>
            </a:r>
            <a:endParaRPr lang="fr-FR" sz="1600" dirty="0" smtClean="0">
              <a:solidFill>
                <a:srgbClr val="585858"/>
              </a:solidFill>
              <a:latin typeface="Calibri"/>
              <a:cs typeface="Calibri"/>
            </a:endParaRPr>
          </a:p>
          <a:p>
            <a:pPr marL="12700" marR="5715" algn="just">
              <a:lnSpc>
                <a:spcPct val="150000"/>
              </a:lnSpc>
              <a:spcBef>
                <a:spcPts val="605"/>
              </a:spcBef>
            </a:pPr>
            <a:r>
              <a:rPr lang="fr-FR" sz="1600" dirty="0" smtClean="0">
                <a:solidFill>
                  <a:srgbClr val="585858"/>
                </a:solidFill>
                <a:latin typeface="Calibri"/>
                <a:cs typeface="Calibri"/>
              </a:rPr>
              <a:t>Un fichier est sauvegardé sur le disque sur un ensemble de clusters, appelés aussi blocs. </a:t>
            </a:r>
          </a:p>
          <a:p>
            <a:pPr marL="12700" marR="5715" algn="just">
              <a:lnSpc>
                <a:spcPct val="150000"/>
              </a:lnSpc>
              <a:spcBef>
                <a:spcPts val="605"/>
              </a:spcBef>
            </a:pPr>
            <a:r>
              <a:rPr lang="fr-FR" sz="1600" dirty="0" smtClean="0">
                <a:solidFill>
                  <a:srgbClr val="585858"/>
                </a:solidFill>
                <a:latin typeface="Calibri"/>
                <a:cs typeface="Calibri"/>
              </a:rPr>
              <a:t>Le SGF traite alors des blocs numérotés de 0 à N-1 </a:t>
            </a:r>
          </a:p>
          <a:p>
            <a:pPr marL="12700" marR="5715" algn="just">
              <a:lnSpc>
                <a:spcPct val="150000"/>
              </a:lnSpc>
              <a:spcBef>
                <a:spcPts val="605"/>
              </a:spcBef>
            </a:pPr>
            <a:r>
              <a:rPr lang="fr-FR" b="1" dirty="0">
                <a:solidFill>
                  <a:srgbClr val="585858"/>
                </a:solidFill>
                <a:latin typeface="Calibri"/>
                <a:cs typeface="Calibri"/>
              </a:rPr>
              <a:t> </a:t>
            </a:r>
            <a:r>
              <a:rPr lang="fr-FR" b="1" dirty="0" smtClean="0">
                <a:solidFill>
                  <a:srgbClr val="585858"/>
                </a:solidFill>
                <a:latin typeface="Calibri"/>
                <a:cs typeface="Calibri"/>
              </a:rPr>
              <a:t>                                                                (N = taille du disque/taille d’un bloc) </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7</a:t>
            </a:fld>
            <a:endParaRPr spc="-25" dirty="0"/>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8"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333895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grpSp>
        <p:nvGrpSpPr>
          <p:cNvPr id="8" name="object 8"/>
          <p:cNvGrpSpPr/>
          <p:nvPr/>
        </p:nvGrpSpPr>
        <p:grpSpPr>
          <a:xfrm>
            <a:off x="4169664" y="3628263"/>
            <a:ext cx="5038471" cy="2175128"/>
            <a:chOff x="4169664" y="3628263"/>
            <a:chExt cx="5038471" cy="2175128"/>
          </a:xfrm>
        </p:grpSpPr>
        <p:sp>
          <p:nvSpPr>
            <p:cNvPr id="11" name="object 11"/>
            <p:cNvSpPr/>
            <p:nvPr/>
          </p:nvSpPr>
          <p:spPr>
            <a:xfrm>
              <a:off x="4169664" y="4629912"/>
              <a:ext cx="1332230" cy="210820"/>
            </a:xfrm>
            <a:custGeom>
              <a:avLst/>
              <a:gdLst/>
              <a:ahLst/>
              <a:cxnLst/>
              <a:rect l="l" t="t" r="r" b="b"/>
              <a:pathLst>
                <a:path w="1332229" h="210820">
                  <a:moveTo>
                    <a:pt x="0" y="105156"/>
                  </a:moveTo>
                  <a:lnTo>
                    <a:pt x="105156" y="0"/>
                  </a:lnTo>
                  <a:lnTo>
                    <a:pt x="105156" y="52577"/>
                  </a:lnTo>
                  <a:lnTo>
                    <a:pt x="1226820" y="52577"/>
                  </a:lnTo>
                  <a:lnTo>
                    <a:pt x="1226820" y="0"/>
                  </a:lnTo>
                  <a:lnTo>
                    <a:pt x="1331976" y="105156"/>
                  </a:lnTo>
                  <a:lnTo>
                    <a:pt x="1226820" y="210312"/>
                  </a:lnTo>
                  <a:lnTo>
                    <a:pt x="1226820" y="157733"/>
                  </a:lnTo>
                  <a:lnTo>
                    <a:pt x="105156" y="157733"/>
                  </a:lnTo>
                  <a:lnTo>
                    <a:pt x="105156" y="210312"/>
                  </a:lnTo>
                  <a:lnTo>
                    <a:pt x="0" y="105156"/>
                  </a:lnTo>
                  <a:close/>
                </a:path>
              </a:pathLst>
            </a:custGeom>
            <a:ln w="12700">
              <a:solidFill>
                <a:srgbClr val="2E528F"/>
              </a:solidFill>
            </a:ln>
          </p:spPr>
          <p:txBody>
            <a:bodyPr wrap="square" lIns="0" tIns="0" rIns="0" bIns="0" rtlCol="0"/>
            <a:lstStyle/>
            <a:p>
              <a:endParaRPr/>
            </a:p>
          </p:txBody>
        </p:sp>
        <p:sp>
          <p:nvSpPr>
            <p:cNvPr id="12" name="object 12"/>
            <p:cNvSpPr/>
            <p:nvPr/>
          </p:nvSpPr>
          <p:spPr>
            <a:xfrm>
              <a:off x="7996935" y="3628263"/>
              <a:ext cx="1169670" cy="752475"/>
            </a:xfrm>
            <a:custGeom>
              <a:avLst/>
              <a:gdLst/>
              <a:ahLst/>
              <a:cxnLst/>
              <a:rect l="l" t="t" r="r" b="b"/>
              <a:pathLst>
                <a:path w="1169670" h="752475">
                  <a:moveTo>
                    <a:pt x="0" y="715391"/>
                  </a:moveTo>
                  <a:lnTo>
                    <a:pt x="36703" y="577214"/>
                  </a:lnTo>
                  <a:lnTo>
                    <a:pt x="62103" y="620903"/>
                  </a:lnTo>
                  <a:lnTo>
                    <a:pt x="1056640" y="43687"/>
                  </a:lnTo>
                  <a:lnTo>
                    <a:pt x="1031240" y="0"/>
                  </a:lnTo>
                  <a:lnTo>
                    <a:pt x="1169416" y="36703"/>
                  </a:lnTo>
                  <a:lnTo>
                    <a:pt x="1132713" y="174879"/>
                  </a:lnTo>
                  <a:lnTo>
                    <a:pt x="1107313" y="131191"/>
                  </a:lnTo>
                  <a:lnTo>
                    <a:pt x="112903" y="708406"/>
                  </a:lnTo>
                  <a:lnTo>
                    <a:pt x="138303" y="752094"/>
                  </a:lnTo>
                  <a:lnTo>
                    <a:pt x="0" y="715391"/>
                  </a:lnTo>
                  <a:close/>
                </a:path>
              </a:pathLst>
            </a:custGeom>
            <a:ln w="12700">
              <a:solidFill>
                <a:srgbClr val="2E528F"/>
              </a:solidFill>
            </a:ln>
          </p:spPr>
          <p:txBody>
            <a:bodyPr wrap="square" lIns="0" tIns="0" rIns="0" bIns="0" rtlCol="0"/>
            <a:lstStyle/>
            <a:p>
              <a:endParaRPr/>
            </a:p>
          </p:txBody>
        </p:sp>
        <p:sp>
          <p:nvSpPr>
            <p:cNvPr id="13" name="object 13"/>
            <p:cNvSpPr/>
            <p:nvPr/>
          </p:nvSpPr>
          <p:spPr>
            <a:xfrm>
              <a:off x="7924800" y="4629912"/>
              <a:ext cx="1283335" cy="210820"/>
            </a:xfrm>
            <a:custGeom>
              <a:avLst/>
              <a:gdLst/>
              <a:ahLst/>
              <a:cxnLst/>
              <a:rect l="l" t="t" r="r" b="b"/>
              <a:pathLst>
                <a:path w="1283334" h="210820">
                  <a:moveTo>
                    <a:pt x="0" y="105156"/>
                  </a:moveTo>
                  <a:lnTo>
                    <a:pt x="105155" y="0"/>
                  </a:lnTo>
                  <a:lnTo>
                    <a:pt x="105155" y="52577"/>
                  </a:lnTo>
                  <a:lnTo>
                    <a:pt x="1178052" y="52577"/>
                  </a:lnTo>
                  <a:lnTo>
                    <a:pt x="1178052" y="0"/>
                  </a:lnTo>
                  <a:lnTo>
                    <a:pt x="1283207" y="105156"/>
                  </a:lnTo>
                  <a:lnTo>
                    <a:pt x="1178052" y="210312"/>
                  </a:lnTo>
                  <a:lnTo>
                    <a:pt x="1178052" y="157733"/>
                  </a:lnTo>
                  <a:lnTo>
                    <a:pt x="105155" y="157733"/>
                  </a:lnTo>
                  <a:lnTo>
                    <a:pt x="105155" y="210312"/>
                  </a:lnTo>
                  <a:lnTo>
                    <a:pt x="0" y="105156"/>
                  </a:lnTo>
                  <a:close/>
                </a:path>
              </a:pathLst>
            </a:custGeom>
            <a:ln w="12700">
              <a:solidFill>
                <a:srgbClr val="2E528F"/>
              </a:solidFill>
            </a:ln>
          </p:spPr>
          <p:txBody>
            <a:bodyPr wrap="square" lIns="0" tIns="0" rIns="0" bIns="0" rtlCol="0"/>
            <a:lstStyle/>
            <a:p>
              <a:endParaRPr/>
            </a:p>
          </p:txBody>
        </p:sp>
        <p:sp>
          <p:nvSpPr>
            <p:cNvPr id="14" name="object 14"/>
            <p:cNvSpPr/>
            <p:nvPr/>
          </p:nvSpPr>
          <p:spPr>
            <a:xfrm>
              <a:off x="7977504" y="5063616"/>
              <a:ext cx="1155065" cy="739775"/>
            </a:xfrm>
            <a:custGeom>
              <a:avLst/>
              <a:gdLst/>
              <a:ahLst/>
              <a:cxnLst/>
              <a:rect l="l" t="t" r="r" b="b"/>
              <a:pathLst>
                <a:path w="1155065" h="739775">
                  <a:moveTo>
                    <a:pt x="0" y="41274"/>
                  </a:moveTo>
                  <a:lnTo>
                    <a:pt x="150241" y="0"/>
                  </a:lnTo>
                  <a:lnTo>
                    <a:pt x="122936" y="47751"/>
                  </a:lnTo>
                  <a:lnTo>
                    <a:pt x="1086358" y="595934"/>
                  </a:lnTo>
                  <a:lnTo>
                    <a:pt x="1113663" y="548093"/>
                  </a:lnTo>
                  <a:lnTo>
                    <a:pt x="1154811" y="698233"/>
                  </a:lnTo>
                  <a:lnTo>
                    <a:pt x="1004697" y="739482"/>
                  </a:lnTo>
                  <a:lnTo>
                    <a:pt x="1031875" y="691629"/>
                  </a:lnTo>
                  <a:lnTo>
                    <a:pt x="68452" y="143509"/>
                  </a:lnTo>
                  <a:lnTo>
                    <a:pt x="41275" y="191388"/>
                  </a:lnTo>
                  <a:lnTo>
                    <a:pt x="0" y="41274"/>
                  </a:lnTo>
                  <a:close/>
                </a:path>
              </a:pathLst>
            </a:custGeom>
            <a:ln w="12700">
              <a:solidFill>
                <a:srgbClr val="2E528F"/>
              </a:solidFill>
            </a:ln>
          </p:spPr>
          <p:txBody>
            <a:bodyPr wrap="square" lIns="0" tIns="0" rIns="0" bIns="0" rtlCol="0"/>
            <a:lstStyle/>
            <a:p>
              <a:endParaRPr/>
            </a:p>
          </p:txBody>
        </p:sp>
      </p:grpSp>
      <p:sp>
        <p:nvSpPr>
          <p:cNvPr id="15" name="object 15"/>
          <p:cNvSpPr txBox="1"/>
          <p:nvPr/>
        </p:nvSpPr>
        <p:spPr>
          <a:xfrm>
            <a:off x="914400" y="1958088"/>
            <a:ext cx="10592435" cy="505908"/>
          </a:xfrm>
          <a:prstGeom prst="rect">
            <a:avLst/>
          </a:prstGeom>
        </p:spPr>
        <p:txBody>
          <a:bodyPr vert="horz" wrap="square" lIns="0" tIns="13335" rIns="0" bIns="0" rtlCol="0">
            <a:spAutoFit/>
          </a:bodyPr>
          <a:lstStyle/>
          <a:p>
            <a:pPr marL="12700" algn="just">
              <a:spcBef>
                <a:spcPts val="1440"/>
              </a:spcBef>
            </a:pPr>
            <a:r>
              <a:rPr lang="fr-FR" sz="1600" dirty="0" smtClean="0">
                <a:solidFill>
                  <a:srgbClr val="585858"/>
                </a:solidFill>
                <a:latin typeface="Calibri"/>
                <a:cs typeface="Calibri"/>
              </a:rPr>
              <a:t>Les</a:t>
            </a:r>
            <a:r>
              <a:rPr lang="fr-FR" sz="1600" spc="120" dirty="0" smtClean="0">
                <a:solidFill>
                  <a:srgbClr val="585858"/>
                </a:solidFill>
                <a:latin typeface="Calibri"/>
                <a:cs typeface="Calibri"/>
              </a:rPr>
              <a:t> </a:t>
            </a:r>
            <a:r>
              <a:rPr lang="fr-FR" sz="1600" dirty="0" smtClean="0">
                <a:solidFill>
                  <a:srgbClr val="585858"/>
                </a:solidFill>
                <a:latin typeface="Calibri"/>
                <a:cs typeface="Calibri"/>
              </a:rPr>
              <a:t>systèmes</a:t>
            </a:r>
            <a:r>
              <a:rPr lang="fr-FR" sz="1600" spc="130"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114" dirty="0" smtClean="0">
                <a:solidFill>
                  <a:srgbClr val="585858"/>
                </a:solidFill>
                <a:latin typeface="Calibri"/>
                <a:cs typeface="Calibri"/>
              </a:rPr>
              <a:t> </a:t>
            </a:r>
            <a:r>
              <a:rPr lang="fr-FR" sz="1600" dirty="0" smtClean="0">
                <a:solidFill>
                  <a:srgbClr val="585858"/>
                </a:solidFill>
                <a:latin typeface="Calibri"/>
                <a:cs typeface="Calibri"/>
              </a:rPr>
              <a:t>fichiers</a:t>
            </a:r>
            <a:r>
              <a:rPr lang="fr-FR" sz="1600" spc="125" dirty="0" smtClean="0">
                <a:solidFill>
                  <a:srgbClr val="585858"/>
                </a:solidFill>
                <a:latin typeface="Calibri"/>
                <a:cs typeface="Calibri"/>
              </a:rPr>
              <a:t> </a:t>
            </a:r>
            <a:r>
              <a:rPr lang="fr-FR" sz="1600" dirty="0" smtClean="0">
                <a:solidFill>
                  <a:srgbClr val="585858"/>
                </a:solidFill>
                <a:latin typeface="Calibri"/>
                <a:cs typeface="Calibri"/>
              </a:rPr>
              <a:t>sont</a:t>
            </a:r>
            <a:r>
              <a:rPr lang="fr-FR" sz="1600" spc="114" dirty="0" smtClean="0">
                <a:solidFill>
                  <a:srgbClr val="585858"/>
                </a:solidFill>
                <a:latin typeface="Calibri"/>
                <a:cs typeface="Calibri"/>
              </a:rPr>
              <a:t> </a:t>
            </a:r>
            <a:r>
              <a:rPr lang="fr-FR" sz="1600" dirty="0" smtClean="0">
                <a:solidFill>
                  <a:srgbClr val="585858"/>
                </a:solidFill>
                <a:latin typeface="Calibri"/>
                <a:cs typeface="Calibri"/>
              </a:rPr>
              <a:t>considérés</a:t>
            </a:r>
            <a:r>
              <a:rPr lang="fr-FR" sz="1600" spc="150" dirty="0" smtClean="0">
                <a:solidFill>
                  <a:srgbClr val="585858"/>
                </a:solidFill>
                <a:latin typeface="Calibri"/>
                <a:cs typeface="Calibri"/>
              </a:rPr>
              <a:t> </a:t>
            </a:r>
            <a:r>
              <a:rPr lang="fr-FR" sz="1600" dirty="0" smtClean="0">
                <a:solidFill>
                  <a:srgbClr val="585858"/>
                </a:solidFill>
                <a:latin typeface="Calibri"/>
                <a:cs typeface="Calibri"/>
              </a:rPr>
              <a:t>comme</a:t>
            </a:r>
            <a:r>
              <a:rPr lang="fr-FR" sz="1600" spc="140" dirty="0" smtClean="0">
                <a:solidFill>
                  <a:srgbClr val="585858"/>
                </a:solidFill>
                <a:latin typeface="Calibri"/>
                <a:cs typeface="Calibri"/>
              </a:rPr>
              <a:t> </a:t>
            </a:r>
            <a:r>
              <a:rPr lang="fr-FR" sz="1600" dirty="0" smtClean="0">
                <a:solidFill>
                  <a:srgbClr val="585858"/>
                </a:solidFill>
                <a:latin typeface="Calibri"/>
                <a:cs typeface="Calibri"/>
              </a:rPr>
              <a:t>un</a:t>
            </a:r>
            <a:r>
              <a:rPr lang="fr-FR" sz="1600" spc="105" dirty="0" smtClean="0">
                <a:solidFill>
                  <a:srgbClr val="585858"/>
                </a:solidFill>
                <a:latin typeface="Calibri"/>
                <a:cs typeface="Calibri"/>
              </a:rPr>
              <a:t> </a:t>
            </a:r>
            <a:r>
              <a:rPr lang="fr-FR" sz="1600" dirty="0" smtClean="0">
                <a:solidFill>
                  <a:srgbClr val="585858"/>
                </a:solidFill>
                <a:latin typeface="Calibri"/>
                <a:cs typeface="Calibri"/>
              </a:rPr>
              <a:t>composant</a:t>
            </a:r>
            <a:r>
              <a:rPr lang="fr-FR" sz="1600" spc="120" dirty="0" smtClean="0">
                <a:solidFill>
                  <a:srgbClr val="585858"/>
                </a:solidFill>
                <a:latin typeface="Calibri"/>
                <a:cs typeface="Calibri"/>
              </a:rPr>
              <a:t> </a:t>
            </a:r>
            <a:r>
              <a:rPr lang="fr-FR" sz="1600" dirty="0" smtClean="0">
                <a:solidFill>
                  <a:srgbClr val="585858"/>
                </a:solidFill>
                <a:latin typeface="Calibri"/>
                <a:cs typeface="Calibri"/>
              </a:rPr>
              <a:t>opérationnel</a:t>
            </a:r>
            <a:r>
              <a:rPr lang="fr-FR" sz="1600" spc="110" dirty="0" smtClean="0">
                <a:solidFill>
                  <a:srgbClr val="585858"/>
                </a:solidFill>
                <a:latin typeface="Calibri"/>
                <a:cs typeface="Calibri"/>
              </a:rPr>
              <a:t> </a:t>
            </a:r>
            <a:r>
              <a:rPr lang="fr-FR" sz="1600" dirty="0" smtClean="0">
                <a:solidFill>
                  <a:srgbClr val="585858"/>
                </a:solidFill>
                <a:latin typeface="Calibri"/>
                <a:cs typeface="Calibri"/>
              </a:rPr>
              <a:t>essentiel,</a:t>
            </a:r>
            <a:r>
              <a:rPr lang="fr-FR" sz="1600" spc="110" dirty="0" smtClean="0">
                <a:solidFill>
                  <a:srgbClr val="585858"/>
                </a:solidFill>
                <a:latin typeface="Calibri"/>
                <a:cs typeface="Calibri"/>
              </a:rPr>
              <a:t> </a:t>
            </a:r>
            <a:r>
              <a:rPr lang="fr-FR" sz="1600" dirty="0" smtClean="0">
                <a:solidFill>
                  <a:srgbClr val="585858"/>
                </a:solidFill>
                <a:latin typeface="Calibri"/>
                <a:cs typeface="Calibri"/>
              </a:rPr>
              <a:t>qui</a:t>
            </a:r>
            <a:r>
              <a:rPr lang="fr-FR" sz="1600" spc="105" dirty="0" smtClean="0">
                <a:solidFill>
                  <a:srgbClr val="585858"/>
                </a:solidFill>
                <a:latin typeface="Calibri"/>
                <a:cs typeface="Calibri"/>
              </a:rPr>
              <a:t> </a:t>
            </a:r>
            <a:r>
              <a:rPr lang="fr-FR" sz="1600" dirty="0" smtClean="0">
                <a:solidFill>
                  <a:srgbClr val="585858"/>
                </a:solidFill>
                <a:latin typeface="Calibri"/>
                <a:cs typeface="Calibri"/>
              </a:rPr>
              <a:t>joue</a:t>
            </a:r>
            <a:r>
              <a:rPr lang="fr-FR" sz="1600" spc="135"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114" dirty="0" smtClean="0">
                <a:solidFill>
                  <a:srgbClr val="585858"/>
                </a:solidFill>
                <a:latin typeface="Calibri"/>
                <a:cs typeface="Calibri"/>
              </a:rPr>
              <a:t> </a:t>
            </a:r>
            <a:r>
              <a:rPr lang="fr-FR" sz="1600" dirty="0" smtClean="0">
                <a:solidFill>
                  <a:srgbClr val="585858"/>
                </a:solidFill>
                <a:latin typeface="Calibri"/>
                <a:cs typeface="Calibri"/>
              </a:rPr>
              <a:t>rôle</a:t>
            </a:r>
            <a:r>
              <a:rPr lang="fr-FR" sz="1600" spc="135" dirty="0" smtClean="0">
                <a:solidFill>
                  <a:srgbClr val="585858"/>
                </a:solidFill>
                <a:latin typeface="Calibri"/>
                <a:cs typeface="Calibri"/>
              </a:rPr>
              <a:t> </a:t>
            </a:r>
            <a:r>
              <a:rPr lang="fr-FR" sz="1600" dirty="0" smtClean="0">
                <a:solidFill>
                  <a:srgbClr val="585858"/>
                </a:solidFill>
                <a:latin typeface="Calibri"/>
                <a:cs typeface="Calibri"/>
              </a:rPr>
              <a:t>d’une</a:t>
            </a:r>
            <a:r>
              <a:rPr lang="fr-FR" sz="1600" spc="135" dirty="0" smtClean="0">
                <a:solidFill>
                  <a:srgbClr val="585858"/>
                </a:solidFill>
                <a:latin typeface="Calibri"/>
                <a:cs typeface="Calibri"/>
              </a:rPr>
              <a:t> </a:t>
            </a:r>
            <a:r>
              <a:rPr lang="fr-FR" sz="1600" dirty="0" smtClean="0">
                <a:solidFill>
                  <a:srgbClr val="585858"/>
                </a:solidFill>
                <a:latin typeface="Calibri"/>
                <a:cs typeface="Calibri"/>
              </a:rPr>
              <a:t>interface</a:t>
            </a:r>
            <a:r>
              <a:rPr lang="fr-FR" sz="1600" spc="130" dirty="0" smtClean="0">
                <a:solidFill>
                  <a:srgbClr val="585858"/>
                </a:solidFill>
                <a:latin typeface="Calibri"/>
                <a:cs typeface="Calibri"/>
              </a:rPr>
              <a:t> </a:t>
            </a:r>
            <a:r>
              <a:rPr lang="fr-FR" sz="1600" dirty="0" smtClean="0">
                <a:solidFill>
                  <a:srgbClr val="585858"/>
                </a:solidFill>
                <a:latin typeface="Calibri"/>
                <a:cs typeface="Calibri"/>
              </a:rPr>
              <a:t>entre</a:t>
            </a:r>
            <a:r>
              <a:rPr lang="fr-FR" sz="1600" spc="120"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140" dirty="0" smtClean="0">
                <a:solidFill>
                  <a:srgbClr val="585858"/>
                </a:solidFill>
                <a:latin typeface="Calibri"/>
                <a:cs typeface="Calibri"/>
              </a:rPr>
              <a:t> </a:t>
            </a:r>
            <a:r>
              <a:rPr lang="fr-FR" sz="1600" dirty="0" smtClean="0">
                <a:solidFill>
                  <a:srgbClr val="585858"/>
                </a:solidFill>
                <a:latin typeface="Calibri"/>
                <a:cs typeface="Calibri"/>
              </a:rPr>
              <a:t>système</a:t>
            </a:r>
            <a:r>
              <a:rPr lang="fr-FR" sz="1600" spc="120" dirty="0" smtClean="0">
                <a:solidFill>
                  <a:srgbClr val="585858"/>
                </a:solidFill>
                <a:latin typeface="Calibri"/>
                <a:cs typeface="Calibri"/>
              </a:rPr>
              <a:t> </a:t>
            </a:r>
            <a:r>
              <a:rPr lang="fr-FR" sz="1600" dirty="0" smtClean="0">
                <a:solidFill>
                  <a:srgbClr val="585858"/>
                </a:solidFill>
                <a:latin typeface="Calibri"/>
                <a:cs typeface="Calibri"/>
              </a:rPr>
              <a:t>d’exploitation</a:t>
            </a:r>
            <a:r>
              <a:rPr lang="fr-FR" sz="1600" spc="110" dirty="0" smtClean="0">
                <a:solidFill>
                  <a:srgbClr val="585858"/>
                </a:solidFill>
                <a:latin typeface="Calibri"/>
                <a:cs typeface="Calibri"/>
              </a:rPr>
              <a:t> </a:t>
            </a:r>
            <a:r>
              <a:rPr lang="fr-FR" sz="1600" dirty="0" smtClean="0">
                <a:solidFill>
                  <a:srgbClr val="585858"/>
                </a:solidFill>
                <a:latin typeface="Calibri"/>
                <a:cs typeface="Calibri"/>
              </a:rPr>
              <a:t>SE</a:t>
            </a:r>
            <a:r>
              <a:rPr lang="fr-FR" sz="1600" spc="100" dirty="0" smtClean="0">
                <a:solidFill>
                  <a:srgbClr val="585858"/>
                </a:solidFill>
                <a:latin typeface="Calibri"/>
                <a:cs typeface="Calibri"/>
              </a:rPr>
              <a:t> </a:t>
            </a:r>
            <a:r>
              <a:rPr lang="fr-FR" sz="1600" dirty="0" smtClean="0">
                <a:solidFill>
                  <a:srgbClr val="585858"/>
                </a:solidFill>
                <a:latin typeface="Calibri"/>
                <a:cs typeface="Calibri"/>
              </a:rPr>
              <a:t>et</a:t>
            </a:r>
            <a:r>
              <a:rPr lang="fr-FR" sz="1600" spc="120" dirty="0" smtClean="0">
                <a:solidFill>
                  <a:srgbClr val="585858"/>
                </a:solidFill>
                <a:latin typeface="Calibri"/>
                <a:cs typeface="Calibri"/>
              </a:rPr>
              <a:t> </a:t>
            </a:r>
            <a:r>
              <a:rPr lang="fr-FR" sz="1600" dirty="0" smtClean="0">
                <a:solidFill>
                  <a:srgbClr val="585858"/>
                </a:solidFill>
                <a:latin typeface="Calibri"/>
                <a:cs typeface="Calibri"/>
              </a:rPr>
              <a:t>tous</a:t>
            </a:r>
            <a:r>
              <a:rPr lang="fr-FR" sz="1600" spc="145" dirty="0" smtClean="0">
                <a:solidFill>
                  <a:srgbClr val="585858"/>
                </a:solidFill>
                <a:latin typeface="Calibri"/>
                <a:cs typeface="Calibri"/>
              </a:rPr>
              <a:t> </a:t>
            </a:r>
            <a:r>
              <a:rPr lang="fr-FR" sz="1600" spc="-25" dirty="0" smtClean="0">
                <a:solidFill>
                  <a:srgbClr val="585858"/>
                </a:solidFill>
                <a:latin typeface="Calibri"/>
                <a:cs typeface="Calibri"/>
              </a:rPr>
              <a:t>les </a:t>
            </a:r>
            <a:r>
              <a:rPr lang="fr-FR" sz="1600" dirty="0" smtClean="0">
                <a:solidFill>
                  <a:srgbClr val="585858"/>
                </a:solidFill>
                <a:latin typeface="Calibri"/>
                <a:cs typeface="Calibri"/>
              </a:rPr>
              <a:t>lecteurs</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connectés</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(internes</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ou</a:t>
            </a:r>
            <a:r>
              <a:rPr lang="fr-FR" sz="1600" spc="-30" dirty="0" smtClean="0">
                <a:solidFill>
                  <a:srgbClr val="585858"/>
                </a:solidFill>
                <a:latin typeface="Calibri"/>
                <a:cs typeface="Calibri"/>
              </a:rPr>
              <a:t> </a:t>
            </a:r>
            <a:r>
              <a:rPr lang="fr-FR" sz="1600" spc="-10" dirty="0" smtClean="0">
                <a:solidFill>
                  <a:srgbClr val="585858"/>
                </a:solidFill>
                <a:latin typeface="Calibri"/>
                <a:cs typeface="Calibri"/>
              </a:rPr>
              <a:t>externes)</a:t>
            </a:r>
            <a:endParaRPr lang="fr-FR" sz="1600" dirty="0" smtClean="0">
              <a:latin typeface="Calibri"/>
              <a:cs typeface="Calibri"/>
            </a:endParaRPr>
          </a:p>
        </p:txBody>
      </p:sp>
      <p:sp>
        <p:nvSpPr>
          <p:cNvPr id="24" name="object 2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8</a:t>
            </a:fld>
            <a:endParaRPr spc="-25" dirty="0"/>
          </a:p>
        </p:txBody>
      </p:sp>
      <p:sp>
        <p:nvSpPr>
          <p:cNvPr id="17" name="object 17"/>
          <p:cNvSpPr txBox="1"/>
          <p:nvPr/>
        </p:nvSpPr>
        <p:spPr>
          <a:xfrm>
            <a:off x="1834895" y="4431791"/>
            <a:ext cx="2273935" cy="728980"/>
          </a:xfrm>
          <a:prstGeom prst="rect">
            <a:avLst/>
          </a:prstGeom>
          <a:ln w="19050">
            <a:solidFill>
              <a:srgbClr val="4471C4"/>
            </a:solidFill>
          </a:ln>
        </p:spPr>
        <p:txBody>
          <a:bodyPr vert="horz" wrap="square" lIns="0" tIns="75565" rIns="0" bIns="0" rtlCol="0">
            <a:spAutoFit/>
          </a:bodyPr>
          <a:lstStyle/>
          <a:p>
            <a:pPr marL="1270" algn="ctr">
              <a:lnSpc>
                <a:spcPct val="100000"/>
              </a:lnSpc>
              <a:spcBef>
                <a:spcPts val="595"/>
              </a:spcBef>
            </a:pPr>
            <a:r>
              <a:rPr sz="1800" spc="-10" dirty="0">
                <a:latin typeface="Calibri"/>
                <a:cs typeface="Calibri"/>
              </a:rPr>
              <a:t>Système</a:t>
            </a:r>
            <a:endParaRPr sz="1800">
              <a:latin typeface="Calibri"/>
              <a:cs typeface="Calibri"/>
            </a:endParaRPr>
          </a:p>
          <a:p>
            <a:pPr marL="1270" algn="ctr">
              <a:lnSpc>
                <a:spcPct val="100000"/>
              </a:lnSpc>
              <a:spcBef>
                <a:spcPts val="5"/>
              </a:spcBef>
            </a:pPr>
            <a:r>
              <a:rPr sz="1800" spc="-10" dirty="0">
                <a:latin typeface="Calibri"/>
                <a:cs typeface="Calibri"/>
              </a:rPr>
              <a:t>d’exploitation</a:t>
            </a:r>
            <a:endParaRPr sz="1800">
              <a:latin typeface="Calibri"/>
              <a:cs typeface="Calibri"/>
            </a:endParaRPr>
          </a:p>
        </p:txBody>
      </p:sp>
      <p:sp>
        <p:nvSpPr>
          <p:cNvPr id="18" name="object 18"/>
          <p:cNvSpPr txBox="1"/>
          <p:nvPr/>
        </p:nvSpPr>
        <p:spPr>
          <a:xfrm>
            <a:off x="5605271" y="4431791"/>
            <a:ext cx="2273935" cy="728980"/>
          </a:xfrm>
          <a:prstGeom prst="rect">
            <a:avLst/>
          </a:prstGeom>
          <a:ln w="19050">
            <a:solidFill>
              <a:srgbClr val="4471C4"/>
            </a:solidFill>
          </a:ln>
        </p:spPr>
        <p:txBody>
          <a:bodyPr vert="horz" wrap="square" lIns="0" tIns="213360" rIns="0" bIns="0" rtlCol="0">
            <a:spAutoFit/>
          </a:bodyPr>
          <a:lstStyle/>
          <a:p>
            <a:pPr marL="245745">
              <a:lnSpc>
                <a:spcPct val="100000"/>
              </a:lnSpc>
              <a:spcBef>
                <a:spcPts val="1680"/>
              </a:spcBef>
            </a:pPr>
            <a:r>
              <a:rPr sz="1800" spc="-10" dirty="0">
                <a:latin typeface="Calibri"/>
                <a:cs typeface="Calibri"/>
              </a:rPr>
              <a:t>Système</a:t>
            </a:r>
            <a:r>
              <a:rPr sz="1800" spc="-30" dirty="0">
                <a:latin typeface="Calibri"/>
                <a:cs typeface="Calibri"/>
              </a:rPr>
              <a:t> </a:t>
            </a:r>
            <a:r>
              <a:rPr sz="1800" dirty="0">
                <a:latin typeface="Calibri"/>
                <a:cs typeface="Calibri"/>
              </a:rPr>
              <a:t>de</a:t>
            </a:r>
            <a:r>
              <a:rPr sz="1800" spc="-30" dirty="0">
                <a:latin typeface="Calibri"/>
                <a:cs typeface="Calibri"/>
              </a:rPr>
              <a:t> </a:t>
            </a:r>
            <a:r>
              <a:rPr sz="1800" spc="-10" dirty="0">
                <a:latin typeface="Calibri"/>
                <a:cs typeface="Calibri"/>
              </a:rPr>
              <a:t>fichiers</a:t>
            </a:r>
            <a:endParaRPr sz="1800">
              <a:latin typeface="Calibri"/>
              <a:cs typeface="Calibri"/>
            </a:endParaRPr>
          </a:p>
        </p:txBody>
      </p:sp>
      <p:sp>
        <p:nvSpPr>
          <p:cNvPr id="19" name="object 19"/>
          <p:cNvSpPr txBox="1"/>
          <p:nvPr/>
        </p:nvSpPr>
        <p:spPr>
          <a:xfrm>
            <a:off x="9259823" y="3429000"/>
            <a:ext cx="1661160" cy="683260"/>
          </a:xfrm>
          <a:prstGeom prst="rect">
            <a:avLst/>
          </a:prstGeom>
          <a:ln w="19050">
            <a:solidFill>
              <a:srgbClr val="4471C4"/>
            </a:solidFill>
          </a:ln>
        </p:spPr>
        <p:txBody>
          <a:bodyPr vert="horz" wrap="square" lIns="0" tIns="189865" rIns="0" bIns="0" rtlCol="0">
            <a:spAutoFit/>
          </a:bodyPr>
          <a:lstStyle/>
          <a:p>
            <a:pPr marL="439420">
              <a:lnSpc>
                <a:spcPct val="100000"/>
              </a:lnSpc>
              <a:spcBef>
                <a:spcPts val="1495"/>
              </a:spcBef>
            </a:pPr>
            <a:r>
              <a:rPr sz="1800" dirty="0">
                <a:latin typeface="Calibri"/>
                <a:cs typeface="Calibri"/>
              </a:rPr>
              <a:t>Fichier</a:t>
            </a:r>
            <a:r>
              <a:rPr sz="1800" spc="-30" dirty="0">
                <a:latin typeface="Calibri"/>
                <a:cs typeface="Calibri"/>
              </a:rPr>
              <a:t> </a:t>
            </a:r>
            <a:r>
              <a:rPr sz="1800" spc="-50" dirty="0">
                <a:latin typeface="Calibri"/>
                <a:cs typeface="Calibri"/>
              </a:rPr>
              <a:t>1</a:t>
            </a:r>
            <a:endParaRPr sz="1800">
              <a:latin typeface="Calibri"/>
              <a:cs typeface="Calibri"/>
            </a:endParaRPr>
          </a:p>
        </p:txBody>
      </p:sp>
      <p:sp>
        <p:nvSpPr>
          <p:cNvPr id="20" name="object 20"/>
          <p:cNvSpPr txBox="1"/>
          <p:nvPr/>
        </p:nvSpPr>
        <p:spPr>
          <a:xfrm>
            <a:off x="9259823" y="4477511"/>
            <a:ext cx="1661160" cy="683260"/>
          </a:xfrm>
          <a:prstGeom prst="rect">
            <a:avLst/>
          </a:prstGeom>
          <a:ln w="19050">
            <a:solidFill>
              <a:srgbClr val="4471C4"/>
            </a:solidFill>
          </a:ln>
        </p:spPr>
        <p:txBody>
          <a:bodyPr vert="horz" wrap="square" lIns="0" tIns="190500" rIns="0" bIns="0" rtlCol="0">
            <a:spAutoFit/>
          </a:bodyPr>
          <a:lstStyle/>
          <a:p>
            <a:pPr marL="439420">
              <a:lnSpc>
                <a:spcPct val="100000"/>
              </a:lnSpc>
              <a:spcBef>
                <a:spcPts val="1500"/>
              </a:spcBef>
            </a:pPr>
            <a:r>
              <a:rPr sz="1800" dirty="0">
                <a:latin typeface="Calibri"/>
                <a:cs typeface="Calibri"/>
              </a:rPr>
              <a:t>Fichier</a:t>
            </a:r>
            <a:r>
              <a:rPr sz="1800" spc="-30" dirty="0">
                <a:latin typeface="Calibri"/>
                <a:cs typeface="Calibri"/>
              </a:rPr>
              <a:t> </a:t>
            </a:r>
            <a:r>
              <a:rPr sz="1800" spc="-50" dirty="0">
                <a:latin typeface="Calibri"/>
                <a:cs typeface="Calibri"/>
              </a:rPr>
              <a:t>2</a:t>
            </a:r>
            <a:endParaRPr sz="1800">
              <a:latin typeface="Calibri"/>
              <a:cs typeface="Calibri"/>
            </a:endParaRPr>
          </a:p>
        </p:txBody>
      </p:sp>
      <p:sp>
        <p:nvSpPr>
          <p:cNvPr id="21" name="object 21"/>
          <p:cNvSpPr txBox="1"/>
          <p:nvPr/>
        </p:nvSpPr>
        <p:spPr>
          <a:xfrm>
            <a:off x="9265919" y="5571744"/>
            <a:ext cx="1661160" cy="683260"/>
          </a:xfrm>
          <a:prstGeom prst="rect">
            <a:avLst/>
          </a:prstGeom>
          <a:ln w="19050">
            <a:solidFill>
              <a:srgbClr val="4471C4"/>
            </a:solidFill>
          </a:ln>
        </p:spPr>
        <p:txBody>
          <a:bodyPr vert="horz" wrap="square" lIns="0" tIns="191770" rIns="0" bIns="0" rtlCol="0">
            <a:spAutoFit/>
          </a:bodyPr>
          <a:lstStyle/>
          <a:p>
            <a:pPr marL="435609">
              <a:lnSpc>
                <a:spcPct val="100000"/>
              </a:lnSpc>
              <a:spcBef>
                <a:spcPts val="1510"/>
              </a:spcBef>
            </a:pPr>
            <a:r>
              <a:rPr sz="1800" dirty="0">
                <a:latin typeface="Calibri"/>
                <a:cs typeface="Calibri"/>
              </a:rPr>
              <a:t>Fichier</a:t>
            </a:r>
            <a:r>
              <a:rPr sz="1800" spc="-30" dirty="0">
                <a:latin typeface="Calibri"/>
                <a:cs typeface="Calibri"/>
              </a:rPr>
              <a:t> </a:t>
            </a:r>
            <a:r>
              <a:rPr sz="1800" spc="-50" dirty="0">
                <a:latin typeface="Calibri"/>
                <a:cs typeface="Calibri"/>
              </a:rPr>
              <a:t>n</a:t>
            </a:r>
            <a:endParaRPr sz="1800">
              <a:latin typeface="Calibri"/>
              <a:cs typeface="Calibri"/>
            </a:endParaRPr>
          </a:p>
        </p:txBody>
      </p:sp>
      <p:sp>
        <p:nvSpPr>
          <p:cNvPr id="22" name="object 22"/>
          <p:cNvSpPr txBox="1"/>
          <p:nvPr/>
        </p:nvSpPr>
        <p:spPr>
          <a:xfrm>
            <a:off x="3508375" y="6135116"/>
            <a:ext cx="4702175"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15" dirty="0">
                <a:solidFill>
                  <a:srgbClr val="A6A6A6"/>
                </a:solidFill>
                <a:latin typeface="Calibri"/>
                <a:cs typeface="Calibri"/>
              </a:rPr>
              <a:t> </a:t>
            </a:r>
            <a:r>
              <a:rPr sz="1200" i="1" spc="25" dirty="0" smtClean="0">
                <a:solidFill>
                  <a:srgbClr val="A6A6A6"/>
                </a:solidFill>
                <a:latin typeface="Calibri"/>
                <a:cs typeface="Calibri"/>
              </a:rPr>
              <a:t> </a:t>
            </a:r>
            <a:r>
              <a:rPr sz="1200" i="1" dirty="0">
                <a:solidFill>
                  <a:srgbClr val="A6A6A6"/>
                </a:solidFill>
                <a:latin typeface="Calibri"/>
                <a:cs typeface="Calibri"/>
              </a:rPr>
              <a:t>:</a:t>
            </a:r>
            <a:r>
              <a:rPr sz="1200" i="1" spc="-5" dirty="0">
                <a:solidFill>
                  <a:srgbClr val="A6A6A6"/>
                </a:solidFill>
                <a:latin typeface="Calibri"/>
                <a:cs typeface="Calibri"/>
              </a:rPr>
              <a:t> </a:t>
            </a:r>
            <a:r>
              <a:rPr sz="1200" i="1" dirty="0">
                <a:solidFill>
                  <a:srgbClr val="A6A6A6"/>
                </a:solidFill>
                <a:latin typeface="Calibri"/>
                <a:cs typeface="Calibri"/>
              </a:rPr>
              <a:t>Le</a:t>
            </a:r>
            <a:r>
              <a:rPr sz="1200" i="1" spc="-10" dirty="0">
                <a:solidFill>
                  <a:srgbClr val="A6A6A6"/>
                </a:solidFill>
                <a:latin typeface="Calibri"/>
                <a:cs typeface="Calibri"/>
              </a:rPr>
              <a:t> système</a:t>
            </a:r>
            <a:r>
              <a:rPr sz="1200" i="1" spc="5" dirty="0">
                <a:solidFill>
                  <a:srgbClr val="A6A6A6"/>
                </a:solidFill>
                <a:latin typeface="Calibri"/>
                <a:cs typeface="Calibri"/>
              </a:rPr>
              <a:t> </a:t>
            </a:r>
            <a:r>
              <a:rPr sz="1200" i="1" dirty="0">
                <a:solidFill>
                  <a:srgbClr val="A6A6A6"/>
                </a:solidFill>
                <a:latin typeface="Calibri"/>
                <a:cs typeface="Calibri"/>
              </a:rPr>
              <a:t>de</a:t>
            </a:r>
            <a:r>
              <a:rPr sz="1200" i="1" spc="-15" dirty="0">
                <a:solidFill>
                  <a:srgbClr val="A6A6A6"/>
                </a:solidFill>
                <a:latin typeface="Calibri"/>
                <a:cs typeface="Calibri"/>
              </a:rPr>
              <a:t> </a:t>
            </a:r>
            <a:r>
              <a:rPr sz="1200" i="1" dirty="0">
                <a:solidFill>
                  <a:srgbClr val="A6A6A6"/>
                </a:solidFill>
                <a:latin typeface="Calibri"/>
                <a:cs typeface="Calibri"/>
              </a:rPr>
              <a:t>fichiers</a:t>
            </a:r>
            <a:r>
              <a:rPr sz="1200" i="1" spc="25" dirty="0">
                <a:solidFill>
                  <a:srgbClr val="A6A6A6"/>
                </a:solidFill>
                <a:latin typeface="Calibri"/>
                <a:cs typeface="Calibri"/>
              </a:rPr>
              <a:t> </a:t>
            </a:r>
            <a:r>
              <a:rPr sz="1200" i="1" dirty="0">
                <a:solidFill>
                  <a:srgbClr val="A6A6A6"/>
                </a:solidFill>
                <a:latin typeface="Calibri"/>
                <a:cs typeface="Calibri"/>
              </a:rPr>
              <a:t>:</a:t>
            </a:r>
            <a:r>
              <a:rPr sz="1200" i="1" spc="-5" dirty="0">
                <a:solidFill>
                  <a:srgbClr val="A6A6A6"/>
                </a:solidFill>
                <a:latin typeface="Calibri"/>
                <a:cs typeface="Calibri"/>
              </a:rPr>
              <a:t> </a:t>
            </a:r>
            <a:r>
              <a:rPr sz="1200" i="1" dirty="0">
                <a:solidFill>
                  <a:srgbClr val="A6A6A6"/>
                </a:solidFill>
                <a:latin typeface="Calibri"/>
                <a:cs typeface="Calibri"/>
              </a:rPr>
              <a:t>un</a:t>
            </a:r>
            <a:r>
              <a:rPr sz="1200" i="1" spc="-30" dirty="0">
                <a:solidFill>
                  <a:srgbClr val="A6A6A6"/>
                </a:solidFill>
                <a:latin typeface="Calibri"/>
                <a:cs typeface="Calibri"/>
              </a:rPr>
              <a:t> </a:t>
            </a:r>
            <a:r>
              <a:rPr sz="1200" i="1" spc="-10" dirty="0">
                <a:solidFill>
                  <a:srgbClr val="A6A6A6"/>
                </a:solidFill>
                <a:latin typeface="Calibri"/>
                <a:cs typeface="Calibri"/>
              </a:rPr>
              <a:t>intermédiaire</a:t>
            </a:r>
            <a:r>
              <a:rPr sz="1200" i="1" spc="-15" dirty="0">
                <a:solidFill>
                  <a:srgbClr val="A6A6A6"/>
                </a:solidFill>
                <a:latin typeface="Calibri"/>
                <a:cs typeface="Calibri"/>
              </a:rPr>
              <a:t> </a:t>
            </a:r>
            <a:r>
              <a:rPr sz="1200" i="1" dirty="0">
                <a:solidFill>
                  <a:srgbClr val="A6A6A6"/>
                </a:solidFill>
                <a:latin typeface="Calibri"/>
                <a:cs typeface="Calibri"/>
              </a:rPr>
              <a:t>entre</a:t>
            </a:r>
            <a:r>
              <a:rPr sz="1200" i="1" spc="-40" dirty="0">
                <a:solidFill>
                  <a:srgbClr val="A6A6A6"/>
                </a:solidFill>
                <a:latin typeface="Calibri"/>
                <a:cs typeface="Calibri"/>
              </a:rPr>
              <a:t> </a:t>
            </a:r>
            <a:r>
              <a:rPr sz="1200" i="1" dirty="0">
                <a:solidFill>
                  <a:srgbClr val="A6A6A6"/>
                </a:solidFill>
                <a:latin typeface="Calibri"/>
                <a:cs typeface="Calibri"/>
              </a:rPr>
              <a:t>le</a:t>
            </a:r>
            <a:r>
              <a:rPr sz="1200" i="1" spc="10" dirty="0">
                <a:solidFill>
                  <a:srgbClr val="A6A6A6"/>
                </a:solidFill>
                <a:latin typeface="Calibri"/>
                <a:cs typeface="Calibri"/>
              </a:rPr>
              <a:t> </a:t>
            </a:r>
            <a:r>
              <a:rPr sz="1200" i="1" dirty="0">
                <a:solidFill>
                  <a:srgbClr val="A6A6A6"/>
                </a:solidFill>
                <a:latin typeface="Calibri"/>
                <a:cs typeface="Calibri"/>
              </a:rPr>
              <a:t>SE</a:t>
            </a:r>
            <a:r>
              <a:rPr sz="1200" i="1" spc="-25" dirty="0">
                <a:solidFill>
                  <a:srgbClr val="A6A6A6"/>
                </a:solidFill>
                <a:latin typeface="Calibri"/>
                <a:cs typeface="Calibri"/>
              </a:rPr>
              <a:t> </a:t>
            </a:r>
            <a:r>
              <a:rPr sz="1200" i="1" dirty="0">
                <a:solidFill>
                  <a:srgbClr val="A6A6A6"/>
                </a:solidFill>
                <a:latin typeface="Calibri"/>
                <a:cs typeface="Calibri"/>
              </a:rPr>
              <a:t>et</a:t>
            </a:r>
            <a:r>
              <a:rPr sz="1200" i="1" spc="-5" dirty="0">
                <a:solidFill>
                  <a:srgbClr val="A6A6A6"/>
                </a:solidFill>
                <a:latin typeface="Calibri"/>
                <a:cs typeface="Calibri"/>
              </a:rPr>
              <a:t> </a:t>
            </a:r>
            <a:r>
              <a:rPr sz="1200" i="1" dirty="0">
                <a:solidFill>
                  <a:srgbClr val="A6A6A6"/>
                </a:solidFill>
                <a:latin typeface="Calibri"/>
                <a:cs typeface="Calibri"/>
              </a:rPr>
              <a:t>les</a:t>
            </a:r>
            <a:r>
              <a:rPr sz="1200" i="1" spc="-5" dirty="0">
                <a:solidFill>
                  <a:srgbClr val="A6A6A6"/>
                </a:solidFill>
                <a:latin typeface="Calibri"/>
                <a:cs typeface="Calibri"/>
              </a:rPr>
              <a:t> </a:t>
            </a:r>
            <a:r>
              <a:rPr sz="1200" i="1" spc="-10" dirty="0">
                <a:solidFill>
                  <a:srgbClr val="A6A6A6"/>
                </a:solidFill>
                <a:latin typeface="Calibri"/>
                <a:cs typeface="Calibri"/>
              </a:rPr>
              <a:t>fichiers</a:t>
            </a:r>
            <a:endParaRPr sz="1200" dirty="0">
              <a:latin typeface="Calibri"/>
              <a:cs typeface="Calibri"/>
            </a:endParaRPr>
          </a:p>
        </p:txBody>
      </p:sp>
      <p:sp>
        <p:nvSpPr>
          <p:cNvPr id="26"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27"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1577810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7368" y="1770791"/>
            <a:ext cx="10591165" cy="2364750"/>
          </a:xfrm>
          <a:prstGeom prst="rect">
            <a:avLst/>
          </a:prstGeom>
        </p:spPr>
        <p:txBody>
          <a:bodyPr vert="horz" wrap="square" lIns="0" tIns="12700" rIns="0" bIns="0" rtlCol="0">
            <a:spAutoFit/>
          </a:bodyPr>
          <a:lstStyle/>
          <a:p>
            <a:pPr marL="12700">
              <a:lnSpc>
                <a:spcPct val="100000"/>
              </a:lnSpc>
              <a:spcBef>
                <a:spcPts val="105"/>
              </a:spcBef>
            </a:pPr>
            <a:r>
              <a:rPr lang="fr-FR" sz="1800" b="1" spc="-20" dirty="0" smtClean="0">
                <a:solidFill>
                  <a:srgbClr val="FF7800"/>
                </a:solidFill>
                <a:latin typeface="Calibri"/>
                <a:cs typeface="Calibri"/>
              </a:rPr>
              <a:t>Techniques</a:t>
            </a:r>
            <a:r>
              <a:rPr lang="fr-FR" sz="1800" b="1" spc="-50" dirty="0" smtClean="0">
                <a:solidFill>
                  <a:srgbClr val="FF7800"/>
                </a:solidFill>
                <a:latin typeface="Calibri"/>
                <a:cs typeface="Calibri"/>
              </a:rPr>
              <a:t> </a:t>
            </a:r>
            <a:r>
              <a:rPr lang="fr-FR" sz="1800" b="1" spc="-10" dirty="0" smtClean="0">
                <a:solidFill>
                  <a:srgbClr val="FF7800"/>
                </a:solidFill>
                <a:latin typeface="Calibri"/>
                <a:cs typeface="Calibri"/>
              </a:rPr>
              <a:t>d’allocation</a:t>
            </a:r>
            <a:r>
              <a:rPr lang="fr-FR" sz="1800" b="1" spc="-5" dirty="0" smtClean="0">
                <a:solidFill>
                  <a:srgbClr val="FF7800"/>
                </a:solidFill>
                <a:latin typeface="Calibri"/>
                <a:cs typeface="Calibri"/>
              </a:rPr>
              <a:t> </a:t>
            </a:r>
            <a:r>
              <a:rPr lang="fr-FR" sz="1800" b="1" dirty="0" smtClean="0">
                <a:solidFill>
                  <a:srgbClr val="FF7800"/>
                </a:solidFill>
                <a:latin typeface="Calibri"/>
                <a:cs typeface="Calibri"/>
              </a:rPr>
              <a:t>des</a:t>
            </a:r>
            <a:r>
              <a:rPr lang="fr-FR" sz="1800" b="1" spc="-25" dirty="0" smtClean="0">
                <a:solidFill>
                  <a:srgbClr val="FF7800"/>
                </a:solidFill>
                <a:latin typeface="Calibri"/>
                <a:cs typeface="Calibri"/>
              </a:rPr>
              <a:t> </a:t>
            </a:r>
            <a:r>
              <a:rPr lang="fr-FR" sz="1800" b="1" dirty="0" smtClean="0">
                <a:solidFill>
                  <a:srgbClr val="FF7800"/>
                </a:solidFill>
                <a:latin typeface="Calibri"/>
                <a:cs typeface="Calibri"/>
              </a:rPr>
              <a:t>blocs sur le</a:t>
            </a:r>
            <a:r>
              <a:rPr lang="fr-FR" sz="1800" b="1" spc="-30" dirty="0" smtClean="0">
                <a:solidFill>
                  <a:srgbClr val="FF7800"/>
                </a:solidFill>
                <a:latin typeface="Calibri"/>
                <a:cs typeface="Calibri"/>
              </a:rPr>
              <a:t> </a:t>
            </a:r>
            <a:r>
              <a:rPr lang="fr-FR" sz="1800" b="1" spc="-10" dirty="0" smtClean="0">
                <a:solidFill>
                  <a:srgbClr val="FF7800"/>
                </a:solidFill>
                <a:latin typeface="Calibri"/>
                <a:cs typeface="Calibri"/>
              </a:rPr>
              <a:t>disque</a:t>
            </a:r>
          </a:p>
          <a:p>
            <a:pPr marL="12700">
              <a:lnSpc>
                <a:spcPct val="100000"/>
              </a:lnSpc>
              <a:spcBef>
                <a:spcPts val="105"/>
              </a:spcBef>
            </a:pPr>
            <a:endParaRPr lang="fr-FR" sz="1800" dirty="0" smtClean="0">
              <a:latin typeface="Calibri"/>
              <a:cs typeface="Calibri"/>
            </a:endParaRPr>
          </a:p>
          <a:p>
            <a:pPr marL="12700" marR="5715" algn="just">
              <a:lnSpc>
                <a:spcPct val="150000"/>
              </a:lnSpc>
              <a:spcBef>
                <a:spcPts val="605"/>
              </a:spcBef>
            </a:pPr>
            <a:r>
              <a:rPr lang="fr-FR" sz="1600" dirty="0" smtClean="0">
                <a:solidFill>
                  <a:srgbClr val="585858"/>
                </a:solidFill>
                <a:latin typeface="Calibri"/>
                <a:cs typeface="Calibri"/>
              </a:rPr>
              <a:t>Il existe plusieurs techniques d’allocation des blocs sur le disque, on distingue trois façon d’organiser les blocs d’un fichier</a:t>
            </a:r>
          </a:p>
          <a:p>
            <a:pPr marL="298450" marR="5715" lvl="5" indent="-285750" algn="just">
              <a:lnSpc>
                <a:spcPct val="150000"/>
              </a:lnSpc>
              <a:spcBef>
                <a:spcPts val="605"/>
              </a:spcBef>
              <a:buFont typeface="Wingdings" panose="05000000000000000000" pitchFamily="2" charset="2"/>
              <a:buChar char="§"/>
            </a:pPr>
            <a:r>
              <a:rPr lang="fr-FR" sz="1600" dirty="0" smtClean="0">
                <a:solidFill>
                  <a:srgbClr val="585858"/>
                </a:solidFill>
                <a:latin typeface="Calibri"/>
                <a:cs typeface="Calibri"/>
              </a:rPr>
              <a:t>Allocation en blocs contigus : la technique contiguë ;</a:t>
            </a:r>
          </a:p>
          <a:p>
            <a:pPr marL="298450" marR="5715" lvl="5" indent="-285750" algn="just">
              <a:lnSpc>
                <a:spcPct val="150000"/>
              </a:lnSpc>
              <a:spcBef>
                <a:spcPts val="605"/>
              </a:spcBef>
              <a:buFont typeface="Wingdings" panose="05000000000000000000" pitchFamily="2" charset="2"/>
              <a:buChar char="§"/>
            </a:pPr>
            <a:r>
              <a:rPr lang="fr-FR" sz="1600" dirty="0" smtClean="0">
                <a:solidFill>
                  <a:srgbClr val="585858"/>
                </a:solidFill>
                <a:latin typeface="Calibri"/>
                <a:cs typeface="Calibri"/>
              </a:rPr>
              <a:t>Allocation en blocs chaines : la technique chaînée ;</a:t>
            </a:r>
          </a:p>
          <a:p>
            <a:pPr marL="298450" marR="5715" lvl="5" indent="-285750" algn="just">
              <a:lnSpc>
                <a:spcPct val="150000"/>
              </a:lnSpc>
              <a:spcBef>
                <a:spcPts val="605"/>
              </a:spcBef>
              <a:buFont typeface="Wingdings" panose="05000000000000000000" pitchFamily="2" charset="2"/>
              <a:buChar char="§"/>
            </a:pPr>
            <a:r>
              <a:rPr lang="fr-FR" sz="1600" dirty="0" smtClean="0">
                <a:solidFill>
                  <a:srgbClr val="585858"/>
                </a:solidFill>
                <a:latin typeface="Calibri"/>
                <a:cs typeface="Calibri"/>
              </a:rPr>
              <a:t>Allocation avec des blocs d’index : la technique indexée.</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9</a:t>
            </a:fld>
            <a:endParaRPr spc="-25" dirty="0"/>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8"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4047912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7368" y="1770791"/>
            <a:ext cx="10591165" cy="1577355"/>
          </a:xfrm>
          <a:prstGeom prst="rect">
            <a:avLst/>
          </a:prstGeom>
        </p:spPr>
        <p:txBody>
          <a:bodyPr vert="horz" wrap="square" lIns="0" tIns="12700" rIns="0" bIns="0" rtlCol="0">
            <a:spAutoFit/>
          </a:bodyPr>
          <a:lstStyle/>
          <a:p>
            <a:pPr marL="12700">
              <a:lnSpc>
                <a:spcPct val="100000"/>
              </a:lnSpc>
              <a:spcBef>
                <a:spcPts val="105"/>
              </a:spcBef>
            </a:pPr>
            <a:r>
              <a:rPr lang="fr-FR" sz="1800" b="1" dirty="0" smtClean="0">
                <a:solidFill>
                  <a:srgbClr val="FF7800"/>
                </a:solidFill>
                <a:latin typeface="Calibri"/>
                <a:cs typeface="Calibri"/>
              </a:rPr>
              <a:t>Allocation</a:t>
            </a:r>
            <a:r>
              <a:rPr lang="fr-FR" sz="1800" b="1" spc="-30" dirty="0" smtClean="0">
                <a:solidFill>
                  <a:srgbClr val="FF7800"/>
                </a:solidFill>
                <a:latin typeface="Calibri"/>
                <a:cs typeface="Calibri"/>
              </a:rPr>
              <a:t> </a:t>
            </a:r>
            <a:r>
              <a:rPr lang="fr-FR" sz="1800" b="1" dirty="0" smtClean="0">
                <a:solidFill>
                  <a:srgbClr val="FF7800"/>
                </a:solidFill>
                <a:latin typeface="Calibri"/>
                <a:cs typeface="Calibri"/>
              </a:rPr>
              <a:t>en</a:t>
            </a:r>
            <a:r>
              <a:rPr lang="fr-FR" sz="1800" b="1" spc="-55" dirty="0" smtClean="0">
                <a:solidFill>
                  <a:srgbClr val="FF7800"/>
                </a:solidFill>
                <a:latin typeface="Calibri"/>
                <a:cs typeface="Calibri"/>
              </a:rPr>
              <a:t> </a:t>
            </a:r>
            <a:r>
              <a:rPr lang="fr-FR" sz="1800" b="1" dirty="0" smtClean="0">
                <a:solidFill>
                  <a:srgbClr val="FF7800"/>
                </a:solidFill>
                <a:latin typeface="Calibri"/>
                <a:cs typeface="Calibri"/>
              </a:rPr>
              <a:t>blocs</a:t>
            </a:r>
            <a:r>
              <a:rPr lang="fr-FR" sz="1800" b="1" spc="-25" dirty="0" smtClean="0">
                <a:solidFill>
                  <a:srgbClr val="FF7800"/>
                </a:solidFill>
                <a:latin typeface="Calibri"/>
                <a:cs typeface="Calibri"/>
              </a:rPr>
              <a:t> </a:t>
            </a:r>
            <a:r>
              <a:rPr lang="fr-FR" sz="1800" b="1" spc="-10" dirty="0" smtClean="0">
                <a:solidFill>
                  <a:srgbClr val="FF7800"/>
                </a:solidFill>
                <a:latin typeface="Calibri"/>
                <a:cs typeface="Calibri"/>
              </a:rPr>
              <a:t>contigus: Principe de Fonctionnement</a:t>
            </a:r>
            <a:endParaRPr lang="fr-FR" sz="1800" dirty="0" smtClean="0">
              <a:latin typeface="Calibri"/>
              <a:cs typeface="Calibri"/>
            </a:endParaRPr>
          </a:p>
          <a:p>
            <a:pPr marL="12700" marR="7620">
              <a:lnSpc>
                <a:spcPct val="150200"/>
              </a:lnSpc>
              <a:spcBef>
                <a:spcPts val="735"/>
              </a:spcBef>
            </a:pPr>
            <a:r>
              <a:rPr lang="fr-FR" sz="1600" dirty="0" smtClean="0">
                <a:solidFill>
                  <a:srgbClr val="585858"/>
                </a:solidFill>
                <a:latin typeface="Calibri"/>
                <a:cs typeface="Calibri"/>
              </a:rPr>
              <a:t>Pour</a:t>
            </a:r>
            <a:r>
              <a:rPr lang="fr-FR" sz="1600" spc="-30" dirty="0" smtClean="0">
                <a:solidFill>
                  <a:srgbClr val="585858"/>
                </a:solidFill>
                <a:latin typeface="Calibri"/>
                <a:cs typeface="Calibri"/>
              </a:rPr>
              <a:t> </a:t>
            </a:r>
            <a:r>
              <a:rPr lang="fr-FR" sz="1600" spc="-10" dirty="0" smtClean="0">
                <a:solidFill>
                  <a:srgbClr val="585858"/>
                </a:solidFill>
                <a:latin typeface="Calibri"/>
                <a:cs typeface="Calibri"/>
              </a:rPr>
              <a:t>enregistrer</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un</a:t>
            </a:r>
            <a:r>
              <a:rPr lang="fr-FR" sz="1600" spc="-5" dirty="0" smtClean="0">
                <a:solidFill>
                  <a:srgbClr val="585858"/>
                </a:solidFill>
                <a:latin typeface="Calibri"/>
                <a:cs typeface="Calibri"/>
              </a:rPr>
              <a:t> </a:t>
            </a:r>
            <a:r>
              <a:rPr lang="fr-FR" sz="1600" spc="-10" dirty="0" smtClean="0">
                <a:solidFill>
                  <a:srgbClr val="585858"/>
                </a:solidFill>
                <a:latin typeface="Calibri"/>
                <a:cs typeface="Calibri"/>
              </a:rPr>
              <a:t>fichier, </a:t>
            </a:r>
            <a:r>
              <a:rPr lang="fr-FR" sz="1600" dirty="0" smtClean="0">
                <a:solidFill>
                  <a:srgbClr val="585858"/>
                </a:solidFill>
                <a:latin typeface="Calibri"/>
                <a:cs typeface="Calibri"/>
              </a:rPr>
              <a:t>le</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SGF</a:t>
            </a:r>
            <a:r>
              <a:rPr lang="fr-FR" sz="1600" spc="5" dirty="0" smtClean="0">
                <a:solidFill>
                  <a:srgbClr val="585858"/>
                </a:solidFill>
                <a:latin typeface="Calibri"/>
                <a:cs typeface="Calibri"/>
              </a:rPr>
              <a:t> </a:t>
            </a:r>
            <a:r>
              <a:rPr lang="fr-FR" sz="1600" spc="-10" dirty="0" smtClean="0">
                <a:solidFill>
                  <a:srgbClr val="585858"/>
                </a:solidFill>
                <a:latin typeface="Calibri"/>
                <a:cs typeface="Calibri"/>
              </a:rPr>
              <a:t>recherche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une zone</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mémoire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suffisamment</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grande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pour</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contenir</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20" dirty="0" smtClean="0">
                <a:solidFill>
                  <a:srgbClr val="585858"/>
                </a:solidFill>
                <a:latin typeface="Calibri"/>
                <a:cs typeface="Calibri"/>
              </a:rPr>
              <a:t> </a:t>
            </a:r>
            <a:r>
              <a:rPr lang="fr-FR" sz="1600" spc="-10" dirty="0" smtClean="0">
                <a:solidFill>
                  <a:srgbClr val="585858"/>
                </a:solidFill>
                <a:latin typeface="Calibri"/>
                <a:cs typeface="Calibri"/>
              </a:rPr>
              <a:t>fichier. </a:t>
            </a:r>
            <a:r>
              <a:rPr lang="fr-FR" sz="1600" dirty="0" smtClean="0">
                <a:solidFill>
                  <a:srgbClr val="585858"/>
                </a:solidFill>
                <a:latin typeface="Calibri"/>
                <a:cs typeface="Calibri"/>
              </a:rPr>
              <a:t>Chaque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fichier</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est</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constitué</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alors</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plusieurs</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blocs</a:t>
            </a:r>
            <a:r>
              <a:rPr lang="fr-FR" sz="1600" spc="-15" dirty="0" smtClean="0">
                <a:solidFill>
                  <a:srgbClr val="585858"/>
                </a:solidFill>
                <a:latin typeface="Calibri"/>
                <a:cs typeface="Calibri"/>
              </a:rPr>
              <a:t> </a:t>
            </a:r>
            <a:r>
              <a:rPr lang="fr-FR" sz="1600" spc="-10" dirty="0" smtClean="0">
                <a:solidFill>
                  <a:srgbClr val="585858"/>
                </a:solidFill>
                <a:latin typeface="Calibri"/>
                <a:cs typeface="Calibri"/>
              </a:rPr>
              <a:t>contigus </a:t>
            </a:r>
            <a:r>
              <a:rPr lang="fr-FR" sz="1600" dirty="0" smtClean="0">
                <a:solidFill>
                  <a:srgbClr val="585858"/>
                </a:solidFill>
                <a:latin typeface="Calibri"/>
                <a:cs typeface="Calibri"/>
              </a:rPr>
              <a:t>dans</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disque,</a:t>
            </a:r>
            <a:r>
              <a:rPr lang="fr-FR" sz="1600" spc="5" dirty="0" smtClean="0">
                <a:solidFill>
                  <a:srgbClr val="585858"/>
                </a:solidFill>
                <a:latin typeface="Calibri"/>
                <a:cs typeface="Calibri"/>
              </a:rPr>
              <a:t> </a:t>
            </a:r>
            <a:r>
              <a:rPr lang="fr-FR" sz="1600" spc="-35" dirty="0" smtClean="0">
                <a:solidFill>
                  <a:srgbClr val="585858"/>
                </a:solidFill>
                <a:latin typeface="Calibri"/>
                <a:cs typeface="Calibri"/>
              </a:rPr>
              <a:t>c’est-</a:t>
            </a:r>
            <a:r>
              <a:rPr lang="fr-FR" sz="1600" spc="-10" dirty="0" smtClean="0">
                <a:solidFill>
                  <a:srgbClr val="585858"/>
                </a:solidFill>
                <a:latin typeface="Calibri"/>
                <a:cs typeface="Calibri"/>
              </a:rPr>
              <a:t>à-</a:t>
            </a:r>
            <a:r>
              <a:rPr lang="fr-FR" sz="1600" dirty="0" smtClean="0">
                <a:solidFill>
                  <a:srgbClr val="585858"/>
                </a:solidFill>
                <a:latin typeface="Calibri"/>
                <a:cs typeface="Calibri"/>
              </a:rPr>
              <a:t>dire</a:t>
            </a:r>
            <a:r>
              <a:rPr lang="fr-FR" sz="1600" spc="10" dirty="0" smtClean="0">
                <a:solidFill>
                  <a:srgbClr val="585858"/>
                </a:solidFill>
                <a:latin typeface="Calibri"/>
                <a:cs typeface="Calibri"/>
              </a:rPr>
              <a:t> </a:t>
            </a:r>
            <a:r>
              <a:rPr lang="fr-FR" sz="1600" spc="-10" dirty="0" smtClean="0">
                <a:solidFill>
                  <a:srgbClr val="585858"/>
                </a:solidFill>
                <a:latin typeface="Calibri"/>
                <a:cs typeface="Calibri"/>
              </a:rPr>
              <a:t>consécutifs.</a:t>
            </a:r>
          </a:p>
          <a:p>
            <a:pPr marL="12700" marR="7620">
              <a:lnSpc>
                <a:spcPct val="150200"/>
              </a:lnSpc>
              <a:spcBef>
                <a:spcPts val="735"/>
              </a:spcBef>
            </a:pPr>
            <a:endParaRPr lang="fr-FR" sz="1600" spc="-10" dirty="0" smtClean="0">
              <a:solidFill>
                <a:srgbClr val="585858"/>
              </a:solidFill>
              <a:latin typeface="Calibri"/>
              <a:cs typeface="Calibri"/>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10</a:t>
            </a:fld>
            <a:endParaRPr spc="-25" dirty="0"/>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8"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pic>
        <p:nvPicPr>
          <p:cNvPr id="8" name="Image 7"/>
          <p:cNvPicPr>
            <a:picLocks noChangeAspect="1"/>
          </p:cNvPicPr>
          <p:nvPr/>
        </p:nvPicPr>
        <p:blipFill>
          <a:blip r:embed="rId4"/>
          <a:stretch>
            <a:fillRect/>
          </a:stretch>
        </p:blipFill>
        <p:spPr>
          <a:xfrm>
            <a:off x="2362200" y="3124200"/>
            <a:ext cx="7010400" cy="3228677"/>
          </a:xfrm>
          <a:prstGeom prst="rect">
            <a:avLst/>
          </a:prstGeom>
        </p:spPr>
      </p:pic>
    </p:spTree>
    <p:extLst>
      <p:ext uri="{BB962C8B-B14F-4D97-AF65-F5344CB8AC3E}">
        <p14:creationId xmlns:p14="http://schemas.microsoft.com/office/powerpoint/2010/main" val="3253526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5903" cy="6855206"/>
            <a:chOff x="0" y="17"/>
            <a:chExt cx="12185903" cy="6855206"/>
          </a:xfrm>
        </p:grpSpPr>
        <p:pic>
          <p:nvPicPr>
            <p:cNvPr id="3" name="object 3"/>
            <p:cNvPicPr/>
            <p:nvPr/>
          </p:nvPicPr>
          <p:blipFill>
            <a:blip r:embed="rId2" cstate="print"/>
            <a:stretch>
              <a:fillRect/>
            </a:stretch>
          </p:blipFill>
          <p:spPr>
            <a:xfrm>
              <a:off x="0" y="17"/>
              <a:ext cx="12185903" cy="6855206"/>
            </a:xfrm>
            <a:prstGeom prst="rect">
              <a:avLst/>
            </a:prstGeom>
          </p:spPr>
        </p:pic>
        <p:sp>
          <p:nvSpPr>
            <p:cNvPr id="4" name="object 4"/>
            <p:cNvSpPr/>
            <p:nvPr/>
          </p:nvSpPr>
          <p:spPr>
            <a:xfrm>
              <a:off x="478790" y="1555690"/>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grpSp>
        <p:nvGrpSpPr>
          <p:cNvPr id="8" name="object 8"/>
          <p:cNvGrpSpPr/>
          <p:nvPr/>
        </p:nvGrpSpPr>
        <p:grpSpPr>
          <a:xfrm>
            <a:off x="3447288" y="3886200"/>
            <a:ext cx="7477124" cy="871854"/>
            <a:chOff x="3447288" y="3886200"/>
            <a:chExt cx="7477124" cy="871854"/>
          </a:xfrm>
        </p:grpSpPr>
        <p:sp>
          <p:nvSpPr>
            <p:cNvPr id="11" name="object 11"/>
            <p:cNvSpPr/>
            <p:nvPr/>
          </p:nvSpPr>
          <p:spPr>
            <a:xfrm>
              <a:off x="3447288" y="3886200"/>
              <a:ext cx="6245860" cy="146685"/>
            </a:xfrm>
            <a:custGeom>
              <a:avLst/>
              <a:gdLst/>
              <a:ahLst/>
              <a:cxnLst/>
              <a:rect l="l" t="t" r="r" b="b"/>
              <a:pathLst>
                <a:path w="6245859" h="146685">
                  <a:moveTo>
                    <a:pt x="0" y="146304"/>
                  </a:moveTo>
                  <a:lnTo>
                    <a:pt x="871" y="120181"/>
                  </a:lnTo>
                  <a:lnTo>
                    <a:pt x="3254" y="98869"/>
                  </a:lnTo>
                  <a:lnTo>
                    <a:pt x="6804" y="84510"/>
                  </a:lnTo>
                  <a:lnTo>
                    <a:pt x="11175" y="79248"/>
                  </a:lnTo>
                  <a:lnTo>
                    <a:pt x="407924" y="79248"/>
                  </a:lnTo>
                  <a:lnTo>
                    <a:pt x="412295" y="73985"/>
                  </a:lnTo>
                  <a:lnTo>
                    <a:pt x="415845" y="59626"/>
                  </a:lnTo>
                  <a:lnTo>
                    <a:pt x="418228" y="38314"/>
                  </a:lnTo>
                  <a:lnTo>
                    <a:pt x="419100" y="12192"/>
                  </a:lnTo>
                  <a:lnTo>
                    <a:pt x="419971" y="38314"/>
                  </a:lnTo>
                  <a:lnTo>
                    <a:pt x="422354" y="59626"/>
                  </a:lnTo>
                  <a:lnTo>
                    <a:pt x="425904" y="73985"/>
                  </a:lnTo>
                  <a:lnTo>
                    <a:pt x="430275" y="79248"/>
                  </a:lnTo>
                  <a:lnTo>
                    <a:pt x="827024" y="79248"/>
                  </a:lnTo>
                  <a:lnTo>
                    <a:pt x="831395" y="84510"/>
                  </a:lnTo>
                  <a:lnTo>
                    <a:pt x="834945" y="98869"/>
                  </a:lnTo>
                  <a:lnTo>
                    <a:pt x="837328" y="120181"/>
                  </a:lnTo>
                  <a:lnTo>
                    <a:pt x="838200" y="146304"/>
                  </a:lnTo>
                </a:path>
                <a:path w="6245859" h="146685">
                  <a:moveTo>
                    <a:pt x="1490472" y="146304"/>
                  </a:moveTo>
                  <a:lnTo>
                    <a:pt x="1491343" y="120181"/>
                  </a:lnTo>
                  <a:lnTo>
                    <a:pt x="1493726" y="98869"/>
                  </a:lnTo>
                  <a:lnTo>
                    <a:pt x="1497276" y="84510"/>
                  </a:lnTo>
                  <a:lnTo>
                    <a:pt x="1501648" y="79248"/>
                  </a:lnTo>
                  <a:lnTo>
                    <a:pt x="2067560" y="79248"/>
                  </a:lnTo>
                  <a:lnTo>
                    <a:pt x="2071931" y="73985"/>
                  </a:lnTo>
                  <a:lnTo>
                    <a:pt x="2075481" y="59626"/>
                  </a:lnTo>
                  <a:lnTo>
                    <a:pt x="2077864" y="38314"/>
                  </a:lnTo>
                  <a:lnTo>
                    <a:pt x="2078736" y="12192"/>
                  </a:lnTo>
                  <a:lnTo>
                    <a:pt x="2079607" y="38314"/>
                  </a:lnTo>
                  <a:lnTo>
                    <a:pt x="2081990" y="59626"/>
                  </a:lnTo>
                  <a:lnTo>
                    <a:pt x="2085540" y="73985"/>
                  </a:lnTo>
                  <a:lnTo>
                    <a:pt x="2089912" y="79248"/>
                  </a:lnTo>
                  <a:lnTo>
                    <a:pt x="2655824" y="79248"/>
                  </a:lnTo>
                  <a:lnTo>
                    <a:pt x="2660195" y="84510"/>
                  </a:lnTo>
                  <a:lnTo>
                    <a:pt x="2663745" y="98869"/>
                  </a:lnTo>
                  <a:lnTo>
                    <a:pt x="2666128" y="120181"/>
                  </a:lnTo>
                  <a:lnTo>
                    <a:pt x="2667000" y="146304"/>
                  </a:lnTo>
                </a:path>
                <a:path w="6245859" h="146685">
                  <a:moveTo>
                    <a:pt x="3733800" y="134112"/>
                  </a:moveTo>
                  <a:lnTo>
                    <a:pt x="3734671" y="107989"/>
                  </a:lnTo>
                  <a:lnTo>
                    <a:pt x="3737054" y="86677"/>
                  </a:lnTo>
                  <a:lnTo>
                    <a:pt x="3740604" y="72318"/>
                  </a:lnTo>
                  <a:lnTo>
                    <a:pt x="3744976" y="67056"/>
                  </a:lnTo>
                  <a:lnTo>
                    <a:pt x="4978400" y="67056"/>
                  </a:lnTo>
                  <a:lnTo>
                    <a:pt x="4982771" y="61793"/>
                  </a:lnTo>
                  <a:lnTo>
                    <a:pt x="4986321" y="47434"/>
                  </a:lnTo>
                  <a:lnTo>
                    <a:pt x="4988704" y="26122"/>
                  </a:lnTo>
                  <a:lnTo>
                    <a:pt x="4989576" y="0"/>
                  </a:lnTo>
                  <a:lnTo>
                    <a:pt x="4990447" y="26122"/>
                  </a:lnTo>
                  <a:lnTo>
                    <a:pt x="4992830" y="47434"/>
                  </a:lnTo>
                  <a:lnTo>
                    <a:pt x="4996380" y="61793"/>
                  </a:lnTo>
                  <a:lnTo>
                    <a:pt x="5000752" y="67056"/>
                  </a:lnTo>
                  <a:lnTo>
                    <a:pt x="6234176" y="67056"/>
                  </a:lnTo>
                  <a:lnTo>
                    <a:pt x="6238547" y="72318"/>
                  </a:lnTo>
                  <a:lnTo>
                    <a:pt x="6242097" y="86677"/>
                  </a:lnTo>
                  <a:lnTo>
                    <a:pt x="6244480" y="107989"/>
                  </a:lnTo>
                  <a:lnTo>
                    <a:pt x="6245352" y="134112"/>
                  </a:lnTo>
                </a:path>
              </a:pathLst>
            </a:custGeom>
            <a:ln w="19050">
              <a:solidFill>
                <a:srgbClr val="001F5F"/>
              </a:solidFill>
            </a:ln>
          </p:spPr>
          <p:txBody>
            <a:bodyPr wrap="square" lIns="0" tIns="0" rIns="0" bIns="0" rtlCol="0"/>
            <a:lstStyle/>
            <a:p>
              <a:endParaRPr/>
            </a:p>
          </p:txBody>
        </p:sp>
        <p:sp>
          <p:nvSpPr>
            <p:cNvPr id="12" name="object 12"/>
            <p:cNvSpPr/>
            <p:nvPr/>
          </p:nvSpPr>
          <p:spPr>
            <a:xfrm>
              <a:off x="4224528" y="4663439"/>
              <a:ext cx="6699884" cy="94615"/>
            </a:xfrm>
            <a:custGeom>
              <a:avLst/>
              <a:gdLst/>
              <a:ahLst/>
              <a:cxnLst/>
              <a:rect l="l" t="t" r="r" b="b"/>
              <a:pathLst>
                <a:path w="6699884" h="94614">
                  <a:moveTo>
                    <a:pt x="713232" y="3048"/>
                  </a:moveTo>
                  <a:lnTo>
                    <a:pt x="712630" y="20853"/>
                  </a:lnTo>
                  <a:lnTo>
                    <a:pt x="710993" y="35385"/>
                  </a:lnTo>
                  <a:lnTo>
                    <a:pt x="708570" y="45178"/>
                  </a:lnTo>
                  <a:lnTo>
                    <a:pt x="705612" y="48768"/>
                  </a:lnTo>
                  <a:lnTo>
                    <a:pt x="364236" y="48768"/>
                  </a:lnTo>
                  <a:lnTo>
                    <a:pt x="361277" y="52357"/>
                  </a:lnTo>
                  <a:lnTo>
                    <a:pt x="358854" y="62150"/>
                  </a:lnTo>
                  <a:lnTo>
                    <a:pt x="357217" y="76682"/>
                  </a:lnTo>
                  <a:lnTo>
                    <a:pt x="356616" y="94487"/>
                  </a:lnTo>
                  <a:lnTo>
                    <a:pt x="356014" y="76682"/>
                  </a:lnTo>
                  <a:lnTo>
                    <a:pt x="354377" y="62150"/>
                  </a:lnTo>
                  <a:lnTo>
                    <a:pt x="351954" y="52357"/>
                  </a:lnTo>
                  <a:lnTo>
                    <a:pt x="348996" y="48768"/>
                  </a:lnTo>
                  <a:lnTo>
                    <a:pt x="7620" y="48768"/>
                  </a:lnTo>
                  <a:lnTo>
                    <a:pt x="4661" y="45178"/>
                  </a:lnTo>
                  <a:lnTo>
                    <a:pt x="2238" y="35385"/>
                  </a:lnTo>
                  <a:lnTo>
                    <a:pt x="601" y="20853"/>
                  </a:lnTo>
                  <a:lnTo>
                    <a:pt x="0" y="3048"/>
                  </a:lnTo>
                </a:path>
                <a:path w="6699884" h="94614">
                  <a:moveTo>
                    <a:pt x="2956560" y="15240"/>
                  </a:moveTo>
                  <a:lnTo>
                    <a:pt x="2956046" y="30646"/>
                  </a:lnTo>
                  <a:lnTo>
                    <a:pt x="2954639" y="43243"/>
                  </a:lnTo>
                  <a:lnTo>
                    <a:pt x="2952541" y="51744"/>
                  </a:lnTo>
                  <a:lnTo>
                    <a:pt x="2949955" y="54864"/>
                  </a:lnTo>
                  <a:lnTo>
                    <a:pt x="2428240" y="54864"/>
                  </a:lnTo>
                  <a:lnTo>
                    <a:pt x="2425654" y="57983"/>
                  </a:lnTo>
                  <a:lnTo>
                    <a:pt x="2423556" y="66484"/>
                  </a:lnTo>
                  <a:lnTo>
                    <a:pt x="2422149" y="79081"/>
                  </a:lnTo>
                  <a:lnTo>
                    <a:pt x="2421636" y="94487"/>
                  </a:lnTo>
                  <a:lnTo>
                    <a:pt x="2421122" y="79081"/>
                  </a:lnTo>
                  <a:lnTo>
                    <a:pt x="2419715" y="66484"/>
                  </a:lnTo>
                  <a:lnTo>
                    <a:pt x="2417617" y="57983"/>
                  </a:lnTo>
                  <a:lnTo>
                    <a:pt x="2415031" y="54864"/>
                  </a:lnTo>
                  <a:lnTo>
                    <a:pt x="1893316" y="54864"/>
                  </a:lnTo>
                  <a:lnTo>
                    <a:pt x="1890730" y="51744"/>
                  </a:lnTo>
                  <a:lnTo>
                    <a:pt x="1888632" y="43243"/>
                  </a:lnTo>
                  <a:lnTo>
                    <a:pt x="1887225" y="30646"/>
                  </a:lnTo>
                  <a:lnTo>
                    <a:pt x="1886712" y="15240"/>
                  </a:lnTo>
                </a:path>
                <a:path w="6699884" h="94614">
                  <a:moveTo>
                    <a:pt x="6699504" y="0"/>
                  </a:moveTo>
                  <a:lnTo>
                    <a:pt x="6698990" y="15406"/>
                  </a:lnTo>
                  <a:lnTo>
                    <a:pt x="6697583" y="28003"/>
                  </a:lnTo>
                  <a:lnTo>
                    <a:pt x="6695485" y="36504"/>
                  </a:lnTo>
                  <a:lnTo>
                    <a:pt x="6692900" y="39624"/>
                  </a:lnTo>
                  <a:lnTo>
                    <a:pt x="6090412" y="39624"/>
                  </a:lnTo>
                  <a:lnTo>
                    <a:pt x="6087826" y="42743"/>
                  </a:lnTo>
                  <a:lnTo>
                    <a:pt x="6085728" y="51244"/>
                  </a:lnTo>
                  <a:lnTo>
                    <a:pt x="6084321" y="63841"/>
                  </a:lnTo>
                  <a:lnTo>
                    <a:pt x="6083808" y="79248"/>
                  </a:lnTo>
                  <a:lnTo>
                    <a:pt x="6083294" y="63841"/>
                  </a:lnTo>
                  <a:lnTo>
                    <a:pt x="6081887" y="51244"/>
                  </a:lnTo>
                  <a:lnTo>
                    <a:pt x="6079789" y="42743"/>
                  </a:lnTo>
                  <a:lnTo>
                    <a:pt x="6077204" y="39624"/>
                  </a:lnTo>
                  <a:lnTo>
                    <a:pt x="5474716" y="39624"/>
                  </a:lnTo>
                  <a:lnTo>
                    <a:pt x="5472130" y="36504"/>
                  </a:lnTo>
                  <a:lnTo>
                    <a:pt x="5470032" y="28003"/>
                  </a:lnTo>
                  <a:lnTo>
                    <a:pt x="5468625" y="15406"/>
                  </a:lnTo>
                  <a:lnTo>
                    <a:pt x="5468112" y="0"/>
                  </a:lnTo>
                </a:path>
              </a:pathLst>
            </a:custGeom>
            <a:ln w="19050">
              <a:solidFill>
                <a:srgbClr val="001F5F"/>
              </a:solidFill>
            </a:ln>
          </p:spPr>
          <p:txBody>
            <a:bodyPr wrap="square" lIns="0" tIns="0" rIns="0" bIns="0" rtlCol="0"/>
            <a:lstStyle/>
            <a:p>
              <a:endParaRPr/>
            </a:p>
          </p:txBody>
        </p:sp>
      </p:grpSp>
      <p:graphicFrame>
        <p:nvGraphicFramePr>
          <p:cNvPr id="15" name="object 15"/>
          <p:cNvGraphicFramePr>
            <a:graphicFrameLocks noGrp="1"/>
          </p:cNvGraphicFramePr>
          <p:nvPr/>
        </p:nvGraphicFramePr>
        <p:xfrm>
          <a:off x="665594" y="3349625"/>
          <a:ext cx="2556507" cy="2099945"/>
        </p:xfrm>
        <a:graphic>
          <a:graphicData uri="http://schemas.openxmlformats.org/drawingml/2006/table">
            <a:tbl>
              <a:tblPr firstRow="1" bandRow="1">
                <a:tableStyleId>{2D5ABB26-0587-4C30-8999-92F81FD0307C}</a:tableStyleId>
              </a:tblPr>
              <a:tblGrid>
                <a:gridCol w="852169">
                  <a:extLst>
                    <a:ext uri="{9D8B030D-6E8A-4147-A177-3AD203B41FA5}">
                      <a16:colId xmlns:a16="http://schemas.microsoft.com/office/drawing/2014/main" val="20000"/>
                    </a:ext>
                  </a:extLst>
                </a:gridCol>
                <a:gridCol w="852169">
                  <a:extLst>
                    <a:ext uri="{9D8B030D-6E8A-4147-A177-3AD203B41FA5}">
                      <a16:colId xmlns:a16="http://schemas.microsoft.com/office/drawing/2014/main" val="20001"/>
                    </a:ext>
                  </a:extLst>
                </a:gridCol>
                <a:gridCol w="852169">
                  <a:extLst>
                    <a:ext uri="{9D8B030D-6E8A-4147-A177-3AD203B41FA5}">
                      <a16:colId xmlns:a16="http://schemas.microsoft.com/office/drawing/2014/main" val="20002"/>
                    </a:ext>
                  </a:extLst>
                </a:gridCol>
              </a:tblGrid>
              <a:tr h="457200">
                <a:tc>
                  <a:txBody>
                    <a:bodyPr/>
                    <a:lstStyle/>
                    <a:p>
                      <a:pPr marL="91440">
                        <a:lnSpc>
                          <a:spcPct val="100000"/>
                        </a:lnSpc>
                        <a:spcBef>
                          <a:spcPts val="300"/>
                        </a:spcBef>
                      </a:pPr>
                      <a:r>
                        <a:rPr sz="1200" b="1" spc="-10" dirty="0">
                          <a:solidFill>
                            <a:srgbClr val="FFFFFF"/>
                          </a:solidFill>
                          <a:latin typeface="Calibri"/>
                          <a:cs typeface="Calibri"/>
                        </a:rPr>
                        <a:t>Fichier</a:t>
                      </a:r>
                      <a:endParaRPr sz="1200">
                        <a:latin typeface="Calibri"/>
                        <a:cs typeface="Calibri"/>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marR="361950">
                        <a:lnSpc>
                          <a:spcPct val="100000"/>
                        </a:lnSpc>
                        <a:spcBef>
                          <a:spcPts val="300"/>
                        </a:spcBef>
                      </a:pPr>
                      <a:r>
                        <a:rPr sz="1200" b="1" spc="-10" dirty="0">
                          <a:solidFill>
                            <a:srgbClr val="FFFFFF"/>
                          </a:solidFill>
                          <a:latin typeface="Calibri"/>
                          <a:cs typeface="Calibri"/>
                        </a:rPr>
                        <a:t>Table Début</a:t>
                      </a:r>
                      <a:endParaRPr sz="1200">
                        <a:latin typeface="Calibri"/>
                        <a:cs typeface="Calibri"/>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300"/>
                        </a:spcBef>
                      </a:pPr>
                      <a:r>
                        <a:rPr sz="1200" b="1" spc="-25" dirty="0">
                          <a:solidFill>
                            <a:srgbClr val="FFFFFF"/>
                          </a:solidFill>
                          <a:latin typeface="Calibri"/>
                          <a:cs typeface="Calibri"/>
                        </a:rPr>
                        <a:t>Fin</a:t>
                      </a:r>
                      <a:endParaRPr sz="1200">
                        <a:latin typeface="Calibri"/>
                        <a:cs typeface="Calibri"/>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273685">
                <a:tc>
                  <a:txBody>
                    <a:bodyPr/>
                    <a:lstStyle/>
                    <a:p>
                      <a:pPr marL="91440">
                        <a:lnSpc>
                          <a:spcPct val="100000"/>
                        </a:lnSpc>
                        <a:spcBef>
                          <a:spcPts val="300"/>
                        </a:spcBef>
                      </a:pPr>
                      <a:r>
                        <a:rPr sz="1200" spc="-50" dirty="0">
                          <a:latin typeface="Calibri"/>
                          <a:cs typeface="Calibri"/>
                        </a:rPr>
                        <a:t>A</a:t>
                      </a:r>
                      <a:endParaRPr sz="1200">
                        <a:latin typeface="Calibri"/>
                        <a:cs typeface="Calibri"/>
                      </a:endParaRPr>
                    </a:p>
                  </a:txBody>
                  <a:tcPr marL="0" marR="0" marT="381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300"/>
                        </a:spcBef>
                      </a:pPr>
                      <a:r>
                        <a:rPr sz="1200" spc="-50" dirty="0">
                          <a:latin typeface="Calibri"/>
                          <a:cs typeface="Calibri"/>
                        </a:rPr>
                        <a:t>0</a:t>
                      </a:r>
                      <a:endParaRPr sz="1200">
                        <a:latin typeface="Calibri"/>
                        <a:cs typeface="Calibri"/>
                      </a:endParaRPr>
                    </a:p>
                  </a:txBody>
                  <a:tcPr marL="0" marR="0" marT="381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300"/>
                        </a:spcBef>
                      </a:pPr>
                      <a:r>
                        <a:rPr sz="1200" spc="-50" dirty="0">
                          <a:latin typeface="Calibri"/>
                          <a:cs typeface="Calibri"/>
                        </a:rPr>
                        <a:t>3</a:t>
                      </a:r>
                      <a:endParaRPr sz="1200">
                        <a:latin typeface="Calibri"/>
                        <a:cs typeface="Calibri"/>
                      </a:endParaRPr>
                    </a:p>
                  </a:txBody>
                  <a:tcPr marL="0" marR="0" marT="381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273685">
                <a:tc>
                  <a:txBody>
                    <a:bodyPr/>
                    <a:lstStyle/>
                    <a:p>
                      <a:pPr marL="91440">
                        <a:lnSpc>
                          <a:spcPct val="100000"/>
                        </a:lnSpc>
                        <a:spcBef>
                          <a:spcPts val="300"/>
                        </a:spcBef>
                      </a:pPr>
                      <a:r>
                        <a:rPr sz="1200" spc="-50" dirty="0">
                          <a:latin typeface="Calibri"/>
                          <a:cs typeface="Calibri"/>
                        </a:rPr>
                        <a:t>B</a:t>
                      </a:r>
                      <a:endParaRPr sz="1200">
                        <a:latin typeface="Calibri"/>
                        <a:cs typeface="Calibri"/>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300"/>
                        </a:spcBef>
                      </a:pPr>
                      <a:r>
                        <a:rPr sz="1200" spc="-50" dirty="0">
                          <a:latin typeface="Calibri"/>
                          <a:cs typeface="Calibri"/>
                        </a:rPr>
                        <a:t>4</a:t>
                      </a:r>
                      <a:endParaRPr sz="1200">
                        <a:latin typeface="Calibri"/>
                        <a:cs typeface="Calibri"/>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300"/>
                        </a:spcBef>
                      </a:pPr>
                      <a:r>
                        <a:rPr sz="1200" spc="-50" dirty="0">
                          <a:latin typeface="Calibri"/>
                          <a:cs typeface="Calibri"/>
                        </a:rPr>
                        <a:t>6</a:t>
                      </a:r>
                      <a:endParaRPr sz="1200" dirty="0">
                        <a:latin typeface="Calibri"/>
                        <a:cs typeface="Calibri"/>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274320">
                <a:tc>
                  <a:txBody>
                    <a:bodyPr/>
                    <a:lstStyle/>
                    <a:p>
                      <a:pPr marL="91440">
                        <a:lnSpc>
                          <a:spcPct val="100000"/>
                        </a:lnSpc>
                        <a:spcBef>
                          <a:spcPts val="305"/>
                        </a:spcBef>
                      </a:pPr>
                      <a:r>
                        <a:rPr sz="1200" spc="-50" dirty="0">
                          <a:latin typeface="Calibri"/>
                          <a:cs typeface="Calibri"/>
                        </a:rPr>
                        <a:t>C</a:t>
                      </a:r>
                      <a:endParaRPr sz="1200">
                        <a:latin typeface="Calibri"/>
                        <a:cs typeface="Calibr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305"/>
                        </a:spcBef>
                      </a:pPr>
                      <a:r>
                        <a:rPr sz="1200" spc="-50" dirty="0">
                          <a:latin typeface="Calibri"/>
                          <a:cs typeface="Calibri"/>
                        </a:rPr>
                        <a:t>7</a:t>
                      </a:r>
                      <a:endParaRPr sz="1200">
                        <a:latin typeface="Calibri"/>
                        <a:cs typeface="Calibr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305"/>
                        </a:spcBef>
                      </a:pPr>
                      <a:r>
                        <a:rPr sz="1200" spc="-25" dirty="0">
                          <a:latin typeface="Calibri"/>
                          <a:cs typeface="Calibri"/>
                        </a:rPr>
                        <a:t>12</a:t>
                      </a:r>
                      <a:endParaRPr sz="1200">
                        <a:latin typeface="Calibri"/>
                        <a:cs typeface="Calibr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273685">
                <a:tc>
                  <a:txBody>
                    <a:bodyPr/>
                    <a:lstStyle/>
                    <a:p>
                      <a:pPr marL="91440">
                        <a:lnSpc>
                          <a:spcPct val="100000"/>
                        </a:lnSpc>
                        <a:spcBef>
                          <a:spcPts val="305"/>
                        </a:spcBef>
                      </a:pPr>
                      <a:r>
                        <a:rPr sz="1200" spc="-50" dirty="0">
                          <a:latin typeface="Calibri"/>
                          <a:cs typeface="Calibri"/>
                        </a:rPr>
                        <a:t>D</a:t>
                      </a:r>
                      <a:endParaRPr sz="1200">
                        <a:latin typeface="Calibri"/>
                        <a:cs typeface="Calibr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305"/>
                        </a:spcBef>
                      </a:pPr>
                      <a:r>
                        <a:rPr sz="1200" spc="-25" dirty="0">
                          <a:latin typeface="Calibri"/>
                          <a:cs typeface="Calibri"/>
                        </a:rPr>
                        <a:t>13</a:t>
                      </a:r>
                      <a:endParaRPr sz="1200">
                        <a:latin typeface="Calibri"/>
                        <a:cs typeface="Calibr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305"/>
                        </a:spcBef>
                      </a:pPr>
                      <a:r>
                        <a:rPr sz="1200" spc="-25" dirty="0">
                          <a:latin typeface="Calibri"/>
                          <a:cs typeface="Calibri"/>
                        </a:rPr>
                        <a:t>29</a:t>
                      </a:r>
                      <a:endParaRPr sz="1200">
                        <a:latin typeface="Calibri"/>
                        <a:cs typeface="Calibr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273685">
                <a:tc>
                  <a:txBody>
                    <a:bodyPr/>
                    <a:lstStyle/>
                    <a:p>
                      <a:pPr marL="91440">
                        <a:lnSpc>
                          <a:spcPct val="100000"/>
                        </a:lnSpc>
                        <a:spcBef>
                          <a:spcPts val="305"/>
                        </a:spcBef>
                      </a:pPr>
                      <a:r>
                        <a:rPr sz="1200" spc="-50" dirty="0">
                          <a:latin typeface="Calibri"/>
                          <a:cs typeface="Calibri"/>
                        </a:rPr>
                        <a:t>E</a:t>
                      </a:r>
                      <a:endParaRPr sz="1200">
                        <a:latin typeface="Calibri"/>
                        <a:cs typeface="Calibr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305"/>
                        </a:spcBef>
                      </a:pPr>
                      <a:r>
                        <a:rPr sz="1200" spc="-25" dirty="0">
                          <a:latin typeface="Calibri"/>
                          <a:cs typeface="Calibri"/>
                        </a:rPr>
                        <a:t>18</a:t>
                      </a:r>
                      <a:endParaRPr sz="1200">
                        <a:latin typeface="Calibri"/>
                        <a:cs typeface="Calibr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305"/>
                        </a:spcBef>
                      </a:pPr>
                      <a:r>
                        <a:rPr sz="1200" spc="-25" dirty="0">
                          <a:latin typeface="Calibri"/>
                          <a:cs typeface="Calibri"/>
                        </a:rPr>
                        <a:t>35</a:t>
                      </a:r>
                      <a:endParaRPr sz="1200">
                        <a:latin typeface="Calibri"/>
                        <a:cs typeface="Calibr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273685">
                <a:tc>
                  <a:txBody>
                    <a:bodyPr/>
                    <a:lstStyle/>
                    <a:p>
                      <a:pPr marL="91440">
                        <a:lnSpc>
                          <a:spcPct val="100000"/>
                        </a:lnSpc>
                        <a:spcBef>
                          <a:spcPts val="305"/>
                        </a:spcBef>
                      </a:pPr>
                      <a:r>
                        <a:rPr sz="1200" spc="-50" dirty="0">
                          <a:latin typeface="Calibri"/>
                          <a:cs typeface="Calibri"/>
                        </a:rPr>
                        <a:t>F</a:t>
                      </a:r>
                      <a:endParaRPr sz="1200">
                        <a:latin typeface="Calibri"/>
                        <a:cs typeface="Calibr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305"/>
                        </a:spcBef>
                      </a:pPr>
                      <a:r>
                        <a:rPr sz="1200" spc="-25" dirty="0">
                          <a:latin typeface="Calibri"/>
                          <a:cs typeface="Calibri"/>
                        </a:rPr>
                        <a:t>30</a:t>
                      </a:r>
                      <a:endParaRPr sz="1200">
                        <a:latin typeface="Calibri"/>
                        <a:cs typeface="Calibr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305"/>
                        </a:spcBef>
                      </a:pPr>
                      <a:r>
                        <a:rPr sz="1200" spc="-25" dirty="0">
                          <a:latin typeface="Calibri"/>
                          <a:cs typeface="Calibri"/>
                        </a:rPr>
                        <a:t>38</a:t>
                      </a:r>
                      <a:endParaRPr sz="1200" dirty="0">
                        <a:latin typeface="Calibri"/>
                        <a:cs typeface="Calibri"/>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bl>
          </a:graphicData>
        </a:graphic>
      </p:graphicFrame>
      <p:graphicFrame>
        <p:nvGraphicFramePr>
          <p:cNvPr id="16" name="object 16"/>
          <p:cNvGraphicFramePr>
            <a:graphicFrameLocks noGrp="1"/>
          </p:cNvGraphicFramePr>
          <p:nvPr/>
        </p:nvGraphicFramePr>
        <p:xfrm>
          <a:off x="3441319" y="4129151"/>
          <a:ext cx="8122893" cy="365760"/>
        </p:xfrm>
        <a:graphic>
          <a:graphicData uri="http://schemas.openxmlformats.org/drawingml/2006/table">
            <a:tbl>
              <a:tblPr firstRow="1" bandRow="1">
                <a:tableStyleId>{2D5ABB26-0587-4C30-8999-92F81FD0307C}</a:tableStyleId>
              </a:tblPr>
              <a:tblGrid>
                <a:gridCol w="208279">
                  <a:extLst>
                    <a:ext uri="{9D8B030D-6E8A-4147-A177-3AD203B41FA5}">
                      <a16:colId xmlns:a16="http://schemas.microsoft.com/office/drawing/2014/main" val="20000"/>
                    </a:ext>
                  </a:extLst>
                </a:gridCol>
                <a:gridCol w="208279">
                  <a:extLst>
                    <a:ext uri="{9D8B030D-6E8A-4147-A177-3AD203B41FA5}">
                      <a16:colId xmlns:a16="http://schemas.microsoft.com/office/drawing/2014/main" val="20001"/>
                    </a:ext>
                  </a:extLst>
                </a:gridCol>
                <a:gridCol w="208279">
                  <a:extLst>
                    <a:ext uri="{9D8B030D-6E8A-4147-A177-3AD203B41FA5}">
                      <a16:colId xmlns:a16="http://schemas.microsoft.com/office/drawing/2014/main" val="20002"/>
                    </a:ext>
                  </a:extLst>
                </a:gridCol>
                <a:gridCol w="208279">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208280">
                  <a:extLst>
                    <a:ext uri="{9D8B030D-6E8A-4147-A177-3AD203B41FA5}">
                      <a16:colId xmlns:a16="http://schemas.microsoft.com/office/drawing/2014/main" val="20007"/>
                    </a:ext>
                  </a:extLst>
                </a:gridCol>
                <a:gridCol w="208280">
                  <a:extLst>
                    <a:ext uri="{9D8B030D-6E8A-4147-A177-3AD203B41FA5}">
                      <a16:colId xmlns:a16="http://schemas.microsoft.com/office/drawing/2014/main" val="20008"/>
                    </a:ext>
                  </a:extLst>
                </a:gridCol>
                <a:gridCol w="208280">
                  <a:extLst>
                    <a:ext uri="{9D8B030D-6E8A-4147-A177-3AD203B41FA5}">
                      <a16:colId xmlns:a16="http://schemas.microsoft.com/office/drawing/2014/main" val="20009"/>
                    </a:ext>
                  </a:extLst>
                </a:gridCol>
                <a:gridCol w="208280">
                  <a:extLst>
                    <a:ext uri="{9D8B030D-6E8A-4147-A177-3AD203B41FA5}">
                      <a16:colId xmlns:a16="http://schemas.microsoft.com/office/drawing/2014/main" val="20010"/>
                    </a:ext>
                  </a:extLst>
                </a:gridCol>
                <a:gridCol w="208280">
                  <a:extLst>
                    <a:ext uri="{9D8B030D-6E8A-4147-A177-3AD203B41FA5}">
                      <a16:colId xmlns:a16="http://schemas.microsoft.com/office/drawing/2014/main" val="20011"/>
                    </a:ext>
                  </a:extLst>
                </a:gridCol>
                <a:gridCol w="208280">
                  <a:extLst>
                    <a:ext uri="{9D8B030D-6E8A-4147-A177-3AD203B41FA5}">
                      <a16:colId xmlns:a16="http://schemas.microsoft.com/office/drawing/2014/main" val="20012"/>
                    </a:ext>
                  </a:extLst>
                </a:gridCol>
                <a:gridCol w="208280">
                  <a:extLst>
                    <a:ext uri="{9D8B030D-6E8A-4147-A177-3AD203B41FA5}">
                      <a16:colId xmlns:a16="http://schemas.microsoft.com/office/drawing/2014/main" val="20013"/>
                    </a:ext>
                  </a:extLst>
                </a:gridCol>
                <a:gridCol w="208280">
                  <a:extLst>
                    <a:ext uri="{9D8B030D-6E8A-4147-A177-3AD203B41FA5}">
                      <a16:colId xmlns:a16="http://schemas.microsoft.com/office/drawing/2014/main" val="20014"/>
                    </a:ext>
                  </a:extLst>
                </a:gridCol>
                <a:gridCol w="208279">
                  <a:extLst>
                    <a:ext uri="{9D8B030D-6E8A-4147-A177-3AD203B41FA5}">
                      <a16:colId xmlns:a16="http://schemas.microsoft.com/office/drawing/2014/main" val="20015"/>
                    </a:ext>
                  </a:extLst>
                </a:gridCol>
                <a:gridCol w="208279">
                  <a:extLst>
                    <a:ext uri="{9D8B030D-6E8A-4147-A177-3AD203B41FA5}">
                      <a16:colId xmlns:a16="http://schemas.microsoft.com/office/drawing/2014/main" val="20016"/>
                    </a:ext>
                  </a:extLst>
                </a:gridCol>
                <a:gridCol w="208279">
                  <a:extLst>
                    <a:ext uri="{9D8B030D-6E8A-4147-A177-3AD203B41FA5}">
                      <a16:colId xmlns:a16="http://schemas.microsoft.com/office/drawing/2014/main" val="20017"/>
                    </a:ext>
                  </a:extLst>
                </a:gridCol>
                <a:gridCol w="208279">
                  <a:extLst>
                    <a:ext uri="{9D8B030D-6E8A-4147-A177-3AD203B41FA5}">
                      <a16:colId xmlns:a16="http://schemas.microsoft.com/office/drawing/2014/main" val="20018"/>
                    </a:ext>
                  </a:extLst>
                </a:gridCol>
                <a:gridCol w="208279">
                  <a:extLst>
                    <a:ext uri="{9D8B030D-6E8A-4147-A177-3AD203B41FA5}">
                      <a16:colId xmlns:a16="http://schemas.microsoft.com/office/drawing/2014/main" val="20019"/>
                    </a:ext>
                  </a:extLst>
                </a:gridCol>
                <a:gridCol w="208279">
                  <a:extLst>
                    <a:ext uri="{9D8B030D-6E8A-4147-A177-3AD203B41FA5}">
                      <a16:colId xmlns:a16="http://schemas.microsoft.com/office/drawing/2014/main" val="20020"/>
                    </a:ext>
                  </a:extLst>
                </a:gridCol>
                <a:gridCol w="208279">
                  <a:extLst>
                    <a:ext uri="{9D8B030D-6E8A-4147-A177-3AD203B41FA5}">
                      <a16:colId xmlns:a16="http://schemas.microsoft.com/office/drawing/2014/main" val="20021"/>
                    </a:ext>
                  </a:extLst>
                </a:gridCol>
                <a:gridCol w="208279">
                  <a:extLst>
                    <a:ext uri="{9D8B030D-6E8A-4147-A177-3AD203B41FA5}">
                      <a16:colId xmlns:a16="http://schemas.microsoft.com/office/drawing/2014/main" val="20022"/>
                    </a:ext>
                  </a:extLst>
                </a:gridCol>
                <a:gridCol w="208279">
                  <a:extLst>
                    <a:ext uri="{9D8B030D-6E8A-4147-A177-3AD203B41FA5}">
                      <a16:colId xmlns:a16="http://schemas.microsoft.com/office/drawing/2014/main" val="20023"/>
                    </a:ext>
                  </a:extLst>
                </a:gridCol>
                <a:gridCol w="208279">
                  <a:extLst>
                    <a:ext uri="{9D8B030D-6E8A-4147-A177-3AD203B41FA5}">
                      <a16:colId xmlns:a16="http://schemas.microsoft.com/office/drawing/2014/main" val="20024"/>
                    </a:ext>
                  </a:extLst>
                </a:gridCol>
                <a:gridCol w="208279">
                  <a:extLst>
                    <a:ext uri="{9D8B030D-6E8A-4147-A177-3AD203B41FA5}">
                      <a16:colId xmlns:a16="http://schemas.microsoft.com/office/drawing/2014/main" val="20025"/>
                    </a:ext>
                  </a:extLst>
                </a:gridCol>
                <a:gridCol w="208279">
                  <a:extLst>
                    <a:ext uri="{9D8B030D-6E8A-4147-A177-3AD203B41FA5}">
                      <a16:colId xmlns:a16="http://schemas.microsoft.com/office/drawing/2014/main" val="20026"/>
                    </a:ext>
                  </a:extLst>
                </a:gridCol>
                <a:gridCol w="208279">
                  <a:extLst>
                    <a:ext uri="{9D8B030D-6E8A-4147-A177-3AD203B41FA5}">
                      <a16:colId xmlns:a16="http://schemas.microsoft.com/office/drawing/2014/main" val="20027"/>
                    </a:ext>
                  </a:extLst>
                </a:gridCol>
                <a:gridCol w="208279">
                  <a:extLst>
                    <a:ext uri="{9D8B030D-6E8A-4147-A177-3AD203B41FA5}">
                      <a16:colId xmlns:a16="http://schemas.microsoft.com/office/drawing/2014/main" val="20028"/>
                    </a:ext>
                  </a:extLst>
                </a:gridCol>
                <a:gridCol w="208279">
                  <a:extLst>
                    <a:ext uri="{9D8B030D-6E8A-4147-A177-3AD203B41FA5}">
                      <a16:colId xmlns:a16="http://schemas.microsoft.com/office/drawing/2014/main" val="20029"/>
                    </a:ext>
                  </a:extLst>
                </a:gridCol>
                <a:gridCol w="208279">
                  <a:extLst>
                    <a:ext uri="{9D8B030D-6E8A-4147-A177-3AD203B41FA5}">
                      <a16:colId xmlns:a16="http://schemas.microsoft.com/office/drawing/2014/main" val="20030"/>
                    </a:ext>
                  </a:extLst>
                </a:gridCol>
                <a:gridCol w="208280">
                  <a:extLst>
                    <a:ext uri="{9D8B030D-6E8A-4147-A177-3AD203B41FA5}">
                      <a16:colId xmlns:a16="http://schemas.microsoft.com/office/drawing/2014/main" val="20031"/>
                    </a:ext>
                  </a:extLst>
                </a:gridCol>
                <a:gridCol w="208279">
                  <a:extLst>
                    <a:ext uri="{9D8B030D-6E8A-4147-A177-3AD203B41FA5}">
                      <a16:colId xmlns:a16="http://schemas.microsoft.com/office/drawing/2014/main" val="20032"/>
                    </a:ext>
                  </a:extLst>
                </a:gridCol>
                <a:gridCol w="208279">
                  <a:extLst>
                    <a:ext uri="{9D8B030D-6E8A-4147-A177-3AD203B41FA5}">
                      <a16:colId xmlns:a16="http://schemas.microsoft.com/office/drawing/2014/main" val="20033"/>
                    </a:ext>
                  </a:extLst>
                </a:gridCol>
                <a:gridCol w="208279">
                  <a:extLst>
                    <a:ext uri="{9D8B030D-6E8A-4147-A177-3AD203B41FA5}">
                      <a16:colId xmlns:a16="http://schemas.microsoft.com/office/drawing/2014/main" val="20034"/>
                    </a:ext>
                  </a:extLst>
                </a:gridCol>
                <a:gridCol w="208279">
                  <a:extLst>
                    <a:ext uri="{9D8B030D-6E8A-4147-A177-3AD203B41FA5}">
                      <a16:colId xmlns:a16="http://schemas.microsoft.com/office/drawing/2014/main" val="20035"/>
                    </a:ext>
                  </a:extLst>
                </a:gridCol>
                <a:gridCol w="208279">
                  <a:extLst>
                    <a:ext uri="{9D8B030D-6E8A-4147-A177-3AD203B41FA5}">
                      <a16:colId xmlns:a16="http://schemas.microsoft.com/office/drawing/2014/main" val="20036"/>
                    </a:ext>
                  </a:extLst>
                </a:gridCol>
                <a:gridCol w="208279">
                  <a:extLst>
                    <a:ext uri="{9D8B030D-6E8A-4147-A177-3AD203B41FA5}">
                      <a16:colId xmlns:a16="http://schemas.microsoft.com/office/drawing/2014/main" val="20037"/>
                    </a:ext>
                  </a:extLst>
                </a:gridCol>
                <a:gridCol w="208279">
                  <a:extLst>
                    <a:ext uri="{9D8B030D-6E8A-4147-A177-3AD203B41FA5}">
                      <a16:colId xmlns:a16="http://schemas.microsoft.com/office/drawing/2014/main" val="20038"/>
                    </a:ext>
                  </a:extLst>
                </a:gridCol>
              </a:tblGrid>
              <a:tr h="365760">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grpSp>
        <p:nvGrpSpPr>
          <p:cNvPr id="17" name="object 17"/>
          <p:cNvGrpSpPr/>
          <p:nvPr/>
        </p:nvGrpSpPr>
        <p:grpSpPr>
          <a:xfrm>
            <a:off x="3441572" y="4126357"/>
            <a:ext cx="8141334" cy="384175"/>
            <a:chOff x="3441572" y="4126357"/>
            <a:chExt cx="8141334" cy="384175"/>
          </a:xfrm>
        </p:grpSpPr>
        <p:pic>
          <p:nvPicPr>
            <p:cNvPr id="18" name="object 18"/>
            <p:cNvPicPr/>
            <p:nvPr/>
          </p:nvPicPr>
          <p:blipFill>
            <a:blip r:embed="rId3" cstate="print"/>
            <a:stretch>
              <a:fillRect/>
            </a:stretch>
          </p:blipFill>
          <p:spPr>
            <a:xfrm>
              <a:off x="3441572" y="4129405"/>
              <a:ext cx="7309104" cy="377951"/>
            </a:xfrm>
            <a:prstGeom prst="rect">
              <a:avLst/>
            </a:prstGeom>
          </p:spPr>
        </p:pic>
        <p:pic>
          <p:nvPicPr>
            <p:cNvPr id="19" name="object 19"/>
            <p:cNvPicPr/>
            <p:nvPr/>
          </p:nvPicPr>
          <p:blipFill>
            <a:blip r:embed="rId4" cstate="print"/>
            <a:stretch>
              <a:fillRect/>
            </a:stretch>
          </p:blipFill>
          <p:spPr>
            <a:xfrm>
              <a:off x="10735436" y="4126357"/>
              <a:ext cx="847344" cy="384048"/>
            </a:xfrm>
            <a:prstGeom prst="rect">
              <a:avLst/>
            </a:prstGeom>
          </p:spPr>
        </p:pic>
      </p:grpSp>
      <p:sp>
        <p:nvSpPr>
          <p:cNvPr id="20" name="object 20"/>
          <p:cNvSpPr txBox="1"/>
          <p:nvPr/>
        </p:nvSpPr>
        <p:spPr>
          <a:xfrm>
            <a:off x="3530600" y="3387597"/>
            <a:ext cx="608330" cy="391160"/>
          </a:xfrm>
          <a:prstGeom prst="rect">
            <a:avLst/>
          </a:prstGeom>
        </p:spPr>
        <p:txBody>
          <a:bodyPr vert="horz" wrap="square" lIns="0" tIns="12700" rIns="0" bIns="0" rtlCol="0">
            <a:spAutoFit/>
          </a:bodyPr>
          <a:lstStyle/>
          <a:p>
            <a:pPr marL="12700" marR="5080" indent="33020">
              <a:lnSpc>
                <a:spcPct val="100000"/>
              </a:lnSpc>
              <a:spcBef>
                <a:spcPts val="100"/>
              </a:spcBef>
            </a:pPr>
            <a:r>
              <a:rPr sz="1200" b="1" dirty="0">
                <a:latin typeface="Calibri"/>
                <a:cs typeface="Calibri"/>
              </a:rPr>
              <a:t>Fichier</a:t>
            </a:r>
            <a:r>
              <a:rPr sz="1200" b="1" spc="-35" dirty="0">
                <a:latin typeface="Calibri"/>
                <a:cs typeface="Calibri"/>
              </a:rPr>
              <a:t> </a:t>
            </a:r>
            <a:r>
              <a:rPr sz="1200" b="1" spc="-50" dirty="0">
                <a:latin typeface="Calibri"/>
                <a:cs typeface="Calibri"/>
              </a:rPr>
              <a:t>A </a:t>
            </a:r>
            <a:r>
              <a:rPr sz="1200" b="1" dirty="0">
                <a:latin typeface="Calibri"/>
                <a:cs typeface="Calibri"/>
              </a:rPr>
              <a:t>(</a:t>
            </a:r>
            <a:r>
              <a:rPr sz="1200" b="1" spc="-5" dirty="0">
                <a:latin typeface="Calibri"/>
                <a:cs typeface="Calibri"/>
              </a:rPr>
              <a:t> </a:t>
            </a:r>
            <a:r>
              <a:rPr sz="1200" b="1" dirty="0">
                <a:latin typeface="Calibri"/>
                <a:cs typeface="Calibri"/>
              </a:rPr>
              <a:t>4 </a:t>
            </a:r>
            <a:r>
              <a:rPr sz="1200" b="1" spc="-10" dirty="0">
                <a:latin typeface="Calibri"/>
                <a:cs typeface="Calibri"/>
              </a:rPr>
              <a:t>blocs)</a:t>
            </a:r>
            <a:endParaRPr sz="1200">
              <a:latin typeface="Calibri"/>
              <a:cs typeface="Calibri"/>
            </a:endParaRPr>
          </a:p>
        </p:txBody>
      </p:sp>
      <p:sp>
        <p:nvSpPr>
          <p:cNvPr id="28" name="object 2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11</a:t>
            </a:fld>
            <a:endParaRPr spc="-25" dirty="0"/>
          </a:p>
        </p:txBody>
      </p:sp>
      <p:sp>
        <p:nvSpPr>
          <p:cNvPr id="21" name="object 21"/>
          <p:cNvSpPr txBox="1"/>
          <p:nvPr/>
        </p:nvSpPr>
        <p:spPr>
          <a:xfrm>
            <a:off x="5222240" y="3356864"/>
            <a:ext cx="596900" cy="391795"/>
          </a:xfrm>
          <a:prstGeom prst="rect">
            <a:avLst/>
          </a:prstGeom>
        </p:spPr>
        <p:txBody>
          <a:bodyPr vert="horz" wrap="square" lIns="0" tIns="12700" rIns="0" bIns="0" rtlCol="0">
            <a:spAutoFit/>
          </a:bodyPr>
          <a:lstStyle/>
          <a:p>
            <a:pPr marL="45720">
              <a:lnSpc>
                <a:spcPct val="100000"/>
              </a:lnSpc>
              <a:spcBef>
                <a:spcPts val="100"/>
              </a:spcBef>
            </a:pPr>
            <a:r>
              <a:rPr sz="1200" b="1" dirty="0">
                <a:latin typeface="Calibri"/>
                <a:cs typeface="Calibri"/>
              </a:rPr>
              <a:t>Fichier</a:t>
            </a:r>
            <a:r>
              <a:rPr sz="1200" b="1" spc="-35" dirty="0">
                <a:latin typeface="Calibri"/>
                <a:cs typeface="Calibri"/>
              </a:rPr>
              <a:t> </a:t>
            </a:r>
            <a:r>
              <a:rPr sz="1200" b="1" spc="-50" dirty="0">
                <a:latin typeface="Calibri"/>
                <a:cs typeface="Calibri"/>
              </a:rPr>
              <a:t>C</a:t>
            </a:r>
            <a:endParaRPr sz="1200">
              <a:latin typeface="Calibri"/>
              <a:cs typeface="Calibri"/>
            </a:endParaRPr>
          </a:p>
          <a:p>
            <a:pPr marL="12700">
              <a:lnSpc>
                <a:spcPct val="100000"/>
              </a:lnSpc>
            </a:pPr>
            <a:r>
              <a:rPr sz="1200" b="1" dirty="0">
                <a:latin typeface="Calibri"/>
                <a:cs typeface="Calibri"/>
              </a:rPr>
              <a:t>(</a:t>
            </a:r>
            <a:r>
              <a:rPr sz="1200" b="1" spc="-5" dirty="0">
                <a:latin typeface="Calibri"/>
                <a:cs typeface="Calibri"/>
              </a:rPr>
              <a:t> </a:t>
            </a:r>
            <a:r>
              <a:rPr sz="1200" b="1" dirty="0">
                <a:latin typeface="Calibri"/>
                <a:cs typeface="Calibri"/>
              </a:rPr>
              <a:t>6 </a:t>
            </a:r>
            <a:r>
              <a:rPr sz="1200" b="1" spc="-10" dirty="0">
                <a:latin typeface="Calibri"/>
                <a:cs typeface="Calibri"/>
              </a:rPr>
              <a:t>blocs)</a:t>
            </a:r>
            <a:endParaRPr sz="1200">
              <a:latin typeface="Calibri"/>
              <a:cs typeface="Calibri"/>
            </a:endParaRPr>
          </a:p>
        </p:txBody>
      </p:sp>
      <p:sp>
        <p:nvSpPr>
          <p:cNvPr id="22" name="object 22"/>
          <p:cNvSpPr txBox="1"/>
          <p:nvPr/>
        </p:nvSpPr>
        <p:spPr>
          <a:xfrm>
            <a:off x="8085835" y="3336163"/>
            <a:ext cx="673735" cy="391795"/>
          </a:xfrm>
          <a:prstGeom prst="rect">
            <a:avLst/>
          </a:prstGeom>
        </p:spPr>
        <p:txBody>
          <a:bodyPr vert="horz" wrap="square" lIns="0" tIns="12700" rIns="0" bIns="0" rtlCol="0">
            <a:spAutoFit/>
          </a:bodyPr>
          <a:lstStyle/>
          <a:p>
            <a:pPr marL="45720">
              <a:lnSpc>
                <a:spcPct val="100000"/>
              </a:lnSpc>
              <a:spcBef>
                <a:spcPts val="100"/>
              </a:spcBef>
            </a:pPr>
            <a:r>
              <a:rPr sz="1200" b="1" dirty="0">
                <a:latin typeface="Calibri"/>
                <a:cs typeface="Calibri"/>
              </a:rPr>
              <a:t>Fichier</a:t>
            </a:r>
            <a:r>
              <a:rPr sz="1200" b="1" spc="-35" dirty="0">
                <a:latin typeface="Calibri"/>
                <a:cs typeface="Calibri"/>
              </a:rPr>
              <a:t> </a:t>
            </a:r>
            <a:r>
              <a:rPr sz="1200" b="1" spc="-50" dirty="0">
                <a:latin typeface="Calibri"/>
                <a:cs typeface="Calibri"/>
              </a:rPr>
              <a:t>E</a:t>
            </a:r>
            <a:endParaRPr sz="1200">
              <a:latin typeface="Calibri"/>
              <a:cs typeface="Calibri"/>
            </a:endParaRPr>
          </a:p>
          <a:p>
            <a:pPr marL="12700">
              <a:lnSpc>
                <a:spcPct val="100000"/>
              </a:lnSpc>
            </a:pPr>
            <a:r>
              <a:rPr sz="1200" b="1" dirty="0">
                <a:latin typeface="Calibri"/>
                <a:cs typeface="Calibri"/>
              </a:rPr>
              <a:t>(</a:t>
            </a:r>
            <a:r>
              <a:rPr sz="1200" b="1" spc="-15" dirty="0">
                <a:latin typeface="Calibri"/>
                <a:cs typeface="Calibri"/>
              </a:rPr>
              <a:t> </a:t>
            </a:r>
            <a:r>
              <a:rPr sz="1200" b="1" dirty="0">
                <a:latin typeface="Calibri"/>
                <a:cs typeface="Calibri"/>
              </a:rPr>
              <a:t>12</a:t>
            </a:r>
            <a:r>
              <a:rPr sz="1200" b="1" spc="15" dirty="0">
                <a:latin typeface="Calibri"/>
                <a:cs typeface="Calibri"/>
              </a:rPr>
              <a:t> </a:t>
            </a:r>
            <a:r>
              <a:rPr sz="1200" b="1" spc="-10" dirty="0">
                <a:latin typeface="Calibri"/>
                <a:cs typeface="Calibri"/>
              </a:rPr>
              <a:t>blocs)</a:t>
            </a:r>
            <a:endParaRPr sz="1200">
              <a:latin typeface="Calibri"/>
              <a:cs typeface="Calibri"/>
            </a:endParaRPr>
          </a:p>
        </p:txBody>
      </p:sp>
      <p:sp>
        <p:nvSpPr>
          <p:cNvPr id="23" name="object 23"/>
          <p:cNvSpPr txBox="1"/>
          <p:nvPr/>
        </p:nvSpPr>
        <p:spPr>
          <a:xfrm>
            <a:off x="4274311" y="5023866"/>
            <a:ext cx="601345" cy="391160"/>
          </a:xfrm>
          <a:prstGeom prst="rect">
            <a:avLst/>
          </a:prstGeom>
        </p:spPr>
        <p:txBody>
          <a:bodyPr vert="horz" wrap="square" lIns="0" tIns="12700" rIns="0" bIns="0" rtlCol="0">
            <a:spAutoFit/>
          </a:bodyPr>
          <a:lstStyle/>
          <a:p>
            <a:pPr marL="12700" marR="5080" indent="33020">
              <a:lnSpc>
                <a:spcPct val="100000"/>
              </a:lnSpc>
              <a:spcBef>
                <a:spcPts val="100"/>
              </a:spcBef>
            </a:pPr>
            <a:r>
              <a:rPr sz="1200" b="1" dirty="0">
                <a:latin typeface="Calibri"/>
                <a:cs typeface="Calibri"/>
              </a:rPr>
              <a:t>Fichier</a:t>
            </a:r>
            <a:r>
              <a:rPr sz="1200" b="1" spc="-35" dirty="0">
                <a:latin typeface="Calibri"/>
                <a:cs typeface="Calibri"/>
              </a:rPr>
              <a:t> </a:t>
            </a:r>
            <a:r>
              <a:rPr sz="1200" b="1" spc="-50" dirty="0">
                <a:latin typeface="Calibri"/>
                <a:cs typeface="Calibri"/>
              </a:rPr>
              <a:t>B </a:t>
            </a:r>
            <a:r>
              <a:rPr sz="1200" b="1" dirty="0">
                <a:latin typeface="Calibri"/>
                <a:cs typeface="Calibri"/>
              </a:rPr>
              <a:t>(</a:t>
            </a:r>
            <a:r>
              <a:rPr sz="1200" b="1" spc="-5" dirty="0">
                <a:latin typeface="Calibri"/>
                <a:cs typeface="Calibri"/>
              </a:rPr>
              <a:t> </a:t>
            </a:r>
            <a:r>
              <a:rPr sz="1200" b="1" dirty="0">
                <a:latin typeface="Calibri"/>
                <a:cs typeface="Calibri"/>
              </a:rPr>
              <a:t>3 </a:t>
            </a:r>
            <a:r>
              <a:rPr sz="1200" b="1" spc="-10" dirty="0">
                <a:latin typeface="Calibri"/>
                <a:cs typeface="Calibri"/>
              </a:rPr>
              <a:t>blocs)</a:t>
            </a:r>
            <a:endParaRPr sz="1200">
              <a:latin typeface="Calibri"/>
              <a:cs typeface="Calibri"/>
            </a:endParaRPr>
          </a:p>
        </p:txBody>
      </p:sp>
      <p:sp>
        <p:nvSpPr>
          <p:cNvPr id="24" name="object 24"/>
          <p:cNvSpPr txBox="1"/>
          <p:nvPr/>
        </p:nvSpPr>
        <p:spPr>
          <a:xfrm>
            <a:off x="6319265" y="5023866"/>
            <a:ext cx="612140" cy="391160"/>
          </a:xfrm>
          <a:prstGeom prst="rect">
            <a:avLst/>
          </a:prstGeom>
        </p:spPr>
        <p:txBody>
          <a:bodyPr vert="horz" wrap="square" lIns="0" tIns="12700" rIns="0" bIns="0" rtlCol="0">
            <a:spAutoFit/>
          </a:bodyPr>
          <a:lstStyle/>
          <a:p>
            <a:pPr marL="12700" marR="5080" indent="33020">
              <a:lnSpc>
                <a:spcPct val="100000"/>
              </a:lnSpc>
              <a:spcBef>
                <a:spcPts val="100"/>
              </a:spcBef>
            </a:pPr>
            <a:r>
              <a:rPr sz="1200" b="1" dirty="0">
                <a:latin typeface="Calibri"/>
                <a:cs typeface="Calibri"/>
              </a:rPr>
              <a:t>Fichier</a:t>
            </a:r>
            <a:r>
              <a:rPr sz="1200" b="1" spc="-35" dirty="0">
                <a:latin typeface="Calibri"/>
                <a:cs typeface="Calibri"/>
              </a:rPr>
              <a:t> </a:t>
            </a:r>
            <a:r>
              <a:rPr sz="1200" b="1" spc="-50" dirty="0">
                <a:latin typeface="Calibri"/>
                <a:cs typeface="Calibri"/>
              </a:rPr>
              <a:t>D </a:t>
            </a:r>
            <a:r>
              <a:rPr sz="1200" b="1" dirty="0">
                <a:latin typeface="Calibri"/>
                <a:cs typeface="Calibri"/>
              </a:rPr>
              <a:t>(</a:t>
            </a:r>
            <a:r>
              <a:rPr sz="1200" b="1" spc="-5" dirty="0">
                <a:latin typeface="Calibri"/>
                <a:cs typeface="Calibri"/>
              </a:rPr>
              <a:t> </a:t>
            </a:r>
            <a:r>
              <a:rPr sz="1200" b="1" dirty="0">
                <a:latin typeface="Calibri"/>
                <a:cs typeface="Calibri"/>
              </a:rPr>
              <a:t>5 </a:t>
            </a:r>
            <a:r>
              <a:rPr sz="1200" b="1" spc="-10" dirty="0">
                <a:latin typeface="Calibri"/>
                <a:cs typeface="Calibri"/>
              </a:rPr>
              <a:t>blocs)</a:t>
            </a:r>
            <a:endParaRPr sz="1200">
              <a:latin typeface="Calibri"/>
              <a:cs typeface="Calibri"/>
            </a:endParaRPr>
          </a:p>
        </p:txBody>
      </p:sp>
      <p:sp>
        <p:nvSpPr>
          <p:cNvPr id="25" name="object 25"/>
          <p:cNvSpPr txBox="1"/>
          <p:nvPr/>
        </p:nvSpPr>
        <p:spPr>
          <a:xfrm>
            <a:off x="9903714" y="5008626"/>
            <a:ext cx="594360" cy="391795"/>
          </a:xfrm>
          <a:prstGeom prst="rect">
            <a:avLst/>
          </a:prstGeom>
        </p:spPr>
        <p:txBody>
          <a:bodyPr vert="horz" wrap="square" lIns="0" tIns="12700" rIns="0" bIns="0" rtlCol="0">
            <a:spAutoFit/>
          </a:bodyPr>
          <a:lstStyle/>
          <a:p>
            <a:pPr marL="45720">
              <a:lnSpc>
                <a:spcPct val="100000"/>
              </a:lnSpc>
              <a:spcBef>
                <a:spcPts val="100"/>
              </a:spcBef>
            </a:pPr>
            <a:r>
              <a:rPr sz="1200" b="1" dirty="0">
                <a:latin typeface="Calibri"/>
                <a:cs typeface="Calibri"/>
              </a:rPr>
              <a:t>Fichier</a:t>
            </a:r>
            <a:r>
              <a:rPr sz="1200" b="1" spc="-35" dirty="0">
                <a:latin typeface="Calibri"/>
                <a:cs typeface="Calibri"/>
              </a:rPr>
              <a:t> </a:t>
            </a:r>
            <a:r>
              <a:rPr sz="1200" b="1" spc="-50" dirty="0">
                <a:latin typeface="Calibri"/>
                <a:cs typeface="Calibri"/>
              </a:rPr>
              <a:t>F</a:t>
            </a:r>
            <a:endParaRPr sz="1200">
              <a:latin typeface="Calibri"/>
              <a:cs typeface="Calibri"/>
            </a:endParaRPr>
          </a:p>
          <a:p>
            <a:pPr marL="12700">
              <a:lnSpc>
                <a:spcPct val="100000"/>
              </a:lnSpc>
            </a:pPr>
            <a:r>
              <a:rPr sz="1200" b="1" dirty="0">
                <a:latin typeface="Calibri"/>
                <a:cs typeface="Calibri"/>
              </a:rPr>
              <a:t>(</a:t>
            </a:r>
            <a:r>
              <a:rPr sz="1200" b="1" spc="-5" dirty="0">
                <a:latin typeface="Calibri"/>
                <a:cs typeface="Calibri"/>
              </a:rPr>
              <a:t> </a:t>
            </a:r>
            <a:r>
              <a:rPr sz="1200" b="1" dirty="0">
                <a:latin typeface="Calibri"/>
                <a:cs typeface="Calibri"/>
              </a:rPr>
              <a:t>6 </a:t>
            </a:r>
            <a:r>
              <a:rPr sz="1200" b="1" spc="-10" dirty="0">
                <a:latin typeface="Calibri"/>
                <a:cs typeface="Calibri"/>
              </a:rPr>
              <a:t>blocs)</a:t>
            </a:r>
            <a:endParaRPr sz="1200">
              <a:latin typeface="Calibri"/>
              <a:cs typeface="Calibri"/>
            </a:endParaRPr>
          </a:p>
        </p:txBody>
      </p:sp>
      <p:sp>
        <p:nvSpPr>
          <p:cNvPr id="26" name="object 26"/>
          <p:cNvSpPr txBox="1"/>
          <p:nvPr/>
        </p:nvSpPr>
        <p:spPr>
          <a:xfrm>
            <a:off x="5488940" y="5682792"/>
            <a:ext cx="3799204"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5" dirty="0">
                <a:solidFill>
                  <a:srgbClr val="A6A6A6"/>
                </a:solidFill>
                <a:latin typeface="Calibri"/>
                <a:cs typeface="Calibri"/>
              </a:rPr>
              <a:t> </a:t>
            </a:r>
            <a:r>
              <a:rPr sz="1200" i="1" dirty="0" smtClean="0">
                <a:solidFill>
                  <a:srgbClr val="A6A6A6"/>
                </a:solidFill>
                <a:latin typeface="Calibri"/>
                <a:cs typeface="Calibri"/>
              </a:rPr>
              <a:t>:</a:t>
            </a:r>
            <a:r>
              <a:rPr sz="1200" i="1" spc="10" dirty="0" smtClean="0">
                <a:solidFill>
                  <a:srgbClr val="A6A6A6"/>
                </a:solidFill>
                <a:latin typeface="Calibri"/>
                <a:cs typeface="Calibri"/>
              </a:rPr>
              <a:t> </a:t>
            </a:r>
            <a:r>
              <a:rPr sz="1200" i="1" spc="-10" dirty="0">
                <a:solidFill>
                  <a:srgbClr val="A6A6A6"/>
                </a:solidFill>
                <a:latin typeface="Calibri"/>
                <a:cs typeface="Calibri"/>
              </a:rPr>
              <a:t>Allocation</a:t>
            </a:r>
            <a:r>
              <a:rPr sz="1200" i="1" spc="-25" dirty="0">
                <a:solidFill>
                  <a:srgbClr val="A6A6A6"/>
                </a:solidFill>
                <a:latin typeface="Calibri"/>
                <a:cs typeface="Calibri"/>
              </a:rPr>
              <a:t> </a:t>
            </a:r>
            <a:r>
              <a:rPr sz="1200" i="1" spc="-10" dirty="0">
                <a:solidFill>
                  <a:srgbClr val="A6A6A6"/>
                </a:solidFill>
                <a:latin typeface="Calibri"/>
                <a:cs typeface="Calibri"/>
              </a:rPr>
              <a:t>contiguë</a:t>
            </a:r>
            <a:r>
              <a:rPr sz="1200" i="1" spc="-75" dirty="0">
                <a:solidFill>
                  <a:srgbClr val="A6A6A6"/>
                </a:solidFill>
                <a:latin typeface="Calibri"/>
                <a:cs typeface="Calibri"/>
              </a:rPr>
              <a:t> </a:t>
            </a:r>
            <a:r>
              <a:rPr sz="1200" i="1" spc="-10" dirty="0">
                <a:solidFill>
                  <a:srgbClr val="A6A6A6"/>
                </a:solidFill>
                <a:latin typeface="Calibri"/>
                <a:cs typeface="Calibri"/>
              </a:rPr>
              <a:t>d’espace</a:t>
            </a:r>
            <a:r>
              <a:rPr sz="1200" i="1" spc="-25" dirty="0">
                <a:solidFill>
                  <a:srgbClr val="A6A6A6"/>
                </a:solidFill>
                <a:latin typeface="Calibri"/>
                <a:cs typeface="Calibri"/>
              </a:rPr>
              <a:t> </a:t>
            </a:r>
            <a:r>
              <a:rPr sz="1200" i="1" dirty="0">
                <a:solidFill>
                  <a:srgbClr val="A6A6A6"/>
                </a:solidFill>
                <a:latin typeface="Calibri"/>
                <a:cs typeface="Calibri"/>
              </a:rPr>
              <a:t>disque pour</a:t>
            </a:r>
            <a:r>
              <a:rPr sz="1200" i="1" spc="-25" dirty="0">
                <a:solidFill>
                  <a:srgbClr val="A6A6A6"/>
                </a:solidFill>
                <a:latin typeface="Calibri"/>
                <a:cs typeface="Calibri"/>
              </a:rPr>
              <a:t> </a:t>
            </a:r>
            <a:r>
              <a:rPr sz="1200" i="1" dirty="0">
                <a:solidFill>
                  <a:srgbClr val="A6A6A6"/>
                </a:solidFill>
                <a:latin typeface="Calibri"/>
                <a:cs typeface="Calibri"/>
              </a:rPr>
              <a:t>6</a:t>
            </a:r>
            <a:r>
              <a:rPr sz="1200" i="1" spc="10" dirty="0">
                <a:solidFill>
                  <a:srgbClr val="A6A6A6"/>
                </a:solidFill>
                <a:latin typeface="Calibri"/>
                <a:cs typeface="Calibri"/>
              </a:rPr>
              <a:t> </a:t>
            </a:r>
            <a:r>
              <a:rPr sz="1200" i="1" spc="-10" dirty="0">
                <a:solidFill>
                  <a:srgbClr val="A6A6A6"/>
                </a:solidFill>
                <a:latin typeface="Calibri"/>
                <a:cs typeface="Calibri"/>
              </a:rPr>
              <a:t>fichiers</a:t>
            </a:r>
            <a:endParaRPr sz="1200" dirty="0">
              <a:latin typeface="Calibri"/>
              <a:cs typeface="Calibri"/>
            </a:endParaRPr>
          </a:p>
        </p:txBody>
      </p:sp>
      <p:sp>
        <p:nvSpPr>
          <p:cNvPr id="29" name="Rectangle 28"/>
          <p:cNvSpPr/>
          <p:nvPr/>
        </p:nvSpPr>
        <p:spPr>
          <a:xfrm>
            <a:off x="589223" y="1656653"/>
            <a:ext cx="10898618" cy="1287532"/>
          </a:xfrm>
          <a:prstGeom prst="rect">
            <a:avLst/>
          </a:prstGeom>
        </p:spPr>
        <p:txBody>
          <a:bodyPr wrap="square">
            <a:spAutoFit/>
          </a:bodyPr>
          <a:lstStyle/>
          <a:p>
            <a:pPr marL="12700">
              <a:lnSpc>
                <a:spcPct val="100000"/>
              </a:lnSpc>
              <a:spcBef>
                <a:spcPts val="105"/>
              </a:spcBef>
            </a:pPr>
            <a:r>
              <a:rPr lang="fr-FR" sz="2000" b="1" dirty="0" smtClean="0">
                <a:solidFill>
                  <a:srgbClr val="FF7800"/>
                </a:solidFill>
                <a:latin typeface="Calibri"/>
                <a:cs typeface="Calibri"/>
              </a:rPr>
              <a:t>Allocation</a:t>
            </a:r>
            <a:r>
              <a:rPr lang="fr-FR" sz="2000" b="1" spc="-30" dirty="0" smtClean="0">
                <a:solidFill>
                  <a:srgbClr val="FF7800"/>
                </a:solidFill>
                <a:latin typeface="Calibri"/>
                <a:cs typeface="Calibri"/>
              </a:rPr>
              <a:t> </a:t>
            </a:r>
            <a:r>
              <a:rPr lang="fr-FR" sz="2000" b="1" dirty="0" smtClean="0">
                <a:solidFill>
                  <a:srgbClr val="FF7800"/>
                </a:solidFill>
                <a:latin typeface="Calibri"/>
                <a:cs typeface="Calibri"/>
              </a:rPr>
              <a:t>en</a:t>
            </a:r>
            <a:r>
              <a:rPr lang="fr-FR" sz="2000" b="1" spc="-55" dirty="0" smtClean="0">
                <a:solidFill>
                  <a:srgbClr val="FF7800"/>
                </a:solidFill>
                <a:latin typeface="Calibri"/>
                <a:cs typeface="Calibri"/>
              </a:rPr>
              <a:t> </a:t>
            </a:r>
            <a:r>
              <a:rPr lang="fr-FR" sz="2000" b="1" dirty="0" smtClean="0">
                <a:solidFill>
                  <a:srgbClr val="FF7800"/>
                </a:solidFill>
                <a:latin typeface="Calibri"/>
                <a:cs typeface="Calibri"/>
              </a:rPr>
              <a:t>blocs</a:t>
            </a:r>
            <a:r>
              <a:rPr lang="fr-FR" sz="2000" b="1" spc="-25" dirty="0" smtClean="0">
                <a:solidFill>
                  <a:srgbClr val="FF7800"/>
                </a:solidFill>
                <a:latin typeface="Calibri"/>
                <a:cs typeface="Calibri"/>
              </a:rPr>
              <a:t> </a:t>
            </a:r>
            <a:r>
              <a:rPr lang="fr-FR" sz="2000" b="1" spc="-10" dirty="0" smtClean="0">
                <a:solidFill>
                  <a:srgbClr val="FF7800"/>
                </a:solidFill>
                <a:latin typeface="Calibri"/>
                <a:cs typeface="Calibri"/>
              </a:rPr>
              <a:t>contigus: Exemple</a:t>
            </a:r>
          </a:p>
          <a:p>
            <a:pPr marL="12700">
              <a:lnSpc>
                <a:spcPct val="100000"/>
              </a:lnSpc>
              <a:spcBef>
                <a:spcPts val="105"/>
              </a:spcBef>
            </a:pPr>
            <a:endParaRPr lang="fr-FR" sz="2000" b="1" spc="-10" dirty="0" smtClean="0">
              <a:solidFill>
                <a:srgbClr val="FF7800"/>
              </a:solidFill>
              <a:latin typeface="Calibri"/>
              <a:cs typeface="Calibri"/>
            </a:endParaRPr>
          </a:p>
          <a:p>
            <a:pPr marL="12700">
              <a:lnSpc>
                <a:spcPct val="100000"/>
              </a:lnSpc>
              <a:spcBef>
                <a:spcPts val="105"/>
              </a:spcBef>
            </a:pPr>
            <a:r>
              <a:rPr lang="fr-FR" sz="1800" spc="-10" dirty="0" smtClean="0">
                <a:solidFill>
                  <a:srgbClr val="585858"/>
                </a:solidFill>
                <a:latin typeface="Calibri"/>
                <a:cs typeface="Calibri"/>
              </a:rPr>
              <a:t>Cet exemple illustre</a:t>
            </a:r>
            <a:r>
              <a:rPr lang="fr-FR" sz="1800" spc="-20" dirty="0" smtClean="0">
                <a:solidFill>
                  <a:srgbClr val="585858"/>
                </a:solidFill>
                <a:latin typeface="Calibri"/>
                <a:cs typeface="Calibri"/>
              </a:rPr>
              <a:t> </a:t>
            </a:r>
            <a:r>
              <a:rPr lang="fr-FR" sz="1800" spc="-10" dirty="0" smtClean="0">
                <a:solidFill>
                  <a:srgbClr val="585858"/>
                </a:solidFill>
                <a:latin typeface="Calibri"/>
                <a:cs typeface="Calibri"/>
              </a:rPr>
              <a:t>l’allocation </a:t>
            </a:r>
            <a:r>
              <a:rPr lang="fr-FR" sz="1800" dirty="0" smtClean="0">
                <a:solidFill>
                  <a:srgbClr val="585858"/>
                </a:solidFill>
                <a:latin typeface="Calibri"/>
                <a:cs typeface="Calibri"/>
              </a:rPr>
              <a:t>contigüe</a:t>
            </a:r>
            <a:r>
              <a:rPr lang="fr-FR" sz="1800" spc="-15" dirty="0" smtClean="0">
                <a:solidFill>
                  <a:srgbClr val="585858"/>
                </a:solidFill>
                <a:latin typeface="Calibri"/>
                <a:cs typeface="Calibri"/>
              </a:rPr>
              <a:t> </a:t>
            </a:r>
            <a:r>
              <a:rPr lang="fr-FR" sz="1800" spc="-20" dirty="0" smtClean="0">
                <a:solidFill>
                  <a:srgbClr val="585858"/>
                </a:solidFill>
                <a:latin typeface="Calibri"/>
                <a:cs typeface="Calibri"/>
              </a:rPr>
              <a:t>d’espace</a:t>
            </a:r>
            <a:r>
              <a:rPr lang="fr-FR" sz="1800" spc="-25" dirty="0" smtClean="0">
                <a:solidFill>
                  <a:srgbClr val="585858"/>
                </a:solidFill>
                <a:latin typeface="Calibri"/>
                <a:cs typeface="Calibri"/>
              </a:rPr>
              <a:t> </a:t>
            </a:r>
            <a:r>
              <a:rPr lang="fr-FR" sz="1800" dirty="0" smtClean="0">
                <a:solidFill>
                  <a:srgbClr val="585858"/>
                </a:solidFill>
                <a:latin typeface="Calibri"/>
                <a:cs typeface="Calibri"/>
              </a:rPr>
              <a:t>disque</a:t>
            </a:r>
            <a:r>
              <a:rPr lang="fr-FR" sz="1800" spc="-20" dirty="0" smtClean="0">
                <a:solidFill>
                  <a:srgbClr val="585858"/>
                </a:solidFill>
                <a:latin typeface="Calibri"/>
                <a:cs typeface="Calibri"/>
              </a:rPr>
              <a:t> </a:t>
            </a:r>
            <a:r>
              <a:rPr lang="fr-FR" sz="1800" dirty="0" smtClean="0">
                <a:solidFill>
                  <a:srgbClr val="585858"/>
                </a:solidFill>
                <a:latin typeface="Calibri"/>
                <a:cs typeface="Calibri"/>
              </a:rPr>
              <a:t>pour</a:t>
            </a:r>
            <a:r>
              <a:rPr lang="fr-FR" sz="1800" spc="-30" dirty="0" smtClean="0">
                <a:solidFill>
                  <a:srgbClr val="585858"/>
                </a:solidFill>
                <a:latin typeface="Calibri"/>
                <a:cs typeface="Calibri"/>
              </a:rPr>
              <a:t> </a:t>
            </a:r>
            <a:r>
              <a:rPr lang="fr-FR" sz="1800" dirty="0" smtClean="0">
                <a:solidFill>
                  <a:srgbClr val="585858"/>
                </a:solidFill>
                <a:latin typeface="Calibri"/>
                <a:cs typeface="Calibri"/>
              </a:rPr>
              <a:t>6</a:t>
            </a:r>
            <a:r>
              <a:rPr lang="fr-FR" sz="1800" spc="-35" dirty="0" smtClean="0">
                <a:solidFill>
                  <a:srgbClr val="585858"/>
                </a:solidFill>
                <a:latin typeface="Calibri"/>
                <a:cs typeface="Calibri"/>
              </a:rPr>
              <a:t> </a:t>
            </a:r>
            <a:r>
              <a:rPr lang="fr-FR" sz="1800" dirty="0" smtClean="0">
                <a:solidFill>
                  <a:srgbClr val="585858"/>
                </a:solidFill>
                <a:latin typeface="Calibri"/>
                <a:cs typeface="Calibri"/>
              </a:rPr>
              <a:t>fichiers.</a:t>
            </a:r>
            <a:r>
              <a:rPr lang="fr-FR" sz="1800" spc="5" dirty="0" smtClean="0">
                <a:solidFill>
                  <a:srgbClr val="585858"/>
                </a:solidFill>
                <a:latin typeface="Calibri"/>
                <a:cs typeface="Calibri"/>
              </a:rPr>
              <a:t> </a:t>
            </a:r>
            <a:r>
              <a:rPr lang="fr-FR" sz="1800" dirty="0" smtClean="0">
                <a:solidFill>
                  <a:srgbClr val="585858"/>
                </a:solidFill>
                <a:latin typeface="Calibri"/>
                <a:cs typeface="Calibri"/>
              </a:rPr>
              <a:t>Chaque</a:t>
            </a:r>
            <a:r>
              <a:rPr lang="fr-FR" sz="1800" spc="-40" dirty="0" smtClean="0">
                <a:solidFill>
                  <a:srgbClr val="585858"/>
                </a:solidFill>
                <a:latin typeface="Calibri"/>
                <a:cs typeface="Calibri"/>
              </a:rPr>
              <a:t> </a:t>
            </a:r>
            <a:r>
              <a:rPr lang="fr-FR" sz="1800" dirty="0" smtClean="0">
                <a:solidFill>
                  <a:srgbClr val="585858"/>
                </a:solidFill>
                <a:latin typeface="Calibri"/>
                <a:cs typeface="Calibri"/>
              </a:rPr>
              <a:t>fichier</a:t>
            </a:r>
            <a:r>
              <a:rPr lang="fr-FR" sz="1800" spc="-10" dirty="0" smtClean="0">
                <a:solidFill>
                  <a:srgbClr val="585858"/>
                </a:solidFill>
                <a:latin typeface="Calibri"/>
                <a:cs typeface="Calibri"/>
              </a:rPr>
              <a:t> </a:t>
            </a:r>
            <a:r>
              <a:rPr lang="fr-FR" sz="1800" dirty="0" smtClean="0">
                <a:solidFill>
                  <a:srgbClr val="585858"/>
                </a:solidFill>
                <a:latin typeface="Calibri"/>
                <a:cs typeface="Calibri"/>
              </a:rPr>
              <a:t>est</a:t>
            </a:r>
            <a:r>
              <a:rPr lang="fr-FR" sz="1800" spc="-40" dirty="0" smtClean="0">
                <a:solidFill>
                  <a:srgbClr val="585858"/>
                </a:solidFill>
                <a:latin typeface="Calibri"/>
                <a:cs typeface="Calibri"/>
              </a:rPr>
              <a:t> </a:t>
            </a:r>
            <a:r>
              <a:rPr lang="fr-FR" sz="1800" spc="-10" dirty="0" smtClean="0">
                <a:solidFill>
                  <a:srgbClr val="585858"/>
                </a:solidFill>
                <a:latin typeface="Calibri"/>
                <a:cs typeface="Calibri"/>
              </a:rPr>
              <a:t>stocké</a:t>
            </a:r>
            <a:r>
              <a:rPr lang="fr-FR" sz="1800" spc="-20" dirty="0" smtClean="0">
                <a:solidFill>
                  <a:srgbClr val="585858"/>
                </a:solidFill>
                <a:latin typeface="Calibri"/>
                <a:cs typeface="Calibri"/>
              </a:rPr>
              <a:t> </a:t>
            </a:r>
            <a:r>
              <a:rPr lang="fr-FR" sz="1800" dirty="0" smtClean="0">
                <a:solidFill>
                  <a:srgbClr val="585858"/>
                </a:solidFill>
                <a:latin typeface="Calibri"/>
                <a:cs typeface="Calibri"/>
              </a:rPr>
              <a:t>dans</a:t>
            </a:r>
            <a:r>
              <a:rPr lang="fr-FR" sz="1800" spc="-15" dirty="0" smtClean="0">
                <a:solidFill>
                  <a:srgbClr val="585858"/>
                </a:solidFill>
                <a:latin typeface="Calibri"/>
                <a:cs typeface="Calibri"/>
              </a:rPr>
              <a:t> </a:t>
            </a:r>
            <a:r>
              <a:rPr lang="fr-FR" sz="1800" dirty="0" smtClean="0">
                <a:solidFill>
                  <a:srgbClr val="585858"/>
                </a:solidFill>
                <a:latin typeface="Calibri"/>
                <a:cs typeface="Calibri"/>
              </a:rPr>
              <a:t>un</a:t>
            </a:r>
            <a:r>
              <a:rPr lang="fr-FR" sz="1800" spc="-50" dirty="0" smtClean="0">
                <a:solidFill>
                  <a:srgbClr val="585858"/>
                </a:solidFill>
                <a:latin typeface="Calibri"/>
                <a:cs typeface="Calibri"/>
              </a:rPr>
              <a:t> </a:t>
            </a:r>
            <a:r>
              <a:rPr lang="fr-FR" sz="1800" dirty="0" smtClean="0">
                <a:solidFill>
                  <a:srgbClr val="585858"/>
                </a:solidFill>
                <a:latin typeface="Calibri"/>
                <a:cs typeface="Calibri"/>
              </a:rPr>
              <a:t>nombre</a:t>
            </a:r>
            <a:r>
              <a:rPr lang="fr-FR" sz="1800" spc="5" dirty="0" smtClean="0">
                <a:solidFill>
                  <a:srgbClr val="585858"/>
                </a:solidFill>
                <a:latin typeface="Calibri"/>
                <a:cs typeface="Calibri"/>
              </a:rPr>
              <a:t> </a:t>
            </a:r>
            <a:r>
              <a:rPr lang="fr-FR" sz="1800" dirty="0" smtClean="0">
                <a:solidFill>
                  <a:srgbClr val="585858"/>
                </a:solidFill>
                <a:latin typeface="Calibri"/>
                <a:cs typeface="Calibri"/>
              </a:rPr>
              <a:t>de</a:t>
            </a:r>
            <a:r>
              <a:rPr lang="fr-FR" sz="1800" spc="-25" dirty="0" smtClean="0">
                <a:solidFill>
                  <a:srgbClr val="585858"/>
                </a:solidFill>
                <a:latin typeface="Calibri"/>
                <a:cs typeface="Calibri"/>
              </a:rPr>
              <a:t> </a:t>
            </a:r>
            <a:r>
              <a:rPr lang="fr-FR" sz="1800" dirty="0" smtClean="0">
                <a:solidFill>
                  <a:srgbClr val="585858"/>
                </a:solidFill>
                <a:latin typeface="Calibri"/>
                <a:cs typeface="Calibri"/>
              </a:rPr>
              <a:t>blocs</a:t>
            </a:r>
            <a:r>
              <a:rPr lang="fr-FR" sz="1800" spc="-15" dirty="0" smtClean="0">
                <a:solidFill>
                  <a:srgbClr val="585858"/>
                </a:solidFill>
                <a:latin typeface="Calibri"/>
                <a:cs typeface="Calibri"/>
              </a:rPr>
              <a:t> </a:t>
            </a:r>
            <a:r>
              <a:rPr lang="fr-FR" sz="1800" spc="-10" dirty="0" smtClean="0">
                <a:solidFill>
                  <a:srgbClr val="585858"/>
                </a:solidFill>
                <a:latin typeface="Calibri"/>
                <a:cs typeface="Calibri"/>
              </a:rPr>
              <a:t>contigus</a:t>
            </a:r>
            <a:endParaRPr lang="fr-FR" dirty="0"/>
          </a:p>
        </p:txBody>
      </p:sp>
      <p:sp>
        <p:nvSpPr>
          <p:cNvPr id="31"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32"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1507160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7368" y="1770791"/>
            <a:ext cx="10591165" cy="3264996"/>
          </a:xfrm>
          <a:prstGeom prst="rect">
            <a:avLst/>
          </a:prstGeom>
        </p:spPr>
        <p:txBody>
          <a:bodyPr vert="horz" wrap="square" lIns="0" tIns="12700" rIns="0" bIns="0" rtlCol="0">
            <a:spAutoFit/>
          </a:bodyPr>
          <a:lstStyle/>
          <a:p>
            <a:pPr marL="12700">
              <a:lnSpc>
                <a:spcPct val="100000"/>
              </a:lnSpc>
              <a:spcBef>
                <a:spcPts val="105"/>
              </a:spcBef>
            </a:pPr>
            <a:r>
              <a:rPr lang="fr-FR" sz="1800" b="1" dirty="0" smtClean="0">
                <a:solidFill>
                  <a:srgbClr val="FF7800"/>
                </a:solidFill>
                <a:latin typeface="Calibri"/>
                <a:cs typeface="Calibri"/>
              </a:rPr>
              <a:t>Allocation</a:t>
            </a:r>
            <a:r>
              <a:rPr lang="fr-FR" sz="1800" b="1" spc="-30" dirty="0" smtClean="0">
                <a:solidFill>
                  <a:srgbClr val="FF7800"/>
                </a:solidFill>
                <a:latin typeface="Calibri"/>
                <a:cs typeface="Calibri"/>
              </a:rPr>
              <a:t> </a:t>
            </a:r>
            <a:r>
              <a:rPr lang="fr-FR" sz="1800" b="1" dirty="0" smtClean="0">
                <a:solidFill>
                  <a:srgbClr val="FF7800"/>
                </a:solidFill>
                <a:latin typeface="Calibri"/>
                <a:cs typeface="Calibri"/>
              </a:rPr>
              <a:t>en</a:t>
            </a:r>
            <a:r>
              <a:rPr lang="fr-FR" sz="1800" b="1" spc="-55" dirty="0" smtClean="0">
                <a:solidFill>
                  <a:srgbClr val="FF7800"/>
                </a:solidFill>
                <a:latin typeface="Calibri"/>
                <a:cs typeface="Calibri"/>
              </a:rPr>
              <a:t> </a:t>
            </a:r>
            <a:r>
              <a:rPr lang="fr-FR" sz="1800" b="1" dirty="0" smtClean="0">
                <a:solidFill>
                  <a:srgbClr val="FF7800"/>
                </a:solidFill>
                <a:latin typeface="Calibri"/>
                <a:cs typeface="Calibri"/>
              </a:rPr>
              <a:t>blocs</a:t>
            </a:r>
            <a:r>
              <a:rPr lang="fr-FR" sz="1800" b="1" spc="-25" dirty="0" smtClean="0">
                <a:solidFill>
                  <a:srgbClr val="FF7800"/>
                </a:solidFill>
                <a:latin typeface="Calibri"/>
                <a:cs typeface="Calibri"/>
              </a:rPr>
              <a:t> </a:t>
            </a:r>
            <a:r>
              <a:rPr lang="fr-FR" sz="1800" b="1" spc="-10" dirty="0" smtClean="0">
                <a:solidFill>
                  <a:srgbClr val="FF7800"/>
                </a:solidFill>
                <a:latin typeface="Calibri"/>
                <a:cs typeface="Calibri"/>
              </a:rPr>
              <a:t>contigus: Avantages et inconvénients</a:t>
            </a:r>
          </a:p>
          <a:p>
            <a:pPr marL="12700" marR="5080">
              <a:lnSpc>
                <a:spcPct val="150100"/>
              </a:lnSpc>
              <a:spcBef>
                <a:spcPts val="600"/>
              </a:spcBef>
            </a:pPr>
            <a:r>
              <a:rPr lang="fr-FR" sz="1600" b="1" spc="-10" dirty="0" smtClean="0">
                <a:solidFill>
                  <a:srgbClr val="00B050"/>
                </a:solidFill>
                <a:latin typeface="Calibri"/>
                <a:cs typeface="Calibri"/>
              </a:rPr>
              <a:t>Avantages :</a:t>
            </a:r>
          </a:p>
          <a:p>
            <a:pPr marL="298450" marR="5080" indent="-285750">
              <a:lnSpc>
                <a:spcPct val="150100"/>
              </a:lnSpc>
              <a:spcBef>
                <a:spcPts val="600"/>
              </a:spcBef>
              <a:buFont typeface="Arial" panose="020B0604020202020204" pitchFamily="34" charset="0"/>
              <a:buChar char="•"/>
            </a:pPr>
            <a:r>
              <a:rPr lang="fr-FR" sz="1600" b="1" dirty="0">
                <a:solidFill>
                  <a:srgbClr val="585858"/>
                </a:solidFill>
                <a:latin typeface="Calibri"/>
                <a:cs typeface="Calibri"/>
              </a:rPr>
              <a:t>A</a:t>
            </a:r>
            <a:r>
              <a:rPr lang="fr-FR" sz="1600" b="1" dirty="0" smtClean="0">
                <a:solidFill>
                  <a:srgbClr val="585858"/>
                </a:solidFill>
                <a:latin typeface="Calibri"/>
                <a:cs typeface="Calibri"/>
              </a:rPr>
              <a:t>ccès</a:t>
            </a:r>
            <a:r>
              <a:rPr lang="fr-FR" sz="1600" b="1" spc="30" dirty="0" smtClean="0">
                <a:solidFill>
                  <a:srgbClr val="585858"/>
                </a:solidFill>
                <a:latin typeface="Calibri"/>
                <a:cs typeface="Calibri"/>
              </a:rPr>
              <a:t> </a:t>
            </a:r>
            <a:r>
              <a:rPr lang="fr-FR" sz="1600" b="1" dirty="0" smtClean="0">
                <a:solidFill>
                  <a:srgbClr val="585858"/>
                </a:solidFill>
                <a:latin typeface="Calibri"/>
                <a:cs typeface="Calibri"/>
              </a:rPr>
              <a:t>rapide</a:t>
            </a:r>
            <a:r>
              <a:rPr lang="fr-FR" sz="1600" b="1" spc="25" dirty="0" smtClean="0">
                <a:solidFill>
                  <a:srgbClr val="585858"/>
                </a:solidFill>
                <a:latin typeface="Calibri"/>
                <a:cs typeface="Calibri"/>
              </a:rPr>
              <a:t> </a:t>
            </a:r>
            <a:r>
              <a:rPr lang="fr-FR" sz="1600" b="1" dirty="0" smtClean="0">
                <a:solidFill>
                  <a:srgbClr val="585858"/>
                </a:solidFill>
                <a:latin typeface="Calibri"/>
                <a:cs typeface="Calibri"/>
              </a:rPr>
              <a:t>aux</a:t>
            </a:r>
            <a:r>
              <a:rPr lang="fr-FR" sz="1600" b="1" spc="30" dirty="0" smtClean="0">
                <a:solidFill>
                  <a:srgbClr val="585858"/>
                </a:solidFill>
                <a:latin typeface="Calibri"/>
                <a:cs typeface="Calibri"/>
              </a:rPr>
              <a:t> </a:t>
            </a:r>
            <a:r>
              <a:rPr lang="fr-FR" sz="1600" b="1" dirty="0" smtClean="0">
                <a:solidFill>
                  <a:srgbClr val="585858"/>
                </a:solidFill>
                <a:latin typeface="Calibri"/>
                <a:cs typeface="Calibri"/>
              </a:rPr>
              <a:t>fichiers</a:t>
            </a:r>
            <a:r>
              <a:rPr lang="fr-FR" sz="1600" b="1" spc="50" dirty="0" smtClean="0">
                <a:solidFill>
                  <a:srgbClr val="585858"/>
                </a:solidFill>
                <a:latin typeface="Calibri"/>
                <a:cs typeface="Calibri"/>
              </a:rPr>
              <a:t> </a:t>
            </a:r>
            <a:r>
              <a:rPr lang="fr-FR" sz="1600" dirty="0" smtClean="0">
                <a:solidFill>
                  <a:srgbClr val="585858"/>
                </a:solidFill>
                <a:latin typeface="Calibri"/>
                <a:cs typeface="Calibri"/>
              </a:rPr>
              <a:t>il</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suffit</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mémoriser</a:t>
            </a:r>
            <a:r>
              <a:rPr lang="fr-FR" sz="1600" spc="30" dirty="0" smtClean="0">
                <a:solidFill>
                  <a:srgbClr val="585858"/>
                </a:solidFill>
                <a:latin typeface="Calibri"/>
                <a:cs typeface="Calibri"/>
              </a:rPr>
              <a:t> </a:t>
            </a:r>
            <a:r>
              <a:rPr lang="fr-FR" sz="1600" spc="-10" dirty="0" smtClean="0">
                <a:solidFill>
                  <a:srgbClr val="585858"/>
                </a:solidFill>
                <a:latin typeface="Calibri"/>
                <a:cs typeface="Calibri"/>
              </a:rPr>
              <a:t>l’adresse</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du</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premier</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bloc</a:t>
            </a:r>
            <a:r>
              <a:rPr lang="fr-FR" sz="1600" spc="45" dirty="0" smtClean="0">
                <a:solidFill>
                  <a:srgbClr val="585858"/>
                </a:solidFill>
                <a:latin typeface="Calibri"/>
                <a:cs typeface="Calibri"/>
              </a:rPr>
              <a:t> </a:t>
            </a:r>
            <a:r>
              <a:rPr lang="fr-FR" sz="1600" dirty="0" smtClean="0">
                <a:solidFill>
                  <a:srgbClr val="585858"/>
                </a:solidFill>
                <a:latin typeface="Calibri"/>
                <a:cs typeface="Calibri"/>
              </a:rPr>
              <a:t>(appelé</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tête)</a:t>
            </a:r>
            <a:r>
              <a:rPr lang="fr-FR" sz="1600" spc="45" dirty="0" smtClean="0">
                <a:solidFill>
                  <a:srgbClr val="585858"/>
                </a:solidFill>
                <a:latin typeface="Calibri"/>
                <a:cs typeface="Calibri"/>
              </a:rPr>
              <a:t> </a:t>
            </a:r>
            <a:r>
              <a:rPr lang="fr-FR" sz="1600" dirty="0" smtClean="0">
                <a:solidFill>
                  <a:srgbClr val="585858"/>
                </a:solidFill>
                <a:latin typeface="Calibri"/>
                <a:cs typeface="Calibri"/>
              </a:rPr>
              <a:t>d’un</a:t>
            </a:r>
            <a:r>
              <a:rPr lang="fr-FR" sz="1600" spc="40" dirty="0" smtClean="0">
                <a:solidFill>
                  <a:srgbClr val="585858"/>
                </a:solidFill>
                <a:latin typeface="Calibri"/>
                <a:cs typeface="Calibri"/>
              </a:rPr>
              <a:t> </a:t>
            </a:r>
            <a:r>
              <a:rPr lang="fr-FR" sz="1600" spc="-10" dirty="0" smtClean="0">
                <a:solidFill>
                  <a:srgbClr val="585858"/>
                </a:solidFill>
                <a:latin typeface="Calibri"/>
                <a:cs typeface="Calibri"/>
              </a:rPr>
              <a:t>fichier </a:t>
            </a:r>
            <a:r>
              <a:rPr lang="fr-FR" sz="1600" dirty="0" smtClean="0">
                <a:solidFill>
                  <a:srgbClr val="585858"/>
                </a:solidFill>
                <a:latin typeface="Calibri"/>
                <a:cs typeface="Calibri"/>
              </a:rPr>
              <a:t>pour</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y</a:t>
            </a:r>
            <a:r>
              <a:rPr lang="fr-FR" sz="1600" spc="-30" dirty="0" smtClean="0">
                <a:solidFill>
                  <a:srgbClr val="585858"/>
                </a:solidFill>
                <a:latin typeface="Calibri"/>
                <a:cs typeface="Calibri"/>
              </a:rPr>
              <a:t> </a:t>
            </a:r>
            <a:r>
              <a:rPr lang="fr-FR" sz="1600" spc="-10" dirty="0" smtClean="0">
                <a:solidFill>
                  <a:srgbClr val="585858"/>
                </a:solidFill>
                <a:latin typeface="Calibri"/>
                <a:cs typeface="Calibri"/>
              </a:rPr>
              <a:t>accéder</a:t>
            </a:r>
          </a:p>
          <a:p>
            <a:pPr marL="298450" marR="5080" indent="-285750">
              <a:lnSpc>
                <a:spcPct val="150100"/>
              </a:lnSpc>
              <a:spcBef>
                <a:spcPts val="600"/>
              </a:spcBef>
              <a:buFont typeface="Arial" panose="020B0604020202020204" pitchFamily="34" charset="0"/>
              <a:buChar char="•"/>
            </a:pPr>
            <a:r>
              <a:rPr lang="fr-FR" sz="1600" b="1" dirty="0">
                <a:solidFill>
                  <a:srgbClr val="585858"/>
                </a:solidFill>
                <a:latin typeface="Calibri"/>
                <a:cs typeface="Calibri"/>
              </a:rPr>
              <a:t>Réduction en </a:t>
            </a:r>
            <a:r>
              <a:rPr lang="fr-FR" sz="1600" b="1" dirty="0" smtClean="0">
                <a:solidFill>
                  <a:srgbClr val="585858"/>
                </a:solidFill>
                <a:latin typeface="Calibri"/>
                <a:cs typeface="Calibri"/>
              </a:rPr>
              <a:t>temps</a:t>
            </a:r>
          </a:p>
          <a:p>
            <a:pPr marL="12700" marR="5080">
              <a:lnSpc>
                <a:spcPct val="150100"/>
              </a:lnSpc>
              <a:spcBef>
                <a:spcPts val="600"/>
              </a:spcBef>
            </a:pPr>
            <a:r>
              <a:rPr lang="fr-FR" sz="1600" b="1" spc="-10" dirty="0" smtClean="0">
                <a:solidFill>
                  <a:srgbClr val="00B050"/>
                </a:solidFill>
                <a:latin typeface="Calibri"/>
                <a:cs typeface="Calibri"/>
              </a:rPr>
              <a:t>Inconvénients</a:t>
            </a:r>
            <a:endParaRPr lang="fr-FR" sz="1600" b="1" spc="-10" dirty="0">
              <a:solidFill>
                <a:srgbClr val="00B050"/>
              </a:solidFill>
              <a:latin typeface="Calibri"/>
              <a:cs typeface="Calibri"/>
            </a:endParaRPr>
          </a:p>
          <a:p>
            <a:pPr marL="298450" indent="-285750">
              <a:lnSpc>
                <a:spcPct val="100000"/>
              </a:lnSpc>
              <a:spcBef>
                <a:spcPts val="770"/>
              </a:spcBef>
              <a:buFont typeface="Arial" panose="020B0604020202020204" pitchFamily="34" charset="0"/>
              <a:buChar char="•"/>
              <a:tabLst>
                <a:tab pos="121920" algn="l"/>
              </a:tabLst>
            </a:pPr>
            <a:r>
              <a:rPr lang="fr-FR" sz="1600" b="1" smtClean="0">
                <a:solidFill>
                  <a:srgbClr val="585858"/>
                </a:solidFill>
                <a:latin typeface="Calibri"/>
                <a:cs typeface="Calibri"/>
              </a:rPr>
              <a:t>Problème</a:t>
            </a:r>
            <a:r>
              <a:rPr lang="fr-FR" sz="1600" b="1" spc="35" smtClean="0">
                <a:solidFill>
                  <a:srgbClr val="585858"/>
                </a:solidFill>
                <a:latin typeface="Calibri"/>
                <a:cs typeface="Calibri"/>
              </a:rPr>
              <a:t> </a:t>
            </a:r>
            <a:r>
              <a:rPr lang="fr-FR" sz="1600" b="1" dirty="0" smtClean="0">
                <a:solidFill>
                  <a:srgbClr val="585858"/>
                </a:solidFill>
                <a:latin typeface="Calibri"/>
                <a:cs typeface="Calibri"/>
              </a:rPr>
              <a:t>de</a:t>
            </a:r>
            <a:r>
              <a:rPr lang="fr-FR" sz="1600" b="1" spc="35" dirty="0" smtClean="0">
                <a:solidFill>
                  <a:srgbClr val="585858"/>
                </a:solidFill>
                <a:latin typeface="Calibri"/>
                <a:cs typeface="Calibri"/>
              </a:rPr>
              <a:t> </a:t>
            </a:r>
            <a:r>
              <a:rPr lang="fr-FR" sz="1600" b="1" dirty="0" smtClean="0">
                <a:solidFill>
                  <a:srgbClr val="585858"/>
                </a:solidFill>
                <a:latin typeface="Calibri"/>
                <a:cs typeface="Calibri"/>
              </a:rPr>
              <a:t>fragmentation</a:t>
            </a:r>
            <a:r>
              <a:rPr lang="fr-FR" sz="1600" b="1" spc="30" dirty="0" smtClean="0">
                <a:solidFill>
                  <a:srgbClr val="585858"/>
                </a:solidFill>
                <a:latin typeface="Calibri"/>
                <a:cs typeface="Calibri"/>
              </a:rPr>
              <a:t> </a:t>
            </a:r>
            <a:r>
              <a:rPr lang="fr-FR" sz="1600" b="1" dirty="0" smtClean="0">
                <a:solidFill>
                  <a:srgbClr val="585858"/>
                </a:solidFill>
                <a:latin typeface="Calibri"/>
                <a:cs typeface="Calibri"/>
              </a:rPr>
              <a:t>externe</a:t>
            </a:r>
            <a:r>
              <a:rPr lang="fr-FR" sz="1600" b="1" spc="45" dirty="0" smtClean="0">
                <a:solidFill>
                  <a:srgbClr val="585858"/>
                </a:solidFill>
                <a:latin typeface="Calibri"/>
                <a:cs typeface="Calibri"/>
              </a:rPr>
              <a:t> </a:t>
            </a:r>
            <a:r>
              <a:rPr lang="fr-FR" sz="1600" dirty="0" smtClean="0">
                <a:solidFill>
                  <a:srgbClr val="585858"/>
                </a:solidFill>
                <a:latin typeface="Calibri"/>
                <a:cs typeface="Calibri"/>
              </a:rPr>
              <a:t>:</a:t>
            </a:r>
            <a:r>
              <a:rPr lang="fr-FR" sz="1600" spc="50" dirty="0" smtClean="0">
                <a:solidFill>
                  <a:srgbClr val="585858"/>
                </a:solidFill>
                <a:latin typeface="Calibri"/>
                <a:cs typeface="Calibri"/>
              </a:rPr>
              <a:t> </a:t>
            </a:r>
            <a:r>
              <a:rPr lang="fr-FR" sz="1600" spc="-10" dirty="0" smtClean="0">
                <a:solidFill>
                  <a:srgbClr val="585858"/>
                </a:solidFill>
                <a:latin typeface="Calibri"/>
                <a:cs typeface="Calibri"/>
              </a:rPr>
              <a:t>l’allocation</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l’espace</a:t>
            </a:r>
            <a:r>
              <a:rPr lang="fr-FR" sz="1600" spc="45" dirty="0" smtClean="0">
                <a:solidFill>
                  <a:srgbClr val="585858"/>
                </a:solidFill>
                <a:latin typeface="Calibri"/>
                <a:cs typeface="Calibri"/>
              </a:rPr>
              <a:t> </a:t>
            </a:r>
            <a:r>
              <a:rPr lang="fr-FR" sz="1600" dirty="0" smtClean="0">
                <a:solidFill>
                  <a:srgbClr val="585858"/>
                </a:solidFill>
                <a:latin typeface="Calibri"/>
                <a:cs typeface="Calibri"/>
              </a:rPr>
              <a:t>mémoire</a:t>
            </a:r>
            <a:r>
              <a:rPr lang="fr-FR" sz="1600" spc="45" dirty="0" smtClean="0">
                <a:solidFill>
                  <a:srgbClr val="585858"/>
                </a:solidFill>
                <a:latin typeface="Calibri"/>
                <a:cs typeface="Calibri"/>
              </a:rPr>
              <a:t> </a:t>
            </a:r>
            <a:r>
              <a:rPr lang="fr-FR" sz="1600" dirty="0" smtClean="0">
                <a:solidFill>
                  <a:srgbClr val="585858"/>
                </a:solidFill>
                <a:latin typeface="Calibri"/>
                <a:cs typeface="Calibri"/>
              </a:rPr>
              <a:t>des</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différents</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fichiers</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se</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fait</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d’une</a:t>
            </a:r>
            <a:r>
              <a:rPr lang="fr-FR" sz="1600" spc="45" dirty="0" smtClean="0">
                <a:solidFill>
                  <a:srgbClr val="585858"/>
                </a:solidFill>
                <a:latin typeface="Calibri"/>
                <a:cs typeface="Calibri"/>
              </a:rPr>
              <a:t> </a:t>
            </a:r>
            <a:r>
              <a:rPr lang="fr-FR" sz="1600" dirty="0" smtClean="0">
                <a:solidFill>
                  <a:srgbClr val="585858"/>
                </a:solidFill>
                <a:latin typeface="Calibri"/>
                <a:cs typeface="Calibri"/>
              </a:rPr>
              <a:t>façon</a:t>
            </a:r>
            <a:r>
              <a:rPr lang="fr-FR" sz="1600" spc="30" dirty="0" smtClean="0">
                <a:solidFill>
                  <a:srgbClr val="585858"/>
                </a:solidFill>
                <a:latin typeface="Calibri"/>
                <a:cs typeface="Calibri"/>
              </a:rPr>
              <a:t> </a:t>
            </a:r>
            <a:r>
              <a:rPr lang="fr-FR" sz="1600" dirty="0" err="1" smtClean="0">
                <a:solidFill>
                  <a:srgbClr val="585858"/>
                </a:solidFill>
                <a:latin typeface="Calibri"/>
                <a:cs typeface="Calibri"/>
              </a:rPr>
              <a:t>contigue</a:t>
            </a:r>
            <a:r>
              <a:rPr lang="fr-FR" sz="1600" dirty="0" smtClean="0">
                <a:solidFill>
                  <a:srgbClr val="585858"/>
                </a:solidFill>
                <a:latin typeface="Calibri"/>
                <a:cs typeface="Calibri"/>
              </a:rPr>
              <a:t>.</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Après</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certaine</a:t>
            </a:r>
            <a:r>
              <a:rPr lang="fr-FR" sz="1600" spc="45" dirty="0" smtClean="0">
                <a:solidFill>
                  <a:srgbClr val="585858"/>
                </a:solidFill>
                <a:latin typeface="Calibri"/>
                <a:cs typeface="Calibri"/>
              </a:rPr>
              <a:t> </a:t>
            </a:r>
            <a:r>
              <a:rPr lang="fr-FR" sz="1600" dirty="0" smtClean="0">
                <a:solidFill>
                  <a:srgbClr val="585858"/>
                </a:solidFill>
                <a:latin typeface="Calibri"/>
                <a:cs typeface="Calibri"/>
              </a:rPr>
              <a:t>manipulation</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des</a:t>
            </a:r>
            <a:r>
              <a:rPr lang="fr-FR" sz="1600" spc="55" dirty="0" smtClean="0">
                <a:solidFill>
                  <a:srgbClr val="585858"/>
                </a:solidFill>
                <a:latin typeface="Calibri"/>
                <a:cs typeface="Calibri"/>
              </a:rPr>
              <a:t> </a:t>
            </a:r>
            <a:r>
              <a:rPr lang="fr-FR" sz="1600" dirty="0" smtClean="0">
                <a:solidFill>
                  <a:srgbClr val="585858"/>
                </a:solidFill>
                <a:latin typeface="Calibri"/>
                <a:cs typeface="Calibri"/>
              </a:rPr>
              <a:t>fichiers</a:t>
            </a:r>
            <a:r>
              <a:rPr lang="fr-FR" sz="1600" spc="50" dirty="0" smtClean="0">
                <a:solidFill>
                  <a:srgbClr val="585858"/>
                </a:solidFill>
                <a:latin typeface="Calibri"/>
                <a:cs typeface="Calibri"/>
              </a:rPr>
              <a:t> </a:t>
            </a:r>
            <a:r>
              <a:rPr lang="fr-FR" sz="1600" spc="-25" dirty="0" smtClean="0">
                <a:solidFill>
                  <a:srgbClr val="585858"/>
                </a:solidFill>
                <a:latin typeface="Calibri"/>
                <a:cs typeface="Calibri"/>
              </a:rPr>
              <a:t>tel </a:t>
            </a:r>
            <a:r>
              <a:rPr lang="fr-FR" sz="1600" dirty="0" smtClean="0">
                <a:solidFill>
                  <a:srgbClr val="585858"/>
                </a:solidFill>
                <a:latin typeface="Calibri"/>
                <a:cs typeface="Calibri"/>
              </a:rPr>
              <a:t>que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la</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création,</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déplacement ou</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la</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suppression,</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on peut</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avoir</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des</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petites</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zones éparpillées</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dans</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la</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mémoire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qui</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ne</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servent</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pas</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à</a:t>
            </a:r>
            <a:r>
              <a:rPr lang="fr-FR" sz="1600" spc="10" dirty="0" smtClean="0">
                <a:solidFill>
                  <a:srgbClr val="585858"/>
                </a:solidFill>
                <a:latin typeface="Calibri"/>
                <a:cs typeface="Calibri"/>
              </a:rPr>
              <a:t> </a:t>
            </a:r>
            <a:r>
              <a:rPr lang="fr-FR" sz="1600" spc="-10" dirty="0" smtClean="0">
                <a:solidFill>
                  <a:srgbClr val="585858"/>
                </a:solidFill>
                <a:latin typeface="Calibri"/>
                <a:cs typeface="Calibri"/>
              </a:rPr>
              <a:t>stocker</a:t>
            </a:r>
            <a:r>
              <a:rPr lang="fr-FR" sz="1600" dirty="0" smtClean="0">
                <a:solidFill>
                  <a:srgbClr val="585858"/>
                </a:solidFill>
                <a:latin typeface="Calibri"/>
                <a:cs typeface="Calibri"/>
              </a:rPr>
              <a:t> des</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fichiers mais</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dont</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5" dirty="0" smtClean="0">
                <a:solidFill>
                  <a:srgbClr val="585858"/>
                </a:solidFill>
                <a:latin typeface="Calibri"/>
                <a:cs typeface="Calibri"/>
              </a:rPr>
              <a:t> </a:t>
            </a:r>
            <a:r>
              <a:rPr lang="fr-FR" sz="1600" spc="-10" dirty="0" smtClean="0">
                <a:solidFill>
                  <a:srgbClr val="585858"/>
                </a:solidFill>
                <a:latin typeface="Calibri"/>
                <a:cs typeface="Calibri"/>
              </a:rPr>
              <a:t>total </a:t>
            </a:r>
            <a:r>
              <a:rPr lang="fr-FR" sz="1600" dirty="0" smtClean="0">
                <a:solidFill>
                  <a:srgbClr val="585858"/>
                </a:solidFill>
                <a:latin typeface="Calibri"/>
                <a:cs typeface="Calibri"/>
              </a:rPr>
              <a:t>est</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assez</a:t>
            </a:r>
            <a:r>
              <a:rPr lang="fr-FR" sz="1600" spc="-25" dirty="0" smtClean="0">
                <a:solidFill>
                  <a:srgbClr val="585858"/>
                </a:solidFill>
                <a:latin typeface="Calibri"/>
                <a:cs typeface="Calibri"/>
              </a:rPr>
              <a:t> </a:t>
            </a:r>
            <a:r>
              <a:rPr lang="fr-FR" sz="1600" spc="-10" dirty="0" smtClean="0">
                <a:solidFill>
                  <a:srgbClr val="585858"/>
                </a:solidFill>
                <a:latin typeface="Calibri"/>
                <a:cs typeface="Calibri"/>
              </a:rPr>
              <a:t>volumineux.</a:t>
            </a:r>
          </a:p>
          <a:p>
            <a:pPr marL="298450" indent="-285750">
              <a:spcBef>
                <a:spcPts val="770"/>
              </a:spcBef>
              <a:buFont typeface="Arial" panose="020B0604020202020204" pitchFamily="34" charset="0"/>
              <a:buChar char="•"/>
              <a:tabLst>
                <a:tab pos="121920" algn="l"/>
              </a:tabLst>
            </a:pPr>
            <a:r>
              <a:rPr lang="fr-FR" sz="1600" b="1" dirty="0">
                <a:solidFill>
                  <a:srgbClr val="585858"/>
                </a:solidFill>
                <a:latin typeface="Calibri"/>
                <a:cs typeface="Calibri"/>
              </a:rPr>
              <a:t>F</a:t>
            </a:r>
            <a:r>
              <a:rPr lang="fr-FR" sz="1600" b="1" dirty="0" smtClean="0">
                <a:solidFill>
                  <a:srgbClr val="585858"/>
                </a:solidFill>
                <a:latin typeface="Calibri"/>
                <a:cs typeface="Calibri"/>
              </a:rPr>
              <a:t>ichier</a:t>
            </a:r>
            <a:r>
              <a:rPr lang="fr-FR" sz="1600" b="1" spc="25" dirty="0" smtClean="0">
                <a:solidFill>
                  <a:srgbClr val="585858"/>
                </a:solidFill>
                <a:latin typeface="Calibri"/>
                <a:cs typeface="Calibri"/>
              </a:rPr>
              <a:t> </a:t>
            </a:r>
            <a:r>
              <a:rPr lang="fr-FR" sz="1600" b="1" dirty="0" smtClean="0">
                <a:solidFill>
                  <a:srgbClr val="585858"/>
                </a:solidFill>
                <a:latin typeface="Calibri"/>
                <a:cs typeface="Calibri"/>
              </a:rPr>
              <a:t>ne</a:t>
            </a:r>
            <a:r>
              <a:rPr lang="fr-FR" sz="1600" b="1" spc="35" dirty="0" smtClean="0">
                <a:solidFill>
                  <a:srgbClr val="585858"/>
                </a:solidFill>
                <a:latin typeface="Calibri"/>
                <a:cs typeface="Calibri"/>
              </a:rPr>
              <a:t> </a:t>
            </a:r>
            <a:r>
              <a:rPr lang="fr-FR" sz="1600" b="1" dirty="0" smtClean="0">
                <a:solidFill>
                  <a:srgbClr val="585858"/>
                </a:solidFill>
                <a:latin typeface="Calibri"/>
                <a:cs typeface="Calibri"/>
              </a:rPr>
              <a:t>trouve</a:t>
            </a:r>
            <a:r>
              <a:rPr lang="fr-FR" sz="1600" b="1" spc="15" dirty="0" smtClean="0">
                <a:solidFill>
                  <a:srgbClr val="585858"/>
                </a:solidFill>
                <a:latin typeface="Calibri"/>
                <a:cs typeface="Calibri"/>
              </a:rPr>
              <a:t> </a:t>
            </a:r>
            <a:r>
              <a:rPr lang="fr-FR" sz="1600" b="1" dirty="0" smtClean="0">
                <a:solidFill>
                  <a:srgbClr val="585858"/>
                </a:solidFill>
                <a:latin typeface="Calibri"/>
                <a:cs typeface="Calibri"/>
              </a:rPr>
              <a:t>pas</a:t>
            </a:r>
            <a:r>
              <a:rPr lang="fr-FR" sz="1600" b="1" spc="40" dirty="0" smtClean="0">
                <a:solidFill>
                  <a:srgbClr val="585858"/>
                </a:solidFill>
                <a:latin typeface="Calibri"/>
                <a:cs typeface="Calibri"/>
              </a:rPr>
              <a:t> </a:t>
            </a:r>
            <a:r>
              <a:rPr lang="fr-FR" sz="1600" b="1" dirty="0" smtClean="0">
                <a:solidFill>
                  <a:srgbClr val="585858"/>
                </a:solidFill>
                <a:latin typeface="Calibri"/>
                <a:cs typeface="Calibri"/>
              </a:rPr>
              <a:t>assez</a:t>
            </a:r>
            <a:r>
              <a:rPr lang="fr-FR" sz="1600" b="1" spc="15" dirty="0" smtClean="0">
                <a:solidFill>
                  <a:srgbClr val="585858"/>
                </a:solidFill>
                <a:latin typeface="Calibri"/>
                <a:cs typeface="Calibri"/>
              </a:rPr>
              <a:t> </a:t>
            </a:r>
            <a:r>
              <a:rPr lang="fr-FR" sz="1600" b="1" spc="-10" dirty="0" smtClean="0">
                <a:solidFill>
                  <a:srgbClr val="585858"/>
                </a:solidFill>
                <a:latin typeface="Calibri"/>
                <a:cs typeface="Calibri"/>
              </a:rPr>
              <a:t>d’espace</a:t>
            </a:r>
            <a:r>
              <a:rPr lang="fr-FR" sz="1600" b="1" spc="35" dirty="0" smtClean="0">
                <a:solidFill>
                  <a:srgbClr val="585858"/>
                </a:solidFill>
                <a:latin typeface="Calibri"/>
                <a:cs typeface="Calibri"/>
              </a:rPr>
              <a:t> </a:t>
            </a:r>
            <a:r>
              <a:rPr lang="fr-FR" sz="1600" b="1" spc="-10" dirty="0" smtClean="0">
                <a:solidFill>
                  <a:srgbClr val="585858"/>
                </a:solidFill>
                <a:latin typeface="Calibri"/>
                <a:cs typeface="Calibri"/>
              </a:rPr>
              <a:t>mémoire</a:t>
            </a:r>
            <a:r>
              <a:rPr lang="fr-FR" sz="1600" b="1" dirty="0" smtClean="0">
                <a:latin typeface="Calibri"/>
                <a:cs typeface="Calibri"/>
              </a:rPr>
              <a:t> </a:t>
            </a:r>
            <a:r>
              <a:rPr lang="fr-FR" sz="1600" b="1" dirty="0" smtClean="0">
                <a:solidFill>
                  <a:srgbClr val="585858"/>
                </a:solidFill>
                <a:latin typeface="Calibri"/>
                <a:cs typeface="Calibri"/>
              </a:rPr>
              <a:t>pour</a:t>
            </a:r>
            <a:r>
              <a:rPr lang="fr-FR" sz="1600" b="1" spc="-40" dirty="0" smtClean="0">
                <a:solidFill>
                  <a:srgbClr val="585858"/>
                </a:solidFill>
                <a:latin typeface="Calibri"/>
                <a:cs typeface="Calibri"/>
              </a:rPr>
              <a:t> </a:t>
            </a:r>
            <a:r>
              <a:rPr lang="fr-FR" sz="1600" b="1" dirty="0" smtClean="0">
                <a:solidFill>
                  <a:srgbClr val="585858"/>
                </a:solidFill>
                <a:latin typeface="Calibri"/>
                <a:cs typeface="Calibri"/>
              </a:rPr>
              <a:t>être</a:t>
            </a:r>
            <a:r>
              <a:rPr lang="fr-FR" sz="1600" b="1" spc="-20" dirty="0" smtClean="0">
                <a:solidFill>
                  <a:srgbClr val="585858"/>
                </a:solidFill>
                <a:latin typeface="Calibri"/>
                <a:cs typeface="Calibri"/>
              </a:rPr>
              <a:t> </a:t>
            </a:r>
            <a:r>
              <a:rPr lang="fr-FR" sz="1600" b="1" dirty="0" smtClean="0">
                <a:solidFill>
                  <a:srgbClr val="585858"/>
                </a:solidFill>
                <a:latin typeface="Calibri"/>
                <a:cs typeface="Calibri"/>
              </a:rPr>
              <a:t>étendu</a:t>
            </a:r>
            <a:r>
              <a:rPr lang="fr-FR" sz="1600" b="1" spc="-50" dirty="0" smtClean="0">
                <a:solidFill>
                  <a:srgbClr val="585858"/>
                </a:solidFill>
                <a:latin typeface="Calibri"/>
                <a:cs typeface="Calibri"/>
              </a:rPr>
              <a:t> </a:t>
            </a:r>
            <a:r>
              <a:rPr lang="fr-FR" sz="1600" spc="-50" dirty="0" smtClean="0">
                <a:solidFill>
                  <a:srgbClr val="585858"/>
                </a:solidFill>
                <a:latin typeface="Calibri"/>
                <a:cs typeface="Calibri"/>
              </a:rPr>
              <a:t>;</a:t>
            </a:r>
            <a:endParaRPr lang="fr-FR" sz="1600" dirty="0" smtClean="0">
              <a:latin typeface="Calibri"/>
              <a:cs typeface="Calibri"/>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12</a:t>
            </a:fld>
            <a:endParaRPr spc="-25" dirty="0"/>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8"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1576962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grpSp>
        <p:nvGrpSpPr>
          <p:cNvPr id="8" name="object 8"/>
          <p:cNvGrpSpPr/>
          <p:nvPr/>
        </p:nvGrpSpPr>
        <p:grpSpPr>
          <a:xfrm>
            <a:off x="2387472" y="4069981"/>
            <a:ext cx="6487922" cy="1057783"/>
            <a:chOff x="2389632" y="4069079"/>
            <a:chExt cx="6487922" cy="1057783"/>
          </a:xfrm>
        </p:grpSpPr>
        <p:sp>
          <p:nvSpPr>
            <p:cNvPr id="11" name="object 11"/>
            <p:cNvSpPr/>
            <p:nvPr/>
          </p:nvSpPr>
          <p:spPr>
            <a:xfrm>
              <a:off x="2389632" y="4069079"/>
              <a:ext cx="637540" cy="1039494"/>
            </a:xfrm>
            <a:custGeom>
              <a:avLst/>
              <a:gdLst/>
              <a:ahLst/>
              <a:cxnLst/>
              <a:rect l="l" t="t" r="r" b="b"/>
              <a:pathLst>
                <a:path w="637539" h="1039495">
                  <a:moveTo>
                    <a:pt x="637032" y="0"/>
                  </a:moveTo>
                  <a:lnTo>
                    <a:pt x="0" y="0"/>
                  </a:lnTo>
                  <a:lnTo>
                    <a:pt x="0" y="1039368"/>
                  </a:lnTo>
                  <a:lnTo>
                    <a:pt x="637032" y="1039368"/>
                  </a:lnTo>
                  <a:lnTo>
                    <a:pt x="637032" y="0"/>
                  </a:lnTo>
                  <a:close/>
                </a:path>
              </a:pathLst>
            </a:custGeom>
            <a:solidFill>
              <a:srgbClr val="E7E6E6"/>
            </a:solidFill>
          </p:spPr>
          <p:txBody>
            <a:bodyPr wrap="square" lIns="0" tIns="0" rIns="0" bIns="0" rtlCol="0"/>
            <a:lstStyle/>
            <a:p>
              <a:endParaRPr/>
            </a:p>
          </p:txBody>
        </p:sp>
        <p:sp>
          <p:nvSpPr>
            <p:cNvPr id="12" name="object 12"/>
            <p:cNvSpPr/>
            <p:nvPr/>
          </p:nvSpPr>
          <p:spPr>
            <a:xfrm>
              <a:off x="2389632" y="4069079"/>
              <a:ext cx="637540" cy="1039494"/>
            </a:xfrm>
            <a:custGeom>
              <a:avLst/>
              <a:gdLst/>
              <a:ahLst/>
              <a:cxnLst/>
              <a:rect l="l" t="t" r="r" b="b"/>
              <a:pathLst>
                <a:path w="637539" h="1039495">
                  <a:moveTo>
                    <a:pt x="0" y="1039368"/>
                  </a:moveTo>
                  <a:lnTo>
                    <a:pt x="637032" y="1039368"/>
                  </a:lnTo>
                  <a:lnTo>
                    <a:pt x="637032" y="0"/>
                  </a:lnTo>
                  <a:lnTo>
                    <a:pt x="0" y="0"/>
                  </a:lnTo>
                  <a:lnTo>
                    <a:pt x="0" y="1039368"/>
                  </a:lnTo>
                  <a:close/>
                </a:path>
              </a:pathLst>
            </a:custGeom>
            <a:ln w="19050">
              <a:solidFill>
                <a:srgbClr val="000000"/>
              </a:solidFill>
            </a:ln>
          </p:spPr>
          <p:txBody>
            <a:bodyPr wrap="square" lIns="0" tIns="0" rIns="0" bIns="0" rtlCol="0"/>
            <a:lstStyle/>
            <a:p>
              <a:endParaRPr/>
            </a:p>
          </p:txBody>
        </p:sp>
        <p:sp>
          <p:nvSpPr>
            <p:cNvPr id="13" name="object 13"/>
            <p:cNvSpPr/>
            <p:nvPr/>
          </p:nvSpPr>
          <p:spPr>
            <a:xfrm>
              <a:off x="3828288" y="4069079"/>
              <a:ext cx="640080" cy="1039494"/>
            </a:xfrm>
            <a:custGeom>
              <a:avLst/>
              <a:gdLst/>
              <a:ahLst/>
              <a:cxnLst/>
              <a:rect l="l" t="t" r="r" b="b"/>
              <a:pathLst>
                <a:path w="640079" h="1039495">
                  <a:moveTo>
                    <a:pt x="640079" y="0"/>
                  </a:moveTo>
                  <a:lnTo>
                    <a:pt x="0" y="0"/>
                  </a:lnTo>
                  <a:lnTo>
                    <a:pt x="0" y="1039368"/>
                  </a:lnTo>
                  <a:lnTo>
                    <a:pt x="640079" y="1039368"/>
                  </a:lnTo>
                  <a:lnTo>
                    <a:pt x="640079" y="0"/>
                  </a:lnTo>
                  <a:close/>
                </a:path>
              </a:pathLst>
            </a:custGeom>
            <a:solidFill>
              <a:srgbClr val="E7E6E6"/>
            </a:solidFill>
          </p:spPr>
          <p:txBody>
            <a:bodyPr wrap="square" lIns="0" tIns="0" rIns="0" bIns="0" rtlCol="0"/>
            <a:lstStyle/>
            <a:p>
              <a:endParaRPr/>
            </a:p>
          </p:txBody>
        </p:sp>
        <p:sp>
          <p:nvSpPr>
            <p:cNvPr id="14" name="object 14"/>
            <p:cNvSpPr/>
            <p:nvPr/>
          </p:nvSpPr>
          <p:spPr>
            <a:xfrm>
              <a:off x="3828288" y="4069079"/>
              <a:ext cx="640080" cy="1039494"/>
            </a:xfrm>
            <a:custGeom>
              <a:avLst/>
              <a:gdLst/>
              <a:ahLst/>
              <a:cxnLst/>
              <a:rect l="l" t="t" r="r" b="b"/>
              <a:pathLst>
                <a:path w="640079" h="1039495">
                  <a:moveTo>
                    <a:pt x="0" y="1039368"/>
                  </a:moveTo>
                  <a:lnTo>
                    <a:pt x="640079" y="1039368"/>
                  </a:lnTo>
                  <a:lnTo>
                    <a:pt x="640079" y="0"/>
                  </a:lnTo>
                  <a:lnTo>
                    <a:pt x="0" y="0"/>
                  </a:lnTo>
                  <a:lnTo>
                    <a:pt x="0" y="1039368"/>
                  </a:lnTo>
                  <a:close/>
                </a:path>
              </a:pathLst>
            </a:custGeom>
            <a:ln w="19050">
              <a:solidFill>
                <a:srgbClr val="000000"/>
              </a:solidFill>
            </a:ln>
          </p:spPr>
          <p:txBody>
            <a:bodyPr wrap="square" lIns="0" tIns="0" rIns="0" bIns="0" rtlCol="0"/>
            <a:lstStyle/>
            <a:p>
              <a:endParaRPr/>
            </a:p>
          </p:txBody>
        </p:sp>
        <p:sp>
          <p:nvSpPr>
            <p:cNvPr id="15" name="object 15"/>
            <p:cNvSpPr/>
            <p:nvPr/>
          </p:nvSpPr>
          <p:spPr>
            <a:xfrm>
              <a:off x="5294376" y="4069079"/>
              <a:ext cx="637540" cy="1039494"/>
            </a:xfrm>
            <a:custGeom>
              <a:avLst/>
              <a:gdLst/>
              <a:ahLst/>
              <a:cxnLst/>
              <a:rect l="l" t="t" r="r" b="b"/>
              <a:pathLst>
                <a:path w="637539" h="1039495">
                  <a:moveTo>
                    <a:pt x="637031" y="0"/>
                  </a:moveTo>
                  <a:lnTo>
                    <a:pt x="0" y="0"/>
                  </a:lnTo>
                  <a:lnTo>
                    <a:pt x="0" y="1039368"/>
                  </a:lnTo>
                  <a:lnTo>
                    <a:pt x="637031" y="1039368"/>
                  </a:lnTo>
                  <a:lnTo>
                    <a:pt x="637031" y="0"/>
                  </a:lnTo>
                  <a:close/>
                </a:path>
              </a:pathLst>
            </a:custGeom>
            <a:solidFill>
              <a:srgbClr val="E7E6E6"/>
            </a:solidFill>
          </p:spPr>
          <p:txBody>
            <a:bodyPr wrap="square" lIns="0" tIns="0" rIns="0" bIns="0" rtlCol="0"/>
            <a:lstStyle/>
            <a:p>
              <a:endParaRPr/>
            </a:p>
          </p:txBody>
        </p:sp>
        <p:sp>
          <p:nvSpPr>
            <p:cNvPr id="16" name="object 16"/>
            <p:cNvSpPr/>
            <p:nvPr/>
          </p:nvSpPr>
          <p:spPr>
            <a:xfrm>
              <a:off x="5294376" y="4069079"/>
              <a:ext cx="637540" cy="1039494"/>
            </a:xfrm>
            <a:custGeom>
              <a:avLst/>
              <a:gdLst/>
              <a:ahLst/>
              <a:cxnLst/>
              <a:rect l="l" t="t" r="r" b="b"/>
              <a:pathLst>
                <a:path w="637539" h="1039495">
                  <a:moveTo>
                    <a:pt x="0" y="1039368"/>
                  </a:moveTo>
                  <a:lnTo>
                    <a:pt x="637031" y="1039368"/>
                  </a:lnTo>
                  <a:lnTo>
                    <a:pt x="637031" y="0"/>
                  </a:lnTo>
                  <a:lnTo>
                    <a:pt x="0" y="0"/>
                  </a:lnTo>
                  <a:lnTo>
                    <a:pt x="0" y="1039368"/>
                  </a:lnTo>
                  <a:close/>
                </a:path>
              </a:pathLst>
            </a:custGeom>
            <a:ln w="19050">
              <a:solidFill>
                <a:srgbClr val="000000"/>
              </a:solidFill>
            </a:ln>
          </p:spPr>
          <p:txBody>
            <a:bodyPr wrap="square" lIns="0" tIns="0" rIns="0" bIns="0" rtlCol="0"/>
            <a:lstStyle/>
            <a:p>
              <a:endParaRPr/>
            </a:p>
          </p:txBody>
        </p:sp>
        <p:sp>
          <p:nvSpPr>
            <p:cNvPr id="17" name="object 17"/>
            <p:cNvSpPr/>
            <p:nvPr/>
          </p:nvSpPr>
          <p:spPr>
            <a:xfrm>
              <a:off x="6797040" y="4087368"/>
              <a:ext cx="640080" cy="1039494"/>
            </a:xfrm>
            <a:custGeom>
              <a:avLst/>
              <a:gdLst/>
              <a:ahLst/>
              <a:cxnLst/>
              <a:rect l="l" t="t" r="r" b="b"/>
              <a:pathLst>
                <a:path w="640079" h="1039495">
                  <a:moveTo>
                    <a:pt x="640079" y="0"/>
                  </a:moveTo>
                  <a:lnTo>
                    <a:pt x="0" y="0"/>
                  </a:lnTo>
                  <a:lnTo>
                    <a:pt x="0" y="1039367"/>
                  </a:lnTo>
                  <a:lnTo>
                    <a:pt x="640079" y="1039367"/>
                  </a:lnTo>
                  <a:lnTo>
                    <a:pt x="640079" y="0"/>
                  </a:lnTo>
                  <a:close/>
                </a:path>
              </a:pathLst>
            </a:custGeom>
            <a:solidFill>
              <a:srgbClr val="E7E6E6"/>
            </a:solidFill>
          </p:spPr>
          <p:txBody>
            <a:bodyPr wrap="square" lIns="0" tIns="0" rIns="0" bIns="0" rtlCol="0"/>
            <a:lstStyle/>
            <a:p>
              <a:endParaRPr/>
            </a:p>
          </p:txBody>
        </p:sp>
        <p:sp>
          <p:nvSpPr>
            <p:cNvPr id="18" name="object 18"/>
            <p:cNvSpPr/>
            <p:nvPr/>
          </p:nvSpPr>
          <p:spPr>
            <a:xfrm>
              <a:off x="6797040" y="4087368"/>
              <a:ext cx="640080" cy="1039494"/>
            </a:xfrm>
            <a:custGeom>
              <a:avLst/>
              <a:gdLst/>
              <a:ahLst/>
              <a:cxnLst/>
              <a:rect l="l" t="t" r="r" b="b"/>
              <a:pathLst>
                <a:path w="640079" h="1039495">
                  <a:moveTo>
                    <a:pt x="0" y="1039367"/>
                  </a:moveTo>
                  <a:lnTo>
                    <a:pt x="640079" y="1039367"/>
                  </a:lnTo>
                  <a:lnTo>
                    <a:pt x="640079" y="0"/>
                  </a:lnTo>
                  <a:lnTo>
                    <a:pt x="0" y="0"/>
                  </a:lnTo>
                  <a:lnTo>
                    <a:pt x="0" y="1039367"/>
                  </a:lnTo>
                  <a:close/>
                </a:path>
              </a:pathLst>
            </a:custGeom>
            <a:ln w="19050">
              <a:solidFill>
                <a:srgbClr val="000000"/>
              </a:solidFill>
            </a:ln>
          </p:spPr>
          <p:txBody>
            <a:bodyPr wrap="square" lIns="0" tIns="0" rIns="0" bIns="0" rtlCol="0"/>
            <a:lstStyle/>
            <a:p>
              <a:endParaRPr/>
            </a:p>
          </p:txBody>
        </p:sp>
        <p:sp>
          <p:nvSpPr>
            <p:cNvPr id="19" name="object 19"/>
            <p:cNvSpPr/>
            <p:nvPr/>
          </p:nvSpPr>
          <p:spPr>
            <a:xfrm>
              <a:off x="8238744" y="4069079"/>
              <a:ext cx="637540" cy="1039494"/>
            </a:xfrm>
            <a:custGeom>
              <a:avLst/>
              <a:gdLst/>
              <a:ahLst/>
              <a:cxnLst/>
              <a:rect l="l" t="t" r="r" b="b"/>
              <a:pathLst>
                <a:path w="637540" h="1039495">
                  <a:moveTo>
                    <a:pt x="637031" y="0"/>
                  </a:moveTo>
                  <a:lnTo>
                    <a:pt x="0" y="0"/>
                  </a:lnTo>
                  <a:lnTo>
                    <a:pt x="0" y="1039368"/>
                  </a:lnTo>
                  <a:lnTo>
                    <a:pt x="637031" y="1039368"/>
                  </a:lnTo>
                  <a:lnTo>
                    <a:pt x="637031" y="0"/>
                  </a:lnTo>
                  <a:close/>
                </a:path>
              </a:pathLst>
            </a:custGeom>
            <a:solidFill>
              <a:srgbClr val="E7E6E6"/>
            </a:solidFill>
          </p:spPr>
          <p:txBody>
            <a:bodyPr wrap="square" lIns="0" tIns="0" rIns="0" bIns="0" rtlCol="0"/>
            <a:lstStyle/>
            <a:p>
              <a:endParaRPr/>
            </a:p>
          </p:txBody>
        </p:sp>
        <p:sp>
          <p:nvSpPr>
            <p:cNvPr id="20" name="object 20"/>
            <p:cNvSpPr/>
            <p:nvPr/>
          </p:nvSpPr>
          <p:spPr>
            <a:xfrm>
              <a:off x="8238744" y="4069079"/>
              <a:ext cx="637540" cy="1039494"/>
            </a:xfrm>
            <a:custGeom>
              <a:avLst/>
              <a:gdLst/>
              <a:ahLst/>
              <a:cxnLst/>
              <a:rect l="l" t="t" r="r" b="b"/>
              <a:pathLst>
                <a:path w="637540" h="1039495">
                  <a:moveTo>
                    <a:pt x="0" y="1039368"/>
                  </a:moveTo>
                  <a:lnTo>
                    <a:pt x="637031" y="1039368"/>
                  </a:lnTo>
                  <a:lnTo>
                    <a:pt x="637031" y="0"/>
                  </a:lnTo>
                  <a:lnTo>
                    <a:pt x="0" y="0"/>
                  </a:lnTo>
                  <a:lnTo>
                    <a:pt x="0" y="1039368"/>
                  </a:lnTo>
                  <a:close/>
                </a:path>
              </a:pathLst>
            </a:custGeom>
            <a:ln w="19050">
              <a:solidFill>
                <a:srgbClr val="000000"/>
              </a:solidFill>
            </a:ln>
          </p:spPr>
          <p:txBody>
            <a:bodyPr wrap="square" lIns="0" tIns="0" rIns="0" bIns="0" rtlCol="0"/>
            <a:lstStyle/>
            <a:p>
              <a:endParaRPr/>
            </a:p>
          </p:txBody>
        </p:sp>
        <p:sp>
          <p:nvSpPr>
            <p:cNvPr id="21" name="object 21"/>
            <p:cNvSpPr/>
            <p:nvPr/>
          </p:nvSpPr>
          <p:spPr>
            <a:xfrm>
              <a:off x="2389632" y="4407026"/>
              <a:ext cx="2077085" cy="19050"/>
            </a:xfrm>
            <a:custGeom>
              <a:avLst/>
              <a:gdLst/>
              <a:ahLst/>
              <a:cxnLst/>
              <a:rect l="l" t="t" r="r" b="b"/>
              <a:pathLst>
                <a:path w="2077085" h="19050">
                  <a:moveTo>
                    <a:pt x="638302" y="0"/>
                  </a:moveTo>
                  <a:lnTo>
                    <a:pt x="0" y="0"/>
                  </a:lnTo>
                  <a:lnTo>
                    <a:pt x="0" y="19050"/>
                  </a:lnTo>
                  <a:lnTo>
                    <a:pt x="638302" y="19050"/>
                  </a:lnTo>
                  <a:lnTo>
                    <a:pt x="638302" y="0"/>
                  </a:lnTo>
                  <a:close/>
                </a:path>
                <a:path w="2077085" h="19050">
                  <a:moveTo>
                    <a:pt x="2076958" y="0"/>
                  </a:moveTo>
                  <a:lnTo>
                    <a:pt x="1438656" y="0"/>
                  </a:lnTo>
                  <a:lnTo>
                    <a:pt x="1438656" y="19050"/>
                  </a:lnTo>
                  <a:lnTo>
                    <a:pt x="2076958" y="19050"/>
                  </a:lnTo>
                  <a:lnTo>
                    <a:pt x="2076958" y="0"/>
                  </a:lnTo>
                  <a:close/>
                </a:path>
              </a:pathLst>
            </a:custGeom>
            <a:solidFill>
              <a:srgbClr val="000000"/>
            </a:solidFill>
          </p:spPr>
          <p:txBody>
            <a:bodyPr wrap="square" lIns="0" tIns="0" rIns="0" bIns="0" rtlCol="0"/>
            <a:lstStyle/>
            <a:p>
              <a:endParaRPr/>
            </a:p>
          </p:txBody>
        </p:sp>
        <p:sp>
          <p:nvSpPr>
            <p:cNvPr id="22" name="object 22"/>
            <p:cNvSpPr/>
            <p:nvPr/>
          </p:nvSpPr>
          <p:spPr>
            <a:xfrm>
              <a:off x="5312664" y="4419600"/>
              <a:ext cx="2141220" cy="0"/>
            </a:xfrm>
            <a:custGeom>
              <a:avLst/>
              <a:gdLst/>
              <a:ahLst/>
              <a:cxnLst/>
              <a:rect l="l" t="t" r="r" b="b"/>
              <a:pathLst>
                <a:path w="2141220">
                  <a:moveTo>
                    <a:pt x="0" y="0"/>
                  </a:moveTo>
                  <a:lnTo>
                    <a:pt x="638301" y="0"/>
                  </a:lnTo>
                </a:path>
                <a:path w="2141220">
                  <a:moveTo>
                    <a:pt x="1502664" y="0"/>
                  </a:moveTo>
                  <a:lnTo>
                    <a:pt x="2140966" y="0"/>
                  </a:lnTo>
                </a:path>
              </a:pathLst>
            </a:custGeom>
            <a:ln w="19050">
              <a:solidFill>
                <a:srgbClr val="000000"/>
              </a:solidFill>
            </a:ln>
          </p:spPr>
          <p:txBody>
            <a:bodyPr wrap="square" lIns="0" tIns="0" rIns="0" bIns="0" rtlCol="0"/>
            <a:lstStyle/>
            <a:p>
              <a:endParaRPr/>
            </a:p>
          </p:txBody>
        </p:sp>
        <p:sp>
          <p:nvSpPr>
            <p:cNvPr id="23" name="object 23"/>
            <p:cNvSpPr/>
            <p:nvPr/>
          </p:nvSpPr>
          <p:spPr>
            <a:xfrm>
              <a:off x="8238744" y="4407027"/>
              <a:ext cx="638810" cy="19050"/>
            </a:xfrm>
            <a:custGeom>
              <a:avLst/>
              <a:gdLst/>
              <a:ahLst/>
              <a:cxnLst/>
              <a:rect l="l" t="t" r="r" b="b"/>
              <a:pathLst>
                <a:path w="638809" h="19050">
                  <a:moveTo>
                    <a:pt x="0" y="19050"/>
                  </a:moveTo>
                  <a:lnTo>
                    <a:pt x="638301" y="19050"/>
                  </a:lnTo>
                  <a:lnTo>
                    <a:pt x="638301" y="0"/>
                  </a:lnTo>
                  <a:lnTo>
                    <a:pt x="0" y="0"/>
                  </a:lnTo>
                  <a:lnTo>
                    <a:pt x="0" y="19050"/>
                  </a:lnTo>
                  <a:close/>
                </a:path>
              </a:pathLst>
            </a:custGeom>
            <a:solidFill>
              <a:srgbClr val="000000"/>
            </a:solidFill>
          </p:spPr>
          <p:txBody>
            <a:bodyPr wrap="square" lIns="0" tIns="0" rIns="0" bIns="0" rtlCol="0"/>
            <a:lstStyle/>
            <a:p>
              <a:endParaRPr/>
            </a:p>
          </p:txBody>
        </p:sp>
      </p:grpSp>
      <p:sp>
        <p:nvSpPr>
          <p:cNvPr id="24" name="object 24"/>
          <p:cNvSpPr txBox="1"/>
          <p:nvPr/>
        </p:nvSpPr>
        <p:spPr>
          <a:xfrm>
            <a:off x="671829" y="1233472"/>
            <a:ext cx="10589260" cy="1811393"/>
          </a:xfrm>
          <a:prstGeom prst="rect">
            <a:avLst/>
          </a:prstGeom>
        </p:spPr>
        <p:txBody>
          <a:bodyPr vert="horz" wrap="square" lIns="0" tIns="13335" rIns="0" bIns="0" rtlCol="0">
            <a:spAutoFit/>
          </a:bodyPr>
          <a:lstStyle/>
          <a:p>
            <a:pPr marL="12700">
              <a:lnSpc>
                <a:spcPct val="100000"/>
              </a:lnSpc>
              <a:spcBef>
                <a:spcPts val="105"/>
              </a:spcBef>
            </a:pPr>
            <a:endParaRPr lang="fr-FR" b="1" dirty="0" smtClean="0">
              <a:solidFill>
                <a:srgbClr val="FF7800"/>
              </a:solidFill>
              <a:latin typeface="Calibri"/>
              <a:cs typeface="Calibri"/>
            </a:endParaRPr>
          </a:p>
          <a:p>
            <a:pPr marL="12700">
              <a:lnSpc>
                <a:spcPct val="100000"/>
              </a:lnSpc>
              <a:spcBef>
                <a:spcPts val="105"/>
              </a:spcBef>
            </a:pPr>
            <a:r>
              <a:rPr b="1" dirty="0" smtClean="0">
                <a:solidFill>
                  <a:srgbClr val="FF7800"/>
                </a:solidFill>
                <a:latin typeface="Calibri"/>
                <a:cs typeface="Calibri"/>
              </a:rPr>
              <a:t>Allocation</a:t>
            </a:r>
            <a:r>
              <a:rPr b="1" spc="-30" dirty="0" smtClean="0">
                <a:solidFill>
                  <a:srgbClr val="FF7800"/>
                </a:solidFill>
                <a:latin typeface="Calibri"/>
                <a:cs typeface="Calibri"/>
              </a:rPr>
              <a:t> </a:t>
            </a:r>
            <a:r>
              <a:rPr b="1" dirty="0">
                <a:solidFill>
                  <a:srgbClr val="FF7800"/>
                </a:solidFill>
                <a:latin typeface="Calibri"/>
                <a:cs typeface="Calibri"/>
              </a:rPr>
              <a:t>chaînée</a:t>
            </a:r>
            <a:r>
              <a:rPr b="1" spc="-55" dirty="0">
                <a:solidFill>
                  <a:srgbClr val="FF7800"/>
                </a:solidFill>
                <a:latin typeface="Calibri"/>
                <a:cs typeface="Calibri"/>
              </a:rPr>
              <a:t> </a:t>
            </a:r>
            <a:r>
              <a:rPr b="1" dirty="0">
                <a:solidFill>
                  <a:srgbClr val="FF7800"/>
                </a:solidFill>
                <a:latin typeface="Calibri"/>
                <a:cs typeface="Calibri"/>
              </a:rPr>
              <a:t>(non</a:t>
            </a:r>
            <a:r>
              <a:rPr b="1" spc="-55" dirty="0">
                <a:solidFill>
                  <a:srgbClr val="FF7800"/>
                </a:solidFill>
                <a:latin typeface="Calibri"/>
                <a:cs typeface="Calibri"/>
              </a:rPr>
              <a:t> </a:t>
            </a:r>
            <a:r>
              <a:rPr b="1" spc="-10" dirty="0" err="1">
                <a:solidFill>
                  <a:srgbClr val="FF7800"/>
                </a:solidFill>
                <a:latin typeface="Calibri"/>
                <a:cs typeface="Calibri"/>
              </a:rPr>
              <a:t>contiguë</a:t>
            </a:r>
            <a:r>
              <a:rPr b="1" spc="-10" dirty="0" smtClean="0">
                <a:solidFill>
                  <a:srgbClr val="FF7800"/>
                </a:solidFill>
                <a:latin typeface="Calibri"/>
                <a:cs typeface="Calibri"/>
              </a:rPr>
              <a:t>)</a:t>
            </a:r>
            <a:r>
              <a:rPr lang="fr-FR" b="1" spc="-10" dirty="0" smtClean="0">
                <a:solidFill>
                  <a:srgbClr val="FF7800"/>
                </a:solidFill>
                <a:latin typeface="Calibri"/>
                <a:cs typeface="Calibri"/>
              </a:rPr>
              <a:t>: Principe de fonctionnement</a:t>
            </a:r>
            <a:endParaRPr dirty="0">
              <a:latin typeface="Calibri"/>
              <a:cs typeface="Calibri"/>
            </a:endParaRPr>
          </a:p>
          <a:p>
            <a:pPr marL="12700">
              <a:lnSpc>
                <a:spcPct val="100000"/>
              </a:lnSpc>
            </a:pPr>
            <a:endParaRPr lang="fr-FR" sz="1600" dirty="0">
              <a:latin typeface="Calibri"/>
              <a:cs typeface="Calibri"/>
            </a:endParaRPr>
          </a:p>
          <a:p>
            <a:pPr marL="298450" indent="-285750">
              <a:lnSpc>
                <a:spcPct val="100000"/>
              </a:lnSpc>
              <a:buFont typeface="Arial" panose="020B0604020202020204" pitchFamily="34" charset="0"/>
              <a:buChar char="•"/>
            </a:pPr>
            <a:r>
              <a:rPr sz="1600" dirty="0" err="1" smtClean="0">
                <a:solidFill>
                  <a:srgbClr val="585858"/>
                </a:solidFill>
                <a:latin typeface="Calibri"/>
                <a:cs typeface="Calibri"/>
              </a:rPr>
              <a:t>Cette</a:t>
            </a:r>
            <a:r>
              <a:rPr sz="1600" dirty="0" smtClean="0">
                <a:solidFill>
                  <a:srgbClr val="585858"/>
                </a:solidFill>
                <a:latin typeface="Calibri"/>
                <a:cs typeface="Calibri"/>
              </a:rPr>
              <a:t> </a:t>
            </a:r>
            <a:r>
              <a:rPr sz="1600" dirty="0">
                <a:solidFill>
                  <a:srgbClr val="585858"/>
                </a:solidFill>
                <a:latin typeface="Calibri"/>
                <a:cs typeface="Calibri"/>
              </a:rPr>
              <a:t>technique</a:t>
            </a:r>
            <a:r>
              <a:rPr sz="1600" spc="30" dirty="0">
                <a:solidFill>
                  <a:srgbClr val="585858"/>
                </a:solidFill>
                <a:latin typeface="Calibri"/>
                <a:cs typeface="Calibri"/>
              </a:rPr>
              <a:t> </a:t>
            </a:r>
            <a:r>
              <a:rPr sz="1600" dirty="0">
                <a:solidFill>
                  <a:srgbClr val="585858"/>
                </a:solidFill>
                <a:latin typeface="Calibri"/>
                <a:cs typeface="Calibri"/>
              </a:rPr>
              <a:t>consiste</a:t>
            </a:r>
            <a:r>
              <a:rPr sz="1600" spc="10" dirty="0">
                <a:solidFill>
                  <a:srgbClr val="585858"/>
                </a:solidFill>
                <a:latin typeface="Calibri"/>
                <a:cs typeface="Calibri"/>
              </a:rPr>
              <a:t> </a:t>
            </a:r>
            <a:r>
              <a:rPr sz="1600" dirty="0">
                <a:solidFill>
                  <a:srgbClr val="585858"/>
                </a:solidFill>
                <a:latin typeface="Calibri"/>
                <a:cs typeface="Calibri"/>
              </a:rPr>
              <a:t>à</a:t>
            </a:r>
            <a:r>
              <a:rPr sz="1600" spc="25" dirty="0">
                <a:solidFill>
                  <a:srgbClr val="585858"/>
                </a:solidFill>
                <a:latin typeface="Calibri"/>
                <a:cs typeface="Calibri"/>
              </a:rPr>
              <a:t> </a:t>
            </a:r>
            <a:r>
              <a:rPr sz="1600" dirty="0">
                <a:solidFill>
                  <a:srgbClr val="585858"/>
                </a:solidFill>
                <a:latin typeface="Calibri"/>
                <a:cs typeface="Calibri"/>
              </a:rPr>
              <a:t>sauvegarder</a:t>
            </a:r>
            <a:r>
              <a:rPr sz="1600" spc="-5" dirty="0">
                <a:solidFill>
                  <a:srgbClr val="585858"/>
                </a:solidFill>
                <a:latin typeface="Calibri"/>
                <a:cs typeface="Calibri"/>
              </a:rPr>
              <a:t> </a:t>
            </a:r>
            <a:r>
              <a:rPr sz="1600" dirty="0">
                <a:solidFill>
                  <a:srgbClr val="585858"/>
                </a:solidFill>
                <a:latin typeface="Calibri"/>
                <a:cs typeface="Calibri"/>
              </a:rPr>
              <a:t>les</a:t>
            </a:r>
            <a:r>
              <a:rPr sz="1600" spc="15" dirty="0">
                <a:solidFill>
                  <a:srgbClr val="585858"/>
                </a:solidFill>
                <a:latin typeface="Calibri"/>
                <a:cs typeface="Calibri"/>
              </a:rPr>
              <a:t> </a:t>
            </a:r>
            <a:r>
              <a:rPr sz="1600" dirty="0">
                <a:solidFill>
                  <a:srgbClr val="585858"/>
                </a:solidFill>
                <a:latin typeface="Calibri"/>
                <a:cs typeface="Calibri"/>
              </a:rPr>
              <a:t>blocs</a:t>
            </a:r>
            <a:r>
              <a:rPr sz="1600" spc="55" dirty="0">
                <a:solidFill>
                  <a:srgbClr val="585858"/>
                </a:solidFill>
                <a:latin typeface="Calibri"/>
                <a:cs typeface="Calibri"/>
              </a:rPr>
              <a:t> </a:t>
            </a:r>
            <a:r>
              <a:rPr sz="1600" dirty="0">
                <a:solidFill>
                  <a:srgbClr val="585858"/>
                </a:solidFill>
                <a:latin typeface="Calibri"/>
                <a:cs typeface="Calibri"/>
              </a:rPr>
              <a:t>constituant</a:t>
            </a:r>
            <a:r>
              <a:rPr sz="1600" spc="-10" dirty="0">
                <a:solidFill>
                  <a:srgbClr val="585858"/>
                </a:solidFill>
                <a:latin typeface="Calibri"/>
                <a:cs typeface="Calibri"/>
              </a:rPr>
              <a:t> </a:t>
            </a:r>
            <a:r>
              <a:rPr sz="1600" dirty="0">
                <a:solidFill>
                  <a:srgbClr val="585858"/>
                </a:solidFill>
                <a:latin typeface="Calibri"/>
                <a:cs typeface="Calibri"/>
              </a:rPr>
              <a:t>le</a:t>
            </a:r>
            <a:r>
              <a:rPr sz="1600" spc="5" dirty="0">
                <a:solidFill>
                  <a:srgbClr val="585858"/>
                </a:solidFill>
                <a:latin typeface="Calibri"/>
                <a:cs typeface="Calibri"/>
              </a:rPr>
              <a:t> </a:t>
            </a:r>
            <a:r>
              <a:rPr sz="1600" dirty="0">
                <a:solidFill>
                  <a:srgbClr val="585858"/>
                </a:solidFill>
                <a:latin typeface="Calibri"/>
                <a:cs typeface="Calibri"/>
              </a:rPr>
              <a:t>fichier</a:t>
            </a:r>
            <a:r>
              <a:rPr sz="1600" spc="15" dirty="0">
                <a:solidFill>
                  <a:srgbClr val="585858"/>
                </a:solidFill>
                <a:latin typeface="Calibri"/>
                <a:cs typeface="Calibri"/>
              </a:rPr>
              <a:t> </a:t>
            </a:r>
            <a:r>
              <a:rPr sz="1600" dirty="0">
                <a:solidFill>
                  <a:srgbClr val="585858"/>
                </a:solidFill>
                <a:latin typeface="Calibri"/>
                <a:cs typeface="Calibri"/>
              </a:rPr>
              <a:t>sous</a:t>
            </a:r>
            <a:r>
              <a:rPr sz="1600" spc="15" dirty="0">
                <a:solidFill>
                  <a:srgbClr val="585858"/>
                </a:solidFill>
                <a:latin typeface="Calibri"/>
                <a:cs typeface="Calibri"/>
              </a:rPr>
              <a:t> </a:t>
            </a:r>
            <a:r>
              <a:rPr sz="1600" dirty="0">
                <a:solidFill>
                  <a:srgbClr val="585858"/>
                </a:solidFill>
                <a:latin typeface="Calibri"/>
                <a:cs typeface="Calibri"/>
              </a:rPr>
              <a:t>forme</a:t>
            </a:r>
            <a:r>
              <a:rPr sz="1600" spc="25" dirty="0">
                <a:solidFill>
                  <a:srgbClr val="585858"/>
                </a:solidFill>
                <a:latin typeface="Calibri"/>
                <a:cs typeface="Calibri"/>
              </a:rPr>
              <a:t> </a:t>
            </a:r>
            <a:r>
              <a:rPr sz="1600" dirty="0">
                <a:solidFill>
                  <a:srgbClr val="585858"/>
                </a:solidFill>
                <a:latin typeface="Calibri"/>
                <a:cs typeface="Calibri"/>
              </a:rPr>
              <a:t>d’une</a:t>
            </a:r>
            <a:r>
              <a:rPr sz="1600" spc="25" dirty="0">
                <a:solidFill>
                  <a:srgbClr val="585858"/>
                </a:solidFill>
                <a:latin typeface="Calibri"/>
                <a:cs typeface="Calibri"/>
              </a:rPr>
              <a:t> </a:t>
            </a:r>
            <a:r>
              <a:rPr sz="1600" dirty="0">
                <a:solidFill>
                  <a:srgbClr val="585858"/>
                </a:solidFill>
                <a:latin typeface="Calibri"/>
                <a:cs typeface="Calibri"/>
              </a:rPr>
              <a:t>liste</a:t>
            </a:r>
            <a:r>
              <a:rPr sz="1600" spc="25" dirty="0">
                <a:solidFill>
                  <a:srgbClr val="585858"/>
                </a:solidFill>
                <a:latin typeface="Calibri"/>
                <a:cs typeface="Calibri"/>
              </a:rPr>
              <a:t> </a:t>
            </a:r>
            <a:r>
              <a:rPr sz="1600" dirty="0">
                <a:solidFill>
                  <a:srgbClr val="585858"/>
                </a:solidFill>
                <a:latin typeface="Calibri"/>
                <a:cs typeface="Calibri"/>
              </a:rPr>
              <a:t>chainée</a:t>
            </a:r>
            <a:r>
              <a:rPr sz="1600" spc="5" dirty="0">
                <a:solidFill>
                  <a:srgbClr val="585858"/>
                </a:solidFill>
                <a:latin typeface="Calibri"/>
                <a:cs typeface="Calibri"/>
              </a:rPr>
              <a:t> </a:t>
            </a:r>
            <a:r>
              <a:rPr sz="1600" dirty="0">
                <a:solidFill>
                  <a:srgbClr val="585858"/>
                </a:solidFill>
                <a:latin typeface="Calibri"/>
                <a:cs typeface="Calibri"/>
              </a:rPr>
              <a:t>comme</a:t>
            </a:r>
            <a:r>
              <a:rPr sz="1600" spc="25" dirty="0">
                <a:solidFill>
                  <a:srgbClr val="585858"/>
                </a:solidFill>
                <a:latin typeface="Calibri"/>
                <a:cs typeface="Calibri"/>
              </a:rPr>
              <a:t> </a:t>
            </a:r>
            <a:r>
              <a:rPr sz="1600" dirty="0">
                <a:solidFill>
                  <a:srgbClr val="585858"/>
                </a:solidFill>
                <a:latin typeface="Calibri"/>
                <a:cs typeface="Calibri"/>
              </a:rPr>
              <a:t>il</a:t>
            </a:r>
            <a:r>
              <a:rPr sz="1600" spc="-5" dirty="0">
                <a:solidFill>
                  <a:srgbClr val="585858"/>
                </a:solidFill>
                <a:latin typeface="Calibri"/>
                <a:cs typeface="Calibri"/>
              </a:rPr>
              <a:t> </a:t>
            </a:r>
            <a:r>
              <a:rPr sz="1600" dirty="0">
                <a:solidFill>
                  <a:srgbClr val="585858"/>
                </a:solidFill>
                <a:latin typeface="Calibri"/>
                <a:cs typeface="Calibri"/>
              </a:rPr>
              <a:t>est</a:t>
            </a:r>
            <a:r>
              <a:rPr sz="1600" spc="30" dirty="0">
                <a:solidFill>
                  <a:srgbClr val="585858"/>
                </a:solidFill>
                <a:latin typeface="Calibri"/>
                <a:cs typeface="Calibri"/>
              </a:rPr>
              <a:t> </a:t>
            </a:r>
            <a:r>
              <a:rPr sz="1600" dirty="0">
                <a:solidFill>
                  <a:srgbClr val="585858"/>
                </a:solidFill>
                <a:latin typeface="Calibri"/>
                <a:cs typeface="Calibri"/>
              </a:rPr>
              <a:t>montré</a:t>
            </a:r>
            <a:r>
              <a:rPr sz="1600" spc="25" dirty="0">
                <a:solidFill>
                  <a:srgbClr val="585858"/>
                </a:solidFill>
                <a:latin typeface="Calibri"/>
                <a:cs typeface="Calibri"/>
              </a:rPr>
              <a:t> </a:t>
            </a:r>
            <a:r>
              <a:rPr sz="1600" dirty="0">
                <a:solidFill>
                  <a:srgbClr val="585858"/>
                </a:solidFill>
                <a:latin typeface="Calibri"/>
                <a:cs typeface="Calibri"/>
              </a:rPr>
              <a:t>dans</a:t>
            </a:r>
            <a:r>
              <a:rPr sz="1600" spc="35" dirty="0">
                <a:solidFill>
                  <a:srgbClr val="585858"/>
                </a:solidFill>
                <a:latin typeface="Calibri"/>
                <a:cs typeface="Calibri"/>
              </a:rPr>
              <a:t> </a:t>
            </a:r>
            <a:r>
              <a:rPr sz="1600" dirty="0">
                <a:solidFill>
                  <a:srgbClr val="585858"/>
                </a:solidFill>
                <a:latin typeface="Calibri"/>
                <a:cs typeface="Calibri"/>
              </a:rPr>
              <a:t>la</a:t>
            </a:r>
            <a:r>
              <a:rPr sz="1600" spc="5" dirty="0">
                <a:solidFill>
                  <a:srgbClr val="585858"/>
                </a:solidFill>
                <a:latin typeface="Calibri"/>
                <a:cs typeface="Calibri"/>
              </a:rPr>
              <a:t> </a:t>
            </a:r>
            <a:r>
              <a:rPr sz="1600" b="1" dirty="0" err="1" smtClean="0">
                <a:solidFill>
                  <a:srgbClr val="585858"/>
                </a:solidFill>
                <a:latin typeface="Calibri"/>
                <a:cs typeface="Calibri"/>
              </a:rPr>
              <a:t>Figu</a:t>
            </a:r>
            <a:r>
              <a:rPr lang="fr-FR" sz="1600" b="1" dirty="0" err="1" smtClean="0">
                <a:solidFill>
                  <a:srgbClr val="585858"/>
                </a:solidFill>
                <a:latin typeface="Calibri"/>
                <a:cs typeface="Calibri"/>
              </a:rPr>
              <a:t>re</a:t>
            </a:r>
            <a:r>
              <a:rPr sz="1600" b="1" dirty="0" smtClean="0">
                <a:solidFill>
                  <a:srgbClr val="585858"/>
                </a:solidFill>
                <a:latin typeface="Calibri"/>
                <a:cs typeface="Calibri"/>
              </a:rPr>
              <a:t>.</a:t>
            </a:r>
            <a:r>
              <a:rPr sz="1600" b="1" spc="20" dirty="0" smtClean="0">
                <a:solidFill>
                  <a:srgbClr val="585858"/>
                </a:solidFill>
                <a:latin typeface="Calibri"/>
                <a:cs typeface="Calibri"/>
              </a:rPr>
              <a:t> </a:t>
            </a:r>
            <a:endParaRPr lang="fr-FR" sz="1600" b="1" spc="20" dirty="0" smtClean="0">
              <a:solidFill>
                <a:srgbClr val="585858"/>
              </a:solidFill>
              <a:latin typeface="Calibri"/>
              <a:cs typeface="Calibri"/>
            </a:endParaRPr>
          </a:p>
          <a:p>
            <a:pPr marL="298450" indent="-285750">
              <a:lnSpc>
                <a:spcPct val="100000"/>
              </a:lnSpc>
              <a:buFont typeface="Arial" panose="020B0604020202020204" pitchFamily="34" charset="0"/>
              <a:buChar char="•"/>
            </a:pPr>
            <a:endParaRPr lang="fr-FR" sz="1600" dirty="0" smtClean="0">
              <a:solidFill>
                <a:srgbClr val="585858"/>
              </a:solidFill>
              <a:latin typeface="Calibri"/>
              <a:cs typeface="Calibri"/>
            </a:endParaRPr>
          </a:p>
          <a:p>
            <a:pPr marL="298450" indent="-285750">
              <a:lnSpc>
                <a:spcPct val="100000"/>
              </a:lnSpc>
              <a:buFont typeface="Arial" panose="020B0604020202020204" pitchFamily="34" charset="0"/>
              <a:buChar char="•"/>
            </a:pPr>
            <a:r>
              <a:rPr sz="1600" dirty="0" err="1" smtClean="0">
                <a:solidFill>
                  <a:srgbClr val="585858"/>
                </a:solidFill>
                <a:latin typeface="Calibri"/>
                <a:cs typeface="Calibri"/>
              </a:rPr>
              <a:t>Chaque</a:t>
            </a:r>
            <a:r>
              <a:rPr sz="1600" spc="-45" dirty="0" smtClean="0">
                <a:solidFill>
                  <a:srgbClr val="585858"/>
                </a:solidFill>
                <a:latin typeface="Calibri"/>
                <a:cs typeface="Calibri"/>
              </a:rPr>
              <a:t> </a:t>
            </a:r>
            <a:r>
              <a:rPr sz="1600" dirty="0">
                <a:solidFill>
                  <a:srgbClr val="585858"/>
                </a:solidFill>
                <a:latin typeface="Calibri"/>
                <a:cs typeface="Calibri"/>
              </a:rPr>
              <a:t>bloc</a:t>
            </a:r>
            <a:r>
              <a:rPr sz="1600" spc="-10" dirty="0">
                <a:solidFill>
                  <a:srgbClr val="585858"/>
                </a:solidFill>
                <a:latin typeface="Calibri"/>
                <a:cs typeface="Calibri"/>
              </a:rPr>
              <a:t> </a:t>
            </a:r>
            <a:r>
              <a:rPr sz="1600" dirty="0">
                <a:solidFill>
                  <a:srgbClr val="585858"/>
                </a:solidFill>
                <a:latin typeface="Calibri"/>
                <a:cs typeface="Calibri"/>
              </a:rPr>
              <a:t>contient</a:t>
            </a:r>
            <a:r>
              <a:rPr sz="1600" spc="-45" dirty="0">
                <a:solidFill>
                  <a:srgbClr val="585858"/>
                </a:solidFill>
                <a:latin typeface="Calibri"/>
                <a:cs typeface="Calibri"/>
              </a:rPr>
              <a:t> </a:t>
            </a:r>
            <a:r>
              <a:rPr sz="1600" spc="-10" dirty="0">
                <a:solidFill>
                  <a:srgbClr val="585858"/>
                </a:solidFill>
                <a:latin typeface="Calibri"/>
                <a:cs typeface="Calibri"/>
              </a:rPr>
              <a:t>l’adresse</a:t>
            </a:r>
            <a:r>
              <a:rPr sz="1600" dirty="0">
                <a:solidFill>
                  <a:srgbClr val="585858"/>
                </a:solidFill>
                <a:latin typeface="Calibri"/>
                <a:cs typeface="Calibri"/>
              </a:rPr>
              <a:t> du</a:t>
            </a:r>
            <a:r>
              <a:rPr sz="1600" spc="-55" dirty="0">
                <a:solidFill>
                  <a:srgbClr val="585858"/>
                </a:solidFill>
                <a:latin typeface="Calibri"/>
                <a:cs typeface="Calibri"/>
              </a:rPr>
              <a:t> </a:t>
            </a:r>
            <a:r>
              <a:rPr sz="1600" dirty="0">
                <a:solidFill>
                  <a:srgbClr val="585858"/>
                </a:solidFill>
                <a:latin typeface="Calibri"/>
                <a:cs typeface="Calibri"/>
              </a:rPr>
              <a:t>bloc</a:t>
            </a:r>
            <a:r>
              <a:rPr sz="1600" spc="-10" dirty="0">
                <a:solidFill>
                  <a:srgbClr val="585858"/>
                </a:solidFill>
                <a:latin typeface="Calibri"/>
                <a:cs typeface="Calibri"/>
              </a:rPr>
              <a:t> </a:t>
            </a:r>
            <a:r>
              <a:rPr sz="1600" spc="-10" dirty="0" err="1">
                <a:solidFill>
                  <a:srgbClr val="585858"/>
                </a:solidFill>
                <a:latin typeface="Calibri"/>
                <a:cs typeface="Calibri"/>
              </a:rPr>
              <a:t>suivant</a:t>
            </a:r>
            <a:r>
              <a:rPr sz="1600" spc="-10" dirty="0" smtClean="0">
                <a:solidFill>
                  <a:srgbClr val="585858"/>
                </a:solidFill>
                <a:latin typeface="Calibri"/>
                <a:cs typeface="Calibri"/>
              </a:rPr>
              <a:t>.</a:t>
            </a:r>
            <a:endParaRPr sz="1600" dirty="0">
              <a:latin typeface="Calibri"/>
              <a:cs typeface="Calibri"/>
            </a:endParaRPr>
          </a:p>
        </p:txBody>
      </p:sp>
      <p:sp>
        <p:nvSpPr>
          <p:cNvPr id="26" name="object 26"/>
          <p:cNvSpPr txBox="1"/>
          <p:nvPr/>
        </p:nvSpPr>
        <p:spPr>
          <a:xfrm>
            <a:off x="5131434" y="3485133"/>
            <a:ext cx="83502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Fichier</a:t>
            </a:r>
            <a:r>
              <a:rPr sz="1800" b="1" spc="-35" dirty="0">
                <a:latin typeface="Calibri"/>
                <a:cs typeface="Calibri"/>
              </a:rPr>
              <a:t> </a:t>
            </a:r>
            <a:r>
              <a:rPr sz="1800" b="1" spc="-60" dirty="0">
                <a:latin typeface="Calibri"/>
                <a:cs typeface="Calibri"/>
              </a:rPr>
              <a:t>B</a:t>
            </a:r>
            <a:endParaRPr sz="1800">
              <a:latin typeface="Calibri"/>
              <a:cs typeface="Calibri"/>
            </a:endParaRPr>
          </a:p>
        </p:txBody>
      </p:sp>
      <p:sp>
        <p:nvSpPr>
          <p:cNvPr id="27" name="object 27"/>
          <p:cNvSpPr txBox="1"/>
          <p:nvPr/>
        </p:nvSpPr>
        <p:spPr>
          <a:xfrm>
            <a:off x="2618613" y="4070680"/>
            <a:ext cx="141605" cy="300355"/>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006FC0"/>
                </a:solidFill>
                <a:latin typeface="Calibri"/>
                <a:cs typeface="Calibri"/>
              </a:rPr>
              <a:t>2</a:t>
            </a:r>
            <a:endParaRPr sz="1800">
              <a:latin typeface="Calibri"/>
              <a:cs typeface="Calibri"/>
            </a:endParaRPr>
          </a:p>
        </p:txBody>
      </p:sp>
      <p:sp>
        <p:nvSpPr>
          <p:cNvPr id="28" name="object 28"/>
          <p:cNvSpPr txBox="1"/>
          <p:nvPr/>
        </p:nvSpPr>
        <p:spPr>
          <a:xfrm>
            <a:off x="4070350" y="4077157"/>
            <a:ext cx="141605" cy="300355"/>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EC7C30"/>
                </a:solidFill>
                <a:latin typeface="Calibri"/>
                <a:cs typeface="Calibri"/>
              </a:rPr>
              <a:t>4</a:t>
            </a:r>
            <a:endParaRPr sz="1800">
              <a:latin typeface="Calibri"/>
              <a:cs typeface="Calibri"/>
            </a:endParaRPr>
          </a:p>
        </p:txBody>
      </p:sp>
      <p:sp>
        <p:nvSpPr>
          <p:cNvPr id="29" name="object 29"/>
          <p:cNvSpPr txBox="1"/>
          <p:nvPr/>
        </p:nvSpPr>
        <p:spPr>
          <a:xfrm>
            <a:off x="5459095" y="4077157"/>
            <a:ext cx="257175" cy="300355"/>
          </a:xfrm>
          <a:prstGeom prst="rect">
            <a:avLst/>
          </a:prstGeom>
        </p:spPr>
        <p:txBody>
          <a:bodyPr vert="horz" wrap="square" lIns="0" tIns="12700" rIns="0" bIns="0" rtlCol="0">
            <a:spAutoFit/>
          </a:bodyPr>
          <a:lstStyle/>
          <a:p>
            <a:pPr marL="12700">
              <a:lnSpc>
                <a:spcPct val="100000"/>
              </a:lnSpc>
              <a:spcBef>
                <a:spcPts val="100"/>
              </a:spcBef>
            </a:pPr>
            <a:r>
              <a:rPr sz="1800" b="1" spc="-25" dirty="0">
                <a:solidFill>
                  <a:srgbClr val="00AF50"/>
                </a:solidFill>
                <a:latin typeface="Calibri"/>
                <a:cs typeface="Calibri"/>
              </a:rPr>
              <a:t>10</a:t>
            </a:r>
            <a:endParaRPr sz="1800">
              <a:latin typeface="Calibri"/>
              <a:cs typeface="Calibri"/>
            </a:endParaRPr>
          </a:p>
        </p:txBody>
      </p:sp>
      <p:sp>
        <p:nvSpPr>
          <p:cNvPr id="30" name="object 30"/>
          <p:cNvSpPr txBox="1"/>
          <p:nvPr/>
        </p:nvSpPr>
        <p:spPr>
          <a:xfrm>
            <a:off x="7032752" y="4090161"/>
            <a:ext cx="14160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Calibri"/>
                <a:cs typeface="Calibri"/>
              </a:rPr>
              <a:t>7</a:t>
            </a:r>
            <a:endParaRPr sz="1800">
              <a:latin typeface="Calibri"/>
              <a:cs typeface="Calibri"/>
            </a:endParaRPr>
          </a:p>
        </p:txBody>
      </p:sp>
      <p:sp>
        <p:nvSpPr>
          <p:cNvPr id="31" name="object 31"/>
          <p:cNvSpPr txBox="1"/>
          <p:nvPr/>
        </p:nvSpPr>
        <p:spPr>
          <a:xfrm>
            <a:off x="8477250" y="4064889"/>
            <a:ext cx="14160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Calibri"/>
                <a:cs typeface="Calibri"/>
              </a:rPr>
              <a:t>0</a:t>
            </a:r>
            <a:endParaRPr sz="1800">
              <a:latin typeface="Calibri"/>
              <a:cs typeface="Calibri"/>
            </a:endParaRPr>
          </a:p>
        </p:txBody>
      </p:sp>
      <p:sp>
        <p:nvSpPr>
          <p:cNvPr id="32" name="object 32"/>
          <p:cNvSpPr/>
          <p:nvPr/>
        </p:nvSpPr>
        <p:spPr>
          <a:xfrm>
            <a:off x="2068702" y="3984878"/>
            <a:ext cx="318770" cy="256540"/>
          </a:xfrm>
          <a:custGeom>
            <a:avLst/>
            <a:gdLst/>
            <a:ahLst/>
            <a:cxnLst/>
            <a:rect l="l" t="t" r="r" b="b"/>
            <a:pathLst>
              <a:path w="318769" h="256539">
                <a:moveTo>
                  <a:pt x="255123" y="213686"/>
                </a:moveTo>
                <a:lnTo>
                  <a:pt x="235331" y="238506"/>
                </a:lnTo>
                <a:lnTo>
                  <a:pt x="318643" y="256286"/>
                </a:lnTo>
                <a:lnTo>
                  <a:pt x="302588" y="221615"/>
                </a:lnTo>
                <a:lnTo>
                  <a:pt x="265049" y="221615"/>
                </a:lnTo>
                <a:lnTo>
                  <a:pt x="255123" y="213686"/>
                </a:lnTo>
                <a:close/>
              </a:path>
              <a:path w="318769" h="256539">
                <a:moveTo>
                  <a:pt x="263060" y="203733"/>
                </a:moveTo>
                <a:lnTo>
                  <a:pt x="255123" y="213686"/>
                </a:lnTo>
                <a:lnTo>
                  <a:pt x="265049" y="221615"/>
                </a:lnTo>
                <a:lnTo>
                  <a:pt x="273050" y="211709"/>
                </a:lnTo>
                <a:lnTo>
                  <a:pt x="263060" y="203733"/>
                </a:lnTo>
                <a:close/>
              </a:path>
              <a:path w="318769" h="256539">
                <a:moveTo>
                  <a:pt x="282829" y="178943"/>
                </a:moveTo>
                <a:lnTo>
                  <a:pt x="263060" y="203733"/>
                </a:lnTo>
                <a:lnTo>
                  <a:pt x="273050" y="211709"/>
                </a:lnTo>
                <a:lnTo>
                  <a:pt x="265049" y="221615"/>
                </a:lnTo>
                <a:lnTo>
                  <a:pt x="302588" y="221615"/>
                </a:lnTo>
                <a:lnTo>
                  <a:pt x="282829" y="178943"/>
                </a:lnTo>
                <a:close/>
              </a:path>
              <a:path w="318769" h="256539">
                <a:moveTo>
                  <a:pt x="7874" y="0"/>
                </a:moveTo>
                <a:lnTo>
                  <a:pt x="0" y="9906"/>
                </a:lnTo>
                <a:lnTo>
                  <a:pt x="255123" y="213686"/>
                </a:lnTo>
                <a:lnTo>
                  <a:pt x="263060" y="203733"/>
                </a:lnTo>
                <a:lnTo>
                  <a:pt x="7874" y="0"/>
                </a:lnTo>
                <a:close/>
              </a:path>
            </a:pathLst>
          </a:custGeom>
          <a:solidFill>
            <a:srgbClr val="FF0000"/>
          </a:solidFill>
        </p:spPr>
        <p:txBody>
          <a:bodyPr wrap="square" lIns="0" tIns="0" rIns="0" bIns="0" rtlCol="0"/>
          <a:lstStyle/>
          <a:p>
            <a:endParaRPr/>
          </a:p>
        </p:txBody>
      </p:sp>
      <p:sp>
        <p:nvSpPr>
          <p:cNvPr id="33" name="object 33"/>
          <p:cNvSpPr txBox="1"/>
          <p:nvPr/>
        </p:nvSpPr>
        <p:spPr>
          <a:xfrm>
            <a:off x="936752" y="3690569"/>
            <a:ext cx="1132205" cy="392430"/>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Calibri"/>
                <a:cs typeface="Calibri"/>
              </a:rPr>
              <a:t>Adresse</a:t>
            </a:r>
            <a:r>
              <a:rPr sz="1200" b="1" spc="-15" dirty="0">
                <a:latin typeface="Calibri"/>
                <a:cs typeface="Calibri"/>
              </a:rPr>
              <a:t> </a:t>
            </a:r>
            <a:r>
              <a:rPr sz="1200" b="1" spc="-10" dirty="0">
                <a:latin typeface="Calibri"/>
                <a:cs typeface="Calibri"/>
              </a:rPr>
              <a:t>physique</a:t>
            </a:r>
            <a:endParaRPr sz="1200">
              <a:latin typeface="Calibri"/>
              <a:cs typeface="Calibri"/>
            </a:endParaRPr>
          </a:p>
          <a:p>
            <a:pPr marL="12700">
              <a:lnSpc>
                <a:spcPct val="100000"/>
              </a:lnSpc>
              <a:spcBef>
                <a:spcPts val="5"/>
              </a:spcBef>
            </a:pPr>
            <a:r>
              <a:rPr sz="1200" b="1" dirty="0">
                <a:latin typeface="Calibri"/>
                <a:cs typeface="Calibri"/>
              </a:rPr>
              <a:t>du</a:t>
            </a:r>
            <a:r>
              <a:rPr sz="1200" b="1" spc="-15" dirty="0">
                <a:latin typeface="Calibri"/>
                <a:cs typeface="Calibri"/>
              </a:rPr>
              <a:t> </a:t>
            </a:r>
            <a:r>
              <a:rPr sz="1200" b="1" dirty="0">
                <a:latin typeface="Calibri"/>
                <a:cs typeface="Calibri"/>
              </a:rPr>
              <a:t>bloc</a:t>
            </a:r>
            <a:r>
              <a:rPr sz="1200" b="1" spc="-10" dirty="0">
                <a:latin typeface="Calibri"/>
                <a:cs typeface="Calibri"/>
              </a:rPr>
              <a:t> suivant</a:t>
            </a:r>
            <a:endParaRPr sz="1200">
              <a:latin typeface="Calibri"/>
              <a:cs typeface="Calibri"/>
            </a:endParaRPr>
          </a:p>
        </p:txBody>
      </p:sp>
      <p:sp>
        <p:nvSpPr>
          <p:cNvPr id="34" name="object 34"/>
          <p:cNvSpPr txBox="1"/>
          <p:nvPr/>
        </p:nvSpPr>
        <p:spPr>
          <a:xfrm>
            <a:off x="2504948" y="4498085"/>
            <a:ext cx="377825" cy="558165"/>
          </a:xfrm>
          <a:prstGeom prst="rect">
            <a:avLst/>
          </a:prstGeom>
        </p:spPr>
        <p:txBody>
          <a:bodyPr vert="horz" wrap="square" lIns="0" tIns="19685" rIns="0" bIns="0" rtlCol="0">
            <a:spAutoFit/>
          </a:bodyPr>
          <a:lstStyle/>
          <a:p>
            <a:pPr marL="12065" marR="5080" indent="-28575" algn="ctr">
              <a:lnSpc>
                <a:spcPts val="1250"/>
              </a:lnSpc>
              <a:spcBef>
                <a:spcPts val="155"/>
              </a:spcBef>
            </a:pPr>
            <a:r>
              <a:rPr sz="1050" b="1" spc="-20" dirty="0">
                <a:latin typeface="Calibri"/>
                <a:cs typeface="Calibri"/>
              </a:rPr>
              <a:t>Bloc </a:t>
            </a:r>
            <a:r>
              <a:rPr sz="1050" b="1" spc="-10" dirty="0">
                <a:latin typeface="Calibri"/>
                <a:cs typeface="Calibri"/>
              </a:rPr>
              <a:t>fichier</a:t>
            </a:r>
            <a:endParaRPr sz="1050" dirty="0">
              <a:latin typeface="Calibri"/>
              <a:cs typeface="Calibri"/>
            </a:endParaRPr>
          </a:p>
          <a:p>
            <a:pPr marR="16510" algn="ctr">
              <a:lnSpc>
                <a:spcPts val="1635"/>
              </a:lnSpc>
            </a:pPr>
            <a:r>
              <a:rPr sz="1400" b="1" spc="-50" dirty="0">
                <a:latin typeface="Calibri"/>
                <a:cs typeface="Calibri"/>
              </a:rPr>
              <a:t>0</a:t>
            </a:r>
            <a:endParaRPr sz="1400" dirty="0">
              <a:latin typeface="Calibri"/>
              <a:cs typeface="Calibri"/>
            </a:endParaRPr>
          </a:p>
        </p:txBody>
      </p:sp>
      <p:sp>
        <p:nvSpPr>
          <p:cNvPr id="35" name="object 35"/>
          <p:cNvSpPr txBox="1"/>
          <p:nvPr/>
        </p:nvSpPr>
        <p:spPr>
          <a:xfrm>
            <a:off x="3961891" y="4483100"/>
            <a:ext cx="377825" cy="558165"/>
          </a:xfrm>
          <a:prstGeom prst="rect">
            <a:avLst/>
          </a:prstGeom>
        </p:spPr>
        <p:txBody>
          <a:bodyPr vert="horz" wrap="square" lIns="0" tIns="13335" rIns="0" bIns="0" rtlCol="0">
            <a:spAutoFit/>
          </a:bodyPr>
          <a:lstStyle/>
          <a:p>
            <a:pPr marR="20320" algn="ctr">
              <a:lnSpc>
                <a:spcPts val="1255"/>
              </a:lnSpc>
              <a:spcBef>
                <a:spcPts val="105"/>
              </a:spcBef>
            </a:pPr>
            <a:r>
              <a:rPr sz="1050" b="1" spc="-20" dirty="0">
                <a:latin typeface="Calibri"/>
                <a:cs typeface="Calibri"/>
              </a:rPr>
              <a:t>Bloc</a:t>
            </a:r>
            <a:endParaRPr sz="1050">
              <a:latin typeface="Calibri"/>
              <a:cs typeface="Calibri"/>
            </a:endParaRPr>
          </a:p>
          <a:p>
            <a:pPr algn="ctr">
              <a:lnSpc>
                <a:spcPts val="1255"/>
              </a:lnSpc>
            </a:pPr>
            <a:r>
              <a:rPr sz="1050" b="1" spc="-10" dirty="0">
                <a:latin typeface="Calibri"/>
                <a:cs typeface="Calibri"/>
              </a:rPr>
              <a:t>fichier</a:t>
            </a:r>
            <a:endParaRPr sz="1050">
              <a:latin typeface="Calibri"/>
              <a:cs typeface="Calibri"/>
            </a:endParaRPr>
          </a:p>
          <a:p>
            <a:pPr marR="17145" algn="ctr">
              <a:lnSpc>
                <a:spcPct val="100000"/>
              </a:lnSpc>
            </a:pPr>
            <a:r>
              <a:rPr sz="1400" b="1" spc="-50" dirty="0">
                <a:latin typeface="Calibri"/>
                <a:cs typeface="Calibri"/>
              </a:rPr>
              <a:t>1</a:t>
            </a:r>
            <a:endParaRPr sz="1400">
              <a:latin typeface="Calibri"/>
              <a:cs typeface="Calibri"/>
            </a:endParaRPr>
          </a:p>
        </p:txBody>
      </p:sp>
      <p:sp>
        <p:nvSpPr>
          <p:cNvPr id="36" name="object 36"/>
          <p:cNvSpPr txBox="1"/>
          <p:nvPr/>
        </p:nvSpPr>
        <p:spPr>
          <a:xfrm>
            <a:off x="5423153" y="4483100"/>
            <a:ext cx="377825" cy="558165"/>
          </a:xfrm>
          <a:prstGeom prst="rect">
            <a:avLst/>
          </a:prstGeom>
        </p:spPr>
        <p:txBody>
          <a:bodyPr vert="horz" wrap="square" lIns="0" tIns="13335" rIns="0" bIns="0" rtlCol="0">
            <a:spAutoFit/>
          </a:bodyPr>
          <a:lstStyle/>
          <a:p>
            <a:pPr marR="20320" algn="ctr">
              <a:lnSpc>
                <a:spcPts val="1255"/>
              </a:lnSpc>
              <a:spcBef>
                <a:spcPts val="105"/>
              </a:spcBef>
            </a:pPr>
            <a:r>
              <a:rPr sz="1050" b="1" spc="-20" dirty="0">
                <a:latin typeface="Calibri"/>
                <a:cs typeface="Calibri"/>
              </a:rPr>
              <a:t>Bloc</a:t>
            </a:r>
            <a:endParaRPr sz="1050">
              <a:latin typeface="Calibri"/>
              <a:cs typeface="Calibri"/>
            </a:endParaRPr>
          </a:p>
          <a:p>
            <a:pPr algn="ctr">
              <a:lnSpc>
                <a:spcPts val="1255"/>
              </a:lnSpc>
            </a:pPr>
            <a:r>
              <a:rPr sz="1050" b="1" spc="-10" dirty="0">
                <a:latin typeface="Calibri"/>
                <a:cs typeface="Calibri"/>
              </a:rPr>
              <a:t>fichier</a:t>
            </a:r>
            <a:endParaRPr sz="1050">
              <a:latin typeface="Calibri"/>
              <a:cs typeface="Calibri"/>
            </a:endParaRPr>
          </a:p>
          <a:p>
            <a:pPr marR="17145" algn="ctr">
              <a:lnSpc>
                <a:spcPct val="100000"/>
              </a:lnSpc>
            </a:pPr>
            <a:r>
              <a:rPr sz="1400" b="1" spc="-50" dirty="0">
                <a:latin typeface="Calibri"/>
                <a:cs typeface="Calibri"/>
              </a:rPr>
              <a:t>2</a:t>
            </a:r>
            <a:endParaRPr sz="1400">
              <a:latin typeface="Calibri"/>
              <a:cs typeface="Calibri"/>
            </a:endParaRPr>
          </a:p>
        </p:txBody>
      </p:sp>
      <p:sp>
        <p:nvSpPr>
          <p:cNvPr id="37" name="object 37"/>
          <p:cNvSpPr txBox="1"/>
          <p:nvPr/>
        </p:nvSpPr>
        <p:spPr>
          <a:xfrm>
            <a:off x="6922134" y="4470603"/>
            <a:ext cx="377825" cy="558165"/>
          </a:xfrm>
          <a:prstGeom prst="rect">
            <a:avLst/>
          </a:prstGeom>
        </p:spPr>
        <p:txBody>
          <a:bodyPr vert="horz" wrap="square" lIns="0" tIns="13335" rIns="0" bIns="0" rtlCol="0">
            <a:spAutoFit/>
          </a:bodyPr>
          <a:lstStyle/>
          <a:p>
            <a:pPr marR="20320" algn="ctr">
              <a:lnSpc>
                <a:spcPts val="1255"/>
              </a:lnSpc>
              <a:spcBef>
                <a:spcPts val="105"/>
              </a:spcBef>
            </a:pPr>
            <a:r>
              <a:rPr sz="1050" b="1" spc="-20" dirty="0">
                <a:latin typeface="Calibri"/>
                <a:cs typeface="Calibri"/>
              </a:rPr>
              <a:t>Bloc</a:t>
            </a:r>
            <a:endParaRPr sz="1050">
              <a:latin typeface="Calibri"/>
              <a:cs typeface="Calibri"/>
            </a:endParaRPr>
          </a:p>
          <a:p>
            <a:pPr algn="ctr">
              <a:lnSpc>
                <a:spcPts val="1255"/>
              </a:lnSpc>
            </a:pPr>
            <a:r>
              <a:rPr sz="1050" b="1" spc="-10" dirty="0">
                <a:latin typeface="Calibri"/>
                <a:cs typeface="Calibri"/>
              </a:rPr>
              <a:t>fichier</a:t>
            </a:r>
            <a:endParaRPr sz="1050">
              <a:latin typeface="Calibri"/>
              <a:cs typeface="Calibri"/>
            </a:endParaRPr>
          </a:p>
          <a:p>
            <a:pPr marR="16510" algn="ctr">
              <a:lnSpc>
                <a:spcPts val="1680"/>
              </a:lnSpc>
            </a:pPr>
            <a:r>
              <a:rPr sz="1400" b="1" spc="-50" dirty="0">
                <a:latin typeface="Calibri"/>
                <a:cs typeface="Calibri"/>
              </a:rPr>
              <a:t>3</a:t>
            </a:r>
            <a:endParaRPr sz="1400">
              <a:latin typeface="Calibri"/>
              <a:cs typeface="Calibri"/>
            </a:endParaRPr>
          </a:p>
        </p:txBody>
      </p:sp>
      <p:sp>
        <p:nvSpPr>
          <p:cNvPr id="38" name="object 38"/>
          <p:cNvSpPr txBox="1"/>
          <p:nvPr/>
        </p:nvSpPr>
        <p:spPr>
          <a:xfrm>
            <a:off x="8388222" y="4472177"/>
            <a:ext cx="377825" cy="558165"/>
          </a:xfrm>
          <a:prstGeom prst="rect">
            <a:avLst/>
          </a:prstGeom>
        </p:spPr>
        <p:txBody>
          <a:bodyPr vert="horz" wrap="square" lIns="0" tIns="19685" rIns="0" bIns="0" rtlCol="0">
            <a:spAutoFit/>
          </a:bodyPr>
          <a:lstStyle/>
          <a:p>
            <a:pPr marL="12700" marR="5080" indent="-28575" algn="ctr">
              <a:lnSpc>
                <a:spcPts val="1250"/>
              </a:lnSpc>
              <a:spcBef>
                <a:spcPts val="155"/>
              </a:spcBef>
            </a:pPr>
            <a:r>
              <a:rPr sz="1050" b="1" spc="-20" dirty="0">
                <a:latin typeface="Calibri"/>
                <a:cs typeface="Calibri"/>
              </a:rPr>
              <a:t>Bloc </a:t>
            </a:r>
            <a:r>
              <a:rPr sz="1050" b="1" spc="-10" dirty="0">
                <a:latin typeface="Calibri"/>
                <a:cs typeface="Calibri"/>
              </a:rPr>
              <a:t>fichier</a:t>
            </a:r>
            <a:endParaRPr sz="1050">
              <a:latin typeface="Calibri"/>
              <a:cs typeface="Calibri"/>
            </a:endParaRPr>
          </a:p>
          <a:p>
            <a:pPr marR="16510" algn="ctr">
              <a:lnSpc>
                <a:spcPts val="1635"/>
              </a:lnSpc>
            </a:pPr>
            <a:r>
              <a:rPr sz="1400" b="1" spc="-50" dirty="0">
                <a:latin typeface="Calibri"/>
                <a:cs typeface="Calibri"/>
              </a:rPr>
              <a:t>4</a:t>
            </a:r>
            <a:endParaRPr sz="1400">
              <a:latin typeface="Calibri"/>
              <a:cs typeface="Calibri"/>
            </a:endParaRPr>
          </a:p>
        </p:txBody>
      </p:sp>
      <p:sp>
        <p:nvSpPr>
          <p:cNvPr id="39" name="object 39"/>
          <p:cNvSpPr/>
          <p:nvPr/>
        </p:nvSpPr>
        <p:spPr>
          <a:xfrm>
            <a:off x="1801367" y="4924044"/>
            <a:ext cx="791210" cy="76200"/>
          </a:xfrm>
          <a:custGeom>
            <a:avLst/>
            <a:gdLst/>
            <a:ahLst/>
            <a:cxnLst/>
            <a:rect l="l" t="t" r="r" b="b"/>
            <a:pathLst>
              <a:path w="791210" h="76200">
                <a:moveTo>
                  <a:pt x="714629" y="0"/>
                </a:moveTo>
                <a:lnTo>
                  <a:pt x="714629" y="76199"/>
                </a:lnTo>
                <a:lnTo>
                  <a:pt x="778129" y="44449"/>
                </a:lnTo>
                <a:lnTo>
                  <a:pt x="727329" y="44449"/>
                </a:lnTo>
                <a:lnTo>
                  <a:pt x="727329" y="31749"/>
                </a:lnTo>
                <a:lnTo>
                  <a:pt x="778129" y="31749"/>
                </a:lnTo>
                <a:lnTo>
                  <a:pt x="714629" y="0"/>
                </a:lnTo>
                <a:close/>
              </a:path>
              <a:path w="791210" h="76200">
                <a:moveTo>
                  <a:pt x="714629" y="31749"/>
                </a:moveTo>
                <a:lnTo>
                  <a:pt x="0" y="31749"/>
                </a:lnTo>
                <a:lnTo>
                  <a:pt x="0" y="44449"/>
                </a:lnTo>
                <a:lnTo>
                  <a:pt x="714629" y="44449"/>
                </a:lnTo>
                <a:lnTo>
                  <a:pt x="714629" y="31749"/>
                </a:lnTo>
                <a:close/>
              </a:path>
              <a:path w="791210" h="76200">
                <a:moveTo>
                  <a:pt x="778129" y="31749"/>
                </a:moveTo>
                <a:lnTo>
                  <a:pt x="727329" y="31749"/>
                </a:lnTo>
                <a:lnTo>
                  <a:pt x="727329" y="44449"/>
                </a:lnTo>
                <a:lnTo>
                  <a:pt x="778129" y="44449"/>
                </a:lnTo>
                <a:lnTo>
                  <a:pt x="790829" y="38099"/>
                </a:lnTo>
                <a:lnTo>
                  <a:pt x="778129" y="31749"/>
                </a:lnTo>
                <a:close/>
              </a:path>
            </a:pathLst>
          </a:custGeom>
          <a:solidFill>
            <a:srgbClr val="FF0000"/>
          </a:solidFill>
        </p:spPr>
        <p:txBody>
          <a:bodyPr wrap="square" lIns="0" tIns="0" rIns="0" bIns="0" rtlCol="0"/>
          <a:lstStyle/>
          <a:p>
            <a:endParaRPr/>
          </a:p>
        </p:txBody>
      </p:sp>
      <p:sp>
        <p:nvSpPr>
          <p:cNvPr id="40" name="object 40"/>
          <p:cNvSpPr txBox="1"/>
          <p:nvPr/>
        </p:nvSpPr>
        <p:spPr>
          <a:xfrm>
            <a:off x="831900" y="4813249"/>
            <a:ext cx="921385" cy="208915"/>
          </a:xfrm>
          <a:prstGeom prst="rect">
            <a:avLst/>
          </a:prstGeom>
        </p:spPr>
        <p:txBody>
          <a:bodyPr vert="horz" wrap="square" lIns="0" tIns="12700" rIns="0" bIns="0" rtlCol="0">
            <a:spAutoFit/>
          </a:bodyPr>
          <a:lstStyle/>
          <a:p>
            <a:pPr marL="12700">
              <a:lnSpc>
                <a:spcPct val="100000"/>
              </a:lnSpc>
              <a:spcBef>
                <a:spcPts val="100"/>
              </a:spcBef>
            </a:pPr>
            <a:r>
              <a:rPr sz="1200" b="1" dirty="0">
                <a:latin typeface="Calibri"/>
                <a:cs typeface="Calibri"/>
              </a:rPr>
              <a:t>Blocs</a:t>
            </a:r>
            <a:r>
              <a:rPr sz="1200" b="1" spc="-10" dirty="0">
                <a:latin typeface="Calibri"/>
                <a:cs typeface="Calibri"/>
              </a:rPr>
              <a:t> logiques</a:t>
            </a:r>
            <a:endParaRPr sz="1200">
              <a:latin typeface="Calibri"/>
              <a:cs typeface="Calibri"/>
            </a:endParaRPr>
          </a:p>
        </p:txBody>
      </p:sp>
      <p:sp>
        <p:nvSpPr>
          <p:cNvPr id="41" name="object 41"/>
          <p:cNvSpPr txBox="1"/>
          <p:nvPr/>
        </p:nvSpPr>
        <p:spPr>
          <a:xfrm>
            <a:off x="2543301" y="5238115"/>
            <a:ext cx="257175" cy="299720"/>
          </a:xfrm>
          <a:prstGeom prst="rect">
            <a:avLst/>
          </a:prstGeom>
        </p:spPr>
        <p:txBody>
          <a:bodyPr vert="horz" wrap="square" lIns="0" tIns="12700" rIns="0" bIns="0" rtlCol="0">
            <a:spAutoFit/>
          </a:bodyPr>
          <a:lstStyle/>
          <a:p>
            <a:pPr marL="12700">
              <a:lnSpc>
                <a:spcPct val="100000"/>
              </a:lnSpc>
              <a:spcBef>
                <a:spcPts val="100"/>
              </a:spcBef>
            </a:pPr>
            <a:r>
              <a:rPr sz="1800" b="1" spc="-25" dirty="0">
                <a:latin typeface="Calibri"/>
                <a:cs typeface="Calibri"/>
              </a:rPr>
              <a:t>12</a:t>
            </a:r>
            <a:endParaRPr sz="1800">
              <a:latin typeface="Calibri"/>
              <a:cs typeface="Calibri"/>
            </a:endParaRPr>
          </a:p>
        </p:txBody>
      </p:sp>
      <p:sp>
        <p:nvSpPr>
          <p:cNvPr id="42" name="object 42"/>
          <p:cNvSpPr txBox="1"/>
          <p:nvPr/>
        </p:nvSpPr>
        <p:spPr>
          <a:xfrm>
            <a:off x="4059428" y="5236845"/>
            <a:ext cx="1633855" cy="299720"/>
          </a:xfrm>
          <a:prstGeom prst="rect">
            <a:avLst/>
          </a:prstGeom>
        </p:spPr>
        <p:txBody>
          <a:bodyPr vert="horz" wrap="square" lIns="0" tIns="12700" rIns="0" bIns="0" rtlCol="0">
            <a:spAutoFit/>
          </a:bodyPr>
          <a:lstStyle/>
          <a:p>
            <a:pPr marL="12700">
              <a:lnSpc>
                <a:spcPct val="100000"/>
              </a:lnSpc>
              <a:spcBef>
                <a:spcPts val="100"/>
              </a:spcBef>
              <a:tabLst>
                <a:tab pos="1504315" algn="l"/>
              </a:tabLst>
            </a:pPr>
            <a:r>
              <a:rPr sz="1800" b="1" spc="-50" dirty="0">
                <a:solidFill>
                  <a:srgbClr val="006FC0"/>
                </a:solidFill>
                <a:latin typeface="Calibri"/>
                <a:cs typeface="Calibri"/>
              </a:rPr>
              <a:t>2</a:t>
            </a:r>
            <a:r>
              <a:rPr sz="1800" b="1" dirty="0">
                <a:solidFill>
                  <a:srgbClr val="006FC0"/>
                </a:solidFill>
                <a:latin typeface="Calibri"/>
                <a:cs typeface="Calibri"/>
              </a:rPr>
              <a:t>	</a:t>
            </a:r>
            <a:r>
              <a:rPr sz="1800" b="1" spc="-50" dirty="0">
                <a:solidFill>
                  <a:srgbClr val="EC7C30"/>
                </a:solidFill>
                <a:latin typeface="Calibri"/>
                <a:cs typeface="Calibri"/>
              </a:rPr>
              <a:t>4</a:t>
            </a:r>
            <a:endParaRPr sz="1800">
              <a:latin typeface="Calibri"/>
              <a:cs typeface="Calibri"/>
            </a:endParaRPr>
          </a:p>
        </p:txBody>
      </p:sp>
      <p:sp>
        <p:nvSpPr>
          <p:cNvPr id="43" name="object 43"/>
          <p:cNvSpPr txBox="1"/>
          <p:nvPr/>
        </p:nvSpPr>
        <p:spPr>
          <a:xfrm>
            <a:off x="7019035" y="5226761"/>
            <a:ext cx="257175" cy="300355"/>
          </a:xfrm>
          <a:prstGeom prst="rect">
            <a:avLst/>
          </a:prstGeom>
        </p:spPr>
        <p:txBody>
          <a:bodyPr vert="horz" wrap="square" lIns="0" tIns="12700" rIns="0" bIns="0" rtlCol="0">
            <a:spAutoFit/>
          </a:bodyPr>
          <a:lstStyle/>
          <a:p>
            <a:pPr marL="12700">
              <a:lnSpc>
                <a:spcPct val="100000"/>
              </a:lnSpc>
              <a:spcBef>
                <a:spcPts val="100"/>
              </a:spcBef>
            </a:pPr>
            <a:r>
              <a:rPr sz="1800" b="1" spc="-25" dirty="0">
                <a:solidFill>
                  <a:srgbClr val="00AF50"/>
                </a:solidFill>
                <a:latin typeface="Calibri"/>
                <a:cs typeface="Calibri"/>
              </a:rPr>
              <a:t>10</a:t>
            </a:r>
            <a:endParaRPr sz="1800">
              <a:latin typeface="Calibri"/>
              <a:cs typeface="Calibri"/>
            </a:endParaRPr>
          </a:p>
        </p:txBody>
      </p:sp>
      <p:sp>
        <p:nvSpPr>
          <p:cNvPr id="44" name="object 44"/>
          <p:cNvSpPr txBox="1"/>
          <p:nvPr/>
        </p:nvSpPr>
        <p:spPr>
          <a:xfrm>
            <a:off x="8477250" y="5226761"/>
            <a:ext cx="141605" cy="300355"/>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Calibri"/>
                <a:cs typeface="Calibri"/>
              </a:rPr>
              <a:t>7</a:t>
            </a:r>
            <a:endParaRPr sz="1800">
              <a:latin typeface="Calibri"/>
              <a:cs typeface="Calibri"/>
            </a:endParaRPr>
          </a:p>
        </p:txBody>
      </p:sp>
      <p:sp>
        <p:nvSpPr>
          <p:cNvPr id="45" name="object 45"/>
          <p:cNvSpPr txBox="1"/>
          <p:nvPr/>
        </p:nvSpPr>
        <p:spPr>
          <a:xfrm>
            <a:off x="699312" y="5288737"/>
            <a:ext cx="1024890" cy="208915"/>
          </a:xfrm>
          <a:prstGeom prst="rect">
            <a:avLst/>
          </a:prstGeom>
        </p:spPr>
        <p:txBody>
          <a:bodyPr vert="horz" wrap="square" lIns="0" tIns="12700" rIns="0" bIns="0" rtlCol="0">
            <a:spAutoFit/>
          </a:bodyPr>
          <a:lstStyle/>
          <a:p>
            <a:pPr marL="12700">
              <a:lnSpc>
                <a:spcPct val="100000"/>
              </a:lnSpc>
              <a:spcBef>
                <a:spcPts val="100"/>
              </a:spcBef>
            </a:pPr>
            <a:r>
              <a:rPr sz="1200" b="1" dirty="0">
                <a:latin typeface="Calibri"/>
                <a:cs typeface="Calibri"/>
              </a:rPr>
              <a:t>Blocs</a:t>
            </a:r>
            <a:r>
              <a:rPr sz="1200" b="1" spc="-10" dirty="0">
                <a:latin typeface="Calibri"/>
                <a:cs typeface="Calibri"/>
              </a:rPr>
              <a:t> physiques</a:t>
            </a:r>
            <a:endParaRPr sz="1200" dirty="0">
              <a:latin typeface="Calibri"/>
              <a:cs typeface="Calibri"/>
            </a:endParaRPr>
          </a:p>
        </p:txBody>
      </p:sp>
      <p:grpSp>
        <p:nvGrpSpPr>
          <p:cNvPr id="46" name="object 46"/>
          <p:cNvGrpSpPr/>
          <p:nvPr/>
        </p:nvGrpSpPr>
        <p:grpSpPr>
          <a:xfrm>
            <a:off x="1749551" y="3815841"/>
            <a:ext cx="6823075" cy="1654175"/>
            <a:chOff x="1749551" y="3815841"/>
            <a:chExt cx="6823075" cy="1654175"/>
          </a:xfrm>
        </p:grpSpPr>
        <p:sp>
          <p:nvSpPr>
            <p:cNvPr id="47" name="object 47"/>
            <p:cNvSpPr/>
            <p:nvPr/>
          </p:nvSpPr>
          <p:spPr>
            <a:xfrm>
              <a:off x="1749551" y="5393435"/>
              <a:ext cx="791210" cy="76200"/>
            </a:xfrm>
            <a:custGeom>
              <a:avLst/>
              <a:gdLst/>
              <a:ahLst/>
              <a:cxnLst/>
              <a:rect l="l" t="t" r="r" b="b"/>
              <a:pathLst>
                <a:path w="791210" h="76200">
                  <a:moveTo>
                    <a:pt x="714629" y="0"/>
                  </a:moveTo>
                  <a:lnTo>
                    <a:pt x="714629" y="76200"/>
                  </a:lnTo>
                  <a:lnTo>
                    <a:pt x="778129" y="44450"/>
                  </a:lnTo>
                  <a:lnTo>
                    <a:pt x="727329" y="44450"/>
                  </a:lnTo>
                  <a:lnTo>
                    <a:pt x="727329" y="31750"/>
                  </a:lnTo>
                  <a:lnTo>
                    <a:pt x="778129" y="31750"/>
                  </a:lnTo>
                  <a:lnTo>
                    <a:pt x="714629" y="0"/>
                  </a:lnTo>
                  <a:close/>
                </a:path>
                <a:path w="791210" h="76200">
                  <a:moveTo>
                    <a:pt x="714629" y="31750"/>
                  </a:moveTo>
                  <a:lnTo>
                    <a:pt x="0" y="31750"/>
                  </a:lnTo>
                  <a:lnTo>
                    <a:pt x="0" y="44450"/>
                  </a:lnTo>
                  <a:lnTo>
                    <a:pt x="714629" y="44450"/>
                  </a:lnTo>
                  <a:lnTo>
                    <a:pt x="714629" y="31750"/>
                  </a:lnTo>
                  <a:close/>
                </a:path>
                <a:path w="791210" h="76200">
                  <a:moveTo>
                    <a:pt x="778129" y="31750"/>
                  </a:moveTo>
                  <a:lnTo>
                    <a:pt x="727329" y="31750"/>
                  </a:lnTo>
                  <a:lnTo>
                    <a:pt x="727329" y="44450"/>
                  </a:lnTo>
                  <a:lnTo>
                    <a:pt x="778129" y="44450"/>
                  </a:lnTo>
                  <a:lnTo>
                    <a:pt x="790829" y="38100"/>
                  </a:lnTo>
                  <a:lnTo>
                    <a:pt x="778129" y="31750"/>
                  </a:lnTo>
                  <a:close/>
                </a:path>
              </a:pathLst>
            </a:custGeom>
            <a:solidFill>
              <a:srgbClr val="FF0000"/>
            </a:solidFill>
          </p:spPr>
          <p:txBody>
            <a:bodyPr wrap="square" lIns="0" tIns="0" rIns="0" bIns="0" rtlCol="0"/>
            <a:lstStyle/>
            <a:p>
              <a:endParaRPr/>
            </a:p>
          </p:txBody>
        </p:sp>
        <p:sp>
          <p:nvSpPr>
            <p:cNvPr id="48" name="object 48"/>
            <p:cNvSpPr/>
            <p:nvPr/>
          </p:nvSpPr>
          <p:spPr>
            <a:xfrm>
              <a:off x="2700274" y="3815841"/>
              <a:ext cx="5872480" cy="1465580"/>
            </a:xfrm>
            <a:custGeom>
              <a:avLst/>
              <a:gdLst/>
              <a:ahLst/>
              <a:cxnLst/>
              <a:rect l="l" t="t" r="r" b="b"/>
              <a:pathLst>
                <a:path w="5872480" h="1465579">
                  <a:moveTo>
                    <a:pt x="1473708" y="1347978"/>
                  </a:moveTo>
                  <a:lnTo>
                    <a:pt x="1467358" y="1335278"/>
                  </a:lnTo>
                  <a:lnTo>
                    <a:pt x="1435608" y="1271778"/>
                  </a:lnTo>
                  <a:lnTo>
                    <a:pt x="1397508" y="1347978"/>
                  </a:lnTo>
                  <a:lnTo>
                    <a:pt x="1429258" y="1347978"/>
                  </a:lnTo>
                  <a:lnTo>
                    <a:pt x="1429258" y="1415923"/>
                  </a:lnTo>
                  <a:lnTo>
                    <a:pt x="633730" y="1415923"/>
                  </a:lnTo>
                  <a:lnTo>
                    <a:pt x="633730" y="12700"/>
                  </a:lnTo>
                  <a:lnTo>
                    <a:pt x="633730" y="6350"/>
                  </a:lnTo>
                  <a:lnTo>
                    <a:pt x="633730" y="0"/>
                  </a:lnTo>
                  <a:lnTo>
                    <a:pt x="0" y="0"/>
                  </a:lnTo>
                  <a:lnTo>
                    <a:pt x="0" y="234950"/>
                  </a:lnTo>
                  <a:lnTo>
                    <a:pt x="12700" y="234950"/>
                  </a:lnTo>
                  <a:lnTo>
                    <a:pt x="12700" y="12700"/>
                  </a:lnTo>
                  <a:lnTo>
                    <a:pt x="621017" y="12700"/>
                  </a:lnTo>
                  <a:lnTo>
                    <a:pt x="621017" y="1428623"/>
                  </a:lnTo>
                  <a:lnTo>
                    <a:pt x="1441958" y="1428623"/>
                  </a:lnTo>
                  <a:lnTo>
                    <a:pt x="1441958" y="1422273"/>
                  </a:lnTo>
                  <a:lnTo>
                    <a:pt x="1441958" y="1415923"/>
                  </a:lnTo>
                  <a:lnTo>
                    <a:pt x="1441958" y="1347978"/>
                  </a:lnTo>
                  <a:lnTo>
                    <a:pt x="1473708" y="1347978"/>
                  </a:lnTo>
                  <a:close/>
                </a:path>
                <a:path w="5872480" h="1465579">
                  <a:moveTo>
                    <a:pt x="2909316" y="1366266"/>
                  </a:moveTo>
                  <a:lnTo>
                    <a:pt x="2902966" y="1353566"/>
                  </a:lnTo>
                  <a:lnTo>
                    <a:pt x="2871216" y="1290066"/>
                  </a:lnTo>
                  <a:lnTo>
                    <a:pt x="2833116" y="1366266"/>
                  </a:lnTo>
                  <a:lnTo>
                    <a:pt x="2864866" y="1366266"/>
                  </a:lnTo>
                  <a:lnTo>
                    <a:pt x="2864866" y="1434211"/>
                  </a:lnTo>
                  <a:lnTo>
                    <a:pt x="2069338" y="1434211"/>
                  </a:lnTo>
                  <a:lnTo>
                    <a:pt x="2069338" y="30988"/>
                  </a:lnTo>
                  <a:lnTo>
                    <a:pt x="2069338" y="24638"/>
                  </a:lnTo>
                  <a:lnTo>
                    <a:pt x="2069338" y="18288"/>
                  </a:lnTo>
                  <a:lnTo>
                    <a:pt x="1435608" y="18288"/>
                  </a:lnTo>
                  <a:lnTo>
                    <a:pt x="1435608" y="253238"/>
                  </a:lnTo>
                  <a:lnTo>
                    <a:pt x="1448308" y="253238"/>
                  </a:lnTo>
                  <a:lnTo>
                    <a:pt x="1448308" y="30988"/>
                  </a:lnTo>
                  <a:lnTo>
                    <a:pt x="2056638" y="30988"/>
                  </a:lnTo>
                  <a:lnTo>
                    <a:pt x="2056638" y="1446911"/>
                  </a:lnTo>
                  <a:lnTo>
                    <a:pt x="2877566" y="1446911"/>
                  </a:lnTo>
                  <a:lnTo>
                    <a:pt x="2877566" y="1440561"/>
                  </a:lnTo>
                  <a:lnTo>
                    <a:pt x="2877566" y="1434211"/>
                  </a:lnTo>
                  <a:lnTo>
                    <a:pt x="2877566" y="1366266"/>
                  </a:lnTo>
                  <a:lnTo>
                    <a:pt x="2909316" y="1366266"/>
                  </a:lnTo>
                  <a:close/>
                </a:path>
                <a:path w="5872480" h="1465579">
                  <a:moveTo>
                    <a:pt x="4402836" y="1366266"/>
                  </a:moveTo>
                  <a:lnTo>
                    <a:pt x="4396486" y="1353566"/>
                  </a:lnTo>
                  <a:lnTo>
                    <a:pt x="4364736" y="1290066"/>
                  </a:lnTo>
                  <a:lnTo>
                    <a:pt x="4326636" y="1366266"/>
                  </a:lnTo>
                  <a:lnTo>
                    <a:pt x="4358386" y="1366266"/>
                  </a:lnTo>
                  <a:lnTo>
                    <a:pt x="4358386" y="1434211"/>
                  </a:lnTo>
                  <a:lnTo>
                    <a:pt x="3562858" y="1434211"/>
                  </a:lnTo>
                  <a:lnTo>
                    <a:pt x="3562858" y="30988"/>
                  </a:lnTo>
                  <a:lnTo>
                    <a:pt x="3562858" y="24638"/>
                  </a:lnTo>
                  <a:lnTo>
                    <a:pt x="3562858" y="18288"/>
                  </a:lnTo>
                  <a:lnTo>
                    <a:pt x="2929128" y="18288"/>
                  </a:lnTo>
                  <a:lnTo>
                    <a:pt x="2929128" y="253238"/>
                  </a:lnTo>
                  <a:lnTo>
                    <a:pt x="2941828" y="253238"/>
                  </a:lnTo>
                  <a:lnTo>
                    <a:pt x="2941828" y="30988"/>
                  </a:lnTo>
                  <a:lnTo>
                    <a:pt x="3550158" y="30988"/>
                  </a:lnTo>
                  <a:lnTo>
                    <a:pt x="3550158" y="1446911"/>
                  </a:lnTo>
                  <a:lnTo>
                    <a:pt x="4371086" y="1446911"/>
                  </a:lnTo>
                  <a:lnTo>
                    <a:pt x="4371086" y="1440561"/>
                  </a:lnTo>
                  <a:lnTo>
                    <a:pt x="4371086" y="1434211"/>
                  </a:lnTo>
                  <a:lnTo>
                    <a:pt x="4371086" y="1366266"/>
                  </a:lnTo>
                  <a:lnTo>
                    <a:pt x="4402836" y="1366266"/>
                  </a:lnTo>
                  <a:close/>
                </a:path>
                <a:path w="5872480" h="1465579">
                  <a:moveTo>
                    <a:pt x="5871972" y="1384554"/>
                  </a:moveTo>
                  <a:lnTo>
                    <a:pt x="5865622" y="1371854"/>
                  </a:lnTo>
                  <a:lnTo>
                    <a:pt x="5833872" y="1308354"/>
                  </a:lnTo>
                  <a:lnTo>
                    <a:pt x="5795772" y="1384554"/>
                  </a:lnTo>
                  <a:lnTo>
                    <a:pt x="5827522" y="1384554"/>
                  </a:lnTo>
                  <a:lnTo>
                    <a:pt x="5827522" y="1452499"/>
                  </a:lnTo>
                  <a:lnTo>
                    <a:pt x="5031994" y="1452499"/>
                  </a:lnTo>
                  <a:lnTo>
                    <a:pt x="5031994" y="49276"/>
                  </a:lnTo>
                  <a:lnTo>
                    <a:pt x="5031994" y="42926"/>
                  </a:lnTo>
                  <a:lnTo>
                    <a:pt x="5031994" y="36576"/>
                  </a:lnTo>
                  <a:lnTo>
                    <a:pt x="4398264" y="36576"/>
                  </a:lnTo>
                  <a:lnTo>
                    <a:pt x="4398264" y="271526"/>
                  </a:lnTo>
                  <a:lnTo>
                    <a:pt x="4410964" y="271526"/>
                  </a:lnTo>
                  <a:lnTo>
                    <a:pt x="4410964" y="49276"/>
                  </a:lnTo>
                  <a:lnTo>
                    <a:pt x="5019294" y="49276"/>
                  </a:lnTo>
                  <a:lnTo>
                    <a:pt x="5019294" y="1465199"/>
                  </a:lnTo>
                  <a:lnTo>
                    <a:pt x="5840222" y="1465199"/>
                  </a:lnTo>
                  <a:lnTo>
                    <a:pt x="5840222" y="1458849"/>
                  </a:lnTo>
                  <a:lnTo>
                    <a:pt x="5840222" y="1452499"/>
                  </a:lnTo>
                  <a:lnTo>
                    <a:pt x="5840222" y="1384554"/>
                  </a:lnTo>
                  <a:lnTo>
                    <a:pt x="5871972" y="1384554"/>
                  </a:lnTo>
                  <a:close/>
                </a:path>
              </a:pathLst>
            </a:custGeom>
            <a:solidFill>
              <a:srgbClr val="000000"/>
            </a:solidFill>
          </p:spPr>
          <p:txBody>
            <a:bodyPr wrap="square" lIns="0" tIns="0" rIns="0" bIns="0" rtlCol="0"/>
            <a:lstStyle/>
            <a:p>
              <a:endParaRPr/>
            </a:p>
          </p:txBody>
        </p:sp>
      </p:grpSp>
      <p:sp>
        <p:nvSpPr>
          <p:cNvPr id="49" name="object 49"/>
          <p:cNvSpPr txBox="1"/>
          <p:nvPr/>
        </p:nvSpPr>
        <p:spPr>
          <a:xfrm>
            <a:off x="4049395" y="5927547"/>
            <a:ext cx="3764915"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10" dirty="0">
                <a:solidFill>
                  <a:srgbClr val="A6A6A6"/>
                </a:solidFill>
                <a:latin typeface="Calibri"/>
                <a:cs typeface="Calibri"/>
              </a:rPr>
              <a:t> </a:t>
            </a:r>
            <a:r>
              <a:rPr sz="1200" i="1" spc="30" dirty="0" smtClean="0">
                <a:solidFill>
                  <a:srgbClr val="A6A6A6"/>
                </a:solidFill>
                <a:latin typeface="Calibri"/>
                <a:cs typeface="Calibri"/>
              </a:rPr>
              <a:t> </a:t>
            </a:r>
            <a:r>
              <a:rPr sz="1200" i="1" dirty="0">
                <a:solidFill>
                  <a:srgbClr val="A6A6A6"/>
                </a:solidFill>
                <a:latin typeface="Calibri"/>
                <a:cs typeface="Calibri"/>
              </a:rPr>
              <a:t>:</a:t>
            </a:r>
            <a:r>
              <a:rPr sz="1200" i="1" spc="5" dirty="0">
                <a:solidFill>
                  <a:srgbClr val="A6A6A6"/>
                </a:solidFill>
                <a:latin typeface="Calibri"/>
                <a:cs typeface="Calibri"/>
              </a:rPr>
              <a:t> </a:t>
            </a:r>
            <a:r>
              <a:rPr sz="1200" i="1" spc="-10" dirty="0">
                <a:solidFill>
                  <a:srgbClr val="A6A6A6"/>
                </a:solidFill>
                <a:latin typeface="Calibri"/>
                <a:cs typeface="Calibri"/>
              </a:rPr>
              <a:t>Allocation</a:t>
            </a:r>
            <a:r>
              <a:rPr sz="1200" i="1" spc="-30" dirty="0">
                <a:solidFill>
                  <a:srgbClr val="A6A6A6"/>
                </a:solidFill>
                <a:latin typeface="Calibri"/>
                <a:cs typeface="Calibri"/>
              </a:rPr>
              <a:t> </a:t>
            </a:r>
            <a:r>
              <a:rPr sz="1200" i="1" dirty="0">
                <a:solidFill>
                  <a:srgbClr val="A6A6A6"/>
                </a:solidFill>
                <a:latin typeface="Calibri"/>
                <a:cs typeface="Calibri"/>
              </a:rPr>
              <a:t>chainé</a:t>
            </a:r>
            <a:r>
              <a:rPr sz="1200" i="1" spc="-30" dirty="0">
                <a:solidFill>
                  <a:srgbClr val="A6A6A6"/>
                </a:solidFill>
                <a:latin typeface="Calibri"/>
                <a:cs typeface="Calibri"/>
              </a:rPr>
              <a:t> </a:t>
            </a:r>
            <a:r>
              <a:rPr sz="1200" i="1" dirty="0">
                <a:solidFill>
                  <a:srgbClr val="A6A6A6"/>
                </a:solidFill>
                <a:latin typeface="Calibri"/>
                <a:cs typeface="Calibri"/>
              </a:rPr>
              <a:t>des</a:t>
            </a:r>
            <a:r>
              <a:rPr sz="1200" i="1" spc="-20" dirty="0">
                <a:solidFill>
                  <a:srgbClr val="A6A6A6"/>
                </a:solidFill>
                <a:latin typeface="Calibri"/>
                <a:cs typeface="Calibri"/>
              </a:rPr>
              <a:t> </a:t>
            </a:r>
            <a:r>
              <a:rPr sz="1200" i="1" dirty="0">
                <a:solidFill>
                  <a:srgbClr val="A6A6A6"/>
                </a:solidFill>
                <a:latin typeface="Calibri"/>
                <a:cs typeface="Calibri"/>
              </a:rPr>
              <a:t>blocs</a:t>
            </a:r>
            <a:r>
              <a:rPr sz="1200" i="1" spc="-20" dirty="0">
                <a:solidFill>
                  <a:srgbClr val="A6A6A6"/>
                </a:solidFill>
                <a:latin typeface="Calibri"/>
                <a:cs typeface="Calibri"/>
              </a:rPr>
              <a:t> </a:t>
            </a:r>
            <a:r>
              <a:rPr sz="1200" i="1" spc="-10" dirty="0">
                <a:solidFill>
                  <a:srgbClr val="A6A6A6"/>
                </a:solidFill>
                <a:latin typeface="Calibri"/>
                <a:cs typeface="Calibri"/>
              </a:rPr>
              <a:t>constituant</a:t>
            </a:r>
            <a:r>
              <a:rPr sz="1200" i="1" spc="-55" dirty="0">
                <a:solidFill>
                  <a:srgbClr val="A6A6A6"/>
                </a:solidFill>
                <a:latin typeface="Calibri"/>
                <a:cs typeface="Calibri"/>
              </a:rPr>
              <a:t> </a:t>
            </a:r>
            <a:r>
              <a:rPr sz="1200" i="1" dirty="0">
                <a:solidFill>
                  <a:srgbClr val="A6A6A6"/>
                </a:solidFill>
                <a:latin typeface="Calibri"/>
                <a:cs typeface="Calibri"/>
              </a:rPr>
              <a:t>le</a:t>
            </a:r>
            <a:r>
              <a:rPr sz="1200" i="1" spc="-5" dirty="0">
                <a:solidFill>
                  <a:srgbClr val="A6A6A6"/>
                </a:solidFill>
                <a:latin typeface="Calibri"/>
                <a:cs typeface="Calibri"/>
              </a:rPr>
              <a:t> </a:t>
            </a:r>
            <a:r>
              <a:rPr sz="1200" i="1" dirty="0">
                <a:solidFill>
                  <a:srgbClr val="A6A6A6"/>
                </a:solidFill>
                <a:latin typeface="Calibri"/>
                <a:cs typeface="Calibri"/>
              </a:rPr>
              <a:t>fichier</a:t>
            </a:r>
            <a:r>
              <a:rPr sz="1200" i="1" spc="10" dirty="0">
                <a:solidFill>
                  <a:srgbClr val="A6A6A6"/>
                </a:solidFill>
                <a:latin typeface="Calibri"/>
                <a:cs typeface="Calibri"/>
              </a:rPr>
              <a:t> </a:t>
            </a:r>
            <a:r>
              <a:rPr sz="1200" i="1" spc="-50" dirty="0">
                <a:solidFill>
                  <a:srgbClr val="A6A6A6"/>
                </a:solidFill>
                <a:latin typeface="Calibri"/>
                <a:cs typeface="Calibri"/>
              </a:rPr>
              <a:t>B</a:t>
            </a:r>
            <a:endParaRPr sz="1200" dirty="0">
              <a:latin typeface="Calibri"/>
              <a:cs typeface="Calibri"/>
            </a:endParaRPr>
          </a:p>
        </p:txBody>
      </p:sp>
      <p:sp>
        <p:nvSpPr>
          <p:cNvPr id="51" name="object 51"/>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13</a:t>
            </a:fld>
            <a:endParaRPr spc="-25" dirty="0"/>
          </a:p>
        </p:txBody>
      </p:sp>
      <p:sp>
        <p:nvSpPr>
          <p:cNvPr id="52"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
        <p:nvSpPr>
          <p:cNvPr id="54"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Tree>
    <p:extLst>
      <p:ext uri="{BB962C8B-B14F-4D97-AF65-F5344CB8AC3E}">
        <p14:creationId xmlns:p14="http://schemas.microsoft.com/office/powerpoint/2010/main" val="144818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7368" y="1770791"/>
            <a:ext cx="10591165" cy="579646"/>
          </a:xfrm>
          <a:prstGeom prst="rect">
            <a:avLst/>
          </a:prstGeom>
        </p:spPr>
        <p:txBody>
          <a:bodyPr vert="horz" wrap="square" lIns="0" tIns="12700" rIns="0" bIns="0" rtlCol="0">
            <a:spAutoFit/>
          </a:bodyPr>
          <a:lstStyle/>
          <a:p>
            <a:pPr marL="12700">
              <a:lnSpc>
                <a:spcPct val="100000"/>
              </a:lnSpc>
              <a:spcBef>
                <a:spcPts val="105"/>
              </a:spcBef>
            </a:pPr>
            <a:r>
              <a:rPr lang="fr-FR" b="1" dirty="0" smtClean="0">
                <a:solidFill>
                  <a:srgbClr val="FF7800"/>
                </a:solidFill>
                <a:latin typeface="Calibri"/>
                <a:cs typeface="Calibri"/>
              </a:rPr>
              <a:t>Allocation</a:t>
            </a:r>
            <a:r>
              <a:rPr lang="fr-FR" b="1" spc="-30" dirty="0" smtClean="0">
                <a:solidFill>
                  <a:srgbClr val="FF7800"/>
                </a:solidFill>
                <a:latin typeface="Calibri"/>
                <a:cs typeface="Calibri"/>
              </a:rPr>
              <a:t> </a:t>
            </a:r>
            <a:r>
              <a:rPr lang="fr-FR" b="1" dirty="0" smtClean="0">
                <a:solidFill>
                  <a:srgbClr val="FF7800"/>
                </a:solidFill>
                <a:latin typeface="Calibri"/>
                <a:cs typeface="Calibri"/>
              </a:rPr>
              <a:t>chaînée</a:t>
            </a:r>
            <a:r>
              <a:rPr lang="fr-FR" b="1" spc="-55" dirty="0" smtClean="0">
                <a:solidFill>
                  <a:srgbClr val="FF7800"/>
                </a:solidFill>
                <a:latin typeface="Calibri"/>
                <a:cs typeface="Calibri"/>
              </a:rPr>
              <a:t> </a:t>
            </a:r>
            <a:r>
              <a:rPr lang="fr-FR" b="1" dirty="0" smtClean="0">
                <a:solidFill>
                  <a:srgbClr val="FF7800"/>
                </a:solidFill>
                <a:latin typeface="Calibri"/>
                <a:cs typeface="Calibri"/>
              </a:rPr>
              <a:t>(non</a:t>
            </a:r>
            <a:r>
              <a:rPr lang="fr-FR" b="1" spc="-55" dirty="0" smtClean="0">
                <a:solidFill>
                  <a:srgbClr val="FF7800"/>
                </a:solidFill>
                <a:latin typeface="Calibri"/>
                <a:cs typeface="Calibri"/>
              </a:rPr>
              <a:t> </a:t>
            </a:r>
            <a:r>
              <a:rPr lang="fr-FR" b="1" spc="-10" dirty="0" smtClean="0">
                <a:solidFill>
                  <a:srgbClr val="FF7800"/>
                </a:solidFill>
                <a:latin typeface="Calibri"/>
                <a:cs typeface="Calibri"/>
              </a:rPr>
              <a:t>contiguë): Exemple</a:t>
            </a:r>
            <a:endParaRPr lang="fr-FR" dirty="0" smtClean="0">
              <a:latin typeface="Calibri"/>
              <a:cs typeface="Calibri"/>
            </a:endParaRPr>
          </a:p>
          <a:p>
            <a:pPr marL="12700">
              <a:lnSpc>
                <a:spcPct val="100000"/>
              </a:lnSpc>
              <a:spcBef>
                <a:spcPts val="105"/>
              </a:spcBef>
            </a:pPr>
            <a:endParaRPr lang="fr-FR" sz="1800" dirty="0" smtClean="0">
              <a:latin typeface="Calibri"/>
              <a:cs typeface="Calibri"/>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14</a:t>
            </a:fld>
            <a:endParaRPr spc="-25" dirty="0"/>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8"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pic>
        <p:nvPicPr>
          <p:cNvPr id="12" name="Image 11"/>
          <p:cNvPicPr>
            <a:picLocks noChangeAspect="1"/>
          </p:cNvPicPr>
          <p:nvPr/>
        </p:nvPicPr>
        <p:blipFill>
          <a:blip r:embed="rId4"/>
          <a:stretch>
            <a:fillRect/>
          </a:stretch>
        </p:blipFill>
        <p:spPr>
          <a:xfrm>
            <a:off x="948902" y="2209800"/>
            <a:ext cx="9822053" cy="4002440"/>
          </a:xfrm>
          <a:prstGeom prst="rect">
            <a:avLst/>
          </a:prstGeom>
        </p:spPr>
      </p:pic>
      <p:sp>
        <p:nvSpPr>
          <p:cNvPr id="13" name="ZoneTexte 12"/>
          <p:cNvSpPr txBox="1"/>
          <p:nvPr/>
        </p:nvSpPr>
        <p:spPr>
          <a:xfrm flipH="1">
            <a:off x="963770" y="4419600"/>
            <a:ext cx="5257800" cy="369332"/>
          </a:xfrm>
          <a:prstGeom prst="rect">
            <a:avLst/>
          </a:prstGeom>
          <a:noFill/>
        </p:spPr>
        <p:txBody>
          <a:bodyPr wrap="square" rtlCol="0">
            <a:spAutoFit/>
          </a:bodyPr>
          <a:lstStyle/>
          <a:p>
            <a:r>
              <a:rPr lang="fr-FR" sz="1600" b="1" dirty="0" smtClean="0">
                <a:latin typeface="+mj-lt"/>
              </a:rPr>
              <a:t>Cette technique peut être représentée par</a:t>
            </a:r>
            <a:r>
              <a:rPr lang="fr-FR" dirty="0" smtClean="0"/>
              <a:t>:</a:t>
            </a:r>
            <a:endParaRPr lang="fr-FR" dirty="0"/>
          </a:p>
        </p:txBody>
      </p:sp>
    </p:spTree>
    <p:extLst>
      <p:ext uri="{BB962C8B-B14F-4D97-AF65-F5344CB8AC3E}">
        <p14:creationId xmlns:p14="http://schemas.microsoft.com/office/powerpoint/2010/main" val="3766153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7368" y="1770791"/>
            <a:ext cx="10591165" cy="3860031"/>
          </a:xfrm>
          <a:prstGeom prst="rect">
            <a:avLst/>
          </a:prstGeom>
        </p:spPr>
        <p:txBody>
          <a:bodyPr vert="horz" wrap="square" lIns="0" tIns="12700" rIns="0" bIns="0" rtlCol="0">
            <a:spAutoFit/>
          </a:bodyPr>
          <a:lstStyle/>
          <a:p>
            <a:pPr marL="12700">
              <a:lnSpc>
                <a:spcPct val="100000"/>
              </a:lnSpc>
              <a:spcBef>
                <a:spcPts val="105"/>
              </a:spcBef>
            </a:pPr>
            <a:r>
              <a:rPr lang="fr-FR" sz="1800" b="1" dirty="0" smtClean="0">
                <a:solidFill>
                  <a:srgbClr val="FF7800"/>
                </a:solidFill>
                <a:latin typeface="Calibri"/>
                <a:cs typeface="Calibri"/>
              </a:rPr>
              <a:t>Allocation</a:t>
            </a:r>
            <a:r>
              <a:rPr lang="fr-FR" sz="1800" b="1" spc="-30" dirty="0" smtClean="0">
                <a:solidFill>
                  <a:srgbClr val="FF7800"/>
                </a:solidFill>
                <a:latin typeface="Calibri"/>
                <a:cs typeface="Calibri"/>
              </a:rPr>
              <a:t> </a:t>
            </a:r>
            <a:r>
              <a:rPr lang="fr-FR" sz="1800" b="1" dirty="0" smtClean="0">
                <a:solidFill>
                  <a:srgbClr val="FF7800"/>
                </a:solidFill>
                <a:latin typeface="Calibri"/>
                <a:cs typeface="Calibri"/>
              </a:rPr>
              <a:t>en</a:t>
            </a:r>
            <a:r>
              <a:rPr lang="fr-FR" sz="1800" b="1" spc="-55" dirty="0" smtClean="0">
                <a:solidFill>
                  <a:srgbClr val="FF7800"/>
                </a:solidFill>
                <a:latin typeface="Calibri"/>
                <a:cs typeface="Calibri"/>
              </a:rPr>
              <a:t> </a:t>
            </a:r>
            <a:r>
              <a:rPr lang="fr-FR" sz="1800" b="1" dirty="0" smtClean="0">
                <a:solidFill>
                  <a:srgbClr val="FF7800"/>
                </a:solidFill>
                <a:latin typeface="Calibri"/>
                <a:cs typeface="Calibri"/>
              </a:rPr>
              <a:t>blocs</a:t>
            </a:r>
            <a:r>
              <a:rPr lang="fr-FR" sz="1800" b="1" spc="-25" dirty="0" smtClean="0">
                <a:solidFill>
                  <a:srgbClr val="FF7800"/>
                </a:solidFill>
                <a:latin typeface="Calibri"/>
                <a:cs typeface="Calibri"/>
              </a:rPr>
              <a:t> </a:t>
            </a:r>
            <a:r>
              <a:rPr lang="fr-FR" sz="1800" b="1" spc="-10" dirty="0" smtClean="0">
                <a:solidFill>
                  <a:srgbClr val="FF7800"/>
                </a:solidFill>
                <a:latin typeface="Calibri"/>
                <a:cs typeface="Calibri"/>
              </a:rPr>
              <a:t>contigus: Avantages et inconvénients</a:t>
            </a:r>
          </a:p>
          <a:p>
            <a:pPr marL="12700" marR="5080">
              <a:lnSpc>
                <a:spcPct val="150100"/>
              </a:lnSpc>
              <a:spcBef>
                <a:spcPts val="600"/>
              </a:spcBef>
            </a:pPr>
            <a:r>
              <a:rPr lang="fr-FR" sz="1600" b="1" spc="-10" dirty="0" smtClean="0">
                <a:solidFill>
                  <a:srgbClr val="00B050"/>
                </a:solidFill>
                <a:latin typeface="Calibri"/>
                <a:cs typeface="Calibri"/>
              </a:rPr>
              <a:t>Avantages :</a:t>
            </a:r>
          </a:p>
          <a:p>
            <a:pPr marL="298450" marR="5080" indent="-285750">
              <a:lnSpc>
                <a:spcPct val="150100"/>
              </a:lnSpc>
              <a:spcBef>
                <a:spcPts val="600"/>
              </a:spcBef>
              <a:buFont typeface="Arial" panose="020B0604020202020204" pitchFamily="34" charset="0"/>
              <a:buChar char="•"/>
            </a:pPr>
            <a:r>
              <a:rPr lang="fr-FR" sz="1600" b="1" spc="-10" dirty="0">
                <a:latin typeface="Calibri"/>
                <a:cs typeface="Calibri"/>
              </a:rPr>
              <a:t>Pas de fragmentation </a:t>
            </a:r>
            <a:r>
              <a:rPr lang="fr-FR" sz="1600" b="1" dirty="0" smtClean="0">
                <a:latin typeface="Calibri"/>
                <a:cs typeface="Calibri"/>
              </a:rPr>
              <a:t>externe</a:t>
            </a:r>
            <a:r>
              <a:rPr lang="fr-FR" sz="1600" b="0" dirty="0" smtClean="0">
                <a:latin typeface="Calibri"/>
                <a:cs typeface="Calibri"/>
              </a:rPr>
              <a:t>.</a:t>
            </a:r>
            <a:r>
              <a:rPr lang="fr-FR" sz="1600" b="0" spc="-10" dirty="0" smtClean="0">
                <a:latin typeface="Calibri"/>
                <a:cs typeface="Calibri"/>
              </a:rPr>
              <a:t> </a:t>
            </a:r>
          </a:p>
          <a:p>
            <a:pPr marL="298450" marR="5080" indent="-285750">
              <a:lnSpc>
                <a:spcPct val="150100"/>
              </a:lnSpc>
              <a:spcBef>
                <a:spcPts val="600"/>
              </a:spcBef>
              <a:buFont typeface="Arial" panose="020B0604020202020204" pitchFamily="34" charset="0"/>
              <a:buChar char="•"/>
            </a:pPr>
            <a:r>
              <a:rPr lang="fr-FR" sz="1600" b="1" spc="-10" dirty="0" smtClean="0">
                <a:latin typeface="Calibri"/>
                <a:cs typeface="Calibri"/>
              </a:rPr>
              <a:t>Fichier peut s’étendre sans difficulté</a:t>
            </a:r>
          </a:p>
          <a:p>
            <a:pPr marL="298450" marR="5080" indent="-285750">
              <a:lnSpc>
                <a:spcPct val="150100"/>
              </a:lnSpc>
              <a:spcBef>
                <a:spcPts val="600"/>
              </a:spcBef>
              <a:buFont typeface="Arial" panose="020B0604020202020204" pitchFamily="34" charset="0"/>
              <a:buChar char="•"/>
            </a:pPr>
            <a:r>
              <a:rPr lang="fr-FR" sz="1600" b="1" spc="-10" dirty="0" smtClean="0">
                <a:latin typeface="Calibri"/>
                <a:cs typeface="Calibri"/>
              </a:rPr>
              <a:t>Mémorisation seulement de la première adresse</a:t>
            </a:r>
          </a:p>
          <a:p>
            <a:pPr marL="12700" marR="5080">
              <a:lnSpc>
                <a:spcPct val="150100"/>
              </a:lnSpc>
              <a:spcBef>
                <a:spcPts val="600"/>
              </a:spcBef>
            </a:pPr>
            <a:r>
              <a:rPr lang="fr-FR" sz="1600" b="1" spc="-10" dirty="0" smtClean="0">
                <a:solidFill>
                  <a:srgbClr val="00B050"/>
                </a:solidFill>
                <a:latin typeface="Calibri"/>
                <a:cs typeface="Calibri"/>
              </a:rPr>
              <a:t>Inconvénients</a:t>
            </a:r>
            <a:endParaRPr lang="fr-FR" sz="1600" b="1" spc="-10" dirty="0" smtClean="0">
              <a:latin typeface="Calibri"/>
              <a:cs typeface="Calibri"/>
            </a:endParaRPr>
          </a:p>
          <a:p>
            <a:pPr marL="298450" marR="5080" indent="-285750">
              <a:lnSpc>
                <a:spcPct val="150100"/>
              </a:lnSpc>
              <a:spcBef>
                <a:spcPts val="600"/>
              </a:spcBef>
              <a:buFont typeface="Arial" panose="020B0604020202020204" pitchFamily="34" charset="0"/>
              <a:buChar char="•"/>
            </a:pPr>
            <a:r>
              <a:rPr lang="fr-FR" sz="1600" b="1" dirty="0">
                <a:latin typeface="Calibri"/>
                <a:cs typeface="Calibri"/>
              </a:rPr>
              <a:t>A</a:t>
            </a:r>
            <a:r>
              <a:rPr lang="fr-FR" sz="1600" b="1" dirty="0" smtClean="0">
                <a:latin typeface="Calibri"/>
                <a:cs typeface="Calibri"/>
              </a:rPr>
              <a:t>ccès</a:t>
            </a:r>
            <a:r>
              <a:rPr lang="fr-FR" sz="1600" b="1" spc="60" dirty="0" smtClean="0">
                <a:latin typeface="Calibri"/>
                <a:cs typeface="Calibri"/>
              </a:rPr>
              <a:t> </a:t>
            </a:r>
            <a:r>
              <a:rPr lang="fr-FR" sz="1600" b="1" dirty="0" smtClean="0">
                <a:latin typeface="Calibri"/>
                <a:cs typeface="Calibri"/>
              </a:rPr>
              <a:t>totalement</a:t>
            </a:r>
            <a:r>
              <a:rPr lang="fr-FR" sz="1600" b="1" spc="55" dirty="0" smtClean="0">
                <a:latin typeface="Calibri"/>
                <a:cs typeface="Calibri"/>
              </a:rPr>
              <a:t> </a:t>
            </a:r>
            <a:r>
              <a:rPr lang="fr-FR" sz="1600" b="1" dirty="0" smtClean="0">
                <a:latin typeface="Calibri"/>
                <a:cs typeface="Calibri"/>
              </a:rPr>
              <a:t>séquentiel</a:t>
            </a:r>
            <a:r>
              <a:rPr lang="fr-FR" sz="1600" b="1" spc="60" dirty="0" smtClean="0">
                <a:latin typeface="Calibri"/>
                <a:cs typeface="Calibri"/>
              </a:rPr>
              <a:t> </a:t>
            </a:r>
            <a:r>
              <a:rPr lang="fr-FR" sz="1600" b="1" dirty="0" smtClean="0">
                <a:latin typeface="Calibri"/>
                <a:cs typeface="Calibri"/>
              </a:rPr>
              <a:t>au</a:t>
            </a:r>
            <a:r>
              <a:rPr lang="fr-FR" sz="1600" b="1" spc="60" dirty="0" smtClean="0">
                <a:latin typeface="Calibri"/>
                <a:cs typeface="Calibri"/>
              </a:rPr>
              <a:t> </a:t>
            </a:r>
            <a:r>
              <a:rPr lang="fr-FR" sz="1600" b="1" dirty="0" smtClean="0">
                <a:latin typeface="Calibri"/>
                <a:cs typeface="Calibri"/>
              </a:rPr>
              <a:t>fichier</a:t>
            </a:r>
            <a:r>
              <a:rPr lang="fr-FR" sz="1600" b="1" spc="65" dirty="0" smtClean="0">
                <a:latin typeface="Calibri"/>
                <a:cs typeface="Calibri"/>
              </a:rPr>
              <a:t> </a:t>
            </a:r>
            <a:r>
              <a:rPr lang="fr-FR" sz="1600" dirty="0" smtClean="0">
                <a:latin typeface="Calibri"/>
                <a:cs typeface="Calibri"/>
              </a:rPr>
              <a:t>puisque</a:t>
            </a:r>
            <a:r>
              <a:rPr lang="fr-FR" sz="1600" spc="70" dirty="0" smtClean="0">
                <a:latin typeface="Calibri"/>
                <a:cs typeface="Calibri"/>
              </a:rPr>
              <a:t> </a:t>
            </a:r>
            <a:r>
              <a:rPr lang="fr-FR" sz="1600" dirty="0" smtClean="0">
                <a:latin typeface="Calibri"/>
                <a:cs typeface="Calibri"/>
              </a:rPr>
              <a:t>le</a:t>
            </a:r>
            <a:r>
              <a:rPr lang="fr-FR" sz="1600" spc="50" dirty="0" smtClean="0">
                <a:latin typeface="Calibri"/>
                <a:cs typeface="Calibri"/>
              </a:rPr>
              <a:t> </a:t>
            </a:r>
            <a:r>
              <a:rPr lang="fr-FR" sz="1600" dirty="0" smtClean="0">
                <a:latin typeface="Calibri"/>
                <a:cs typeface="Calibri"/>
              </a:rPr>
              <a:t>parcours</a:t>
            </a:r>
            <a:r>
              <a:rPr lang="fr-FR" sz="1600" spc="80" dirty="0" smtClean="0">
                <a:latin typeface="Calibri"/>
                <a:cs typeface="Calibri"/>
              </a:rPr>
              <a:t> </a:t>
            </a:r>
            <a:r>
              <a:rPr lang="fr-FR" sz="1600" dirty="0" smtClean="0">
                <a:latin typeface="Calibri"/>
                <a:cs typeface="Calibri"/>
              </a:rPr>
              <a:t>d’un</a:t>
            </a:r>
            <a:r>
              <a:rPr lang="fr-FR" sz="1600" spc="85" dirty="0" smtClean="0">
                <a:latin typeface="Calibri"/>
                <a:cs typeface="Calibri"/>
              </a:rPr>
              <a:t> </a:t>
            </a:r>
            <a:r>
              <a:rPr lang="fr-FR" sz="1600" dirty="0" smtClean="0">
                <a:latin typeface="Calibri"/>
                <a:cs typeface="Calibri"/>
              </a:rPr>
              <a:t>fichier</a:t>
            </a:r>
            <a:r>
              <a:rPr lang="fr-FR" sz="1600" spc="60" dirty="0" smtClean="0">
                <a:latin typeface="Calibri"/>
                <a:cs typeface="Calibri"/>
              </a:rPr>
              <a:t> </a:t>
            </a:r>
            <a:r>
              <a:rPr lang="fr-FR" sz="1600" dirty="0" smtClean="0">
                <a:latin typeface="Calibri"/>
                <a:cs typeface="Calibri"/>
              </a:rPr>
              <a:t>est</a:t>
            </a:r>
            <a:r>
              <a:rPr lang="fr-FR" sz="1600" spc="75" dirty="0" smtClean="0">
                <a:latin typeface="Calibri"/>
                <a:cs typeface="Calibri"/>
              </a:rPr>
              <a:t> </a:t>
            </a:r>
            <a:r>
              <a:rPr lang="fr-FR" sz="1600" dirty="0" smtClean="0">
                <a:latin typeface="Calibri"/>
                <a:cs typeface="Calibri"/>
              </a:rPr>
              <a:t>toujours</a:t>
            </a:r>
            <a:r>
              <a:rPr lang="fr-FR" sz="1600" spc="75" dirty="0" smtClean="0">
                <a:latin typeface="Calibri"/>
                <a:cs typeface="Calibri"/>
              </a:rPr>
              <a:t> </a:t>
            </a:r>
            <a:r>
              <a:rPr lang="fr-FR" sz="1600" dirty="0" smtClean="0">
                <a:latin typeface="Calibri"/>
                <a:cs typeface="Calibri"/>
              </a:rPr>
              <a:t>effectué</a:t>
            </a:r>
            <a:r>
              <a:rPr lang="fr-FR" sz="1600" spc="55" dirty="0" smtClean="0">
                <a:latin typeface="Calibri"/>
                <a:cs typeface="Calibri"/>
              </a:rPr>
              <a:t> </a:t>
            </a:r>
            <a:r>
              <a:rPr lang="fr-FR" sz="1600" dirty="0" smtClean="0">
                <a:latin typeface="Calibri"/>
                <a:cs typeface="Calibri"/>
              </a:rPr>
              <a:t>à</a:t>
            </a:r>
            <a:r>
              <a:rPr lang="fr-FR" sz="1600" spc="65" dirty="0" smtClean="0">
                <a:latin typeface="Calibri"/>
                <a:cs typeface="Calibri"/>
              </a:rPr>
              <a:t> </a:t>
            </a:r>
            <a:r>
              <a:rPr lang="fr-FR" sz="1600" dirty="0" smtClean="0">
                <a:latin typeface="Calibri"/>
                <a:cs typeface="Calibri"/>
              </a:rPr>
              <a:t>partir</a:t>
            </a:r>
            <a:r>
              <a:rPr lang="fr-FR" sz="1600" spc="40" dirty="0" smtClean="0">
                <a:latin typeface="Calibri"/>
                <a:cs typeface="Calibri"/>
              </a:rPr>
              <a:t> </a:t>
            </a:r>
            <a:r>
              <a:rPr lang="fr-FR" sz="1600" dirty="0" smtClean="0">
                <a:latin typeface="Calibri"/>
                <a:cs typeface="Calibri"/>
              </a:rPr>
              <a:t>son</a:t>
            </a:r>
            <a:r>
              <a:rPr lang="fr-FR" sz="1600" spc="65" dirty="0" smtClean="0">
                <a:latin typeface="Calibri"/>
                <a:cs typeface="Calibri"/>
              </a:rPr>
              <a:t> </a:t>
            </a:r>
            <a:r>
              <a:rPr lang="fr-FR" sz="1600" dirty="0" smtClean="0">
                <a:latin typeface="Calibri"/>
                <a:cs typeface="Calibri"/>
              </a:rPr>
              <a:t>début</a:t>
            </a:r>
          </a:p>
          <a:p>
            <a:pPr marL="298450" marR="5080" indent="-285750">
              <a:lnSpc>
                <a:spcPct val="150100"/>
              </a:lnSpc>
              <a:spcBef>
                <a:spcPts val="600"/>
              </a:spcBef>
              <a:buFont typeface="Arial" panose="020B0604020202020204" pitchFamily="34" charset="0"/>
              <a:buChar char="•"/>
            </a:pPr>
            <a:r>
              <a:rPr lang="fr-FR" sz="1600" b="1" spc="-10" dirty="0" smtClean="0">
                <a:latin typeface="Calibri"/>
                <a:cs typeface="Calibri"/>
              </a:rPr>
              <a:t>Les pointeurs nécessitent de l’espace</a:t>
            </a:r>
          </a:p>
          <a:p>
            <a:pPr marL="298450" marR="5080" indent="-285750">
              <a:lnSpc>
                <a:spcPct val="150100"/>
              </a:lnSpc>
              <a:spcBef>
                <a:spcPts val="600"/>
              </a:spcBef>
              <a:buFont typeface="Arial" panose="020B0604020202020204" pitchFamily="34" charset="0"/>
              <a:buChar char="•"/>
            </a:pPr>
            <a:r>
              <a:rPr lang="fr-FR" sz="1600" b="1" spc="-10" dirty="0" smtClean="0">
                <a:latin typeface="Calibri"/>
                <a:cs typeface="Calibri"/>
              </a:rPr>
              <a:t>Les pointeurs ne doivent pas être corrompu</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15</a:t>
            </a:fld>
            <a:endParaRPr spc="-25" dirty="0"/>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8"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2972378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4" name="object 14"/>
          <p:cNvSpPr txBox="1"/>
          <p:nvPr/>
        </p:nvSpPr>
        <p:spPr>
          <a:xfrm>
            <a:off x="798982" y="1602105"/>
            <a:ext cx="10613111" cy="1498487"/>
          </a:xfrm>
          <a:prstGeom prst="rect">
            <a:avLst/>
          </a:prstGeom>
        </p:spPr>
        <p:txBody>
          <a:bodyPr vert="horz" wrap="square" lIns="0" tIns="13335" rIns="0" bIns="0" rtlCol="0">
            <a:spAutoFit/>
          </a:bodyPr>
          <a:lstStyle/>
          <a:p>
            <a:pPr marL="12700">
              <a:lnSpc>
                <a:spcPct val="100000"/>
              </a:lnSpc>
              <a:spcBef>
                <a:spcPts val="105"/>
              </a:spcBef>
            </a:pPr>
            <a:r>
              <a:rPr b="1" dirty="0">
                <a:solidFill>
                  <a:srgbClr val="FF7800"/>
                </a:solidFill>
                <a:latin typeface="Calibri"/>
                <a:cs typeface="Calibri"/>
              </a:rPr>
              <a:t>Allocation</a:t>
            </a:r>
            <a:r>
              <a:rPr b="1" spc="-45" dirty="0">
                <a:solidFill>
                  <a:srgbClr val="FF7800"/>
                </a:solidFill>
                <a:latin typeface="Calibri"/>
                <a:cs typeface="Calibri"/>
              </a:rPr>
              <a:t> </a:t>
            </a:r>
            <a:r>
              <a:rPr b="1" dirty="0">
                <a:solidFill>
                  <a:srgbClr val="FF7800"/>
                </a:solidFill>
                <a:latin typeface="Calibri"/>
                <a:cs typeface="Calibri"/>
              </a:rPr>
              <a:t>non</a:t>
            </a:r>
            <a:r>
              <a:rPr b="1" spc="-55" dirty="0">
                <a:solidFill>
                  <a:srgbClr val="FF7800"/>
                </a:solidFill>
                <a:latin typeface="Calibri"/>
                <a:cs typeface="Calibri"/>
              </a:rPr>
              <a:t> </a:t>
            </a:r>
            <a:r>
              <a:rPr b="1" dirty="0">
                <a:solidFill>
                  <a:srgbClr val="FF7800"/>
                </a:solidFill>
                <a:latin typeface="Calibri"/>
                <a:cs typeface="Calibri"/>
              </a:rPr>
              <a:t>contiguë</a:t>
            </a:r>
            <a:r>
              <a:rPr b="1" spc="-60" dirty="0">
                <a:solidFill>
                  <a:srgbClr val="FF7800"/>
                </a:solidFill>
                <a:latin typeface="Calibri"/>
                <a:cs typeface="Calibri"/>
              </a:rPr>
              <a:t> </a:t>
            </a:r>
            <a:r>
              <a:rPr b="1" spc="-10" dirty="0">
                <a:solidFill>
                  <a:srgbClr val="FF7800"/>
                </a:solidFill>
                <a:latin typeface="Calibri"/>
                <a:cs typeface="Calibri"/>
              </a:rPr>
              <a:t>indexée</a:t>
            </a:r>
            <a:endParaRPr dirty="0">
              <a:latin typeface="Calibri"/>
              <a:cs typeface="Calibri"/>
            </a:endParaRPr>
          </a:p>
          <a:p>
            <a:pPr marL="12700" marR="6350">
              <a:lnSpc>
                <a:spcPts val="2880"/>
              </a:lnSpc>
              <a:spcBef>
                <a:spcPts val="335"/>
              </a:spcBef>
            </a:pPr>
            <a:r>
              <a:rPr lang="fr-FR" sz="1600" dirty="0">
                <a:solidFill>
                  <a:srgbClr val="585858"/>
                </a:solidFill>
                <a:latin typeface="Calibri"/>
                <a:cs typeface="Calibri"/>
              </a:rPr>
              <a:t>C</a:t>
            </a:r>
            <a:r>
              <a:rPr sz="1600" dirty="0" err="1" smtClean="0">
                <a:solidFill>
                  <a:srgbClr val="585858"/>
                </a:solidFill>
                <a:latin typeface="Calibri"/>
                <a:cs typeface="Calibri"/>
              </a:rPr>
              <a:t>ette</a:t>
            </a:r>
            <a:r>
              <a:rPr sz="1600" dirty="0" smtClean="0">
                <a:solidFill>
                  <a:srgbClr val="585858"/>
                </a:solidFill>
                <a:latin typeface="Calibri"/>
                <a:cs typeface="Calibri"/>
              </a:rPr>
              <a:t> </a:t>
            </a:r>
            <a:r>
              <a:rPr sz="1600" dirty="0">
                <a:solidFill>
                  <a:srgbClr val="585858"/>
                </a:solidFill>
                <a:latin typeface="Calibri"/>
                <a:cs typeface="Calibri"/>
              </a:rPr>
              <a:t>technique</a:t>
            </a:r>
            <a:r>
              <a:rPr sz="1600" spc="5" dirty="0">
                <a:solidFill>
                  <a:srgbClr val="585858"/>
                </a:solidFill>
                <a:latin typeface="Calibri"/>
                <a:cs typeface="Calibri"/>
              </a:rPr>
              <a:t> </a:t>
            </a:r>
            <a:r>
              <a:rPr sz="1600" dirty="0">
                <a:solidFill>
                  <a:srgbClr val="585858"/>
                </a:solidFill>
                <a:latin typeface="Calibri"/>
                <a:cs typeface="Calibri"/>
              </a:rPr>
              <a:t>consiste</a:t>
            </a:r>
            <a:r>
              <a:rPr sz="1600" spc="25" dirty="0">
                <a:solidFill>
                  <a:srgbClr val="585858"/>
                </a:solidFill>
                <a:latin typeface="Calibri"/>
                <a:cs typeface="Calibri"/>
              </a:rPr>
              <a:t> </a:t>
            </a:r>
            <a:r>
              <a:rPr sz="1600" dirty="0">
                <a:solidFill>
                  <a:srgbClr val="585858"/>
                </a:solidFill>
                <a:latin typeface="Calibri"/>
                <a:cs typeface="Calibri"/>
              </a:rPr>
              <a:t>à retirer</a:t>
            </a:r>
            <a:r>
              <a:rPr sz="1600" spc="-5" dirty="0">
                <a:solidFill>
                  <a:srgbClr val="585858"/>
                </a:solidFill>
                <a:latin typeface="Calibri"/>
                <a:cs typeface="Calibri"/>
              </a:rPr>
              <a:t> </a:t>
            </a:r>
            <a:r>
              <a:rPr sz="1600" dirty="0">
                <a:solidFill>
                  <a:srgbClr val="585858"/>
                </a:solidFill>
                <a:latin typeface="Calibri"/>
                <a:cs typeface="Calibri"/>
              </a:rPr>
              <a:t>et placer</a:t>
            </a:r>
            <a:r>
              <a:rPr sz="1600" spc="-5" dirty="0">
                <a:solidFill>
                  <a:srgbClr val="585858"/>
                </a:solidFill>
                <a:latin typeface="Calibri"/>
                <a:cs typeface="Calibri"/>
              </a:rPr>
              <a:t> </a:t>
            </a:r>
            <a:r>
              <a:rPr sz="1600" dirty="0">
                <a:solidFill>
                  <a:srgbClr val="585858"/>
                </a:solidFill>
                <a:latin typeface="Calibri"/>
                <a:cs typeface="Calibri"/>
              </a:rPr>
              <a:t>les</a:t>
            </a:r>
            <a:r>
              <a:rPr sz="1600" spc="10" dirty="0">
                <a:solidFill>
                  <a:srgbClr val="585858"/>
                </a:solidFill>
                <a:latin typeface="Calibri"/>
                <a:cs typeface="Calibri"/>
              </a:rPr>
              <a:t> </a:t>
            </a:r>
            <a:r>
              <a:rPr sz="1600" dirty="0">
                <a:solidFill>
                  <a:srgbClr val="585858"/>
                </a:solidFill>
                <a:latin typeface="Calibri"/>
                <a:cs typeface="Calibri"/>
              </a:rPr>
              <a:t>pointeurs</a:t>
            </a:r>
            <a:r>
              <a:rPr sz="1600" spc="5" dirty="0">
                <a:solidFill>
                  <a:srgbClr val="585858"/>
                </a:solidFill>
                <a:latin typeface="Calibri"/>
                <a:cs typeface="Calibri"/>
              </a:rPr>
              <a:t> </a:t>
            </a:r>
            <a:r>
              <a:rPr sz="1600" dirty="0">
                <a:solidFill>
                  <a:srgbClr val="585858"/>
                </a:solidFill>
                <a:latin typeface="Calibri"/>
                <a:cs typeface="Calibri"/>
              </a:rPr>
              <a:t>des</a:t>
            </a:r>
            <a:r>
              <a:rPr sz="1600" spc="35" dirty="0">
                <a:solidFill>
                  <a:srgbClr val="585858"/>
                </a:solidFill>
                <a:latin typeface="Calibri"/>
                <a:cs typeface="Calibri"/>
              </a:rPr>
              <a:t> </a:t>
            </a:r>
            <a:r>
              <a:rPr sz="1600" dirty="0">
                <a:solidFill>
                  <a:srgbClr val="585858"/>
                </a:solidFill>
                <a:latin typeface="Calibri"/>
                <a:cs typeface="Calibri"/>
              </a:rPr>
              <a:t>blocs</a:t>
            </a:r>
            <a:r>
              <a:rPr sz="1600" spc="10" dirty="0">
                <a:solidFill>
                  <a:srgbClr val="585858"/>
                </a:solidFill>
                <a:latin typeface="Calibri"/>
                <a:cs typeface="Calibri"/>
              </a:rPr>
              <a:t> </a:t>
            </a:r>
            <a:r>
              <a:rPr sz="1600" dirty="0">
                <a:solidFill>
                  <a:srgbClr val="585858"/>
                </a:solidFill>
                <a:latin typeface="Calibri"/>
                <a:cs typeface="Calibri"/>
              </a:rPr>
              <a:t>dans</a:t>
            </a:r>
            <a:r>
              <a:rPr sz="1600" spc="5" dirty="0">
                <a:solidFill>
                  <a:srgbClr val="585858"/>
                </a:solidFill>
                <a:latin typeface="Calibri"/>
                <a:cs typeface="Calibri"/>
              </a:rPr>
              <a:t> </a:t>
            </a:r>
            <a:r>
              <a:rPr sz="1600" dirty="0">
                <a:solidFill>
                  <a:srgbClr val="585858"/>
                </a:solidFill>
                <a:latin typeface="Calibri"/>
                <a:cs typeface="Calibri"/>
              </a:rPr>
              <a:t>une</a:t>
            </a:r>
            <a:r>
              <a:rPr sz="1600" spc="20" dirty="0">
                <a:solidFill>
                  <a:srgbClr val="585858"/>
                </a:solidFill>
                <a:latin typeface="Calibri"/>
                <a:cs typeface="Calibri"/>
              </a:rPr>
              <a:t> </a:t>
            </a:r>
            <a:r>
              <a:rPr sz="1600" dirty="0">
                <a:solidFill>
                  <a:srgbClr val="585858"/>
                </a:solidFill>
                <a:latin typeface="Calibri"/>
                <a:cs typeface="Calibri"/>
              </a:rPr>
              <a:t>structure</a:t>
            </a:r>
            <a:r>
              <a:rPr sz="1600" spc="5" dirty="0">
                <a:solidFill>
                  <a:srgbClr val="585858"/>
                </a:solidFill>
                <a:latin typeface="Calibri"/>
                <a:cs typeface="Calibri"/>
              </a:rPr>
              <a:t> </a:t>
            </a:r>
            <a:r>
              <a:rPr sz="1600" dirty="0">
                <a:solidFill>
                  <a:srgbClr val="585858"/>
                </a:solidFill>
                <a:latin typeface="Calibri"/>
                <a:cs typeface="Calibri"/>
              </a:rPr>
              <a:t>de données</a:t>
            </a:r>
            <a:r>
              <a:rPr sz="1600" spc="5" dirty="0">
                <a:solidFill>
                  <a:srgbClr val="585858"/>
                </a:solidFill>
                <a:latin typeface="Calibri"/>
                <a:cs typeface="Calibri"/>
              </a:rPr>
              <a:t> </a:t>
            </a:r>
            <a:r>
              <a:rPr sz="1600" dirty="0">
                <a:solidFill>
                  <a:srgbClr val="585858"/>
                </a:solidFill>
                <a:latin typeface="Calibri"/>
                <a:cs typeface="Calibri"/>
              </a:rPr>
              <a:t>sauvegardées</a:t>
            </a:r>
            <a:r>
              <a:rPr sz="1600" spc="-10" dirty="0">
                <a:solidFill>
                  <a:srgbClr val="585858"/>
                </a:solidFill>
                <a:latin typeface="Calibri"/>
                <a:cs typeface="Calibri"/>
              </a:rPr>
              <a:t> </a:t>
            </a:r>
            <a:r>
              <a:rPr sz="1600" dirty="0">
                <a:solidFill>
                  <a:srgbClr val="585858"/>
                </a:solidFill>
                <a:latin typeface="Calibri"/>
                <a:cs typeface="Calibri"/>
              </a:rPr>
              <a:t>en</a:t>
            </a:r>
            <a:r>
              <a:rPr sz="1600" spc="-5" dirty="0">
                <a:solidFill>
                  <a:srgbClr val="585858"/>
                </a:solidFill>
                <a:latin typeface="Calibri"/>
                <a:cs typeface="Calibri"/>
              </a:rPr>
              <a:t> </a:t>
            </a:r>
            <a:r>
              <a:rPr sz="1600" dirty="0">
                <a:solidFill>
                  <a:srgbClr val="585858"/>
                </a:solidFill>
                <a:latin typeface="Calibri"/>
                <a:cs typeface="Calibri"/>
              </a:rPr>
              <a:t>mémoire</a:t>
            </a:r>
            <a:r>
              <a:rPr sz="1600" spc="20" dirty="0">
                <a:solidFill>
                  <a:srgbClr val="585858"/>
                </a:solidFill>
                <a:latin typeface="Calibri"/>
                <a:cs typeface="Calibri"/>
              </a:rPr>
              <a:t> </a:t>
            </a:r>
            <a:r>
              <a:rPr sz="1600" dirty="0">
                <a:solidFill>
                  <a:srgbClr val="585858"/>
                </a:solidFill>
                <a:latin typeface="Calibri"/>
                <a:cs typeface="Calibri"/>
              </a:rPr>
              <a:t>centrale,</a:t>
            </a:r>
            <a:r>
              <a:rPr sz="1600" spc="-10" dirty="0">
                <a:solidFill>
                  <a:srgbClr val="585858"/>
                </a:solidFill>
                <a:latin typeface="Calibri"/>
                <a:cs typeface="Calibri"/>
              </a:rPr>
              <a:t> </a:t>
            </a:r>
            <a:r>
              <a:rPr sz="1600" dirty="0">
                <a:solidFill>
                  <a:srgbClr val="585858"/>
                </a:solidFill>
                <a:latin typeface="Calibri"/>
                <a:cs typeface="Calibri"/>
              </a:rPr>
              <a:t>permettant</a:t>
            </a:r>
            <a:r>
              <a:rPr sz="1600" spc="10" dirty="0">
                <a:solidFill>
                  <a:srgbClr val="585858"/>
                </a:solidFill>
                <a:latin typeface="Calibri"/>
                <a:cs typeface="Calibri"/>
              </a:rPr>
              <a:t> </a:t>
            </a:r>
            <a:r>
              <a:rPr sz="1600" dirty="0">
                <a:solidFill>
                  <a:srgbClr val="585858"/>
                </a:solidFill>
                <a:latin typeface="Calibri"/>
                <a:cs typeface="Calibri"/>
              </a:rPr>
              <a:t>ainsi</a:t>
            </a:r>
            <a:r>
              <a:rPr sz="1600" spc="-15" dirty="0">
                <a:solidFill>
                  <a:srgbClr val="585858"/>
                </a:solidFill>
                <a:latin typeface="Calibri"/>
                <a:cs typeface="Calibri"/>
              </a:rPr>
              <a:t> </a:t>
            </a:r>
            <a:r>
              <a:rPr sz="1600" dirty="0">
                <a:solidFill>
                  <a:srgbClr val="585858"/>
                </a:solidFill>
                <a:latin typeface="Calibri"/>
                <a:cs typeface="Calibri"/>
              </a:rPr>
              <a:t>un</a:t>
            </a:r>
            <a:r>
              <a:rPr sz="1600" spc="-10" dirty="0">
                <a:solidFill>
                  <a:srgbClr val="585858"/>
                </a:solidFill>
                <a:latin typeface="Calibri"/>
                <a:cs typeface="Calibri"/>
              </a:rPr>
              <a:t> accès </a:t>
            </a:r>
            <a:r>
              <a:rPr sz="1600" dirty="0">
                <a:solidFill>
                  <a:srgbClr val="585858"/>
                </a:solidFill>
                <a:latin typeface="Calibri"/>
                <a:cs typeface="Calibri"/>
              </a:rPr>
              <a:t>rapide</a:t>
            </a:r>
            <a:r>
              <a:rPr sz="1600" spc="-20" dirty="0">
                <a:solidFill>
                  <a:srgbClr val="585858"/>
                </a:solidFill>
                <a:latin typeface="Calibri"/>
                <a:cs typeface="Calibri"/>
              </a:rPr>
              <a:t> </a:t>
            </a:r>
            <a:r>
              <a:rPr sz="1600" dirty="0">
                <a:solidFill>
                  <a:srgbClr val="585858"/>
                </a:solidFill>
                <a:latin typeface="Calibri"/>
                <a:cs typeface="Calibri"/>
              </a:rPr>
              <a:t>et</a:t>
            </a:r>
            <a:r>
              <a:rPr sz="1600" spc="-40" dirty="0">
                <a:solidFill>
                  <a:srgbClr val="585858"/>
                </a:solidFill>
                <a:latin typeface="Calibri"/>
                <a:cs typeface="Calibri"/>
              </a:rPr>
              <a:t> </a:t>
            </a:r>
            <a:r>
              <a:rPr sz="1600" dirty="0">
                <a:solidFill>
                  <a:srgbClr val="585858"/>
                </a:solidFill>
                <a:latin typeface="Calibri"/>
                <a:cs typeface="Calibri"/>
              </a:rPr>
              <a:t>à</a:t>
            </a:r>
            <a:r>
              <a:rPr sz="1600" spc="-45" dirty="0">
                <a:solidFill>
                  <a:srgbClr val="585858"/>
                </a:solidFill>
                <a:latin typeface="Calibri"/>
                <a:cs typeface="Calibri"/>
              </a:rPr>
              <a:t> </a:t>
            </a:r>
            <a:r>
              <a:rPr sz="1600" dirty="0">
                <a:solidFill>
                  <a:srgbClr val="585858"/>
                </a:solidFill>
                <a:latin typeface="Calibri"/>
                <a:cs typeface="Calibri"/>
              </a:rPr>
              <a:t>tout</a:t>
            </a:r>
            <a:r>
              <a:rPr sz="1600" spc="-45" dirty="0">
                <a:solidFill>
                  <a:srgbClr val="585858"/>
                </a:solidFill>
                <a:latin typeface="Calibri"/>
                <a:cs typeface="Calibri"/>
              </a:rPr>
              <a:t> </a:t>
            </a:r>
            <a:r>
              <a:rPr sz="1600" dirty="0">
                <a:solidFill>
                  <a:srgbClr val="585858"/>
                </a:solidFill>
                <a:latin typeface="Calibri"/>
                <a:cs typeface="Calibri"/>
              </a:rPr>
              <a:t>moment</a:t>
            </a:r>
            <a:r>
              <a:rPr sz="1600" spc="-20" dirty="0">
                <a:solidFill>
                  <a:srgbClr val="585858"/>
                </a:solidFill>
                <a:latin typeface="Calibri"/>
                <a:cs typeface="Calibri"/>
              </a:rPr>
              <a:t> </a:t>
            </a:r>
            <a:r>
              <a:rPr sz="1600" dirty="0">
                <a:solidFill>
                  <a:srgbClr val="585858"/>
                </a:solidFill>
                <a:latin typeface="Calibri"/>
                <a:cs typeface="Calibri"/>
              </a:rPr>
              <a:t>aux</a:t>
            </a:r>
            <a:r>
              <a:rPr sz="1600" spc="-35" dirty="0">
                <a:solidFill>
                  <a:srgbClr val="585858"/>
                </a:solidFill>
                <a:latin typeface="Calibri"/>
                <a:cs typeface="Calibri"/>
              </a:rPr>
              <a:t> </a:t>
            </a:r>
            <a:r>
              <a:rPr sz="1600" spc="-10" dirty="0">
                <a:solidFill>
                  <a:srgbClr val="585858"/>
                </a:solidFill>
                <a:latin typeface="Calibri"/>
                <a:cs typeface="Calibri"/>
              </a:rPr>
              <a:t>informations</a:t>
            </a:r>
            <a:r>
              <a:rPr sz="1600" spc="10" dirty="0">
                <a:solidFill>
                  <a:srgbClr val="585858"/>
                </a:solidFill>
                <a:latin typeface="Calibri"/>
                <a:cs typeface="Calibri"/>
              </a:rPr>
              <a:t> </a:t>
            </a:r>
            <a:r>
              <a:rPr sz="1600" dirty="0">
                <a:solidFill>
                  <a:srgbClr val="585858"/>
                </a:solidFill>
                <a:latin typeface="Calibri"/>
                <a:cs typeface="Calibri"/>
              </a:rPr>
              <a:t>concernant</a:t>
            </a:r>
            <a:r>
              <a:rPr sz="1600" spc="-15" dirty="0">
                <a:solidFill>
                  <a:srgbClr val="585858"/>
                </a:solidFill>
                <a:latin typeface="Calibri"/>
                <a:cs typeface="Calibri"/>
              </a:rPr>
              <a:t> </a:t>
            </a:r>
            <a:r>
              <a:rPr sz="1600" dirty="0">
                <a:solidFill>
                  <a:srgbClr val="585858"/>
                </a:solidFill>
                <a:latin typeface="Calibri"/>
                <a:cs typeface="Calibri"/>
              </a:rPr>
              <a:t>les</a:t>
            </a:r>
            <a:r>
              <a:rPr sz="1600" spc="-35" dirty="0">
                <a:solidFill>
                  <a:srgbClr val="585858"/>
                </a:solidFill>
                <a:latin typeface="Calibri"/>
                <a:cs typeface="Calibri"/>
              </a:rPr>
              <a:t> </a:t>
            </a:r>
            <a:r>
              <a:rPr sz="1600" dirty="0">
                <a:solidFill>
                  <a:srgbClr val="585858"/>
                </a:solidFill>
                <a:latin typeface="Calibri"/>
                <a:cs typeface="Calibri"/>
              </a:rPr>
              <a:t>numéros</a:t>
            </a:r>
            <a:r>
              <a:rPr sz="1600" spc="10" dirty="0">
                <a:solidFill>
                  <a:srgbClr val="585858"/>
                </a:solidFill>
                <a:latin typeface="Calibri"/>
                <a:cs typeface="Calibri"/>
              </a:rPr>
              <a:t> </a:t>
            </a:r>
            <a:r>
              <a:rPr sz="1600" dirty="0">
                <a:solidFill>
                  <a:srgbClr val="585858"/>
                </a:solidFill>
                <a:latin typeface="Calibri"/>
                <a:cs typeface="Calibri"/>
              </a:rPr>
              <a:t>de</a:t>
            </a:r>
            <a:r>
              <a:rPr sz="1600" spc="-40" dirty="0">
                <a:solidFill>
                  <a:srgbClr val="585858"/>
                </a:solidFill>
                <a:latin typeface="Calibri"/>
                <a:cs typeface="Calibri"/>
              </a:rPr>
              <a:t> </a:t>
            </a:r>
            <a:r>
              <a:rPr sz="1600" spc="-10" dirty="0">
                <a:solidFill>
                  <a:srgbClr val="585858"/>
                </a:solidFill>
                <a:latin typeface="Calibri"/>
                <a:cs typeface="Calibri"/>
              </a:rPr>
              <a:t>blocs.</a:t>
            </a:r>
            <a:endParaRPr sz="1600" dirty="0">
              <a:latin typeface="Calibri"/>
              <a:cs typeface="Calibri"/>
            </a:endParaRPr>
          </a:p>
          <a:p>
            <a:pPr marL="12700">
              <a:lnSpc>
                <a:spcPct val="100000"/>
              </a:lnSpc>
              <a:spcBef>
                <a:spcPts val="1440"/>
              </a:spcBef>
            </a:pPr>
            <a:r>
              <a:rPr sz="1600" dirty="0" err="1" smtClean="0">
                <a:solidFill>
                  <a:srgbClr val="585858"/>
                </a:solidFill>
                <a:latin typeface="Calibri"/>
                <a:cs typeface="Calibri"/>
              </a:rPr>
              <a:t>Cette</a:t>
            </a:r>
            <a:r>
              <a:rPr sz="1600" spc="-15" dirty="0" smtClean="0">
                <a:solidFill>
                  <a:srgbClr val="585858"/>
                </a:solidFill>
                <a:latin typeface="Calibri"/>
                <a:cs typeface="Calibri"/>
              </a:rPr>
              <a:t> </a:t>
            </a:r>
            <a:r>
              <a:rPr sz="1600" dirty="0">
                <a:solidFill>
                  <a:srgbClr val="585858"/>
                </a:solidFill>
                <a:latin typeface="Calibri"/>
                <a:cs typeface="Calibri"/>
              </a:rPr>
              <a:t>méthode</a:t>
            </a:r>
            <a:r>
              <a:rPr sz="1600" spc="-10" dirty="0">
                <a:solidFill>
                  <a:srgbClr val="585858"/>
                </a:solidFill>
                <a:latin typeface="Calibri"/>
                <a:cs typeface="Calibri"/>
              </a:rPr>
              <a:t> </a:t>
            </a:r>
            <a:r>
              <a:rPr sz="1600" dirty="0">
                <a:solidFill>
                  <a:srgbClr val="585858"/>
                </a:solidFill>
                <a:latin typeface="Calibri"/>
                <a:cs typeface="Calibri"/>
              </a:rPr>
              <a:t>est</a:t>
            </a:r>
            <a:r>
              <a:rPr sz="1600" spc="-10" dirty="0">
                <a:solidFill>
                  <a:srgbClr val="585858"/>
                </a:solidFill>
                <a:latin typeface="Calibri"/>
                <a:cs typeface="Calibri"/>
              </a:rPr>
              <a:t> </a:t>
            </a:r>
            <a:r>
              <a:rPr sz="1600" dirty="0">
                <a:solidFill>
                  <a:srgbClr val="585858"/>
                </a:solidFill>
                <a:latin typeface="Calibri"/>
                <a:cs typeface="Calibri"/>
              </a:rPr>
              <a:t>appliquée</a:t>
            </a:r>
            <a:r>
              <a:rPr sz="1600" spc="15" dirty="0">
                <a:solidFill>
                  <a:srgbClr val="585858"/>
                </a:solidFill>
                <a:latin typeface="Calibri"/>
                <a:cs typeface="Calibri"/>
              </a:rPr>
              <a:t> </a:t>
            </a:r>
            <a:r>
              <a:rPr sz="1600" dirty="0">
                <a:solidFill>
                  <a:srgbClr val="585858"/>
                </a:solidFill>
                <a:latin typeface="Calibri"/>
                <a:cs typeface="Calibri"/>
              </a:rPr>
              <a:t>par</a:t>
            </a:r>
            <a:r>
              <a:rPr sz="1600" spc="-10" dirty="0">
                <a:solidFill>
                  <a:srgbClr val="585858"/>
                </a:solidFill>
                <a:latin typeface="Calibri"/>
                <a:cs typeface="Calibri"/>
              </a:rPr>
              <a:t> </a:t>
            </a:r>
            <a:r>
              <a:rPr sz="1600" dirty="0">
                <a:solidFill>
                  <a:srgbClr val="585858"/>
                </a:solidFill>
                <a:latin typeface="Calibri"/>
                <a:cs typeface="Calibri"/>
              </a:rPr>
              <a:t>la</a:t>
            </a:r>
            <a:r>
              <a:rPr sz="1600" spc="10" dirty="0">
                <a:solidFill>
                  <a:srgbClr val="585858"/>
                </a:solidFill>
                <a:latin typeface="Calibri"/>
                <a:cs typeface="Calibri"/>
              </a:rPr>
              <a:t> </a:t>
            </a:r>
            <a:r>
              <a:rPr sz="1600" dirty="0">
                <a:solidFill>
                  <a:srgbClr val="585858"/>
                </a:solidFill>
                <a:latin typeface="Calibri"/>
                <a:cs typeface="Calibri"/>
              </a:rPr>
              <a:t>plupart</a:t>
            </a:r>
            <a:r>
              <a:rPr sz="1600" spc="-10" dirty="0">
                <a:solidFill>
                  <a:srgbClr val="585858"/>
                </a:solidFill>
                <a:latin typeface="Calibri"/>
                <a:cs typeface="Calibri"/>
              </a:rPr>
              <a:t> </a:t>
            </a:r>
            <a:r>
              <a:rPr sz="1600" dirty="0">
                <a:solidFill>
                  <a:srgbClr val="585858"/>
                </a:solidFill>
                <a:latin typeface="Calibri"/>
                <a:cs typeface="Calibri"/>
              </a:rPr>
              <a:t>des</a:t>
            </a:r>
            <a:r>
              <a:rPr sz="1600" spc="-5" dirty="0">
                <a:solidFill>
                  <a:srgbClr val="585858"/>
                </a:solidFill>
                <a:latin typeface="Calibri"/>
                <a:cs typeface="Calibri"/>
              </a:rPr>
              <a:t> </a:t>
            </a:r>
            <a:r>
              <a:rPr sz="1600" dirty="0">
                <a:solidFill>
                  <a:srgbClr val="585858"/>
                </a:solidFill>
                <a:latin typeface="Calibri"/>
                <a:cs typeface="Calibri"/>
              </a:rPr>
              <a:t>systèmes actuels.</a:t>
            </a:r>
            <a:r>
              <a:rPr sz="1600" spc="10" dirty="0">
                <a:solidFill>
                  <a:srgbClr val="585858"/>
                </a:solidFill>
                <a:latin typeface="Calibri"/>
                <a:cs typeface="Calibri"/>
              </a:rPr>
              <a:t> </a:t>
            </a:r>
            <a:endParaRPr sz="1600" dirty="0">
              <a:latin typeface="Calibri"/>
              <a:cs typeface="Calibri"/>
            </a:endParaRPr>
          </a:p>
        </p:txBody>
      </p:sp>
      <p:grpSp>
        <p:nvGrpSpPr>
          <p:cNvPr id="17" name="object 17"/>
          <p:cNvGrpSpPr/>
          <p:nvPr/>
        </p:nvGrpSpPr>
        <p:grpSpPr>
          <a:xfrm>
            <a:off x="7369936" y="4693792"/>
            <a:ext cx="1829435" cy="1216660"/>
            <a:chOff x="7369936" y="4693792"/>
            <a:chExt cx="1829435" cy="1216660"/>
          </a:xfrm>
        </p:grpSpPr>
        <p:pic>
          <p:nvPicPr>
            <p:cNvPr id="18" name="object 18"/>
            <p:cNvPicPr/>
            <p:nvPr/>
          </p:nvPicPr>
          <p:blipFill>
            <a:blip r:embed="rId4" cstate="print"/>
            <a:stretch>
              <a:fillRect/>
            </a:stretch>
          </p:blipFill>
          <p:spPr>
            <a:xfrm>
              <a:off x="7373111" y="4696967"/>
              <a:ext cx="216407" cy="219456"/>
            </a:xfrm>
            <a:prstGeom prst="rect">
              <a:avLst/>
            </a:prstGeom>
          </p:spPr>
        </p:pic>
        <p:sp>
          <p:nvSpPr>
            <p:cNvPr id="19" name="object 19"/>
            <p:cNvSpPr/>
            <p:nvPr/>
          </p:nvSpPr>
          <p:spPr>
            <a:xfrm>
              <a:off x="7373111" y="4696967"/>
              <a:ext cx="216535" cy="219710"/>
            </a:xfrm>
            <a:custGeom>
              <a:avLst/>
              <a:gdLst/>
              <a:ahLst/>
              <a:cxnLst/>
              <a:rect l="l" t="t" r="r" b="b"/>
              <a:pathLst>
                <a:path w="216534" h="219710">
                  <a:moveTo>
                    <a:pt x="0" y="219455"/>
                  </a:moveTo>
                  <a:lnTo>
                    <a:pt x="216407" y="219455"/>
                  </a:lnTo>
                  <a:lnTo>
                    <a:pt x="216407" y="0"/>
                  </a:lnTo>
                  <a:lnTo>
                    <a:pt x="0" y="0"/>
                  </a:lnTo>
                  <a:lnTo>
                    <a:pt x="0" y="219455"/>
                  </a:lnTo>
                  <a:close/>
                </a:path>
              </a:pathLst>
            </a:custGeom>
            <a:ln w="6350">
              <a:solidFill>
                <a:srgbClr val="5B9BD4"/>
              </a:solidFill>
            </a:ln>
          </p:spPr>
          <p:txBody>
            <a:bodyPr wrap="square" lIns="0" tIns="0" rIns="0" bIns="0" rtlCol="0"/>
            <a:lstStyle/>
            <a:p>
              <a:endParaRPr/>
            </a:p>
          </p:txBody>
        </p:sp>
        <p:sp>
          <p:nvSpPr>
            <p:cNvPr id="20" name="object 20"/>
            <p:cNvSpPr/>
            <p:nvPr/>
          </p:nvSpPr>
          <p:spPr>
            <a:xfrm>
              <a:off x="7903463" y="4696967"/>
              <a:ext cx="216535" cy="219710"/>
            </a:xfrm>
            <a:custGeom>
              <a:avLst/>
              <a:gdLst/>
              <a:ahLst/>
              <a:cxnLst/>
              <a:rect l="l" t="t" r="r" b="b"/>
              <a:pathLst>
                <a:path w="216534" h="219710">
                  <a:moveTo>
                    <a:pt x="216407" y="0"/>
                  </a:moveTo>
                  <a:lnTo>
                    <a:pt x="0" y="0"/>
                  </a:lnTo>
                  <a:lnTo>
                    <a:pt x="0" y="219455"/>
                  </a:lnTo>
                  <a:lnTo>
                    <a:pt x="216407" y="219455"/>
                  </a:lnTo>
                  <a:lnTo>
                    <a:pt x="216407" y="0"/>
                  </a:lnTo>
                  <a:close/>
                </a:path>
              </a:pathLst>
            </a:custGeom>
            <a:solidFill>
              <a:srgbClr val="4471C4"/>
            </a:solidFill>
          </p:spPr>
          <p:txBody>
            <a:bodyPr wrap="square" lIns="0" tIns="0" rIns="0" bIns="0" rtlCol="0"/>
            <a:lstStyle/>
            <a:p>
              <a:endParaRPr/>
            </a:p>
          </p:txBody>
        </p:sp>
        <p:sp>
          <p:nvSpPr>
            <p:cNvPr id="21" name="object 21"/>
            <p:cNvSpPr/>
            <p:nvPr/>
          </p:nvSpPr>
          <p:spPr>
            <a:xfrm>
              <a:off x="7903463" y="4696967"/>
              <a:ext cx="216535" cy="219710"/>
            </a:xfrm>
            <a:custGeom>
              <a:avLst/>
              <a:gdLst/>
              <a:ahLst/>
              <a:cxnLst/>
              <a:rect l="l" t="t" r="r" b="b"/>
              <a:pathLst>
                <a:path w="216534" h="219710">
                  <a:moveTo>
                    <a:pt x="0" y="219455"/>
                  </a:moveTo>
                  <a:lnTo>
                    <a:pt x="216407" y="219455"/>
                  </a:lnTo>
                  <a:lnTo>
                    <a:pt x="216407" y="0"/>
                  </a:lnTo>
                  <a:lnTo>
                    <a:pt x="0" y="0"/>
                  </a:lnTo>
                  <a:lnTo>
                    <a:pt x="0" y="219455"/>
                  </a:lnTo>
                  <a:close/>
                </a:path>
              </a:pathLst>
            </a:custGeom>
            <a:ln w="6350">
              <a:solidFill>
                <a:srgbClr val="4471C4"/>
              </a:solidFill>
            </a:ln>
          </p:spPr>
          <p:txBody>
            <a:bodyPr wrap="square" lIns="0" tIns="0" rIns="0" bIns="0" rtlCol="0"/>
            <a:lstStyle/>
            <a:p>
              <a:endParaRPr/>
            </a:p>
          </p:txBody>
        </p:sp>
        <p:pic>
          <p:nvPicPr>
            <p:cNvPr id="22" name="object 22"/>
            <p:cNvPicPr/>
            <p:nvPr/>
          </p:nvPicPr>
          <p:blipFill>
            <a:blip r:embed="rId5" cstate="print"/>
            <a:stretch>
              <a:fillRect/>
            </a:stretch>
          </p:blipFill>
          <p:spPr>
            <a:xfrm>
              <a:off x="8433815" y="4696967"/>
              <a:ext cx="216407" cy="219456"/>
            </a:xfrm>
            <a:prstGeom prst="rect">
              <a:avLst/>
            </a:prstGeom>
          </p:spPr>
        </p:pic>
        <p:sp>
          <p:nvSpPr>
            <p:cNvPr id="23" name="object 23"/>
            <p:cNvSpPr/>
            <p:nvPr/>
          </p:nvSpPr>
          <p:spPr>
            <a:xfrm>
              <a:off x="8433815" y="4696967"/>
              <a:ext cx="216535" cy="219710"/>
            </a:xfrm>
            <a:custGeom>
              <a:avLst/>
              <a:gdLst/>
              <a:ahLst/>
              <a:cxnLst/>
              <a:rect l="l" t="t" r="r" b="b"/>
              <a:pathLst>
                <a:path w="216534" h="219710">
                  <a:moveTo>
                    <a:pt x="0" y="219455"/>
                  </a:moveTo>
                  <a:lnTo>
                    <a:pt x="216407" y="219455"/>
                  </a:lnTo>
                  <a:lnTo>
                    <a:pt x="216407" y="0"/>
                  </a:lnTo>
                  <a:lnTo>
                    <a:pt x="0" y="0"/>
                  </a:lnTo>
                  <a:lnTo>
                    <a:pt x="0" y="219455"/>
                  </a:lnTo>
                  <a:close/>
                </a:path>
              </a:pathLst>
            </a:custGeom>
            <a:ln w="6350">
              <a:solidFill>
                <a:srgbClr val="5B9BD4"/>
              </a:solidFill>
            </a:ln>
          </p:spPr>
          <p:txBody>
            <a:bodyPr wrap="square" lIns="0" tIns="0" rIns="0" bIns="0" rtlCol="0"/>
            <a:lstStyle/>
            <a:p>
              <a:endParaRPr/>
            </a:p>
          </p:txBody>
        </p:sp>
        <p:pic>
          <p:nvPicPr>
            <p:cNvPr id="24" name="object 24"/>
            <p:cNvPicPr/>
            <p:nvPr/>
          </p:nvPicPr>
          <p:blipFill>
            <a:blip r:embed="rId6" cstate="print"/>
            <a:stretch>
              <a:fillRect/>
            </a:stretch>
          </p:blipFill>
          <p:spPr>
            <a:xfrm>
              <a:off x="8964167" y="4696967"/>
              <a:ext cx="219455" cy="219456"/>
            </a:xfrm>
            <a:prstGeom prst="rect">
              <a:avLst/>
            </a:prstGeom>
          </p:spPr>
        </p:pic>
        <p:sp>
          <p:nvSpPr>
            <p:cNvPr id="25" name="object 25"/>
            <p:cNvSpPr/>
            <p:nvPr/>
          </p:nvSpPr>
          <p:spPr>
            <a:xfrm>
              <a:off x="8964167" y="4696967"/>
              <a:ext cx="219710" cy="219710"/>
            </a:xfrm>
            <a:custGeom>
              <a:avLst/>
              <a:gdLst/>
              <a:ahLst/>
              <a:cxnLst/>
              <a:rect l="l" t="t" r="r" b="b"/>
              <a:pathLst>
                <a:path w="219709" h="219710">
                  <a:moveTo>
                    <a:pt x="0" y="219455"/>
                  </a:moveTo>
                  <a:lnTo>
                    <a:pt x="219455" y="219455"/>
                  </a:lnTo>
                  <a:lnTo>
                    <a:pt x="219455" y="0"/>
                  </a:lnTo>
                  <a:lnTo>
                    <a:pt x="0" y="0"/>
                  </a:lnTo>
                  <a:lnTo>
                    <a:pt x="0" y="219455"/>
                  </a:lnTo>
                  <a:close/>
                </a:path>
              </a:pathLst>
            </a:custGeom>
            <a:ln w="6350">
              <a:solidFill>
                <a:srgbClr val="5B9BD4"/>
              </a:solidFill>
            </a:ln>
          </p:spPr>
          <p:txBody>
            <a:bodyPr wrap="square" lIns="0" tIns="0" rIns="0" bIns="0" rtlCol="0"/>
            <a:lstStyle/>
            <a:p>
              <a:endParaRPr/>
            </a:p>
          </p:txBody>
        </p:sp>
        <p:pic>
          <p:nvPicPr>
            <p:cNvPr id="26" name="object 26"/>
            <p:cNvPicPr/>
            <p:nvPr/>
          </p:nvPicPr>
          <p:blipFill>
            <a:blip r:embed="rId7" cstate="print"/>
            <a:stretch>
              <a:fillRect/>
            </a:stretch>
          </p:blipFill>
          <p:spPr>
            <a:xfrm>
              <a:off x="7373111" y="5032247"/>
              <a:ext cx="216407" cy="219455"/>
            </a:xfrm>
            <a:prstGeom prst="rect">
              <a:avLst/>
            </a:prstGeom>
          </p:spPr>
        </p:pic>
        <p:sp>
          <p:nvSpPr>
            <p:cNvPr id="27" name="object 27"/>
            <p:cNvSpPr/>
            <p:nvPr/>
          </p:nvSpPr>
          <p:spPr>
            <a:xfrm>
              <a:off x="7373111" y="5032247"/>
              <a:ext cx="216535" cy="219710"/>
            </a:xfrm>
            <a:custGeom>
              <a:avLst/>
              <a:gdLst/>
              <a:ahLst/>
              <a:cxnLst/>
              <a:rect l="l" t="t" r="r" b="b"/>
              <a:pathLst>
                <a:path w="216534" h="219710">
                  <a:moveTo>
                    <a:pt x="0" y="219455"/>
                  </a:moveTo>
                  <a:lnTo>
                    <a:pt x="216407" y="219455"/>
                  </a:lnTo>
                  <a:lnTo>
                    <a:pt x="216407" y="0"/>
                  </a:lnTo>
                  <a:lnTo>
                    <a:pt x="0" y="0"/>
                  </a:lnTo>
                  <a:lnTo>
                    <a:pt x="0" y="219455"/>
                  </a:lnTo>
                  <a:close/>
                </a:path>
              </a:pathLst>
            </a:custGeom>
            <a:ln w="6350">
              <a:solidFill>
                <a:srgbClr val="5B9BD4"/>
              </a:solidFill>
            </a:ln>
          </p:spPr>
          <p:txBody>
            <a:bodyPr wrap="square" lIns="0" tIns="0" rIns="0" bIns="0" rtlCol="0"/>
            <a:lstStyle/>
            <a:p>
              <a:endParaRPr/>
            </a:p>
          </p:txBody>
        </p:sp>
        <p:sp>
          <p:nvSpPr>
            <p:cNvPr id="28" name="object 28"/>
            <p:cNvSpPr/>
            <p:nvPr/>
          </p:nvSpPr>
          <p:spPr>
            <a:xfrm>
              <a:off x="7903463" y="5032247"/>
              <a:ext cx="216535" cy="219710"/>
            </a:xfrm>
            <a:custGeom>
              <a:avLst/>
              <a:gdLst/>
              <a:ahLst/>
              <a:cxnLst/>
              <a:rect l="l" t="t" r="r" b="b"/>
              <a:pathLst>
                <a:path w="216534" h="219710">
                  <a:moveTo>
                    <a:pt x="216407" y="0"/>
                  </a:moveTo>
                  <a:lnTo>
                    <a:pt x="0" y="0"/>
                  </a:lnTo>
                  <a:lnTo>
                    <a:pt x="0" y="219455"/>
                  </a:lnTo>
                  <a:lnTo>
                    <a:pt x="216407" y="219455"/>
                  </a:lnTo>
                  <a:lnTo>
                    <a:pt x="216407" y="0"/>
                  </a:lnTo>
                  <a:close/>
                </a:path>
              </a:pathLst>
            </a:custGeom>
            <a:solidFill>
              <a:srgbClr val="4471C4"/>
            </a:solidFill>
          </p:spPr>
          <p:txBody>
            <a:bodyPr wrap="square" lIns="0" tIns="0" rIns="0" bIns="0" rtlCol="0"/>
            <a:lstStyle/>
            <a:p>
              <a:endParaRPr/>
            </a:p>
          </p:txBody>
        </p:sp>
        <p:sp>
          <p:nvSpPr>
            <p:cNvPr id="29" name="object 29"/>
            <p:cNvSpPr/>
            <p:nvPr/>
          </p:nvSpPr>
          <p:spPr>
            <a:xfrm>
              <a:off x="7903463" y="5032247"/>
              <a:ext cx="216535" cy="219710"/>
            </a:xfrm>
            <a:custGeom>
              <a:avLst/>
              <a:gdLst/>
              <a:ahLst/>
              <a:cxnLst/>
              <a:rect l="l" t="t" r="r" b="b"/>
              <a:pathLst>
                <a:path w="216534" h="219710">
                  <a:moveTo>
                    <a:pt x="0" y="219455"/>
                  </a:moveTo>
                  <a:lnTo>
                    <a:pt x="216407" y="219455"/>
                  </a:lnTo>
                  <a:lnTo>
                    <a:pt x="216407" y="0"/>
                  </a:lnTo>
                  <a:lnTo>
                    <a:pt x="0" y="0"/>
                  </a:lnTo>
                  <a:lnTo>
                    <a:pt x="0" y="219455"/>
                  </a:lnTo>
                  <a:close/>
                </a:path>
              </a:pathLst>
            </a:custGeom>
            <a:ln w="6350">
              <a:solidFill>
                <a:srgbClr val="4471C4"/>
              </a:solidFill>
            </a:ln>
          </p:spPr>
          <p:txBody>
            <a:bodyPr wrap="square" lIns="0" tIns="0" rIns="0" bIns="0" rtlCol="0"/>
            <a:lstStyle/>
            <a:p>
              <a:endParaRPr/>
            </a:p>
          </p:txBody>
        </p:sp>
        <p:pic>
          <p:nvPicPr>
            <p:cNvPr id="30" name="object 30"/>
            <p:cNvPicPr/>
            <p:nvPr/>
          </p:nvPicPr>
          <p:blipFill>
            <a:blip r:embed="rId8" cstate="print"/>
            <a:stretch>
              <a:fillRect/>
            </a:stretch>
          </p:blipFill>
          <p:spPr>
            <a:xfrm>
              <a:off x="8436863" y="5032247"/>
              <a:ext cx="216407" cy="219455"/>
            </a:xfrm>
            <a:prstGeom prst="rect">
              <a:avLst/>
            </a:prstGeom>
          </p:spPr>
        </p:pic>
        <p:sp>
          <p:nvSpPr>
            <p:cNvPr id="31" name="object 31"/>
            <p:cNvSpPr/>
            <p:nvPr/>
          </p:nvSpPr>
          <p:spPr>
            <a:xfrm>
              <a:off x="8436863" y="5032247"/>
              <a:ext cx="216535" cy="219710"/>
            </a:xfrm>
            <a:custGeom>
              <a:avLst/>
              <a:gdLst/>
              <a:ahLst/>
              <a:cxnLst/>
              <a:rect l="l" t="t" r="r" b="b"/>
              <a:pathLst>
                <a:path w="216534" h="219710">
                  <a:moveTo>
                    <a:pt x="0" y="219455"/>
                  </a:moveTo>
                  <a:lnTo>
                    <a:pt x="216407" y="219455"/>
                  </a:lnTo>
                  <a:lnTo>
                    <a:pt x="216407" y="0"/>
                  </a:lnTo>
                  <a:lnTo>
                    <a:pt x="0" y="0"/>
                  </a:lnTo>
                  <a:lnTo>
                    <a:pt x="0" y="219455"/>
                  </a:lnTo>
                  <a:close/>
                </a:path>
              </a:pathLst>
            </a:custGeom>
            <a:ln w="6350">
              <a:solidFill>
                <a:srgbClr val="5B9BD4"/>
              </a:solidFill>
            </a:ln>
          </p:spPr>
          <p:txBody>
            <a:bodyPr wrap="square" lIns="0" tIns="0" rIns="0" bIns="0" rtlCol="0"/>
            <a:lstStyle/>
            <a:p>
              <a:endParaRPr/>
            </a:p>
          </p:txBody>
        </p:sp>
        <p:pic>
          <p:nvPicPr>
            <p:cNvPr id="32" name="object 32"/>
            <p:cNvPicPr/>
            <p:nvPr/>
          </p:nvPicPr>
          <p:blipFill>
            <a:blip r:embed="rId7" cstate="print"/>
            <a:stretch>
              <a:fillRect/>
            </a:stretch>
          </p:blipFill>
          <p:spPr>
            <a:xfrm>
              <a:off x="8979408" y="5032247"/>
              <a:ext cx="216407" cy="219455"/>
            </a:xfrm>
            <a:prstGeom prst="rect">
              <a:avLst/>
            </a:prstGeom>
          </p:spPr>
        </p:pic>
        <p:sp>
          <p:nvSpPr>
            <p:cNvPr id="33" name="object 33"/>
            <p:cNvSpPr/>
            <p:nvPr/>
          </p:nvSpPr>
          <p:spPr>
            <a:xfrm>
              <a:off x="8979408" y="5032247"/>
              <a:ext cx="216535" cy="219710"/>
            </a:xfrm>
            <a:custGeom>
              <a:avLst/>
              <a:gdLst/>
              <a:ahLst/>
              <a:cxnLst/>
              <a:rect l="l" t="t" r="r" b="b"/>
              <a:pathLst>
                <a:path w="216534" h="219710">
                  <a:moveTo>
                    <a:pt x="0" y="219455"/>
                  </a:moveTo>
                  <a:lnTo>
                    <a:pt x="216407" y="219455"/>
                  </a:lnTo>
                  <a:lnTo>
                    <a:pt x="216407" y="0"/>
                  </a:lnTo>
                  <a:lnTo>
                    <a:pt x="0" y="0"/>
                  </a:lnTo>
                  <a:lnTo>
                    <a:pt x="0" y="219455"/>
                  </a:lnTo>
                  <a:close/>
                </a:path>
              </a:pathLst>
            </a:custGeom>
            <a:ln w="6350">
              <a:solidFill>
                <a:srgbClr val="5B9BD4"/>
              </a:solidFill>
            </a:ln>
          </p:spPr>
          <p:txBody>
            <a:bodyPr wrap="square" lIns="0" tIns="0" rIns="0" bIns="0" rtlCol="0"/>
            <a:lstStyle/>
            <a:p>
              <a:endParaRPr/>
            </a:p>
          </p:txBody>
        </p:sp>
        <p:sp>
          <p:nvSpPr>
            <p:cNvPr id="34" name="object 34"/>
            <p:cNvSpPr/>
            <p:nvPr/>
          </p:nvSpPr>
          <p:spPr>
            <a:xfrm>
              <a:off x="7373111" y="5355335"/>
              <a:ext cx="216535" cy="216535"/>
            </a:xfrm>
            <a:custGeom>
              <a:avLst/>
              <a:gdLst/>
              <a:ahLst/>
              <a:cxnLst/>
              <a:rect l="l" t="t" r="r" b="b"/>
              <a:pathLst>
                <a:path w="216534" h="216535">
                  <a:moveTo>
                    <a:pt x="216407" y="0"/>
                  </a:moveTo>
                  <a:lnTo>
                    <a:pt x="0" y="0"/>
                  </a:lnTo>
                  <a:lnTo>
                    <a:pt x="0" y="216407"/>
                  </a:lnTo>
                  <a:lnTo>
                    <a:pt x="216407" y="216407"/>
                  </a:lnTo>
                  <a:lnTo>
                    <a:pt x="216407" y="0"/>
                  </a:lnTo>
                  <a:close/>
                </a:path>
              </a:pathLst>
            </a:custGeom>
            <a:solidFill>
              <a:srgbClr val="4471C4"/>
            </a:solidFill>
          </p:spPr>
          <p:txBody>
            <a:bodyPr wrap="square" lIns="0" tIns="0" rIns="0" bIns="0" rtlCol="0"/>
            <a:lstStyle/>
            <a:p>
              <a:endParaRPr/>
            </a:p>
          </p:txBody>
        </p:sp>
        <p:sp>
          <p:nvSpPr>
            <p:cNvPr id="35" name="object 35"/>
            <p:cNvSpPr/>
            <p:nvPr/>
          </p:nvSpPr>
          <p:spPr>
            <a:xfrm>
              <a:off x="7373111" y="5355335"/>
              <a:ext cx="216535" cy="216535"/>
            </a:xfrm>
            <a:custGeom>
              <a:avLst/>
              <a:gdLst/>
              <a:ahLst/>
              <a:cxnLst/>
              <a:rect l="l" t="t" r="r" b="b"/>
              <a:pathLst>
                <a:path w="216534" h="216535">
                  <a:moveTo>
                    <a:pt x="0" y="216407"/>
                  </a:moveTo>
                  <a:lnTo>
                    <a:pt x="216407" y="216407"/>
                  </a:lnTo>
                  <a:lnTo>
                    <a:pt x="216407" y="0"/>
                  </a:lnTo>
                  <a:lnTo>
                    <a:pt x="0" y="0"/>
                  </a:lnTo>
                  <a:lnTo>
                    <a:pt x="0" y="216407"/>
                  </a:lnTo>
                  <a:close/>
                </a:path>
              </a:pathLst>
            </a:custGeom>
            <a:ln w="6349">
              <a:solidFill>
                <a:srgbClr val="4471C4"/>
              </a:solidFill>
            </a:ln>
          </p:spPr>
          <p:txBody>
            <a:bodyPr wrap="square" lIns="0" tIns="0" rIns="0" bIns="0" rtlCol="0"/>
            <a:lstStyle/>
            <a:p>
              <a:endParaRPr/>
            </a:p>
          </p:txBody>
        </p:sp>
        <p:pic>
          <p:nvPicPr>
            <p:cNvPr id="36" name="object 36"/>
            <p:cNvPicPr/>
            <p:nvPr/>
          </p:nvPicPr>
          <p:blipFill>
            <a:blip r:embed="rId9" cstate="print"/>
            <a:stretch>
              <a:fillRect/>
            </a:stretch>
          </p:blipFill>
          <p:spPr>
            <a:xfrm>
              <a:off x="7903463" y="5355335"/>
              <a:ext cx="216407" cy="216407"/>
            </a:xfrm>
            <a:prstGeom prst="rect">
              <a:avLst/>
            </a:prstGeom>
          </p:spPr>
        </p:pic>
        <p:sp>
          <p:nvSpPr>
            <p:cNvPr id="37" name="object 37"/>
            <p:cNvSpPr/>
            <p:nvPr/>
          </p:nvSpPr>
          <p:spPr>
            <a:xfrm>
              <a:off x="7903463" y="5355335"/>
              <a:ext cx="216535" cy="216535"/>
            </a:xfrm>
            <a:custGeom>
              <a:avLst/>
              <a:gdLst/>
              <a:ahLst/>
              <a:cxnLst/>
              <a:rect l="l" t="t" r="r" b="b"/>
              <a:pathLst>
                <a:path w="216534" h="216535">
                  <a:moveTo>
                    <a:pt x="0" y="216407"/>
                  </a:moveTo>
                  <a:lnTo>
                    <a:pt x="216407" y="216407"/>
                  </a:lnTo>
                  <a:lnTo>
                    <a:pt x="216407" y="0"/>
                  </a:lnTo>
                  <a:lnTo>
                    <a:pt x="0" y="0"/>
                  </a:lnTo>
                  <a:lnTo>
                    <a:pt x="0" y="216407"/>
                  </a:lnTo>
                  <a:close/>
                </a:path>
              </a:pathLst>
            </a:custGeom>
            <a:ln w="6349">
              <a:solidFill>
                <a:srgbClr val="5B9BD4"/>
              </a:solidFill>
            </a:ln>
          </p:spPr>
          <p:txBody>
            <a:bodyPr wrap="square" lIns="0" tIns="0" rIns="0" bIns="0" rtlCol="0"/>
            <a:lstStyle/>
            <a:p>
              <a:endParaRPr/>
            </a:p>
          </p:txBody>
        </p:sp>
        <p:pic>
          <p:nvPicPr>
            <p:cNvPr id="38" name="object 38"/>
            <p:cNvPicPr/>
            <p:nvPr/>
          </p:nvPicPr>
          <p:blipFill>
            <a:blip r:embed="rId9" cstate="print"/>
            <a:stretch>
              <a:fillRect/>
            </a:stretch>
          </p:blipFill>
          <p:spPr>
            <a:xfrm>
              <a:off x="8433815" y="5355335"/>
              <a:ext cx="216407" cy="216407"/>
            </a:xfrm>
            <a:prstGeom prst="rect">
              <a:avLst/>
            </a:prstGeom>
          </p:spPr>
        </p:pic>
        <p:sp>
          <p:nvSpPr>
            <p:cNvPr id="39" name="object 39"/>
            <p:cNvSpPr/>
            <p:nvPr/>
          </p:nvSpPr>
          <p:spPr>
            <a:xfrm>
              <a:off x="8433815" y="5355335"/>
              <a:ext cx="216535" cy="216535"/>
            </a:xfrm>
            <a:custGeom>
              <a:avLst/>
              <a:gdLst/>
              <a:ahLst/>
              <a:cxnLst/>
              <a:rect l="l" t="t" r="r" b="b"/>
              <a:pathLst>
                <a:path w="216534" h="216535">
                  <a:moveTo>
                    <a:pt x="0" y="216407"/>
                  </a:moveTo>
                  <a:lnTo>
                    <a:pt x="216407" y="216407"/>
                  </a:lnTo>
                  <a:lnTo>
                    <a:pt x="216407" y="0"/>
                  </a:lnTo>
                  <a:lnTo>
                    <a:pt x="0" y="0"/>
                  </a:lnTo>
                  <a:lnTo>
                    <a:pt x="0" y="216407"/>
                  </a:lnTo>
                  <a:close/>
                </a:path>
              </a:pathLst>
            </a:custGeom>
            <a:ln w="6349">
              <a:solidFill>
                <a:srgbClr val="5B9BD4"/>
              </a:solidFill>
            </a:ln>
          </p:spPr>
          <p:txBody>
            <a:bodyPr wrap="square" lIns="0" tIns="0" rIns="0" bIns="0" rtlCol="0"/>
            <a:lstStyle/>
            <a:p>
              <a:endParaRPr/>
            </a:p>
          </p:txBody>
        </p:sp>
        <p:pic>
          <p:nvPicPr>
            <p:cNvPr id="40" name="object 40"/>
            <p:cNvPicPr/>
            <p:nvPr/>
          </p:nvPicPr>
          <p:blipFill>
            <a:blip r:embed="rId10" cstate="print"/>
            <a:stretch>
              <a:fillRect/>
            </a:stretch>
          </p:blipFill>
          <p:spPr>
            <a:xfrm>
              <a:off x="8964167" y="5355335"/>
              <a:ext cx="219455" cy="216407"/>
            </a:xfrm>
            <a:prstGeom prst="rect">
              <a:avLst/>
            </a:prstGeom>
          </p:spPr>
        </p:pic>
        <p:sp>
          <p:nvSpPr>
            <p:cNvPr id="41" name="object 41"/>
            <p:cNvSpPr/>
            <p:nvPr/>
          </p:nvSpPr>
          <p:spPr>
            <a:xfrm>
              <a:off x="8964167" y="5355335"/>
              <a:ext cx="219710" cy="216535"/>
            </a:xfrm>
            <a:custGeom>
              <a:avLst/>
              <a:gdLst/>
              <a:ahLst/>
              <a:cxnLst/>
              <a:rect l="l" t="t" r="r" b="b"/>
              <a:pathLst>
                <a:path w="219709" h="216535">
                  <a:moveTo>
                    <a:pt x="0" y="216407"/>
                  </a:moveTo>
                  <a:lnTo>
                    <a:pt x="219455" y="216407"/>
                  </a:lnTo>
                  <a:lnTo>
                    <a:pt x="219455" y="0"/>
                  </a:lnTo>
                  <a:lnTo>
                    <a:pt x="0" y="0"/>
                  </a:lnTo>
                  <a:lnTo>
                    <a:pt x="0" y="216407"/>
                  </a:lnTo>
                  <a:close/>
                </a:path>
              </a:pathLst>
            </a:custGeom>
            <a:ln w="6350">
              <a:solidFill>
                <a:srgbClr val="5B9BD4"/>
              </a:solidFill>
            </a:ln>
          </p:spPr>
          <p:txBody>
            <a:bodyPr wrap="square" lIns="0" tIns="0" rIns="0" bIns="0" rtlCol="0"/>
            <a:lstStyle/>
            <a:p>
              <a:endParaRPr/>
            </a:p>
          </p:txBody>
        </p:sp>
        <p:pic>
          <p:nvPicPr>
            <p:cNvPr id="42" name="object 42"/>
            <p:cNvPicPr/>
            <p:nvPr/>
          </p:nvPicPr>
          <p:blipFill>
            <a:blip r:embed="rId11" cstate="print"/>
            <a:stretch>
              <a:fillRect/>
            </a:stretch>
          </p:blipFill>
          <p:spPr>
            <a:xfrm>
              <a:off x="7373111" y="5690615"/>
              <a:ext cx="216407" cy="216407"/>
            </a:xfrm>
            <a:prstGeom prst="rect">
              <a:avLst/>
            </a:prstGeom>
          </p:spPr>
        </p:pic>
        <p:sp>
          <p:nvSpPr>
            <p:cNvPr id="43" name="object 43"/>
            <p:cNvSpPr/>
            <p:nvPr/>
          </p:nvSpPr>
          <p:spPr>
            <a:xfrm>
              <a:off x="7373111" y="5690615"/>
              <a:ext cx="216535" cy="216535"/>
            </a:xfrm>
            <a:custGeom>
              <a:avLst/>
              <a:gdLst/>
              <a:ahLst/>
              <a:cxnLst/>
              <a:rect l="l" t="t" r="r" b="b"/>
              <a:pathLst>
                <a:path w="216534" h="216535">
                  <a:moveTo>
                    <a:pt x="0" y="216407"/>
                  </a:moveTo>
                  <a:lnTo>
                    <a:pt x="216407" y="216407"/>
                  </a:lnTo>
                  <a:lnTo>
                    <a:pt x="216407" y="0"/>
                  </a:lnTo>
                  <a:lnTo>
                    <a:pt x="0" y="0"/>
                  </a:lnTo>
                  <a:lnTo>
                    <a:pt x="0" y="216407"/>
                  </a:lnTo>
                  <a:close/>
                </a:path>
              </a:pathLst>
            </a:custGeom>
            <a:ln w="6349">
              <a:solidFill>
                <a:srgbClr val="5B9BD4"/>
              </a:solidFill>
            </a:ln>
          </p:spPr>
          <p:txBody>
            <a:bodyPr wrap="square" lIns="0" tIns="0" rIns="0" bIns="0" rtlCol="0"/>
            <a:lstStyle/>
            <a:p>
              <a:endParaRPr/>
            </a:p>
          </p:txBody>
        </p:sp>
        <p:pic>
          <p:nvPicPr>
            <p:cNvPr id="44" name="object 44"/>
            <p:cNvPicPr/>
            <p:nvPr/>
          </p:nvPicPr>
          <p:blipFill>
            <a:blip r:embed="rId12" cstate="print"/>
            <a:stretch>
              <a:fillRect/>
            </a:stretch>
          </p:blipFill>
          <p:spPr>
            <a:xfrm>
              <a:off x="7903463" y="5690615"/>
              <a:ext cx="216407" cy="216407"/>
            </a:xfrm>
            <a:prstGeom prst="rect">
              <a:avLst/>
            </a:prstGeom>
          </p:spPr>
        </p:pic>
        <p:sp>
          <p:nvSpPr>
            <p:cNvPr id="45" name="object 45"/>
            <p:cNvSpPr/>
            <p:nvPr/>
          </p:nvSpPr>
          <p:spPr>
            <a:xfrm>
              <a:off x="7903463" y="5690615"/>
              <a:ext cx="216535" cy="216535"/>
            </a:xfrm>
            <a:custGeom>
              <a:avLst/>
              <a:gdLst/>
              <a:ahLst/>
              <a:cxnLst/>
              <a:rect l="l" t="t" r="r" b="b"/>
              <a:pathLst>
                <a:path w="216534" h="216535">
                  <a:moveTo>
                    <a:pt x="0" y="216407"/>
                  </a:moveTo>
                  <a:lnTo>
                    <a:pt x="216407" y="216407"/>
                  </a:lnTo>
                  <a:lnTo>
                    <a:pt x="216407" y="0"/>
                  </a:lnTo>
                  <a:lnTo>
                    <a:pt x="0" y="0"/>
                  </a:lnTo>
                  <a:lnTo>
                    <a:pt x="0" y="216407"/>
                  </a:lnTo>
                  <a:close/>
                </a:path>
              </a:pathLst>
            </a:custGeom>
            <a:ln w="6349">
              <a:solidFill>
                <a:srgbClr val="5B9BD4"/>
              </a:solidFill>
            </a:ln>
          </p:spPr>
          <p:txBody>
            <a:bodyPr wrap="square" lIns="0" tIns="0" rIns="0" bIns="0" rtlCol="0"/>
            <a:lstStyle/>
            <a:p>
              <a:endParaRPr/>
            </a:p>
          </p:txBody>
        </p:sp>
        <p:sp>
          <p:nvSpPr>
            <p:cNvPr id="46" name="object 46"/>
            <p:cNvSpPr/>
            <p:nvPr/>
          </p:nvSpPr>
          <p:spPr>
            <a:xfrm>
              <a:off x="8436863" y="5690615"/>
              <a:ext cx="216535" cy="216535"/>
            </a:xfrm>
            <a:custGeom>
              <a:avLst/>
              <a:gdLst/>
              <a:ahLst/>
              <a:cxnLst/>
              <a:rect l="l" t="t" r="r" b="b"/>
              <a:pathLst>
                <a:path w="216534" h="216535">
                  <a:moveTo>
                    <a:pt x="216407" y="0"/>
                  </a:moveTo>
                  <a:lnTo>
                    <a:pt x="0" y="0"/>
                  </a:lnTo>
                  <a:lnTo>
                    <a:pt x="0" y="216407"/>
                  </a:lnTo>
                  <a:lnTo>
                    <a:pt x="216407" y="216407"/>
                  </a:lnTo>
                  <a:lnTo>
                    <a:pt x="216407" y="0"/>
                  </a:lnTo>
                  <a:close/>
                </a:path>
              </a:pathLst>
            </a:custGeom>
            <a:solidFill>
              <a:srgbClr val="4471C4"/>
            </a:solidFill>
          </p:spPr>
          <p:txBody>
            <a:bodyPr wrap="square" lIns="0" tIns="0" rIns="0" bIns="0" rtlCol="0"/>
            <a:lstStyle/>
            <a:p>
              <a:endParaRPr/>
            </a:p>
          </p:txBody>
        </p:sp>
        <p:sp>
          <p:nvSpPr>
            <p:cNvPr id="47" name="object 47"/>
            <p:cNvSpPr/>
            <p:nvPr/>
          </p:nvSpPr>
          <p:spPr>
            <a:xfrm>
              <a:off x="8436863" y="5690615"/>
              <a:ext cx="216535" cy="216535"/>
            </a:xfrm>
            <a:custGeom>
              <a:avLst/>
              <a:gdLst/>
              <a:ahLst/>
              <a:cxnLst/>
              <a:rect l="l" t="t" r="r" b="b"/>
              <a:pathLst>
                <a:path w="216534" h="216535">
                  <a:moveTo>
                    <a:pt x="0" y="216407"/>
                  </a:moveTo>
                  <a:lnTo>
                    <a:pt x="216407" y="216407"/>
                  </a:lnTo>
                  <a:lnTo>
                    <a:pt x="216407" y="0"/>
                  </a:lnTo>
                  <a:lnTo>
                    <a:pt x="0" y="0"/>
                  </a:lnTo>
                  <a:lnTo>
                    <a:pt x="0" y="216407"/>
                  </a:lnTo>
                  <a:close/>
                </a:path>
              </a:pathLst>
            </a:custGeom>
            <a:ln w="6349">
              <a:solidFill>
                <a:srgbClr val="4471C4"/>
              </a:solidFill>
            </a:ln>
          </p:spPr>
          <p:txBody>
            <a:bodyPr wrap="square" lIns="0" tIns="0" rIns="0" bIns="0" rtlCol="0"/>
            <a:lstStyle/>
            <a:p>
              <a:endParaRPr/>
            </a:p>
          </p:txBody>
        </p:sp>
        <p:pic>
          <p:nvPicPr>
            <p:cNvPr id="48" name="object 48"/>
            <p:cNvPicPr/>
            <p:nvPr/>
          </p:nvPicPr>
          <p:blipFill>
            <a:blip r:embed="rId11" cstate="print"/>
            <a:stretch>
              <a:fillRect/>
            </a:stretch>
          </p:blipFill>
          <p:spPr>
            <a:xfrm>
              <a:off x="8979408" y="5690615"/>
              <a:ext cx="216407" cy="216407"/>
            </a:xfrm>
            <a:prstGeom prst="rect">
              <a:avLst/>
            </a:prstGeom>
          </p:spPr>
        </p:pic>
        <p:sp>
          <p:nvSpPr>
            <p:cNvPr id="49" name="object 49"/>
            <p:cNvSpPr/>
            <p:nvPr/>
          </p:nvSpPr>
          <p:spPr>
            <a:xfrm>
              <a:off x="8979408" y="5690615"/>
              <a:ext cx="216535" cy="216535"/>
            </a:xfrm>
            <a:custGeom>
              <a:avLst/>
              <a:gdLst/>
              <a:ahLst/>
              <a:cxnLst/>
              <a:rect l="l" t="t" r="r" b="b"/>
              <a:pathLst>
                <a:path w="216534" h="216535">
                  <a:moveTo>
                    <a:pt x="0" y="216407"/>
                  </a:moveTo>
                  <a:lnTo>
                    <a:pt x="216407" y="216407"/>
                  </a:lnTo>
                  <a:lnTo>
                    <a:pt x="216407" y="0"/>
                  </a:lnTo>
                  <a:lnTo>
                    <a:pt x="0" y="0"/>
                  </a:lnTo>
                  <a:lnTo>
                    <a:pt x="0" y="216407"/>
                  </a:lnTo>
                  <a:close/>
                </a:path>
              </a:pathLst>
            </a:custGeom>
            <a:ln w="6349">
              <a:solidFill>
                <a:srgbClr val="5B9BD4"/>
              </a:solidFill>
            </a:ln>
          </p:spPr>
          <p:txBody>
            <a:bodyPr wrap="square" lIns="0" tIns="0" rIns="0" bIns="0" rtlCol="0"/>
            <a:lstStyle/>
            <a:p>
              <a:endParaRPr/>
            </a:p>
          </p:txBody>
        </p:sp>
      </p:grpSp>
      <p:graphicFrame>
        <p:nvGraphicFramePr>
          <p:cNvPr id="50" name="object 50"/>
          <p:cNvGraphicFramePr>
            <a:graphicFrameLocks noGrp="1"/>
          </p:cNvGraphicFramePr>
          <p:nvPr/>
        </p:nvGraphicFramePr>
        <p:xfrm>
          <a:off x="7173468" y="4691189"/>
          <a:ext cx="2049780" cy="1235075"/>
        </p:xfrm>
        <a:graphic>
          <a:graphicData uri="http://schemas.openxmlformats.org/drawingml/2006/table">
            <a:tbl>
              <a:tblPr firstRow="1" bandRow="1">
                <a:tableStyleId>{2D5ABB26-0587-4C30-8999-92F81FD0307C}</a:tableStyleId>
              </a:tblPr>
              <a:tblGrid>
                <a:gridCol w="499745">
                  <a:extLst>
                    <a:ext uri="{9D8B030D-6E8A-4147-A177-3AD203B41FA5}">
                      <a16:colId xmlns:a16="http://schemas.microsoft.com/office/drawing/2014/main" val="20000"/>
                    </a:ext>
                  </a:extLst>
                </a:gridCol>
                <a:gridCol w="53213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484505">
                  <a:extLst>
                    <a:ext uri="{9D8B030D-6E8A-4147-A177-3AD203B41FA5}">
                      <a16:colId xmlns:a16="http://schemas.microsoft.com/office/drawing/2014/main" val="20003"/>
                    </a:ext>
                  </a:extLst>
                </a:gridCol>
              </a:tblGrid>
              <a:tr h="295910">
                <a:tc>
                  <a:txBody>
                    <a:bodyPr/>
                    <a:lstStyle/>
                    <a:p>
                      <a:pPr marL="57150">
                        <a:lnSpc>
                          <a:spcPct val="100000"/>
                        </a:lnSpc>
                        <a:spcBef>
                          <a:spcPts val="285"/>
                        </a:spcBef>
                      </a:pPr>
                      <a:r>
                        <a:rPr sz="1000" spc="-50" dirty="0">
                          <a:latin typeface="Calibri"/>
                          <a:cs typeface="Calibri"/>
                        </a:rPr>
                        <a:t>0</a:t>
                      </a:r>
                      <a:endParaRPr sz="1000" dirty="0">
                        <a:latin typeface="Calibri"/>
                        <a:cs typeface="Calibri"/>
                      </a:endParaRPr>
                    </a:p>
                  </a:txBody>
                  <a:tcPr marL="0" marR="0" marT="36195" marB="0"/>
                </a:tc>
                <a:tc>
                  <a:txBody>
                    <a:bodyPr/>
                    <a:lstStyle/>
                    <a:p>
                      <a:pPr marL="118110">
                        <a:lnSpc>
                          <a:spcPct val="100000"/>
                        </a:lnSpc>
                        <a:spcBef>
                          <a:spcPts val="365"/>
                        </a:spcBef>
                      </a:pPr>
                      <a:r>
                        <a:rPr sz="1000" spc="-50" dirty="0">
                          <a:latin typeface="Calibri"/>
                          <a:cs typeface="Calibri"/>
                        </a:rPr>
                        <a:t>1</a:t>
                      </a:r>
                      <a:endParaRPr sz="1000">
                        <a:latin typeface="Calibri"/>
                        <a:cs typeface="Calibri"/>
                      </a:endParaRPr>
                    </a:p>
                  </a:txBody>
                  <a:tcPr marL="0" marR="0" marT="46355" marB="0"/>
                </a:tc>
                <a:tc>
                  <a:txBody>
                    <a:bodyPr/>
                    <a:lstStyle/>
                    <a:p>
                      <a:pPr marL="108585">
                        <a:lnSpc>
                          <a:spcPct val="100000"/>
                        </a:lnSpc>
                        <a:spcBef>
                          <a:spcPts val="235"/>
                        </a:spcBef>
                      </a:pPr>
                      <a:r>
                        <a:rPr sz="1000" spc="-50" dirty="0">
                          <a:latin typeface="Calibri"/>
                          <a:cs typeface="Calibri"/>
                        </a:rPr>
                        <a:t>2</a:t>
                      </a:r>
                      <a:endParaRPr sz="1000">
                        <a:latin typeface="Calibri"/>
                        <a:cs typeface="Calibri"/>
                      </a:endParaRPr>
                    </a:p>
                  </a:txBody>
                  <a:tcPr marL="0" marR="0" marT="29845" marB="0"/>
                </a:tc>
                <a:tc>
                  <a:txBody>
                    <a:bodyPr/>
                    <a:lstStyle/>
                    <a:p>
                      <a:pPr marL="123825">
                        <a:lnSpc>
                          <a:spcPct val="100000"/>
                        </a:lnSpc>
                        <a:spcBef>
                          <a:spcPts val="365"/>
                        </a:spcBef>
                      </a:pPr>
                      <a:r>
                        <a:rPr sz="1000" spc="-50" dirty="0">
                          <a:latin typeface="Calibri"/>
                          <a:cs typeface="Calibri"/>
                        </a:rPr>
                        <a:t>3</a:t>
                      </a:r>
                      <a:endParaRPr sz="1000">
                        <a:latin typeface="Calibri"/>
                        <a:cs typeface="Calibri"/>
                      </a:endParaRPr>
                    </a:p>
                  </a:txBody>
                  <a:tcPr marL="0" marR="0" marT="46355" marB="0"/>
                </a:tc>
                <a:extLst>
                  <a:ext uri="{0D108BD9-81ED-4DB2-BD59-A6C34878D82A}">
                    <a16:rowId xmlns:a16="http://schemas.microsoft.com/office/drawing/2014/main" val="10000"/>
                  </a:ext>
                </a:extLst>
              </a:tr>
              <a:tr h="333375">
                <a:tc>
                  <a:txBody>
                    <a:bodyPr/>
                    <a:lstStyle/>
                    <a:p>
                      <a:pPr marL="57150">
                        <a:lnSpc>
                          <a:spcPct val="100000"/>
                        </a:lnSpc>
                        <a:spcBef>
                          <a:spcPts val="520"/>
                        </a:spcBef>
                      </a:pPr>
                      <a:r>
                        <a:rPr sz="1000" spc="-50" dirty="0">
                          <a:latin typeface="Calibri"/>
                          <a:cs typeface="Calibri"/>
                        </a:rPr>
                        <a:t>4</a:t>
                      </a:r>
                      <a:endParaRPr sz="1000">
                        <a:latin typeface="Calibri"/>
                        <a:cs typeface="Calibri"/>
                      </a:endParaRPr>
                    </a:p>
                  </a:txBody>
                  <a:tcPr marL="0" marR="0" marT="66040" marB="0"/>
                </a:tc>
                <a:tc>
                  <a:txBody>
                    <a:bodyPr/>
                    <a:lstStyle/>
                    <a:p>
                      <a:pPr marL="118110">
                        <a:lnSpc>
                          <a:spcPct val="100000"/>
                        </a:lnSpc>
                        <a:spcBef>
                          <a:spcPts val="595"/>
                        </a:spcBef>
                      </a:pPr>
                      <a:r>
                        <a:rPr sz="1000" spc="-50" dirty="0">
                          <a:latin typeface="Calibri"/>
                          <a:cs typeface="Calibri"/>
                        </a:rPr>
                        <a:t>5</a:t>
                      </a:r>
                      <a:endParaRPr sz="1000">
                        <a:latin typeface="Calibri"/>
                        <a:cs typeface="Calibri"/>
                      </a:endParaRPr>
                    </a:p>
                  </a:txBody>
                  <a:tcPr marL="0" marR="0" marT="75565" marB="0"/>
                </a:tc>
                <a:tc>
                  <a:txBody>
                    <a:bodyPr/>
                    <a:lstStyle/>
                    <a:p>
                      <a:pPr marL="108585">
                        <a:lnSpc>
                          <a:spcPct val="100000"/>
                        </a:lnSpc>
                        <a:spcBef>
                          <a:spcPts val="470"/>
                        </a:spcBef>
                      </a:pPr>
                      <a:r>
                        <a:rPr sz="1000" spc="-50" dirty="0">
                          <a:latin typeface="Calibri"/>
                          <a:cs typeface="Calibri"/>
                        </a:rPr>
                        <a:t>6</a:t>
                      </a:r>
                      <a:endParaRPr sz="1000">
                        <a:latin typeface="Calibri"/>
                        <a:cs typeface="Calibri"/>
                      </a:endParaRPr>
                    </a:p>
                  </a:txBody>
                  <a:tcPr marL="0" marR="0" marT="59690" marB="0"/>
                </a:tc>
                <a:tc>
                  <a:txBody>
                    <a:bodyPr/>
                    <a:lstStyle/>
                    <a:p>
                      <a:pPr marL="123825">
                        <a:lnSpc>
                          <a:spcPct val="100000"/>
                        </a:lnSpc>
                        <a:spcBef>
                          <a:spcPts val="595"/>
                        </a:spcBef>
                      </a:pPr>
                      <a:r>
                        <a:rPr sz="1000" spc="-50" dirty="0">
                          <a:latin typeface="Calibri"/>
                          <a:cs typeface="Calibri"/>
                        </a:rPr>
                        <a:t>7</a:t>
                      </a:r>
                      <a:endParaRPr sz="1000">
                        <a:latin typeface="Calibri"/>
                        <a:cs typeface="Calibri"/>
                      </a:endParaRPr>
                    </a:p>
                  </a:txBody>
                  <a:tcPr marL="0" marR="0" marT="75565" marB="0"/>
                </a:tc>
                <a:extLst>
                  <a:ext uri="{0D108BD9-81ED-4DB2-BD59-A6C34878D82A}">
                    <a16:rowId xmlns:a16="http://schemas.microsoft.com/office/drawing/2014/main" val="10001"/>
                  </a:ext>
                </a:extLst>
              </a:tr>
              <a:tr h="328930">
                <a:tc>
                  <a:txBody>
                    <a:bodyPr/>
                    <a:lstStyle/>
                    <a:p>
                      <a:pPr marL="57150">
                        <a:lnSpc>
                          <a:spcPct val="100000"/>
                        </a:lnSpc>
                        <a:spcBef>
                          <a:spcPts val="580"/>
                        </a:spcBef>
                      </a:pPr>
                      <a:r>
                        <a:rPr sz="1000" spc="-50" dirty="0">
                          <a:latin typeface="Calibri"/>
                          <a:cs typeface="Calibri"/>
                        </a:rPr>
                        <a:t>8</a:t>
                      </a:r>
                      <a:endParaRPr sz="1000">
                        <a:latin typeface="Calibri"/>
                        <a:cs typeface="Calibri"/>
                      </a:endParaRPr>
                    </a:p>
                  </a:txBody>
                  <a:tcPr marL="0" marR="0" marT="73660" marB="0"/>
                </a:tc>
                <a:tc>
                  <a:txBody>
                    <a:bodyPr/>
                    <a:lstStyle/>
                    <a:p>
                      <a:pPr marL="118110">
                        <a:lnSpc>
                          <a:spcPct val="100000"/>
                        </a:lnSpc>
                        <a:spcBef>
                          <a:spcPts val="655"/>
                        </a:spcBef>
                      </a:pPr>
                      <a:r>
                        <a:rPr sz="1000" spc="-50" dirty="0">
                          <a:latin typeface="Calibri"/>
                          <a:cs typeface="Calibri"/>
                        </a:rPr>
                        <a:t>9</a:t>
                      </a:r>
                      <a:endParaRPr sz="1000">
                        <a:latin typeface="Calibri"/>
                        <a:cs typeface="Calibri"/>
                      </a:endParaRPr>
                    </a:p>
                  </a:txBody>
                  <a:tcPr marL="0" marR="0" marT="83185" marB="0"/>
                </a:tc>
                <a:tc>
                  <a:txBody>
                    <a:bodyPr/>
                    <a:lstStyle/>
                    <a:p>
                      <a:pPr marL="85725">
                        <a:lnSpc>
                          <a:spcPct val="100000"/>
                        </a:lnSpc>
                        <a:spcBef>
                          <a:spcPts val="530"/>
                        </a:spcBef>
                      </a:pPr>
                      <a:r>
                        <a:rPr sz="1000" spc="-25" dirty="0">
                          <a:latin typeface="Calibri"/>
                          <a:cs typeface="Calibri"/>
                        </a:rPr>
                        <a:t>10</a:t>
                      </a:r>
                      <a:endParaRPr sz="1000">
                        <a:latin typeface="Calibri"/>
                        <a:cs typeface="Calibri"/>
                      </a:endParaRPr>
                    </a:p>
                  </a:txBody>
                  <a:tcPr marL="0" marR="0" marT="67310" marB="0"/>
                </a:tc>
                <a:tc>
                  <a:txBody>
                    <a:bodyPr/>
                    <a:lstStyle/>
                    <a:p>
                      <a:pPr marL="88900">
                        <a:lnSpc>
                          <a:spcPct val="100000"/>
                        </a:lnSpc>
                        <a:spcBef>
                          <a:spcPts val="655"/>
                        </a:spcBef>
                      </a:pPr>
                      <a:r>
                        <a:rPr sz="1000" spc="-25" dirty="0">
                          <a:latin typeface="Calibri"/>
                          <a:cs typeface="Calibri"/>
                        </a:rPr>
                        <a:t>11</a:t>
                      </a:r>
                      <a:endParaRPr sz="1000">
                        <a:latin typeface="Calibri"/>
                        <a:cs typeface="Calibri"/>
                      </a:endParaRPr>
                    </a:p>
                  </a:txBody>
                  <a:tcPr marL="0" marR="0" marT="83185" marB="0"/>
                </a:tc>
                <a:extLst>
                  <a:ext uri="{0D108BD9-81ED-4DB2-BD59-A6C34878D82A}">
                    <a16:rowId xmlns:a16="http://schemas.microsoft.com/office/drawing/2014/main" val="10002"/>
                  </a:ext>
                </a:extLst>
              </a:tr>
              <a:tr h="276860">
                <a:tc>
                  <a:txBody>
                    <a:bodyPr/>
                    <a:lstStyle/>
                    <a:p>
                      <a:pPr marL="31750">
                        <a:lnSpc>
                          <a:spcPct val="100000"/>
                        </a:lnSpc>
                        <a:spcBef>
                          <a:spcPts val="490"/>
                        </a:spcBef>
                      </a:pPr>
                      <a:r>
                        <a:rPr sz="1000" spc="-25" dirty="0">
                          <a:latin typeface="Calibri"/>
                          <a:cs typeface="Calibri"/>
                        </a:rPr>
                        <a:t>12</a:t>
                      </a:r>
                      <a:endParaRPr sz="1000">
                        <a:latin typeface="Calibri"/>
                        <a:cs typeface="Calibri"/>
                      </a:endParaRPr>
                    </a:p>
                  </a:txBody>
                  <a:tcPr marL="0" marR="0" marT="62230" marB="0"/>
                </a:tc>
                <a:tc>
                  <a:txBody>
                    <a:bodyPr/>
                    <a:lstStyle/>
                    <a:p>
                      <a:pPr marL="80645">
                        <a:lnSpc>
                          <a:spcPct val="100000"/>
                        </a:lnSpc>
                        <a:spcBef>
                          <a:spcPts val="565"/>
                        </a:spcBef>
                      </a:pPr>
                      <a:r>
                        <a:rPr sz="1000" spc="-25" dirty="0">
                          <a:latin typeface="Calibri"/>
                          <a:cs typeface="Calibri"/>
                        </a:rPr>
                        <a:t>13</a:t>
                      </a:r>
                      <a:endParaRPr sz="1000">
                        <a:latin typeface="Calibri"/>
                        <a:cs typeface="Calibri"/>
                      </a:endParaRPr>
                    </a:p>
                  </a:txBody>
                  <a:tcPr marL="0" marR="0" marT="71755" marB="0"/>
                </a:tc>
                <a:tc>
                  <a:txBody>
                    <a:bodyPr/>
                    <a:lstStyle/>
                    <a:p>
                      <a:pPr marL="82550">
                        <a:lnSpc>
                          <a:spcPct val="100000"/>
                        </a:lnSpc>
                        <a:spcBef>
                          <a:spcPts val="440"/>
                        </a:spcBef>
                      </a:pPr>
                      <a:r>
                        <a:rPr sz="1000" spc="-25" dirty="0">
                          <a:latin typeface="Calibri"/>
                          <a:cs typeface="Calibri"/>
                        </a:rPr>
                        <a:t>14</a:t>
                      </a:r>
                      <a:endParaRPr sz="1000">
                        <a:latin typeface="Calibri"/>
                        <a:cs typeface="Calibri"/>
                      </a:endParaRPr>
                    </a:p>
                  </a:txBody>
                  <a:tcPr marL="0" marR="0" marT="55880" marB="0"/>
                </a:tc>
                <a:tc>
                  <a:txBody>
                    <a:bodyPr/>
                    <a:lstStyle/>
                    <a:p>
                      <a:pPr marL="86360">
                        <a:lnSpc>
                          <a:spcPct val="100000"/>
                        </a:lnSpc>
                        <a:spcBef>
                          <a:spcPts val="565"/>
                        </a:spcBef>
                      </a:pPr>
                      <a:r>
                        <a:rPr sz="1000" spc="-25" dirty="0">
                          <a:latin typeface="Calibri"/>
                          <a:cs typeface="Calibri"/>
                        </a:rPr>
                        <a:t>15</a:t>
                      </a:r>
                      <a:endParaRPr sz="1000" dirty="0">
                        <a:latin typeface="Calibri"/>
                        <a:cs typeface="Calibri"/>
                      </a:endParaRPr>
                    </a:p>
                  </a:txBody>
                  <a:tcPr marL="0" marR="0" marT="71755" marB="0"/>
                </a:tc>
                <a:extLst>
                  <a:ext uri="{0D108BD9-81ED-4DB2-BD59-A6C34878D82A}">
                    <a16:rowId xmlns:a16="http://schemas.microsoft.com/office/drawing/2014/main" val="10003"/>
                  </a:ext>
                </a:extLst>
              </a:tr>
            </a:tbl>
          </a:graphicData>
        </a:graphic>
      </p:graphicFrame>
      <p:sp>
        <p:nvSpPr>
          <p:cNvPr id="51" name="object 51"/>
          <p:cNvSpPr/>
          <p:nvPr/>
        </p:nvSpPr>
        <p:spPr>
          <a:xfrm>
            <a:off x="8793480" y="4495800"/>
            <a:ext cx="536575" cy="494030"/>
          </a:xfrm>
          <a:custGeom>
            <a:avLst/>
            <a:gdLst/>
            <a:ahLst/>
            <a:cxnLst/>
            <a:rect l="l" t="t" r="r" b="b"/>
            <a:pathLst>
              <a:path w="536575" h="494029">
                <a:moveTo>
                  <a:pt x="0" y="246887"/>
                </a:moveTo>
                <a:lnTo>
                  <a:pt x="4323" y="202497"/>
                </a:lnTo>
                <a:lnTo>
                  <a:pt x="16786" y="160722"/>
                </a:lnTo>
                <a:lnTo>
                  <a:pt x="36632" y="122258"/>
                </a:lnTo>
                <a:lnTo>
                  <a:pt x="63100" y="87802"/>
                </a:lnTo>
                <a:lnTo>
                  <a:pt x="95432" y="58049"/>
                </a:lnTo>
                <a:lnTo>
                  <a:pt x="132870" y="33697"/>
                </a:lnTo>
                <a:lnTo>
                  <a:pt x="174653" y="15440"/>
                </a:lnTo>
                <a:lnTo>
                  <a:pt x="220024" y="3976"/>
                </a:lnTo>
                <a:lnTo>
                  <a:pt x="268224" y="0"/>
                </a:lnTo>
                <a:lnTo>
                  <a:pt x="316423" y="3976"/>
                </a:lnTo>
                <a:lnTo>
                  <a:pt x="361794" y="15440"/>
                </a:lnTo>
                <a:lnTo>
                  <a:pt x="403577" y="33697"/>
                </a:lnTo>
                <a:lnTo>
                  <a:pt x="441015" y="58049"/>
                </a:lnTo>
                <a:lnTo>
                  <a:pt x="473347" y="87802"/>
                </a:lnTo>
                <a:lnTo>
                  <a:pt x="499815" y="122258"/>
                </a:lnTo>
                <a:lnTo>
                  <a:pt x="519661" y="160722"/>
                </a:lnTo>
                <a:lnTo>
                  <a:pt x="532124" y="202497"/>
                </a:lnTo>
                <a:lnTo>
                  <a:pt x="536448" y="246887"/>
                </a:lnTo>
                <a:lnTo>
                  <a:pt x="532124" y="291278"/>
                </a:lnTo>
                <a:lnTo>
                  <a:pt x="519661" y="333053"/>
                </a:lnTo>
                <a:lnTo>
                  <a:pt x="499815" y="371517"/>
                </a:lnTo>
                <a:lnTo>
                  <a:pt x="473347" y="405973"/>
                </a:lnTo>
                <a:lnTo>
                  <a:pt x="441015" y="435726"/>
                </a:lnTo>
                <a:lnTo>
                  <a:pt x="403577" y="460078"/>
                </a:lnTo>
                <a:lnTo>
                  <a:pt x="361794" y="478335"/>
                </a:lnTo>
                <a:lnTo>
                  <a:pt x="316423" y="489799"/>
                </a:lnTo>
                <a:lnTo>
                  <a:pt x="268224" y="493775"/>
                </a:lnTo>
                <a:lnTo>
                  <a:pt x="220024" y="489799"/>
                </a:lnTo>
                <a:lnTo>
                  <a:pt x="174653" y="478335"/>
                </a:lnTo>
                <a:lnTo>
                  <a:pt x="132870" y="460078"/>
                </a:lnTo>
                <a:lnTo>
                  <a:pt x="95432" y="435726"/>
                </a:lnTo>
                <a:lnTo>
                  <a:pt x="63100" y="405973"/>
                </a:lnTo>
                <a:lnTo>
                  <a:pt x="36632" y="371517"/>
                </a:lnTo>
                <a:lnTo>
                  <a:pt x="16786" y="333053"/>
                </a:lnTo>
                <a:lnTo>
                  <a:pt x="4323" y="291278"/>
                </a:lnTo>
                <a:lnTo>
                  <a:pt x="0" y="246887"/>
                </a:lnTo>
                <a:close/>
              </a:path>
            </a:pathLst>
          </a:custGeom>
          <a:ln w="12700">
            <a:solidFill>
              <a:srgbClr val="001F5F"/>
            </a:solidFill>
          </a:ln>
        </p:spPr>
        <p:txBody>
          <a:bodyPr wrap="square" lIns="0" tIns="0" rIns="0" bIns="0" rtlCol="0"/>
          <a:lstStyle/>
          <a:p>
            <a:endParaRPr/>
          </a:p>
        </p:txBody>
      </p:sp>
      <p:grpSp>
        <p:nvGrpSpPr>
          <p:cNvPr id="52" name="object 52"/>
          <p:cNvGrpSpPr/>
          <p:nvPr/>
        </p:nvGrpSpPr>
        <p:grpSpPr>
          <a:xfrm>
            <a:off x="9212580" y="4370832"/>
            <a:ext cx="1876425" cy="476250"/>
            <a:chOff x="9212580" y="4370832"/>
            <a:chExt cx="1876425" cy="476250"/>
          </a:xfrm>
        </p:grpSpPr>
        <p:sp>
          <p:nvSpPr>
            <p:cNvPr id="53" name="object 53"/>
            <p:cNvSpPr/>
            <p:nvPr/>
          </p:nvSpPr>
          <p:spPr>
            <a:xfrm>
              <a:off x="9212580" y="4425442"/>
              <a:ext cx="1425575" cy="421640"/>
            </a:xfrm>
            <a:custGeom>
              <a:avLst/>
              <a:gdLst/>
              <a:ahLst/>
              <a:cxnLst/>
              <a:rect l="l" t="t" r="r" b="b"/>
              <a:pathLst>
                <a:path w="1425575" h="421639">
                  <a:moveTo>
                    <a:pt x="532765" y="6349"/>
                  </a:moveTo>
                  <a:lnTo>
                    <a:pt x="532765" y="421639"/>
                  </a:lnTo>
                  <a:lnTo>
                    <a:pt x="1425194" y="421639"/>
                  </a:lnTo>
                  <a:lnTo>
                    <a:pt x="1425194" y="415289"/>
                  </a:lnTo>
                  <a:lnTo>
                    <a:pt x="545465" y="415289"/>
                  </a:lnTo>
                  <a:lnTo>
                    <a:pt x="539115" y="408939"/>
                  </a:lnTo>
                  <a:lnTo>
                    <a:pt x="545465" y="408939"/>
                  </a:lnTo>
                  <a:lnTo>
                    <a:pt x="545465" y="12699"/>
                  </a:lnTo>
                  <a:lnTo>
                    <a:pt x="539115" y="12699"/>
                  </a:lnTo>
                  <a:lnTo>
                    <a:pt x="532765" y="6349"/>
                  </a:lnTo>
                  <a:close/>
                </a:path>
                <a:path w="1425575" h="421639">
                  <a:moveTo>
                    <a:pt x="545465" y="408939"/>
                  </a:moveTo>
                  <a:lnTo>
                    <a:pt x="539115" y="408939"/>
                  </a:lnTo>
                  <a:lnTo>
                    <a:pt x="545465" y="415289"/>
                  </a:lnTo>
                  <a:lnTo>
                    <a:pt x="545465" y="408939"/>
                  </a:lnTo>
                  <a:close/>
                </a:path>
                <a:path w="1425575" h="421639">
                  <a:moveTo>
                    <a:pt x="1412494" y="408939"/>
                  </a:moveTo>
                  <a:lnTo>
                    <a:pt x="545465" y="408939"/>
                  </a:lnTo>
                  <a:lnTo>
                    <a:pt x="545465" y="415289"/>
                  </a:lnTo>
                  <a:lnTo>
                    <a:pt x="1412494" y="415289"/>
                  </a:lnTo>
                  <a:lnTo>
                    <a:pt x="1412494" y="408939"/>
                  </a:lnTo>
                  <a:close/>
                </a:path>
                <a:path w="1425575" h="421639">
                  <a:moveTo>
                    <a:pt x="1425194" y="289559"/>
                  </a:moveTo>
                  <a:lnTo>
                    <a:pt x="1412494" y="289559"/>
                  </a:lnTo>
                  <a:lnTo>
                    <a:pt x="1412494" y="415289"/>
                  </a:lnTo>
                  <a:lnTo>
                    <a:pt x="1418844" y="408939"/>
                  </a:lnTo>
                  <a:lnTo>
                    <a:pt x="1425194" y="408939"/>
                  </a:lnTo>
                  <a:lnTo>
                    <a:pt x="1425194" y="289559"/>
                  </a:lnTo>
                  <a:close/>
                </a:path>
                <a:path w="1425575" h="421639">
                  <a:moveTo>
                    <a:pt x="1425194" y="408939"/>
                  </a:moveTo>
                  <a:lnTo>
                    <a:pt x="1418844" y="408939"/>
                  </a:lnTo>
                  <a:lnTo>
                    <a:pt x="1412494" y="415289"/>
                  </a:lnTo>
                  <a:lnTo>
                    <a:pt x="1425194" y="415289"/>
                  </a:lnTo>
                  <a:lnTo>
                    <a:pt x="1425194" y="408939"/>
                  </a:lnTo>
                  <a:close/>
                </a:path>
                <a:path w="1425575" h="421639">
                  <a:moveTo>
                    <a:pt x="31750" y="67309"/>
                  </a:moveTo>
                  <a:lnTo>
                    <a:pt x="0" y="67309"/>
                  </a:lnTo>
                  <a:lnTo>
                    <a:pt x="38100" y="143509"/>
                  </a:lnTo>
                  <a:lnTo>
                    <a:pt x="69850" y="80009"/>
                  </a:lnTo>
                  <a:lnTo>
                    <a:pt x="31750" y="80009"/>
                  </a:lnTo>
                  <a:lnTo>
                    <a:pt x="31750" y="67309"/>
                  </a:lnTo>
                  <a:close/>
                </a:path>
                <a:path w="1425575" h="421639">
                  <a:moveTo>
                    <a:pt x="545465" y="0"/>
                  </a:moveTo>
                  <a:lnTo>
                    <a:pt x="31750" y="0"/>
                  </a:lnTo>
                  <a:lnTo>
                    <a:pt x="31750" y="80009"/>
                  </a:lnTo>
                  <a:lnTo>
                    <a:pt x="44450" y="80009"/>
                  </a:lnTo>
                  <a:lnTo>
                    <a:pt x="44450" y="12699"/>
                  </a:lnTo>
                  <a:lnTo>
                    <a:pt x="38100" y="12699"/>
                  </a:lnTo>
                  <a:lnTo>
                    <a:pt x="44450" y="6349"/>
                  </a:lnTo>
                  <a:lnTo>
                    <a:pt x="545465" y="6349"/>
                  </a:lnTo>
                  <a:lnTo>
                    <a:pt x="545465" y="0"/>
                  </a:lnTo>
                  <a:close/>
                </a:path>
                <a:path w="1425575" h="421639">
                  <a:moveTo>
                    <a:pt x="76200" y="67309"/>
                  </a:moveTo>
                  <a:lnTo>
                    <a:pt x="44450" y="67309"/>
                  </a:lnTo>
                  <a:lnTo>
                    <a:pt x="44450" y="80009"/>
                  </a:lnTo>
                  <a:lnTo>
                    <a:pt x="69850" y="80009"/>
                  </a:lnTo>
                  <a:lnTo>
                    <a:pt x="76200" y="67309"/>
                  </a:lnTo>
                  <a:close/>
                </a:path>
                <a:path w="1425575" h="421639">
                  <a:moveTo>
                    <a:pt x="44450" y="6349"/>
                  </a:moveTo>
                  <a:lnTo>
                    <a:pt x="38100" y="12699"/>
                  </a:lnTo>
                  <a:lnTo>
                    <a:pt x="44450" y="12699"/>
                  </a:lnTo>
                  <a:lnTo>
                    <a:pt x="44450" y="6349"/>
                  </a:lnTo>
                  <a:close/>
                </a:path>
                <a:path w="1425575" h="421639">
                  <a:moveTo>
                    <a:pt x="532765" y="6349"/>
                  </a:moveTo>
                  <a:lnTo>
                    <a:pt x="44450" y="6349"/>
                  </a:lnTo>
                  <a:lnTo>
                    <a:pt x="44450" y="12699"/>
                  </a:lnTo>
                  <a:lnTo>
                    <a:pt x="532765" y="12699"/>
                  </a:lnTo>
                  <a:lnTo>
                    <a:pt x="532765" y="6349"/>
                  </a:lnTo>
                  <a:close/>
                </a:path>
                <a:path w="1425575" h="421639">
                  <a:moveTo>
                    <a:pt x="545465" y="6349"/>
                  </a:moveTo>
                  <a:lnTo>
                    <a:pt x="532765" y="6349"/>
                  </a:lnTo>
                  <a:lnTo>
                    <a:pt x="539115" y="12699"/>
                  </a:lnTo>
                  <a:lnTo>
                    <a:pt x="545465" y="12699"/>
                  </a:lnTo>
                  <a:lnTo>
                    <a:pt x="545465" y="6349"/>
                  </a:lnTo>
                  <a:close/>
                </a:path>
              </a:pathLst>
            </a:custGeom>
            <a:solidFill>
              <a:srgbClr val="001F5F"/>
            </a:solidFill>
          </p:spPr>
          <p:txBody>
            <a:bodyPr wrap="square" lIns="0" tIns="0" rIns="0" bIns="0" rtlCol="0"/>
            <a:lstStyle/>
            <a:p>
              <a:endParaRPr/>
            </a:p>
          </p:txBody>
        </p:sp>
        <p:pic>
          <p:nvPicPr>
            <p:cNvPr id="54" name="object 54"/>
            <p:cNvPicPr/>
            <p:nvPr/>
          </p:nvPicPr>
          <p:blipFill>
            <a:blip r:embed="rId13" cstate="print"/>
            <a:stretch>
              <a:fillRect/>
            </a:stretch>
          </p:blipFill>
          <p:spPr>
            <a:xfrm>
              <a:off x="10174224" y="4370832"/>
              <a:ext cx="914400" cy="344424"/>
            </a:xfrm>
            <a:prstGeom prst="rect">
              <a:avLst/>
            </a:prstGeom>
          </p:spPr>
        </p:pic>
        <p:sp>
          <p:nvSpPr>
            <p:cNvPr id="55" name="object 55"/>
            <p:cNvSpPr/>
            <p:nvPr/>
          </p:nvSpPr>
          <p:spPr>
            <a:xfrm>
              <a:off x="10262616" y="4501896"/>
              <a:ext cx="106680" cy="106680"/>
            </a:xfrm>
            <a:custGeom>
              <a:avLst/>
              <a:gdLst/>
              <a:ahLst/>
              <a:cxnLst/>
              <a:rect l="l" t="t" r="r" b="b"/>
              <a:pathLst>
                <a:path w="106679" h="106679">
                  <a:moveTo>
                    <a:pt x="106679" y="0"/>
                  </a:moveTo>
                  <a:lnTo>
                    <a:pt x="0" y="0"/>
                  </a:lnTo>
                  <a:lnTo>
                    <a:pt x="0" y="106679"/>
                  </a:lnTo>
                  <a:lnTo>
                    <a:pt x="106679" y="106679"/>
                  </a:lnTo>
                  <a:lnTo>
                    <a:pt x="106679" y="0"/>
                  </a:lnTo>
                  <a:close/>
                </a:path>
              </a:pathLst>
            </a:custGeom>
            <a:solidFill>
              <a:srgbClr val="4471C4"/>
            </a:solidFill>
          </p:spPr>
          <p:txBody>
            <a:bodyPr wrap="square" lIns="0" tIns="0" rIns="0" bIns="0" rtlCol="0"/>
            <a:lstStyle/>
            <a:p>
              <a:endParaRPr/>
            </a:p>
          </p:txBody>
        </p:sp>
        <p:sp>
          <p:nvSpPr>
            <p:cNvPr id="56" name="object 56"/>
            <p:cNvSpPr/>
            <p:nvPr/>
          </p:nvSpPr>
          <p:spPr>
            <a:xfrm>
              <a:off x="10262616" y="4501896"/>
              <a:ext cx="106680" cy="106680"/>
            </a:xfrm>
            <a:custGeom>
              <a:avLst/>
              <a:gdLst/>
              <a:ahLst/>
              <a:cxnLst/>
              <a:rect l="l" t="t" r="r" b="b"/>
              <a:pathLst>
                <a:path w="106679" h="106679">
                  <a:moveTo>
                    <a:pt x="0" y="106679"/>
                  </a:moveTo>
                  <a:lnTo>
                    <a:pt x="106679" y="106679"/>
                  </a:lnTo>
                  <a:lnTo>
                    <a:pt x="106679" y="0"/>
                  </a:lnTo>
                  <a:lnTo>
                    <a:pt x="0" y="0"/>
                  </a:lnTo>
                  <a:lnTo>
                    <a:pt x="0" y="106679"/>
                  </a:lnTo>
                  <a:close/>
                </a:path>
              </a:pathLst>
            </a:custGeom>
            <a:ln w="6350">
              <a:solidFill>
                <a:srgbClr val="4471C4"/>
              </a:solidFill>
            </a:ln>
          </p:spPr>
          <p:txBody>
            <a:bodyPr wrap="square" lIns="0" tIns="0" rIns="0" bIns="0" rtlCol="0"/>
            <a:lstStyle/>
            <a:p>
              <a:endParaRPr/>
            </a:p>
          </p:txBody>
        </p:sp>
      </p:grpSp>
      <p:sp>
        <p:nvSpPr>
          <p:cNvPr id="57" name="object 57"/>
          <p:cNvSpPr txBox="1"/>
          <p:nvPr/>
        </p:nvSpPr>
        <p:spPr>
          <a:xfrm>
            <a:off x="10174223" y="4370832"/>
            <a:ext cx="914400" cy="344805"/>
          </a:xfrm>
          <a:prstGeom prst="rect">
            <a:avLst/>
          </a:prstGeom>
          <a:ln w="6350">
            <a:solidFill>
              <a:srgbClr val="5B9BD4"/>
            </a:solidFill>
          </a:ln>
        </p:spPr>
        <p:txBody>
          <a:bodyPr vert="horz" wrap="square" lIns="0" tIns="24765" rIns="0" bIns="0" rtlCol="0">
            <a:spAutoFit/>
          </a:bodyPr>
          <a:lstStyle/>
          <a:p>
            <a:pPr marL="6350" algn="ctr">
              <a:lnSpc>
                <a:spcPts val="1255"/>
              </a:lnSpc>
              <a:spcBef>
                <a:spcPts val="195"/>
              </a:spcBef>
            </a:pPr>
            <a:r>
              <a:rPr sz="1200" spc="-10" dirty="0">
                <a:latin typeface="Calibri"/>
                <a:cs typeface="Calibri"/>
              </a:rPr>
              <a:t>index</a:t>
            </a:r>
            <a:endParaRPr sz="1200">
              <a:latin typeface="Calibri"/>
              <a:cs typeface="Calibri"/>
            </a:endParaRPr>
          </a:p>
          <a:p>
            <a:pPr marL="3810" algn="ctr">
              <a:lnSpc>
                <a:spcPts val="1015"/>
              </a:lnSpc>
            </a:pPr>
            <a:r>
              <a:rPr sz="1000" spc="-50" dirty="0">
                <a:latin typeface="Calibri"/>
                <a:cs typeface="Calibri"/>
              </a:rPr>
              <a:t>3</a:t>
            </a:r>
            <a:endParaRPr sz="1000">
              <a:latin typeface="Calibri"/>
              <a:cs typeface="Calibri"/>
            </a:endParaRPr>
          </a:p>
        </p:txBody>
      </p:sp>
      <p:sp>
        <p:nvSpPr>
          <p:cNvPr id="58" name="object 58"/>
          <p:cNvSpPr txBox="1"/>
          <p:nvPr/>
        </p:nvSpPr>
        <p:spPr>
          <a:xfrm>
            <a:off x="10210545" y="4119194"/>
            <a:ext cx="833119" cy="208915"/>
          </a:xfrm>
          <a:prstGeom prst="rect">
            <a:avLst/>
          </a:prstGeom>
        </p:spPr>
        <p:txBody>
          <a:bodyPr vert="horz" wrap="square" lIns="0" tIns="12700" rIns="0" bIns="0" rtlCol="0">
            <a:spAutoFit/>
          </a:bodyPr>
          <a:lstStyle/>
          <a:p>
            <a:pPr marL="12700">
              <a:lnSpc>
                <a:spcPct val="100000"/>
              </a:lnSpc>
              <a:spcBef>
                <a:spcPts val="100"/>
              </a:spcBef>
            </a:pPr>
            <a:r>
              <a:rPr sz="1200" spc="-20" dirty="0">
                <a:latin typeface="Calibri"/>
                <a:cs typeface="Calibri"/>
              </a:rPr>
              <a:t>Table</a:t>
            </a:r>
            <a:r>
              <a:rPr sz="1200" spc="-40" dirty="0">
                <a:latin typeface="Calibri"/>
                <a:cs typeface="Calibri"/>
              </a:rPr>
              <a:t> </a:t>
            </a:r>
            <a:r>
              <a:rPr sz="1200" spc="-10" dirty="0">
                <a:latin typeface="Calibri"/>
                <a:cs typeface="Calibri"/>
              </a:rPr>
              <a:t>d’index</a:t>
            </a:r>
            <a:endParaRPr sz="1200">
              <a:latin typeface="Calibri"/>
              <a:cs typeface="Calibri"/>
            </a:endParaRPr>
          </a:p>
        </p:txBody>
      </p:sp>
      <p:grpSp>
        <p:nvGrpSpPr>
          <p:cNvPr id="59" name="object 59"/>
          <p:cNvGrpSpPr/>
          <p:nvPr/>
        </p:nvGrpSpPr>
        <p:grpSpPr>
          <a:xfrm>
            <a:off x="9247505" y="4913248"/>
            <a:ext cx="1512570" cy="1027430"/>
            <a:chOff x="9247505" y="4913248"/>
            <a:chExt cx="1512570" cy="1027430"/>
          </a:xfrm>
        </p:grpSpPr>
        <p:sp>
          <p:nvSpPr>
            <p:cNvPr id="60" name="object 60"/>
            <p:cNvSpPr/>
            <p:nvPr/>
          </p:nvSpPr>
          <p:spPr>
            <a:xfrm>
              <a:off x="9250680" y="4916423"/>
              <a:ext cx="690880" cy="339725"/>
            </a:xfrm>
            <a:custGeom>
              <a:avLst/>
              <a:gdLst/>
              <a:ahLst/>
              <a:cxnLst/>
              <a:rect l="l" t="t" r="r" b="b"/>
              <a:pathLst>
                <a:path w="690879" h="339725">
                  <a:moveTo>
                    <a:pt x="0" y="0"/>
                  </a:moveTo>
                  <a:lnTo>
                    <a:pt x="690372" y="339597"/>
                  </a:lnTo>
                </a:path>
              </a:pathLst>
            </a:custGeom>
            <a:ln w="6350">
              <a:solidFill>
                <a:srgbClr val="001F5F"/>
              </a:solidFill>
              <a:prstDash val="sysDot"/>
            </a:ln>
          </p:spPr>
          <p:txBody>
            <a:bodyPr wrap="square" lIns="0" tIns="0" rIns="0" bIns="0" rtlCol="0"/>
            <a:lstStyle/>
            <a:p>
              <a:endParaRPr/>
            </a:p>
          </p:txBody>
        </p:sp>
        <p:pic>
          <p:nvPicPr>
            <p:cNvPr id="61" name="object 61"/>
            <p:cNvPicPr/>
            <p:nvPr/>
          </p:nvPicPr>
          <p:blipFill>
            <a:blip r:embed="rId14" cstate="print"/>
            <a:stretch>
              <a:fillRect/>
            </a:stretch>
          </p:blipFill>
          <p:spPr>
            <a:xfrm>
              <a:off x="9936480" y="5032247"/>
              <a:ext cx="819912" cy="905255"/>
            </a:xfrm>
            <a:prstGeom prst="rect">
              <a:avLst/>
            </a:prstGeom>
          </p:spPr>
        </p:pic>
        <p:sp>
          <p:nvSpPr>
            <p:cNvPr id="62" name="object 62"/>
            <p:cNvSpPr/>
            <p:nvPr/>
          </p:nvSpPr>
          <p:spPr>
            <a:xfrm>
              <a:off x="9936480" y="5032247"/>
              <a:ext cx="820419" cy="905510"/>
            </a:xfrm>
            <a:custGeom>
              <a:avLst/>
              <a:gdLst/>
              <a:ahLst/>
              <a:cxnLst/>
              <a:rect l="l" t="t" r="r" b="b"/>
              <a:pathLst>
                <a:path w="820420" h="905510">
                  <a:moveTo>
                    <a:pt x="0" y="452627"/>
                  </a:moveTo>
                  <a:lnTo>
                    <a:pt x="2405" y="403316"/>
                  </a:lnTo>
                  <a:lnTo>
                    <a:pt x="9454" y="355541"/>
                  </a:lnTo>
                  <a:lnTo>
                    <a:pt x="20897" y="309579"/>
                  </a:lnTo>
                  <a:lnTo>
                    <a:pt x="36483" y="265705"/>
                  </a:lnTo>
                  <a:lnTo>
                    <a:pt x="55964" y="224197"/>
                  </a:lnTo>
                  <a:lnTo>
                    <a:pt x="79089" y="185330"/>
                  </a:lnTo>
                  <a:lnTo>
                    <a:pt x="105608" y="149381"/>
                  </a:lnTo>
                  <a:lnTo>
                    <a:pt x="135271" y="116627"/>
                  </a:lnTo>
                  <a:lnTo>
                    <a:pt x="167828" y="87343"/>
                  </a:lnTo>
                  <a:lnTo>
                    <a:pt x="203030" y="61806"/>
                  </a:lnTo>
                  <a:lnTo>
                    <a:pt x="240626" y="40293"/>
                  </a:lnTo>
                  <a:lnTo>
                    <a:pt x="280367" y="23079"/>
                  </a:lnTo>
                  <a:lnTo>
                    <a:pt x="322002" y="10441"/>
                  </a:lnTo>
                  <a:lnTo>
                    <a:pt x="365281" y="2656"/>
                  </a:lnTo>
                  <a:lnTo>
                    <a:pt x="409955" y="0"/>
                  </a:lnTo>
                  <a:lnTo>
                    <a:pt x="454630" y="2656"/>
                  </a:lnTo>
                  <a:lnTo>
                    <a:pt x="497909" y="10441"/>
                  </a:lnTo>
                  <a:lnTo>
                    <a:pt x="539544" y="23079"/>
                  </a:lnTo>
                  <a:lnTo>
                    <a:pt x="579285" y="40293"/>
                  </a:lnTo>
                  <a:lnTo>
                    <a:pt x="616881" y="61806"/>
                  </a:lnTo>
                  <a:lnTo>
                    <a:pt x="652083" y="87343"/>
                  </a:lnTo>
                  <a:lnTo>
                    <a:pt x="684640" y="116627"/>
                  </a:lnTo>
                  <a:lnTo>
                    <a:pt x="714303" y="149381"/>
                  </a:lnTo>
                  <a:lnTo>
                    <a:pt x="740822" y="185330"/>
                  </a:lnTo>
                  <a:lnTo>
                    <a:pt x="763947" y="224197"/>
                  </a:lnTo>
                  <a:lnTo>
                    <a:pt x="783428" y="265705"/>
                  </a:lnTo>
                  <a:lnTo>
                    <a:pt x="799014" y="309579"/>
                  </a:lnTo>
                  <a:lnTo>
                    <a:pt x="810457" y="355541"/>
                  </a:lnTo>
                  <a:lnTo>
                    <a:pt x="817506" y="403316"/>
                  </a:lnTo>
                  <a:lnTo>
                    <a:pt x="819912" y="452627"/>
                  </a:lnTo>
                  <a:lnTo>
                    <a:pt x="817506" y="501945"/>
                  </a:lnTo>
                  <a:lnTo>
                    <a:pt x="810457" y="549725"/>
                  </a:lnTo>
                  <a:lnTo>
                    <a:pt x="799014" y="595691"/>
                  </a:lnTo>
                  <a:lnTo>
                    <a:pt x="783428" y="639566"/>
                  </a:lnTo>
                  <a:lnTo>
                    <a:pt x="763947" y="681075"/>
                  </a:lnTo>
                  <a:lnTo>
                    <a:pt x="740822" y="719941"/>
                  </a:lnTo>
                  <a:lnTo>
                    <a:pt x="714303" y="755889"/>
                  </a:lnTo>
                  <a:lnTo>
                    <a:pt x="684640" y="788641"/>
                  </a:lnTo>
                  <a:lnTo>
                    <a:pt x="652083" y="817923"/>
                  </a:lnTo>
                  <a:lnTo>
                    <a:pt x="616881" y="843457"/>
                  </a:lnTo>
                  <a:lnTo>
                    <a:pt x="579285" y="864968"/>
                  </a:lnTo>
                  <a:lnTo>
                    <a:pt x="539544" y="882180"/>
                  </a:lnTo>
                  <a:lnTo>
                    <a:pt x="497909" y="894815"/>
                  </a:lnTo>
                  <a:lnTo>
                    <a:pt x="454630" y="902599"/>
                  </a:lnTo>
                  <a:lnTo>
                    <a:pt x="409955" y="905255"/>
                  </a:lnTo>
                  <a:lnTo>
                    <a:pt x="365281" y="902599"/>
                  </a:lnTo>
                  <a:lnTo>
                    <a:pt x="322002" y="894815"/>
                  </a:lnTo>
                  <a:lnTo>
                    <a:pt x="280367" y="882180"/>
                  </a:lnTo>
                  <a:lnTo>
                    <a:pt x="240626" y="864968"/>
                  </a:lnTo>
                  <a:lnTo>
                    <a:pt x="203030" y="843457"/>
                  </a:lnTo>
                  <a:lnTo>
                    <a:pt x="167828" y="817923"/>
                  </a:lnTo>
                  <a:lnTo>
                    <a:pt x="135271" y="788641"/>
                  </a:lnTo>
                  <a:lnTo>
                    <a:pt x="105608" y="755889"/>
                  </a:lnTo>
                  <a:lnTo>
                    <a:pt x="79089" y="719941"/>
                  </a:lnTo>
                  <a:lnTo>
                    <a:pt x="55964" y="681075"/>
                  </a:lnTo>
                  <a:lnTo>
                    <a:pt x="36483" y="639566"/>
                  </a:lnTo>
                  <a:lnTo>
                    <a:pt x="20897" y="595691"/>
                  </a:lnTo>
                  <a:lnTo>
                    <a:pt x="9454" y="549725"/>
                  </a:lnTo>
                  <a:lnTo>
                    <a:pt x="2405" y="501945"/>
                  </a:lnTo>
                  <a:lnTo>
                    <a:pt x="0" y="452627"/>
                  </a:lnTo>
                  <a:close/>
                </a:path>
              </a:pathLst>
            </a:custGeom>
            <a:ln w="6350">
              <a:solidFill>
                <a:srgbClr val="5B9BD4"/>
              </a:solidFill>
            </a:ln>
          </p:spPr>
          <p:txBody>
            <a:bodyPr wrap="square" lIns="0" tIns="0" rIns="0" bIns="0" rtlCol="0"/>
            <a:lstStyle/>
            <a:p>
              <a:endParaRPr/>
            </a:p>
          </p:txBody>
        </p:sp>
      </p:grpSp>
      <p:sp>
        <p:nvSpPr>
          <p:cNvPr id="63" name="object 63"/>
          <p:cNvSpPr txBox="1"/>
          <p:nvPr/>
        </p:nvSpPr>
        <p:spPr>
          <a:xfrm>
            <a:off x="10029570" y="5437759"/>
            <a:ext cx="90805" cy="179070"/>
          </a:xfrm>
          <a:prstGeom prst="rect">
            <a:avLst/>
          </a:prstGeom>
        </p:spPr>
        <p:txBody>
          <a:bodyPr vert="horz" wrap="square" lIns="0" tIns="13335" rIns="0" bIns="0" rtlCol="0">
            <a:spAutoFit/>
          </a:bodyPr>
          <a:lstStyle/>
          <a:p>
            <a:pPr marL="12700">
              <a:lnSpc>
                <a:spcPct val="100000"/>
              </a:lnSpc>
              <a:spcBef>
                <a:spcPts val="105"/>
              </a:spcBef>
            </a:pPr>
            <a:r>
              <a:rPr sz="1000" b="1" spc="-50" dirty="0">
                <a:latin typeface="Calibri"/>
                <a:cs typeface="Calibri"/>
              </a:rPr>
              <a:t>3</a:t>
            </a:r>
            <a:endParaRPr sz="1000" dirty="0">
              <a:latin typeface="Calibri"/>
              <a:cs typeface="Calibri"/>
            </a:endParaRPr>
          </a:p>
        </p:txBody>
      </p:sp>
      <p:pic>
        <p:nvPicPr>
          <p:cNvPr id="64" name="object 64"/>
          <p:cNvPicPr/>
          <p:nvPr/>
        </p:nvPicPr>
        <p:blipFill>
          <a:blip r:embed="rId15" cstate="print"/>
          <a:stretch>
            <a:fillRect/>
          </a:stretch>
        </p:blipFill>
        <p:spPr>
          <a:xfrm>
            <a:off x="10216895" y="5135879"/>
            <a:ext cx="332231" cy="752856"/>
          </a:xfrm>
          <a:prstGeom prst="rect">
            <a:avLst/>
          </a:prstGeom>
        </p:spPr>
      </p:pic>
      <p:sp>
        <p:nvSpPr>
          <p:cNvPr id="65" name="object 65"/>
          <p:cNvSpPr txBox="1"/>
          <p:nvPr/>
        </p:nvSpPr>
        <p:spPr>
          <a:xfrm>
            <a:off x="10216895" y="5135879"/>
            <a:ext cx="332740" cy="753110"/>
          </a:xfrm>
          <a:prstGeom prst="rect">
            <a:avLst/>
          </a:prstGeom>
          <a:ln w="6350">
            <a:solidFill>
              <a:srgbClr val="5B9BD4"/>
            </a:solidFill>
          </a:ln>
        </p:spPr>
        <p:txBody>
          <a:bodyPr vert="horz" wrap="square" lIns="0" tIns="35560" rIns="0" bIns="0" rtlCol="0">
            <a:spAutoFit/>
          </a:bodyPr>
          <a:lstStyle/>
          <a:p>
            <a:pPr marL="3810" algn="ctr">
              <a:lnSpc>
                <a:spcPct val="100000"/>
              </a:lnSpc>
              <a:spcBef>
                <a:spcPts val="280"/>
              </a:spcBef>
            </a:pPr>
            <a:r>
              <a:rPr sz="1100" b="1" spc="-50" dirty="0">
                <a:latin typeface="Calibri"/>
                <a:cs typeface="Calibri"/>
              </a:rPr>
              <a:t>1</a:t>
            </a:r>
            <a:endParaRPr sz="1100">
              <a:latin typeface="Calibri"/>
              <a:cs typeface="Calibri"/>
            </a:endParaRPr>
          </a:p>
          <a:p>
            <a:pPr marL="3810" algn="ctr">
              <a:lnSpc>
                <a:spcPct val="100000"/>
              </a:lnSpc>
            </a:pPr>
            <a:r>
              <a:rPr sz="1100" b="1" spc="-50" dirty="0">
                <a:latin typeface="Calibri"/>
                <a:cs typeface="Calibri"/>
              </a:rPr>
              <a:t>5</a:t>
            </a:r>
            <a:endParaRPr sz="1100">
              <a:latin typeface="Calibri"/>
              <a:cs typeface="Calibri"/>
            </a:endParaRPr>
          </a:p>
          <a:p>
            <a:pPr marL="3810" algn="ctr">
              <a:lnSpc>
                <a:spcPct val="100000"/>
              </a:lnSpc>
            </a:pPr>
            <a:r>
              <a:rPr sz="1100" b="1" spc="-50" dirty="0">
                <a:latin typeface="Calibri"/>
                <a:cs typeface="Calibri"/>
              </a:rPr>
              <a:t>8</a:t>
            </a:r>
            <a:endParaRPr sz="1100">
              <a:latin typeface="Calibri"/>
              <a:cs typeface="Calibri"/>
            </a:endParaRPr>
          </a:p>
          <a:p>
            <a:pPr marL="5715" algn="ctr">
              <a:lnSpc>
                <a:spcPct val="100000"/>
              </a:lnSpc>
            </a:pPr>
            <a:r>
              <a:rPr sz="1100" b="1" spc="-25" dirty="0">
                <a:latin typeface="Calibri"/>
                <a:cs typeface="Calibri"/>
              </a:rPr>
              <a:t>14</a:t>
            </a:r>
            <a:endParaRPr sz="1100">
              <a:latin typeface="Calibri"/>
              <a:cs typeface="Calibri"/>
            </a:endParaRPr>
          </a:p>
        </p:txBody>
      </p:sp>
      <p:sp>
        <p:nvSpPr>
          <p:cNvPr id="66" name="object 66"/>
          <p:cNvSpPr/>
          <p:nvPr/>
        </p:nvSpPr>
        <p:spPr>
          <a:xfrm>
            <a:off x="6891528" y="4072128"/>
            <a:ext cx="4520565" cy="2082164"/>
          </a:xfrm>
          <a:custGeom>
            <a:avLst/>
            <a:gdLst/>
            <a:ahLst/>
            <a:cxnLst/>
            <a:rect l="l" t="t" r="r" b="b"/>
            <a:pathLst>
              <a:path w="4520565" h="2082164">
                <a:moveTo>
                  <a:pt x="0" y="2081784"/>
                </a:moveTo>
                <a:lnTo>
                  <a:pt x="4520183" y="2081784"/>
                </a:lnTo>
                <a:lnTo>
                  <a:pt x="4520183" y="0"/>
                </a:lnTo>
                <a:lnTo>
                  <a:pt x="0" y="0"/>
                </a:lnTo>
                <a:lnTo>
                  <a:pt x="0" y="2081784"/>
                </a:lnTo>
                <a:close/>
              </a:path>
            </a:pathLst>
          </a:custGeom>
          <a:ln w="12699">
            <a:solidFill>
              <a:srgbClr val="000000"/>
            </a:solidFill>
          </a:ln>
        </p:spPr>
        <p:txBody>
          <a:bodyPr wrap="square" lIns="0" tIns="0" rIns="0" bIns="0" rtlCol="0"/>
          <a:lstStyle/>
          <a:p>
            <a:endParaRPr/>
          </a:p>
        </p:txBody>
      </p:sp>
      <p:sp>
        <p:nvSpPr>
          <p:cNvPr id="68" name="object 6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16</a:t>
            </a:fld>
            <a:endParaRPr spc="-25" dirty="0"/>
          </a:p>
        </p:txBody>
      </p:sp>
      <p:sp>
        <p:nvSpPr>
          <p:cNvPr id="70"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71"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pic>
        <p:nvPicPr>
          <p:cNvPr id="72" name="Image 71"/>
          <p:cNvPicPr/>
          <p:nvPr/>
        </p:nvPicPr>
        <p:blipFill>
          <a:blip r:embed="rId16"/>
          <a:stretch>
            <a:fillRect/>
          </a:stretch>
        </p:blipFill>
        <p:spPr>
          <a:xfrm>
            <a:off x="1528511" y="4035916"/>
            <a:ext cx="4175760" cy="2153759"/>
          </a:xfrm>
          <a:prstGeom prst="rect">
            <a:avLst/>
          </a:prstGeom>
        </p:spPr>
      </p:pic>
    </p:spTree>
    <p:extLst>
      <p:ext uri="{BB962C8B-B14F-4D97-AF65-F5344CB8AC3E}">
        <p14:creationId xmlns:p14="http://schemas.microsoft.com/office/powerpoint/2010/main" val="190412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8982" y="1740788"/>
            <a:ext cx="10588625" cy="713272"/>
          </a:xfrm>
          <a:prstGeom prst="rect">
            <a:avLst/>
          </a:prstGeom>
        </p:spPr>
        <p:txBody>
          <a:bodyPr vert="horz" wrap="square" lIns="0" tIns="12700" rIns="0" bIns="0" rtlCol="0">
            <a:spAutoFit/>
          </a:bodyPr>
          <a:lstStyle/>
          <a:p>
            <a:pPr marL="12700" marR="5080">
              <a:lnSpc>
                <a:spcPct val="150000"/>
              </a:lnSpc>
              <a:spcBef>
                <a:spcPts val="100"/>
              </a:spcBef>
            </a:pPr>
            <a:r>
              <a:rPr sz="1600" dirty="0">
                <a:solidFill>
                  <a:srgbClr val="585858"/>
                </a:solidFill>
                <a:latin typeface="+mn-lt"/>
                <a:cs typeface="Calibri"/>
              </a:rPr>
              <a:t>En</a:t>
            </a:r>
            <a:r>
              <a:rPr sz="1600" spc="-40" dirty="0">
                <a:solidFill>
                  <a:srgbClr val="585858"/>
                </a:solidFill>
                <a:latin typeface="+mn-lt"/>
                <a:cs typeface="Calibri"/>
              </a:rPr>
              <a:t> </a:t>
            </a:r>
            <a:r>
              <a:rPr sz="1600" dirty="0">
                <a:solidFill>
                  <a:srgbClr val="585858"/>
                </a:solidFill>
                <a:latin typeface="+mn-lt"/>
                <a:cs typeface="Calibri"/>
              </a:rPr>
              <a:t>général,</a:t>
            </a:r>
            <a:r>
              <a:rPr sz="1600" spc="-15" dirty="0">
                <a:solidFill>
                  <a:srgbClr val="585858"/>
                </a:solidFill>
                <a:latin typeface="+mn-lt"/>
                <a:cs typeface="Calibri"/>
              </a:rPr>
              <a:t> </a:t>
            </a:r>
            <a:r>
              <a:rPr sz="1600" dirty="0">
                <a:solidFill>
                  <a:srgbClr val="585858"/>
                </a:solidFill>
                <a:latin typeface="+mn-lt"/>
                <a:cs typeface="Calibri"/>
              </a:rPr>
              <a:t>les</a:t>
            </a:r>
            <a:r>
              <a:rPr sz="1600" spc="5" dirty="0">
                <a:solidFill>
                  <a:srgbClr val="585858"/>
                </a:solidFill>
                <a:latin typeface="+mn-lt"/>
                <a:cs typeface="Calibri"/>
              </a:rPr>
              <a:t> </a:t>
            </a:r>
            <a:r>
              <a:rPr sz="1600" spc="-10" dirty="0">
                <a:solidFill>
                  <a:srgbClr val="585858"/>
                </a:solidFill>
                <a:latin typeface="+mn-lt"/>
                <a:cs typeface="Calibri"/>
              </a:rPr>
              <a:t>systèmes</a:t>
            </a:r>
            <a:r>
              <a:rPr sz="1600" spc="-20" dirty="0">
                <a:solidFill>
                  <a:srgbClr val="585858"/>
                </a:solidFill>
                <a:latin typeface="+mn-lt"/>
                <a:cs typeface="Calibri"/>
              </a:rPr>
              <a:t> </a:t>
            </a:r>
            <a:r>
              <a:rPr sz="1600" dirty="0">
                <a:solidFill>
                  <a:srgbClr val="585858"/>
                </a:solidFill>
                <a:latin typeface="+mn-lt"/>
                <a:cs typeface="Calibri"/>
              </a:rPr>
              <a:t>de</a:t>
            </a:r>
            <a:r>
              <a:rPr sz="1600" spc="-10" dirty="0">
                <a:solidFill>
                  <a:srgbClr val="585858"/>
                </a:solidFill>
                <a:latin typeface="+mn-lt"/>
                <a:cs typeface="Calibri"/>
              </a:rPr>
              <a:t> </a:t>
            </a:r>
            <a:r>
              <a:rPr sz="1600" dirty="0">
                <a:solidFill>
                  <a:srgbClr val="585858"/>
                </a:solidFill>
                <a:latin typeface="+mn-lt"/>
                <a:cs typeface="Calibri"/>
              </a:rPr>
              <a:t>fichiers</a:t>
            </a:r>
            <a:r>
              <a:rPr sz="1600" spc="5" dirty="0">
                <a:solidFill>
                  <a:srgbClr val="585858"/>
                </a:solidFill>
                <a:latin typeface="+mn-lt"/>
                <a:cs typeface="Calibri"/>
              </a:rPr>
              <a:t> </a:t>
            </a:r>
            <a:r>
              <a:rPr sz="1600" dirty="0">
                <a:solidFill>
                  <a:srgbClr val="585858"/>
                </a:solidFill>
                <a:latin typeface="+mn-lt"/>
                <a:cs typeface="Calibri"/>
              </a:rPr>
              <a:t>passent</a:t>
            </a:r>
            <a:r>
              <a:rPr sz="1600" spc="-5" dirty="0">
                <a:solidFill>
                  <a:srgbClr val="585858"/>
                </a:solidFill>
                <a:latin typeface="+mn-lt"/>
                <a:cs typeface="Calibri"/>
              </a:rPr>
              <a:t> </a:t>
            </a:r>
            <a:r>
              <a:rPr sz="1600" dirty="0">
                <a:solidFill>
                  <a:srgbClr val="585858"/>
                </a:solidFill>
                <a:latin typeface="+mn-lt"/>
                <a:cs typeface="Calibri"/>
              </a:rPr>
              <a:t>par</a:t>
            </a:r>
            <a:r>
              <a:rPr sz="1600" spc="-15" dirty="0">
                <a:solidFill>
                  <a:srgbClr val="585858"/>
                </a:solidFill>
                <a:latin typeface="+mn-lt"/>
                <a:cs typeface="Calibri"/>
              </a:rPr>
              <a:t> </a:t>
            </a:r>
            <a:r>
              <a:rPr sz="1600" dirty="0">
                <a:solidFill>
                  <a:srgbClr val="585858"/>
                </a:solidFill>
                <a:latin typeface="+mn-lt"/>
                <a:cs typeface="Calibri"/>
              </a:rPr>
              <a:t>un</a:t>
            </a:r>
            <a:r>
              <a:rPr sz="1600" spc="-15" dirty="0">
                <a:solidFill>
                  <a:srgbClr val="585858"/>
                </a:solidFill>
                <a:latin typeface="+mn-lt"/>
                <a:cs typeface="Calibri"/>
              </a:rPr>
              <a:t> </a:t>
            </a:r>
            <a:r>
              <a:rPr sz="1600" dirty="0">
                <a:solidFill>
                  <a:srgbClr val="585858"/>
                </a:solidFill>
                <a:latin typeface="+mn-lt"/>
                <a:cs typeface="Calibri"/>
              </a:rPr>
              <a:t>f</a:t>
            </a:r>
            <a:r>
              <a:rPr sz="1600" b="1" dirty="0">
                <a:solidFill>
                  <a:srgbClr val="585858"/>
                </a:solidFill>
                <a:latin typeface="+mn-lt"/>
                <a:cs typeface="Calibri"/>
              </a:rPr>
              <a:t>ormatage</a:t>
            </a:r>
            <a:r>
              <a:rPr sz="1600" b="1" spc="-10" dirty="0">
                <a:solidFill>
                  <a:srgbClr val="585858"/>
                </a:solidFill>
                <a:latin typeface="+mn-lt"/>
                <a:cs typeface="Calibri"/>
              </a:rPr>
              <a:t> </a:t>
            </a:r>
            <a:r>
              <a:rPr sz="1600" dirty="0">
                <a:solidFill>
                  <a:srgbClr val="585858"/>
                </a:solidFill>
                <a:latin typeface="+mn-lt"/>
                <a:cs typeface="Calibri"/>
              </a:rPr>
              <a:t>sur</a:t>
            </a:r>
            <a:r>
              <a:rPr sz="1600" spc="-20" dirty="0">
                <a:solidFill>
                  <a:srgbClr val="585858"/>
                </a:solidFill>
                <a:latin typeface="+mn-lt"/>
                <a:cs typeface="Calibri"/>
              </a:rPr>
              <a:t> </a:t>
            </a:r>
            <a:r>
              <a:rPr sz="1600" dirty="0">
                <a:solidFill>
                  <a:srgbClr val="585858"/>
                </a:solidFill>
                <a:latin typeface="+mn-lt"/>
                <a:cs typeface="Calibri"/>
              </a:rPr>
              <a:t>un</a:t>
            </a:r>
            <a:r>
              <a:rPr sz="1600" spc="-15" dirty="0">
                <a:solidFill>
                  <a:srgbClr val="585858"/>
                </a:solidFill>
                <a:latin typeface="+mn-lt"/>
                <a:cs typeface="Calibri"/>
              </a:rPr>
              <a:t> </a:t>
            </a:r>
            <a:r>
              <a:rPr sz="1600" dirty="0">
                <a:solidFill>
                  <a:srgbClr val="585858"/>
                </a:solidFill>
                <a:latin typeface="+mn-lt"/>
                <a:cs typeface="Calibri"/>
              </a:rPr>
              <a:t>support</a:t>
            </a:r>
            <a:r>
              <a:rPr sz="1600" spc="-15" dirty="0">
                <a:solidFill>
                  <a:srgbClr val="585858"/>
                </a:solidFill>
                <a:latin typeface="+mn-lt"/>
                <a:cs typeface="Calibri"/>
              </a:rPr>
              <a:t> </a:t>
            </a:r>
            <a:r>
              <a:rPr sz="1600" dirty="0">
                <a:solidFill>
                  <a:srgbClr val="585858"/>
                </a:solidFill>
                <a:latin typeface="+mn-lt"/>
                <a:cs typeface="Calibri"/>
              </a:rPr>
              <a:t>de</a:t>
            </a:r>
            <a:r>
              <a:rPr sz="1600" spc="-10" dirty="0">
                <a:solidFill>
                  <a:srgbClr val="585858"/>
                </a:solidFill>
                <a:latin typeface="+mn-lt"/>
                <a:cs typeface="Calibri"/>
              </a:rPr>
              <a:t> </a:t>
            </a:r>
            <a:r>
              <a:rPr sz="1600" dirty="0">
                <a:solidFill>
                  <a:srgbClr val="585858"/>
                </a:solidFill>
                <a:latin typeface="+mn-lt"/>
                <a:cs typeface="Calibri"/>
              </a:rPr>
              <a:t>données. </a:t>
            </a:r>
            <a:r>
              <a:rPr sz="1600" dirty="0" err="1" smtClean="0">
                <a:solidFill>
                  <a:srgbClr val="585858"/>
                </a:solidFill>
                <a:latin typeface="+mn-lt"/>
                <a:cs typeface="Times New Roman"/>
              </a:rPr>
              <a:t>Chaque</a:t>
            </a:r>
            <a:r>
              <a:rPr sz="1600" spc="-10" dirty="0" smtClean="0">
                <a:solidFill>
                  <a:srgbClr val="585858"/>
                </a:solidFill>
                <a:latin typeface="+mn-lt"/>
                <a:cs typeface="Times New Roman"/>
              </a:rPr>
              <a:t> </a:t>
            </a:r>
            <a:r>
              <a:rPr sz="1600" dirty="0">
                <a:solidFill>
                  <a:srgbClr val="585858"/>
                </a:solidFill>
                <a:latin typeface="+mn-lt"/>
                <a:cs typeface="Times New Roman"/>
              </a:rPr>
              <a:t>système</a:t>
            </a:r>
            <a:r>
              <a:rPr sz="1600" spc="40" dirty="0">
                <a:solidFill>
                  <a:srgbClr val="585858"/>
                </a:solidFill>
                <a:latin typeface="+mn-lt"/>
                <a:cs typeface="Times New Roman"/>
              </a:rPr>
              <a:t> </a:t>
            </a:r>
            <a:r>
              <a:rPr sz="1600" spc="-10" dirty="0">
                <a:solidFill>
                  <a:srgbClr val="585858"/>
                </a:solidFill>
                <a:latin typeface="+mn-lt"/>
                <a:cs typeface="Times New Roman"/>
              </a:rPr>
              <a:t>d’exploitation</a:t>
            </a:r>
            <a:r>
              <a:rPr sz="1600" spc="50" dirty="0">
                <a:solidFill>
                  <a:srgbClr val="585858"/>
                </a:solidFill>
                <a:latin typeface="+mn-lt"/>
                <a:cs typeface="Times New Roman"/>
              </a:rPr>
              <a:t> </a:t>
            </a:r>
            <a:r>
              <a:rPr sz="1600" dirty="0">
                <a:solidFill>
                  <a:srgbClr val="585858"/>
                </a:solidFill>
                <a:latin typeface="+mn-lt"/>
                <a:cs typeface="Times New Roman"/>
              </a:rPr>
              <a:t>supporte</a:t>
            </a:r>
            <a:r>
              <a:rPr sz="1600" spc="-75" dirty="0">
                <a:solidFill>
                  <a:srgbClr val="585858"/>
                </a:solidFill>
                <a:latin typeface="+mn-lt"/>
                <a:cs typeface="Times New Roman"/>
              </a:rPr>
              <a:t> </a:t>
            </a:r>
            <a:r>
              <a:rPr sz="1600" dirty="0">
                <a:solidFill>
                  <a:srgbClr val="585858"/>
                </a:solidFill>
                <a:latin typeface="+mn-lt"/>
                <a:cs typeface="Times New Roman"/>
              </a:rPr>
              <a:t>un</a:t>
            </a:r>
            <a:r>
              <a:rPr sz="1600" spc="-60" dirty="0">
                <a:solidFill>
                  <a:srgbClr val="585858"/>
                </a:solidFill>
                <a:latin typeface="+mn-lt"/>
                <a:cs typeface="Times New Roman"/>
              </a:rPr>
              <a:t> </a:t>
            </a:r>
            <a:r>
              <a:rPr sz="1600" spc="-10" dirty="0">
                <a:solidFill>
                  <a:srgbClr val="585858"/>
                </a:solidFill>
                <a:latin typeface="+mn-lt"/>
                <a:cs typeface="Times New Roman"/>
              </a:rPr>
              <a:t>ensemble</a:t>
            </a:r>
            <a:r>
              <a:rPr sz="1600" spc="45" dirty="0">
                <a:solidFill>
                  <a:srgbClr val="585858"/>
                </a:solidFill>
                <a:latin typeface="+mn-lt"/>
                <a:cs typeface="Times New Roman"/>
              </a:rPr>
              <a:t> </a:t>
            </a:r>
            <a:r>
              <a:rPr sz="1600" dirty="0">
                <a:solidFill>
                  <a:srgbClr val="585858"/>
                </a:solidFill>
                <a:latin typeface="+mn-lt"/>
                <a:cs typeface="Times New Roman"/>
              </a:rPr>
              <a:t>des</a:t>
            </a:r>
            <a:r>
              <a:rPr sz="1600" spc="-30" dirty="0">
                <a:solidFill>
                  <a:srgbClr val="585858"/>
                </a:solidFill>
                <a:latin typeface="+mn-lt"/>
                <a:cs typeface="Times New Roman"/>
              </a:rPr>
              <a:t> </a:t>
            </a:r>
            <a:r>
              <a:rPr sz="1600" spc="-10" dirty="0">
                <a:solidFill>
                  <a:srgbClr val="585858"/>
                </a:solidFill>
                <a:latin typeface="+mn-lt"/>
                <a:cs typeface="Times New Roman"/>
              </a:rPr>
              <a:t>systèmes</a:t>
            </a:r>
            <a:r>
              <a:rPr sz="1600" spc="35" dirty="0">
                <a:solidFill>
                  <a:srgbClr val="585858"/>
                </a:solidFill>
                <a:latin typeface="+mn-lt"/>
                <a:cs typeface="Times New Roman"/>
              </a:rPr>
              <a:t> </a:t>
            </a:r>
            <a:r>
              <a:rPr sz="1600" dirty="0">
                <a:solidFill>
                  <a:srgbClr val="585858"/>
                </a:solidFill>
                <a:latin typeface="+mn-lt"/>
                <a:cs typeface="Times New Roman"/>
              </a:rPr>
              <a:t>de</a:t>
            </a:r>
            <a:r>
              <a:rPr sz="1600" spc="-45" dirty="0">
                <a:solidFill>
                  <a:srgbClr val="585858"/>
                </a:solidFill>
                <a:latin typeface="+mn-lt"/>
                <a:cs typeface="Times New Roman"/>
              </a:rPr>
              <a:t> </a:t>
            </a:r>
            <a:r>
              <a:rPr sz="1600" dirty="0">
                <a:solidFill>
                  <a:srgbClr val="585858"/>
                </a:solidFill>
                <a:latin typeface="+mn-lt"/>
                <a:cs typeface="Times New Roman"/>
              </a:rPr>
              <a:t>gestion</a:t>
            </a:r>
            <a:r>
              <a:rPr sz="1600" spc="-35" dirty="0">
                <a:solidFill>
                  <a:srgbClr val="585858"/>
                </a:solidFill>
                <a:latin typeface="+mn-lt"/>
                <a:cs typeface="Times New Roman"/>
              </a:rPr>
              <a:t> </a:t>
            </a:r>
            <a:r>
              <a:rPr sz="1600" dirty="0">
                <a:solidFill>
                  <a:srgbClr val="585858"/>
                </a:solidFill>
                <a:latin typeface="+mn-lt"/>
                <a:cs typeface="Times New Roman"/>
              </a:rPr>
              <a:t>de</a:t>
            </a:r>
            <a:r>
              <a:rPr sz="1600" spc="-45" dirty="0">
                <a:solidFill>
                  <a:srgbClr val="585858"/>
                </a:solidFill>
                <a:latin typeface="+mn-lt"/>
                <a:cs typeface="Times New Roman"/>
              </a:rPr>
              <a:t> </a:t>
            </a:r>
            <a:r>
              <a:rPr sz="1600" spc="-10" dirty="0">
                <a:solidFill>
                  <a:srgbClr val="585858"/>
                </a:solidFill>
                <a:latin typeface="+mn-lt"/>
                <a:cs typeface="Times New Roman"/>
              </a:rPr>
              <a:t>fichier</a:t>
            </a:r>
            <a:r>
              <a:rPr sz="1600" spc="75" dirty="0">
                <a:solidFill>
                  <a:srgbClr val="585858"/>
                </a:solidFill>
                <a:latin typeface="+mn-lt"/>
                <a:cs typeface="Times New Roman"/>
              </a:rPr>
              <a:t> </a:t>
            </a:r>
            <a:r>
              <a:rPr sz="1600" dirty="0">
                <a:solidFill>
                  <a:srgbClr val="585858"/>
                </a:solidFill>
                <a:latin typeface="+mn-lt"/>
                <a:cs typeface="Times New Roman"/>
              </a:rPr>
              <a:t>comme</a:t>
            </a:r>
            <a:r>
              <a:rPr sz="1600" spc="15" dirty="0">
                <a:solidFill>
                  <a:srgbClr val="585858"/>
                </a:solidFill>
                <a:latin typeface="+mn-lt"/>
                <a:cs typeface="Times New Roman"/>
              </a:rPr>
              <a:t> </a:t>
            </a:r>
            <a:r>
              <a:rPr sz="1600" dirty="0">
                <a:solidFill>
                  <a:srgbClr val="585858"/>
                </a:solidFill>
                <a:latin typeface="+mn-lt"/>
                <a:cs typeface="Times New Roman"/>
              </a:rPr>
              <a:t>il</a:t>
            </a:r>
            <a:r>
              <a:rPr sz="1600" spc="5" dirty="0">
                <a:solidFill>
                  <a:srgbClr val="585858"/>
                </a:solidFill>
                <a:latin typeface="+mn-lt"/>
                <a:cs typeface="Times New Roman"/>
              </a:rPr>
              <a:t> </a:t>
            </a:r>
            <a:r>
              <a:rPr sz="1600" dirty="0">
                <a:solidFill>
                  <a:srgbClr val="585858"/>
                </a:solidFill>
                <a:latin typeface="+mn-lt"/>
                <a:cs typeface="Times New Roman"/>
              </a:rPr>
              <a:t>est</a:t>
            </a:r>
            <a:r>
              <a:rPr sz="1600" spc="-35" dirty="0">
                <a:solidFill>
                  <a:srgbClr val="585858"/>
                </a:solidFill>
                <a:latin typeface="+mn-lt"/>
                <a:cs typeface="Times New Roman"/>
              </a:rPr>
              <a:t> </a:t>
            </a:r>
            <a:r>
              <a:rPr sz="1600" dirty="0">
                <a:solidFill>
                  <a:srgbClr val="585858"/>
                </a:solidFill>
                <a:latin typeface="+mn-lt"/>
                <a:cs typeface="Times New Roman"/>
              </a:rPr>
              <a:t>présenté</a:t>
            </a:r>
            <a:r>
              <a:rPr sz="1600" spc="-20" dirty="0">
                <a:solidFill>
                  <a:srgbClr val="585858"/>
                </a:solidFill>
                <a:latin typeface="+mn-lt"/>
                <a:cs typeface="Times New Roman"/>
              </a:rPr>
              <a:t> </a:t>
            </a:r>
            <a:r>
              <a:rPr sz="1600" dirty="0">
                <a:solidFill>
                  <a:srgbClr val="585858"/>
                </a:solidFill>
                <a:latin typeface="+mn-lt"/>
                <a:cs typeface="Times New Roman"/>
              </a:rPr>
              <a:t>dans</a:t>
            </a:r>
            <a:r>
              <a:rPr sz="1600" spc="-25" dirty="0">
                <a:solidFill>
                  <a:srgbClr val="585858"/>
                </a:solidFill>
                <a:latin typeface="+mn-lt"/>
                <a:cs typeface="Times New Roman"/>
              </a:rPr>
              <a:t> </a:t>
            </a:r>
            <a:r>
              <a:rPr sz="1600" dirty="0">
                <a:solidFill>
                  <a:srgbClr val="585858"/>
                </a:solidFill>
                <a:latin typeface="+mn-lt"/>
                <a:cs typeface="Times New Roman"/>
              </a:rPr>
              <a:t>la</a:t>
            </a:r>
            <a:r>
              <a:rPr sz="1600" spc="-5" dirty="0">
                <a:solidFill>
                  <a:srgbClr val="585858"/>
                </a:solidFill>
                <a:latin typeface="+mn-lt"/>
                <a:cs typeface="Times New Roman"/>
              </a:rPr>
              <a:t> </a:t>
            </a:r>
            <a:r>
              <a:rPr sz="1600" b="1" spc="-20" dirty="0">
                <a:solidFill>
                  <a:srgbClr val="585858"/>
                </a:solidFill>
                <a:latin typeface="+mn-lt"/>
                <a:cs typeface="Times New Roman"/>
              </a:rPr>
              <a:t>Table </a:t>
            </a:r>
            <a:r>
              <a:rPr sz="1600" b="1" spc="-25" dirty="0">
                <a:solidFill>
                  <a:srgbClr val="585858"/>
                </a:solidFill>
                <a:latin typeface="+mn-lt"/>
                <a:cs typeface="Times New Roman"/>
              </a:rPr>
              <a:t>1</a:t>
            </a:r>
            <a:r>
              <a:rPr sz="1600" spc="-25" dirty="0">
                <a:solidFill>
                  <a:srgbClr val="585858"/>
                </a:solidFill>
                <a:latin typeface="+mn-lt"/>
                <a:cs typeface="Times New Roman"/>
              </a:rPr>
              <a:t>.</a:t>
            </a:r>
            <a:endParaRPr sz="1600" dirty="0">
              <a:latin typeface="+mn-lt"/>
              <a:cs typeface="Times New Roman"/>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17</a:t>
            </a:fld>
            <a:endParaRPr spc="-25" dirty="0"/>
          </a:p>
        </p:txBody>
      </p:sp>
      <p:graphicFrame>
        <p:nvGraphicFramePr>
          <p:cNvPr id="13" name="object 13"/>
          <p:cNvGraphicFramePr>
            <a:graphicFrameLocks noGrp="1"/>
          </p:cNvGraphicFramePr>
          <p:nvPr/>
        </p:nvGraphicFramePr>
        <p:xfrm>
          <a:off x="2025650" y="2752725"/>
          <a:ext cx="8128000" cy="3237865"/>
        </p:xfrm>
        <a:graphic>
          <a:graphicData uri="http://schemas.openxmlformats.org/drawingml/2006/table">
            <a:tbl>
              <a:tblPr firstRow="1" bandRow="1">
                <a:tableStyleId>{2D5ABB26-0587-4C30-8999-92F81FD0307C}</a:tableStyleId>
              </a:tblPr>
              <a:tblGrid>
                <a:gridCol w="3364865">
                  <a:extLst>
                    <a:ext uri="{9D8B030D-6E8A-4147-A177-3AD203B41FA5}">
                      <a16:colId xmlns:a16="http://schemas.microsoft.com/office/drawing/2014/main" val="20000"/>
                    </a:ext>
                  </a:extLst>
                </a:gridCol>
                <a:gridCol w="4763135">
                  <a:extLst>
                    <a:ext uri="{9D8B030D-6E8A-4147-A177-3AD203B41FA5}">
                      <a16:colId xmlns:a16="http://schemas.microsoft.com/office/drawing/2014/main" val="20001"/>
                    </a:ext>
                  </a:extLst>
                </a:gridCol>
              </a:tblGrid>
              <a:tr h="274320">
                <a:tc>
                  <a:txBody>
                    <a:bodyPr/>
                    <a:lstStyle/>
                    <a:p>
                      <a:pPr marL="963930">
                        <a:lnSpc>
                          <a:spcPct val="100000"/>
                        </a:lnSpc>
                        <a:spcBef>
                          <a:spcPts val="295"/>
                        </a:spcBef>
                      </a:pPr>
                      <a:r>
                        <a:rPr sz="1200" b="1" spc="-10" dirty="0">
                          <a:latin typeface="Calibri"/>
                          <a:cs typeface="Calibri"/>
                        </a:rPr>
                        <a:t>Système</a:t>
                      </a:r>
                      <a:r>
                        <a:rPr sz="1200" b="1" spc="-15" dirty="0">
                          <a:latin typeface="Calibri"/>
                          <a:cs typeface="Calibri"/>
                        </a:rPr>
                        <a:t> </a:t>
                      </a:r>
                      <a:r>
                        <a:rPr sz="1200" b="1" spc="-10" dirty="0">
                          <a:latin typeface="Calibri"/>
                          <a:cs typeface="Calibri"/>
                        </a:rPr>
                        <a:t>d’exploitation</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95"/>
                        </a:spcBef>
                      </a:pPr>
                      <a:r>
                        <a:rPr sz="1200" b="1" spc="-10" dirty="0">
                          <a:latin typeface="Calibri"/>
                          <a:cs typeface="Calibri"/>
                        </a:rPr>
                        <a:t>Système</a:t>
                      </a:r>
                      <a:r>
                        <a:rPr sz="1200" b="1" spc="-40" dirty="0">
                          <a:latin typeface="Calibri"/>
                          <a:cs typeface="Calibri"/>
                        </a:rPr>
                        <a:t> </a:t>
                      </a:r>
                      <a:r>
                        <a:rPr sz="1200" b="1" dirty="0">
                          <a:latin typeface="Calibri"/>
                          <a:cs typeface="Calibri"/>
                        </a:rPr>
                        <a:t>de</a:t>
                      </a:r>
                      <a:r>
                        <a:rPr sz="1200" b="1" spc="-40" dirty="0">
                          <a:latin typeface="Calibri"/>
                          <a:cs typeface="Calibri"/>
                        </a:rPr>
                        <a:t> </a:t>
                      </a:r>
                      <a:r>
                        <a:rPr sz="1200" b="1" dirty="0">
                          <a:latin typeface="Calibri"/>
                          <a:cs typeface="Calibri"/>
                        </a:rPr>
                        <a:t>fichiers</a:t>
                      </a:r>
                      <a:r>
                        <a:rPr sz="1200" b="1" spc="-10" dirty="0">
                          <a:latin typeface="Calibri"/>
                          <a:cs typeface="Calibri"/>
                        </a:rPr>
                        <a:t> supportés</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205">
                <a:tc>
                  <a:txBody>
                    <a:bodyPr/>
                    <a:lstStyle/>
                    <a:p>
                      <a:pPr marL="91440">
                        <a:lnSpc>
                          <a:spcPct val="100000"/>
                        </a:lnSpc>
                        <a:spcBef>
                          <a:spcPts val="300"/>
                        </a:spcBef>
                      </a:pPr>
                      <a:r>
                        <a:rPr sz="1200" spc="-25" dirty="0">
                          <a:latin typeface="Calibri"/>
                          <a:cs typeface="Calibri"/>
                        </a:rPr>
                        <a:t>DOS</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0"/>
                        </a:spcBef>
                      </a:pPr>
                      <a:r>
                        <a:rPr sz="1200" spc="-10" dirty="0">
                          <a:latin typeface="Calibri"/>
                          <a:cs typeface="Calibri"/>
                        </a:rPr>
                        <a:t>FAT16</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marL="91440">
                        <a:lnSpc>
                          <a:spcPct val="100000"/>
                        </a:lnSpc>
                        <a:spcBef>
                          <a:spcPts val="300"/>
                        </a:spcBef>
                      </a:pPr>
                      <a:r>
                        <a:rPr sz="1200" dirty="0">
                          <a:latin typeface="Calibri"/>
                          <a:cs typeface="Calibri"/>
                        </a:rPr>
                        <a:t>Windows</a:t>
                      </a:r>
                      <a:r>
                        <a:rPr sz="1200" spc="-45" dirty="0">
                          <a:latin typeface="Calibri"/>
                          <a:cs typeface="Calibri"/>
                        </a:rPr>
                        <a:t> </a:t>
                      </a:r>
                      <a:r>
                        <a:rPr sz="1200" spc="-25" dirty="0">
                          <a:latin typeface="Calibri"/>
                          <a:cs typeface="Calibri"/>
                        </a:rPr>
                        <a:t>95</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0"/>
                        </a:spcBef>
                      </a:pPr>
                      <a:r>
                        <a:rPr sz="1200" spc="-10" dirty="0">
                          <a:latin typeface="Calibri"/>
                          <a:cs typeface="Calibri"/>
                        </a:rPr>
                        <a:t>FAT16</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205">
                <a:tc>
                  <a:txBody>
                    <a:bodyPr/>
                    <a:lstStyle/>
                    <a:p>
                      <a:pPr marL="91440">
                        <a:lnSpc>
                          <a:spcPct val="100000"/>
                        </a:lnSpc>
                        <a:spcBef>
                          <a:spcPts val="300"/>
                        </a:spcBef>
                      </a:pPr>
                      <a:r>
                        <a:rPr sz="1200" dirty="0">
                          <a:latin typeface="Calibri"/>
                          <a:cs typeface="Calibri"/>
                        </a:rPr>
                        <a:t>Windows</a:t>
                      </a:r>
                      <a:r>
                        <a:rPr sz="1200" spc="-45" dirty="0">
                          <a:latin typeface="Calibri"/>
                          <a:cs typeface="Calibri"/>
                        </a:rPr>
                        <a:t> </a:t>
                      </a:r>
                      <a:r>
                        <a:rPr sz="1200" spc="-25" dirty="0">
                          <a:latin typeface="Calibri"/>
                          <a:cs typeface="Calibri"/>
                        </a:rPr>
                        <a:t>98</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0"/>
                        </a:spcBef>
                      </a:pPr>
                      <a:r>
                        <a:rPr sz="1200" spc="-25" dirty="0">
                          <a:latin typeface="Calibri"/>
                          <a:cs typeface="Calibri"/>
                        </a:rPr>
                        <a:t>FAT16,</a:t>
                      </a:r>
                      <a:r>
                        <a:rPr sz="1200" spc="-30" dirty="0">
                          <a:latin typeface="Calibri"/>
                          <a:cs typeface="Calibri"/>
                        </a:rPr>
                        <a:t> </a:t>
                      </a:r>
                      <a:r>
                        <a:rPr sz="1200" spc="-10" dirty="0">
                          <a:latin typeface="Calibri"/>
                          <a:cs typeface="Calibri"/>
                        </a:rPr>
                        <a:t>FAT32</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0840">
                <a:tc>
                  <a:txBody>
                    <a:bodyPr/>
                    <a:lstStyle/>
                    <a:p>
                      <a:pPr marL="91440">
                        <a:lnSpc>
                          <a:spcPct val="100000"/>
                        </a:lnSpc>
                        <a:spcBef>
                          <a:spcPts val="300"/>
                        </a:spcBef>
                      </a:pPr>
                      <a:r>
                        <a:rPr sz="1200" dirty="0">
                          <a:latin typeface="Calibri"/>
                          <a:cs typeface="Calibri"/>
                        </a:rPr>
                        <a:t>Windows</a:t>
                      </a:r>
                      <a:r>
                        <a:rPr sz="1200" spc="-40" dirty="0">
                          <a:latin typeface="Calibri"/>
                          <a:cs typeface="Calibri"/>
                        </a:rPr>
                        <a:t> </a:t>
                      </a:r>
                      <a:r>
                        <a:rPr sz="1200" spc="-25" dirty="0">
                          <a:latin typeface="Calibri"/>
                          <a:cs typeface="Calibri"/>
                        </a:rPr>
                        <a:t>NT4</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0"/>
                        </a:spcBef>
                      </a:pPr>
                      <a:r>
                        <a:rPr sz="1200" dirty="0">
                          <a:latin typeface="Calibri"/>
                          <a:cs typeface="Calibri"/>
                        </a:rPr>
                        <a:t>NTFS,</a:t>
                      </a:r>
                      <a:r>
                        <a:rPr sz="1200" spc="-30" dirty="0">
                          <a:latin typeface="Calibri"/>
                          <a:cs typeface="Calibri"/>
                        </a:rPr>
                        <a:t> </a:t>
                      </a:r>
                      <a:r>
                        <a:rPr sz="1200" spc="-25" dirty="0">
                          <a:latin typeface="Calibri"/>
                          <a:cs typeface="Calibri"/>
                        </a:rPr>
                        <a:t>FAT</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70205">
                <a:tc>
                  <a:txBody>
                    <a:bodyPr/>
                    <a:lstStyle/>
                    <a:p>
                      <a:pPr marL="91440">
                        <a:lnSpc>
                          <a:spcPct val="100000"/>
                        </a:lnSpc>
                        <a:spcBef>
                          <a:spcPts val="305"/>
                        </a:spcBef>
                      </a:pPr>
                      <a:r>
                        <a:rPr sz="1200" dirty="0">
                          <a:latin typeface="Calibri"/>
                          <a:cs typeface="Calibri"/>
                        </a:rPr>
                        <a:t>Windows</a:t>
                      </a:r>
                      <a:r>
                        <a:rPr sz="1200" spc="-45" dirty="0">
                          <a:latin typeface="Calibri"/>
                          <a:cs typeface="Calibri"/>
                        </a:rPr>
                        <a:t> </a:t>
                      </a:r>
                      <a:r>
                        <a:rPr sz="1200" spc="-25" dirty="0">
                          <a:latin typeface="Calibri"/>
                          <a:cs typeface="Calibri"/>
                        </a:rPr>
                        <a:t>XP</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5730">
                        <a:lnSpc>
                          <a:spcPct val="100000"/>
                        </a:lnSpc>
                        <a:spcBef>
                          <a:spcPts val="305"/>
                        </a:spcBef>
                      </a:pPr>
                      <a:r>
                        <a:rPr sz="1200" dirty="0">
                          <a:latin typeface="Calibri"/>
                          <a:cs typeface="Calibri"/>
                        </a:rPr>
                        <a:t>NTFS,</a:t>
                      </a:r>
                      <a:r>
                        <a:rPr sz="1200" spc="-60" dirty="0">
                          <a:latin typeface="Calibri"/>
                          <a:cs typeface="Calibri"/>
                        </a:rPr>
                        <a:t> </a:t>
                      </a:r>
                      <a:r>
                        <a:rPr sz="1200" spc="-75" dirty="0">
                          <a:latin typeface="Calibri"/>
                          <a:cs typeface="Calibri"/>
                        </a:rPr>
                        <a:t>FAT,</a:t>
                      </a:r>
                      <a:r>
                        <a:rPr sz="1200" spc="10" dirty="0">
                          <a:latin typeface="Calibri"/>
                          <a:cs typeface="Calibri"/>
                        </a:rPr>
                        <a:t> </a:t>
                      </a:r>
                      <a:r>
                        <a:rPr sz="1200" spc="-25" dirty="0">
                          <a:latin typeface="Calibri"/>
                          <a:cs typeface="Calibri"/>
                        </a:rPr>
                        <a:t>FAT16,</a:t>
                      </a:r>
                      <a:r>
                        <a:rPr sz="1200" spc="-5" dirty="0">
                          <a:latin typeface="Calibri"/>
                          <a:cs typeface="Calibri"/>
                        </a:rPr>
                        <a:t> </a:t>
                      </a:r>
                      <a:r>
                        <a:rPr sz="1200" spc="-20" dirty="0">
                          <a:latin typeface="Calibri"/>
                          <a:cs typeface="Calibri"/>
                        </a:rPr>
                        <a:t>FAT32</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70840">
                <a:tc>
                  <a:txBody>
                    <a:bodyPr/>
                    <a:lstStyle/>
                    <a:p>
                      <a:pPr marL="91440">
                        <a:lnSpc>
                          <a:spcPct val="100000"/>
                        </a:lnSpc>
                        <a:spcBef>
                          <a:spcPts val="305"/>
                        </a:spcBef>
                      </a:pPr>
                      <a:r>
                        <a:rPr sz="1200" spc="-10" dirty="0">
                          <a:latin typeface="Calibri"/>
                          <a:cs typeface="Calibri"/>
                        </a:rPr>
                        <a:t>Linux</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5"/>
                        </a:spcBef>
                      </a:pPr>
                      <a:r>
                        <a:rPr sz="1200" dirty="0">
                          <a:latin typeface="Calibri"/>
                          <a:cs typeface="Calibri"/>
                        </a:rPr>
                        <a:t>Ext2,</a:t>
                      </a:r>
                      <a:r>
                        <a:rPr sz="1200" spc="-40" dirty="0">
                          <a:latin typeface="Calibri"/>
                          <a:cs typeface="Calibri"/>
                        </a:rPr>
                        <a:t> </a:t>
                      </a:r>
                      <a:r>
                        <a:rPr sz="1200" dirty="0">
                          <a:latin typeface="Calibri"/>
                          <a:cs typeface="Calibri"/>
                        </a:rPr>
                        <a:t>Ext3,</a:t>
                      </a:r>
                      <a:r>
                        <a:rPr sz="1200" spc="-50" dirty="0">
                          <a:latin typeface="Calibri"/>
                          <a:cs typeface="Calibri"/>
                        </a:rPr>
                        <a:t> </a:t>
                      </a:r>
                      <a:r>
                        <a:rPr sz="1200" dirty="0">
                          <a:latin typeface="Calibri"/>
                          <a:cs typeface="Calibri"/>
                        </a:rPr>
                        <a:t>Ext4,</a:t>
                      </a:r>
                      <a:r>
                        <a:rPr sz="1200" spc="-30" dirty="0">
                          <a:latin typeface="Calibri"/>
                          <a:cs typeface="Calibri"/>
                        </a:rPr>
                        <a:t> </a:t>
                      </a:r>
                      <a:r>
                        <a:rPr sz="1200" dirty="0">
                          <a:latin typeface="Calibri"/>
                          <a:cs typeface="Calibri"/>
                        </a:rPr>
                        <a:t>Linux</a:t>
                      </a:r>
                      <a:r>
                        <a:rPr sz="1200" spc="-35" dirty="0">
                          <a:latin typeface="Calibri"/>
                          <a:cs typeface="Calibri"/>
                        </a:rPr>
                        <a:t> </a:t>
                      </a:r>
                      <a:r>
                        <a:rPr sz="1200" spc="-10" dirty="0">
                          <a:latin typeface="Calibri"/>
                          <a:cs typeface="Calibri"/>
                        </a:rPr>
                        <a:t>Swap,</a:t>
                      </a:r>
                      <a:r>
                        <a:rPr sz="1200" spc="-60" dirty="0">
                          <a:latin typeface="Calibri"/>
                          <a:cs typeface="Calibri"/>
                        </a:rPr>
                        <a:t> </a:t>
                      </a:r>
                      <a:r>
                        <a:rPr sz="1200" spc="-10" dirty="0">
                          <a:latin typeface="Calibri"/>
                          <a:cs typeface="Calibri"/>
                        </a:rPr>
                        <a:t>FAT16,xfs,</a:t>
                      </a:r>
                      <a:r>
                        <a:rPr sz="1200" spc="229" dirty="0">
                          <a:latin typeface="Calibri"/>
                          <a:cs typeface="Calibri"/>
                        </a:rPr>
                        <a:t> </a:t>
                      </a:r>
                      <a:r>
                        <a:rPr sz="1200" spc="-25" dirty="0">
                          <a:latin typeface="Calibri"/>
                          <a:cs typeface="Calibri"/>
                        </a:rPr>
                        <a:t>FAT32,</a:t>
                      </a:r>
                      <a:r>
                        <a:rPr sz="1200" spc="-10" dirty="0">
                          <a:latin typeface="Calibri"/>
                          <a:cs typeface="Calibri"/>
                        </a:rPr>
                        <a:t> </a:t>
                      </a:r>
                      <a:r>
                        <a:rPr sz="1200" dirty="0">
                          <a:latin typeface="Calibri"/>
                          <a:cs typeface="Calibri"/>
                        </a:rPr>
                        <a:t>NTFS,</a:t>
                      </a:r>
                      <a:r>
                        <a:rPr sz="1200" spc="-10" dirty="0">
                          <a:latin typeface="Calibri"/>
                          <a:cs typeface="Calibri"/>
                        </a:rPr>
                        <a:t> ReiserFS</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70205">
                <a:tc>
                  <a:txBody>
                    <a:bodyPr/>
                    <a:lstStyle/>
                    <a:p>
                      <a:pPr marL="91440">
                        <a:lnSpc>
                          <a:spcPct val="100000"/>
                        </a:lnSpc>
                        <a:spcBef>
                          <a:spcPts val="305"/>
                        </a:spcBef>
                      </a:pPr>
                      <a:r>
                        <a:rPr sz="1200" dirty="0">
                          <a:latin typeface="Calibri"/>
                          <a:cs typeface="Calibri"/>
                        </a:rPr>
                        <a:t>OpenBSD,</a:t>
                      </a:r>
                      <a:r>
                        <a:rPr sz="1200" spc="-60" dirty="0">
                          <a:latin typeface="Calibri"/>
                          <a:cs typeface="Calibri"/>
                        </a:rPr>
                        <a:t> </a:t>
                      </a:r>
                      <a:r>
                        <a:rPr sz="1200" spc="-10" dirty="0">
                          <a:latin typeface="Calibri"/>
                          <a:cs typeface="Calibri"/>
                        </a:rPr>
                        <a:t>FreeBSD</a:t>
                      </a:r>
                      <a:endParaRPr sz="1200" dirty="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5"/>
                        </a:spcBef>
                      </a:pPr>
                      <a:r>
                        <a:rPr sz="1200" dirty="0">
                          <a:latin typeface="Calibri"/>
                          <a:cs typeface="Calibri"/>
                        </a:rPr>
                        <a:t>UFS</a:t>
                      </a:r>
                      <a:r>
                        <a:rPr sz="1200" spc="-35" dirty="0">
                          <a:latin typeface="Calibri"/>
                          <a:cs typeface="Calibri"/>
                        </a:rPr>
                        <a:t> </a:t>
                      </a:r>
                      <a:r>
                        <a:rPr sz="1200" dirty="0">
                          <a:latin typeface="Calibri"/>
                          <a:cs typeface="Calibri"/>
                        </a:rPr>
                        <a:t>(Unix</a:t>
                      </a:r>
                      <a:r>
                        <a:rPr sz="1200" spc="-25" dirty="0">
                          <a:latin typeface="Calibri"/>
                          <a:cs typeface="Calibri"/>
                        </a:rPr>
                        <a:t> </a:t>
                      </a:r>
                      <a:r>
                        <a:rPr sz="1200" dirty="0">
                          <a:latin typeface="Calibri"/>
                          <a:cs typeface="Calibri"/>
                        </a:rPr>
                        <a:t>File</a:t>
                      </a:r>
                      <a:r>
                        <a:rPr sz="1200" spc="-35" dirty="0">
                          <a:latin typeface="Calibri"/>
                          <a:cs typeface="Calibri"/>
                        </a:rPr>
                        <a:t> </a:t>
                      </a:r>
                      <a:r>
                        <a:rPr sz="1200" spc="-10" dirty="0">
                          <a:latin typeface="Calibri"/>
                          <a:cs typeface="Calibri"/>
                        </a:rPr>
                        <a:t>System)</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370840">
                <a:tc>
                  <a:txBody>
                    <a:bodyPr/>
                    <a:lstStyle/>
                    <a:p>
                      <a:pPr marL="91440">
                        <a:lnSpc>
                          <a:spcPct val="100000"/>
                        </a:lnSpc>
                        <a:spcBef>
                          <a:spcPts val="305"/>
                        </a:spcBef>
                      </a:pPr>
                      <a:r>
                        <a:rPr sz="1200" spc="-10" dirty="0">
                          <a:latin typeface="Calibri"/>
                          <a:cs typeface="Calibri"/>
                        </a:rPr>
                        <a:t>MacOS</a:t>
                      </a:r>
                      <a:endParaRPr sz="1200" dirty="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5"/>
                        </a:spcBef>
                      </a:pPr>
                      <a:r>
                        <a:rPr sz="1200" dirty="0">
                          <a:latin typeface="Calibri"/>
                          <a:cs typeface="Calibri"/>
                        </a:rPr>
                        <a:t>MFS</a:t>
                      </a:r>
                      <a:r>
                        <a:rPr sz="1200" spc="-40" dirty="0">
                          <a:latin typeface="Calibri"/>
                          <a:cs typeface="Calibri"/>
                        </a:rPr>
                        <a:t> </a:t>
                      </a:r>
                      <a:r>
                        <a:rPr sz="1200" dirty="0">
                          <a:latin typeface="Calibri"/>
                          <a:cs typeface="Calibri"/>
                        </a:rPr>
                        <a:t>(Macintosh</a:t>
                      </a:r>
                      <a:r>
                        <a:rPr sz="1200" spc="-25" dirty="0">
                          <a:latin typeface="Calibri"/>
                          <a:cs typeface="Calibri"/>
                        </a:rPr>
                        <a:t> </a:t>
                      </a:r>
                      <a:r>
                        <a:rPr sz="1200" dirty="0">
                          <a:latin typeface="Calibri"/>
                          <a:cs typeface="Calibri"/>
                        </a:rPr>
                        <a:t>File</a:t>
                      </a:r>
                      <a:r>
                        <a:rPr sz="1200" spc="-10" dirty="0">
                          <a:latin typeface="Calibri"/>
                          <a:cs typeface="Calibri"/>
                        </a:rPr>
                        <a:t> System),</a:t>
                      </a:r>
                      <a:r>
                        <a:rPr sz="1200" spc="-30" dirty="0">
                          <a:latin typeface="Calibri"/>
                          <a:cs typeface="Calibri"/>
                        </a:rPr>
                        <a:t> </a:t>
                      </a:r>
                      <a:r>
                        <a:rPr sz="1200" dirty="0">
                          <a:latin typeface="Calibri"/>
                          <a:cs typeface="Calibri"/>
                        </a:rPr>
                        <a:t>HFS</a:t>
                      </a:r>
                      <a:r>
                        <a:rPr sz="1200" spc="-35" dirty="0">
                          <a:latin typeface="Calibri"/>
                          <a:cs typeface="Calibri"/>
                        </a:rPr>
                        <a:t> </a:t>
                      </a:r>
                      <a:r>
                        <a:rPr sz="1200" spc="-10" dirty="0">
                          <a:latin typeface="Calibri"/>
                          <a:cs typeface="Calibri"/>
                        </a:rPr>
                        <a:t>(Hierarchical</a:t>
                      </a:r>
                      <a:r>
                        <a:rPr sz="1200" spc="15" dirty="0">
                          <a:latin typeface="Calibri"/>
                          <a:cs typeface="Calibri"/>
                        </a:rPr>
                        <a:t> </a:t>
                      </a:r>
                      <a:r>
                        <a:rPr sz="1200" dirty="0">
                          <a:latin typeface="Calibri"/>
                          <a:cs typeface="Calibri"/>
                        </a:rPr>
                        <a:t>File</a:t>
                      </a:r>
                      <a:r>
                        <a:rPr sz="1200" spc="10" dirty="0">
                          <a:latin typeface="Calibri"/>
                          <a:cs typeface="Calibri"/>
                        </a:rPr>
                        <a:t> </a:t>
                      </a:r>
                      <a:r>
                        <a:rPr sz="1200" spc="-10" dirty="0">
                          <a:latin typeface="Calibri"/>
                          <a:cs typeface="Calibri"/>
                        </a:rPr>
                        <a:t>System)</a:t>
                      </a:r>
                      <a:endParaRPr sz="1200" dirty="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bl>
          </a:graphicData>
        </a:graphic>
      </p:graphicFrame>
      <p:sp>
        <p:nvSpPr>
          <p:cNvPr id="14" name="object 14"/>
          <p:cNvSpPr txBox="1"/>
          <p:nvPr/>
        </p:nvSpPr>
        <p:spPr>
          <a:xfrm>
            <a:off x="4068826" y="6144564"/>
            <a:ext cx="3888104" cy="208279"/>
          </a:xfrm>
          <a:prstGeom prst="rect">
            <a:avLst/>
          </a:prstGeom>
        </p:spPr>
        <p:txBody>
          <a:bodyPr vert="horz" wrap="square" lIns="0" tIns="12700" rIns="0" bIns="0" rtlCol="0">
            <a:spAutoFit/>
          </a:bodyPr>
          <a:lstStyle/>
          <a:p>
            <a:pPr marL="12700">
              <a:lnSpc>
                <a:spcPct val="100000"/>
              </a:lnSpc>
              <a:spcBef>
                <a:spcPts val="100"/>
              </a:spcBef>
            </a:pPr>
            <a:r>
              <a:rPr sz="1200" i="1" spc="-20" dirty="0">
                <a:solidFill>
                  <a:srgbClr val="A6A6A6"/>
                </a:solidFill>
                <a:latin typeface="Calibri"/>
                <a:cs typeface="Calibri"/>
              </a:rPr>
              <a:t>Table</a:t>
            </a:r>
            <a:r>
              <a:rPr sz="1200" i="1" spc="-30" dirty="0">
                <a:solidFill>
                  <a:srgbClr val="A6A6A6"/>
                </a:solidFill>
                <a:latin typeface="Calibri"/>
                <a:cs typeface="Calibri"/>
              </a:rPr>
              <a:t> </a:t>
            </a:r>
            <a:r>
              <a:rPr sz="1200" i="1" dirty="0">
                <a:solidFill>
                  <a:srgbClr val="A6A6A6"/>
                </a:solidFill>
                <a:latin typeface="Calibri"/>
                <a:cs typeface="Calibri"/>
              </a:rPr>
              <a:t>1</a:t>
            </a:r>
            <a:r>
              <a:rPr sz="1200" i="1" spc="-20" dirty="0">
                <a:solidFill>
                  <a:srgbClr val="A6A6A6"/>
                </a:solidFill>
                <a:latin typeface="Calibri"/>
                <a:cs typeface="Calibri"/>
              </a:rPr>
              <a:t> </a:t>
            </a:r>
            <a:r>
              <a:rPr sz="1200" i="1" dirty="0">
                <a:solidFill>
                  <a:srgbClr val="A6A6A6"/>
                </a:solidFill>
                <a:latin typeface="Calibri"/>
                <a:cs typeface="Calibri"/>
              </a:rPr>
              <a:t>:</a:t>
            </a:r>
            <a:r>
              <a:rPr sz="1200" i="1" spc="-20" dirty="0">
                <a:solidFill>
                  <a:srgbClr val="A6A6A6"/>
                </a:solidFill>
                <a:latin typeface="Calibri"/>
                <a:cs typeface="Calibri"/>
              </a:rPr>
              <a:t> </a:t>
            </a:r>
            <a:r>
              <a:rPr sz="1200" i="1" dirty="0">
                <a:solidFill>
                  <a:srgbClr val="A6A6A6"/>
                </a:solidFill>
                <a:latin typeface="Calibri"/>
                <a:cs typeface="Calibri"/>
              </a:rPr>
              <a:t>Liste</a:t>
            </a:r>
            <a:r>
              <a:rPr sz="1200" i="1" spc="10" dirty="0">
                <a:solidFill>
                  <a:srgbClr val="A6A6A6"/>
                </a:solidFill>
                <a:latin typeface="Calibri"/>
                <a:cs typeface="Calibri"/>
              </a:rPr>
              <a:t> </a:t>
            </a:r>
            <a:r>
              <a:rPr sz="1200" i="1" dirty="0">
                <a:solidFill>
                  <a:srgbClr val="A6A6A6"/>
                </a:solidFill>
                <a:latin typeface="Calibri"/>
                <a:cs typeface="Calibri"/>
              </a:rPr>
              <a:t>des</a:t>
            </a:r>
            <a:r>
              <a:rPr sz="1200" i="1" spc="-40" dirty="0">
                <a:solidFill>
                  <a:srgbClr val="A6A6A6"/>
                </a:solidFill>
                <a:latin typeface="Calibri"/>
                <a:cs typeface="Calibri"/>
              </a:rPr>
              <a:t> </a:t>
            </a:r>
            <a:r>
              <a:rPr sz="1200" i="1" spc="-10" dirty="0">
                <a:solidFill>
                  <a:srgbClr val="A6A6A6"/>
                </a:solidFill>
                <a:latin typeface="Calibri"/>
                <a:cs typeface="Calibri"/>
              </a:rPr>
              <a:t>système </a:t>
            </a:r>
            <a:r>
              <a:rPr sz="1200" i="1" dirty="0">
                <a:solidFill>
                  <a:srgbClr val="A6A6A6"/>
                </a:solidFill>
                <a:latin typeface="Calibri"/>
                <a:cs typeface="Calibri"/>
              </a:rPr>
              <a:t>de</a:t>
            </a:r>
            <a:r>
              <a:rPr sz="1200" i="1" spc="-30" dirty="0">
                <a:solidFill>
                  <a:srgbClr val="A6A6A6"/>
                </a:solidFill>
                <a:latin typeface="Calibri"/>
                <a:cs typeface="Calibri"/>
              </a:rPr>
              <a:t> </a:t>
            </a:r>
            <a:r>
              <a:rPr sz="1200" i="1" dirty="0">
                <a:solidFill>
                  <a:srgbClr val="A6A6A6"/>
                </a:solidFill>
                <a:latin typeface="Calibri"/>
                <a:cs typeface="Calibri"/>
              </a:rPr>
              <a:t>fichiers</a:t>
            </a:r>
            <a:r>
              <a:rPr sz="1200" i="1" spc="-5" dirty="0">
                <a:solidFill>
                  <a:srgbClr val="A6A6A6"/>
                </a:solidFill>
                <a:latin typeface="Calibri"/>
                <a:cs typeface="Calibri"/>
              </a:rPr>
              <a:t> </a:t>
            </a:r>
            <a:r>
              <a:rPr sz="1200" i="1" dirty="0">
                <a:solidFill>
                  <a:srgbClr val="A6A6A6"/>
                </a:solidFill>
                <a:latin typeface="Calibri"/>
                <a:cs typeface="Calibri"/>
              </a:rPr>
              <a:t>supportés</a:t>
            </a:r>
            <a:r>
              <a:rPr sz="1200" i="1" spc="-60" dirty="0">
                <a:solidFill>
                  <a:srgbClr val="A6A6A6"/>
                </a:solidFill>
                <a:latin typeface="Calibri"/>
                <a:cs typeface="Calibri"/>
              </a:rPr>
              <a:t> </a:t>
            </a:r>
            <a:r>
              <a:rPr sz="1200" i="1" dirty="0">
                <a:solidFill>
                  <a:srgbClr val="A6A6A6"/>
                </a:solidFill>
                <a:latin typeface="Calibri"/>
                <a:cs typeface="Calibri"/>
              </a:rPr>
              <a:t>pour</a:t>
            </a:r>
            <a:r>
              <a:rPr sz="1200" i="1" spc="-55" dirty="0">
                <a:solidFill>
                  <a:srgbClr val="A6A6A6"/>
                </a:solidFill>
                <a:latin typeface="Calibri"/>
                <a:cs typeface="Calibri"/>
              </a:rPr>
              <a:t> </a:t>
            </a:r>
            <a:r>
              <a:rPr sz="1200" i="1" dirty="0">
                <a:solidFill>
                  <a:srgbClr val="A6A6A6"/>
                </a:solidFill>
                <a:latin typeface="Calibri"/>
                <a:cs typeface="Calibri"/>
              </a:rPr>
              <a:t>certain</a:t>
            </a:r>
            <a:r>
              <a:rPr sz="1200" i="1" spc="-30" dirty="0">
                <a:solidFill>
                  <a:srgbClr val="A6A6A6"/>
                </a:solidFill>
                <a:latin typeface="Calibri"/>
                <a:cs typeface="Calibri"/>
              </a:rPr>
              <a:t> </a:t>
            </a:r>
            <a:r>
              <a:rPr sz="1200" i="1" spc="-25" dirty="0">
                <a:solidFill>
                  <a:srgbClr val="A6A6A6"/>
                </a:solidFill>
                <a:latin typeface="Calibri"/>
                <a:cs typeface="Calibri"/>
              </a:rPr>
              <a:t>SE</a:t>
            </a:r>
            <a:endParaRPr sz="1200">
              <a:latin typeface="Calibri"/>
              <a:cs typeface="Calibri"/>
            </a:endParaRPr>
          </a:p>
        </p:txBody>
      </p:sp>
      <p:sp>
        <p:nvSpPr>
          <p:cNvPr id="18"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9"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2853134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8982" y="1602105"/>
            <a:ext cx="10591165" cy="3009157"/>
          </a:xfrm>
          <a:prstGeom prst="rect">
            <a:avLst/>
          </a:prstGeom>
        </p:spPr>
        <p:txBody>
          <a:bodyPr vert="horz" wrap="square" lIns="0" tIns="13335" rIns="0" bIns="0" rtlCol="0">
            <a:spAutoFit/>
          </a:bodyPr>
          <a:lstStyle/>
          <a:p>
            <a:pPr marL="12700" algn="just">
              <a:lnSpc>
                <a:spcPct val="100000"/>
              </a:lnSpc>
              <a:spcBef>
                <a:spcPts val="105"/>
              </a:spcBef>
            </a:pPr>
            <a:r>
              <a:rPr b="1" spc="-10" dirty="0">
                <a:solidFill>
                  <a:srgbClr val="FF7800"/>
                </a:solidFill>
                <a:latin typeface="Calibri"/>
                <a:cs typeface="Calibri"/>
              </a:rPr>
              <a:t>Système</a:t>
            </a:r>
            <a:r>
              <a:rPr b="1" spc="-75" dirty="0">
                <a:solidFill>
                  <a:srgbClr val="FF7800"/>
                </a:solidFill>
                <a:latin typeface="Calibri"/>
                <a:cs typeface="Calibri"/>
              </a:rPr>
              <a:t> </a:t>
            </a:r>
            <a:r>
              <a:rPr b="1" dirty="0">
                <a:solidFill>
                  <a:srgbClr val="FF7800"/>
                </a:solidFill>
                <a:latin typeface="Calibri"/>
                <a:cs typeface="Calibri"/>
              </a:rPr>
              <a:t>de</a:t>
            </a:r>
            <a:r>
              <a:rPr b="1" spc="-30" dirty="0">
                <a:solidFill>
                  <a:srgbClr val="FF7800"/>
                </a:solidFill>
                <a:latin typeface="Calibri"/>
                <a:cs typeface="Calibri"/>
              </a:rPr>
              <a:t> </a:t>
            </a:r>
            <a:r>
              <a:rPr b="1" dirty="0">
                <a:solidFill>
                  <a:srgbClr val="FF7800"/>
                </a:solidFill>
                <a:latin typeface="Calibri"/>
                <a:cs typeface="Calibri"/>
              </a:rPr>
              <a:t>Gestion</a:t>
            </a:r>
            <a:r>
              <a:rPr b="1" spc="-30" dirty="0">
                <a:solidFill>
                  <a:srgbClr val="FF7800"/>
                </a:solidFill>
                <a:latin typeface="Calibri"/>
                <a:cs typeface="Calibri"/>
              </a:rPr>
              <a:t> </a:t>
            </a:r>
            <a:r>
              <a:rPr b="1" spc="-25" dirty="0">
                <a:solidFill>
                  <a:srgbClr val="FF7800"/>
                </a:solidFill>
                <a:latin typeface="Calibri"/>
                <a:cs typeface="Calibri"/>
              </a:rPr>
              <a:t>FAT</a:t>
            </a:r>
            <a:endParaRPr dirty="0">
              <a:latin typeface="Calibri"/>
              <a:cs typeface="Calibri"/>
            </a:endParaRPr>
          </a:p>
          <a:p>
            <a:pPr marL="298450" marR="5080" indent="-285750" algn="just">
              <a:lnSpc>
                <a:spcPct val="200100"/>
              </a:lnSpc>
              <a:spcBef>
                <a:spcPts val="545"/>
              </a:spcBef>
              <a:buFont typeface="Arial" panose="020B0604020202020204" pitchFamily="34" charset="0"/>
              <a:buChar char="•"/>
            </a:pPr>
            <a:r>
              <a:rPr sz="1600" spc="-45" dirty="0" smtClean="0">
                <a:solidFill>
                  <a:srgbClr val="585858"/>
                </a:solidFill>
                <a:latin typeface="Calibri"/>
                <a:cs typeface="Calibri"/>
              </a:rPr>
              <a:t>FAT</a:t>
            </a:r>
            <a:r>
              <a:rPr lang="fr-FR" sz="1600" dirty="0">
                <a:solidFill>
                  <a:srgbClr val="585858"/>
                </a:solidFill>
                <a:latin typeface="Calibri"/>
                <a:cs typeface="Calibri"/>
              </a:rPr>
              <a:t> </a:t>
            </a:r>
            <a:r>
              <a:rPr lang="fr-FR" sz="1600" dirty="0" smtClean="0">
                <a:solidFill>
                  <a:srgbClr val="585858"/>
                </a:solidFill>
                <a:latin typeface="Calibri"/>
                <a:cs typeface="Calibri"/>
              </a:rPr>
              <a:t>(</a:t>
            </a:r>
            <a:r>
              <a:rPr sz="1600" b="1" dirty="0" smtClean="0">
                <a:solidFill>
                  <a:srgbClr val="585858"/>
                </a:solidFill>
                <a:latin typeface="Calibri"/>
                <a:cs typeface="Calibri"/>
              </a:rPr>
              <a:t>File</a:t>
            </a:r>
            <a:r>
              <a:rPr sz="1600" b="1" spc="35" dirty="0" smtClean="0">
                <a:solidFill>
                  <a:srgbClr val="585858"/>
                </a:solidFill>
                <a:latin typeface="Calibri"/>
                <a:cs typeface="Calibri"/>
              </a:rPr>
              <a:t> </a:t>
            </a:r>
            <a:r>
              <a:rPr sz="1600" b="1" dirty="0">
                <a:solidFill>
                  <a:srgbClr val="585858"/>
                </a:solidFill>
                <a:latin typeface="Calibri"/>
                <a:cs typeface="Calibri"/>
              </a:rPr>
              <a:t>Allocation</a:t>
            </a:r>
            <a:r>
              <a:rPr sz="1600" b="1" spc="20" dirty="0">
                <a:solidFill>
                  <a:srgbClr val="585858"/>
                </a:solidFill>
                <a:latin typeface="Calibri"/>
                <a:cs typeface="Calibri"/>
              </a:rPr>
              <a:t> </a:t>
            </a:r>
            <a:r>
              <a:rPr sz="1600" b="1" spc="-10" dirty="0" smtClean="0">
                <a:solidFill>
                  <a:srgbClr val="585858"/>
                </a:solidFill>
                <a:latin typeface="Calibri"/>
                <a:cs typeface="Calibri"/>
              </a:rPr>
              <a:t>Table</a:t>
            </a:r>
            <a:r>
              <a:rPr lang="fr-FR" sz="1600" b="1" spc="-10" dirty="0" smtClean="0">
                <a:solidFill>
                  <a:srgbClr val="585858"/>
                </a:solidFill>
                <a:latin typeface="Calibri"/>
                <a:cs typeface="Calibri"/>
              </a:rPr>
              <a:t>)</a:t>
            </a:r>
            <a:r>
              <a:rPr lang="fr-FR" sz="1600" spc="-10" dirty="0">
                <a:solidFill>
                  <a:srgbClr val="585858"/>
                </a:solidFill>
                <a:latin typeface="Calibri"/>
                <a:cs typeface="Calibri"/>
              </a:rPr>
              <a:t> </a:t>
            </a:r>
            <a:r>
              <a:rPr sz="1600" dirty="0" err="1" smtClean="0">
                <a:solidFill>
                  <a:srgbClr val="585858"/>
                </a:solidFill>
                <a:latin typeface="Calibri"/>
                <a:cs typeface="Calibri"/>
              </a:rPr>
              <a:t>est</a:t>
            </a:r>
            <a:r>
              <a:rPr sz="1600" spc="15" dirty="0" smtClean="0">
                <a:solidFill>
                  <a:srgbClr val="585858"/>
                </a:solidFill>
                <a:latin typeface="Calibri"/>
                <a:cs typeface="Calibri"/>
              </a:rPr>
              <a:t> </a:t>
            </a:r>
            <a:r>
              <a:rPr sz="1600" dirty="0">
                <a:solidFill>
                  <a:srgbClr val="585858"/>
                </a:solidFill>
                <a:latin typeface="Calibri"/>
                <a:cs typeface="Calibri"/>
              </a:rPr>
              <a:t>un</a:t>
            </a:r>
            <a:r>
              <a:rPr sz="1600" spc="20" dirty="0">
                <a:solidFill>
                  <a:srgbClr val="585858"/>
                </a:solidFill>
                <a:latin typeface="Calibri"/>
                <a:cs typeface="Calibri"/>
              </a:rPr>
              <a:t> </a:t>
            </a:r>
            <a:r>
              <a:rPr sz="1600" dirty="0">
                <a:solidFill>
                  <a:srgbClr val="585858"/>
                </a:solidFill>
                <a:latin typeface="Calibri"/>
                <a:cs typeface="Calibri"/>
              </a:rPr>
              <a:t>système</a:t>
            </a:r>
            <a:r>
              <a:rPr sz="1600" spc="15" dirty="0">
                <a:solidFill>
                  <a:srgbClr val="585858"/>
                </a:solidFill>
                <a:latin typeface="Calibri"/>
                <a:cs typeface="Calibri"/>
              </a:rPr>
              <a:t> </a:t>
            </a:r>
            <a:r>
              <a:rPr sz="1600" dirty="0">
                <a:solidFill>
                  <a:srgbClr val="585858"/>
                </a:solidFill>
                <a:latin typeface="Calibri"/>
                <a:cs typeface="Calibri"/>
              </a:rPr>
              <a:t>de</a:t>
            </a:r>
            <a:r>
              <a:rPr sz="1600" spc="10" dirty="0">
                <a:solidFill>
                  <a:srgbClr val="585858"/>
                </a:solidFill>
                <a:latin typeface="Calibri"/>
                <a:cs typeface="Calibri"/>
              </a:rPr>
              <a:t> </a:t>
            </a:r>
            <a:r>
              <a:rPr sz="1600" dirty="0">
                <a:solidFill>
                  <a:srgbClr val="585858"/>
                </a:solidFill>
                <a:latin typeface="Calibri"/>
                <a:cs typeface="Calibri"/>
              </a:rPr>
              <a:t>fichiers</a:t>
            </a:r>
            <a:r>
              <a:rPr sz="1600" spc="15" dirty="0">
                <a:solidFill>
                  <a:srgbClr val="585858"/>
                </a:solidFill>
                <a:latin typeface="Calibri"/>
                <a:cs typeface="Calibri"/>
              </a:rPr>
              <a:t> </a:t>
            </a:r>
            <a:r>
              <a:rPr sz="1600" dirty="0">
                <a:solidFill>
                  <a:srgbClr val="585858"/>
                </a:solidFill>
                <a:latin typeface="Calibri"/>
                <a:cs typeface="Calibri"/>
              </a:rPr>
              <a:t>relativement</a:t>
            </a:r>
            <a:r>
              <a:rPr sz="1600" spc="25" dirty="0">
                <a:solidFill>
                  <a:srgbClr val="585858"/>
                </a:solidFill>
                <a:latin typeface="Calibri"/>
                <a:cs typeface="Calibri"/>
              </a:rPr>
              <a:t> </a:t>
            </a:r>
            <a:r>
              <a:rPr sz="1600" dirty="0">
                <a:solidFill>
                  <a:srgbClr val="585858"/>
                </a:solidFill>
                <a:latin typeface="Calibri"/>
                <a:cs typeface="Calibri"/>
              </a:rPr>
              <a:t>ancien.</a:t>
            </a:r>
            <a:r>
              <a:rPr sz="1600" spc="15" dirty="0">
                <a:solidFill>
                  <a:srgbClr val="585858"/>
                </a:solidFill>
                <a:latin typeface="Calibri"/>
                <a:cs typeface="Calibri"/>
              </a:rPr>
              <a:t> </a:t>
            </a:r>
            <a:endParaRPr lang="fr-FR" sz="1600" spc="15" dirty="0" smtClean="0">
              <a:solidFill>
                <a:srgbClr val="585858"/>
              </a:solidFill>
              <a:latin typeface="Calibri"/>
              <a:cs typeface="Calibri"/>
            </a:endParaRPr>
          </a:p>
          <a:p>
            <a:pPr marL="298450" marR="5080" indent="-285750" algn="just">
              <a:lnSpc>
                <a:spcPct val="200100"/>
              </a:lnSpc>
              <a:spcBef>
                <a:spcPts val="545"/>
              </a:spcBef>
              <a:buFont typeface="Arial" panose="020B0604020202020204" pitchFamily="34" charset="0"/>
              <a:buChar char="•"/>
            </a:pPr>
            <a:r>
              <a:rPr sz="1600" dirty="0" smtClean="0">
                <a:solidFill>
                  <a:srgbClr val="585858"/>
                </a:solidFill>
                <a:latin typeface="Calibri"/>
                <a:cs typeface="Calibri"/>
              </a:rPr>
              <a:t>Les</a:t>
            </a:r>
            <a:r>
              <a:rPr sz="1600" spc="20" dirty="0" smtClean="0">
                <a:solidFill>
                  <a:srgbClr val="585858"/>
                </a:solidFill>
                <a:latin typeface="Calibri"/>
                <a:cs typeface="Calibri"/>
              </a:rPr>
              <a:t> </a:t>
            </a:r>
            <a:r>
              <a:rPr sz="1600" dirty="0">
                <a:solidFill>
                  <a:srgbClr val="585858"/>
                </a:solidFill>
                <a:latin typeface="Calibri"/>
                <a:cs typeface="Calibri"/>
              </a:rPr>
              <a:t>fichiers</a:t>
            </a:r>
            <a:r>
              <a:rPr sz="1600" spc="40" dirty="0">
                <a:solidFill>
                  <a:srgbClr val="585858"/>
                </a:solidFill>
                <a:latin typeface="Calibri"/>
                <a:cs typeface="Calibri"/>
              </a:rPr>
              <a:t> </a:t>
            </a:r>
            <a:r>
              <a:rPr sz="1600" dirty="0">
                <a:solidFill>
                  <a:srgbClr val="585858"/>
                </a:solidFill>
                <a:latin typeface="Calibri"/>
                <a:cs typeface="Calibri"/>
              </a:rPr>
              <a:t>sont</a:t>
            </a:r>
            <a:r>
              <a:rPr sz="1600" spc="10" dirty="0">
                <a:solidFill>
                  <a:srgbClr val="585858"/>
                </a:solidFill>
                <a:latin typeface="Calibri"/>
                <a:cs typeface="Calibri"/>
              </a:rPr>
              <a:t> </a:t>
            </a:r>
            <a:r>
              <a:rPr sz="1600" dirty="0">
                <a:solidFill>
                  <a:srgbClr val="585858"/>
                </a:solidFill>
                <a:latin typeface="Calibri"/>
                <a:cs typeface="Calibri"/>
              </a:rPr>
              <a:t>limités</a:t>
            </a:r>
            <a:r>
              <a:rPr sz="1600" spc="20" dirty="0">
                <a:solidFill>
                  <a:srgbClr val="585858"/>
                </a:solidFill>
                <a:latin typeface="Calibri"/>
                <a:cs typeface="Calibri"/>
              </a:rPr>
              <a:t> </a:t>
            </a:r>
            <a:r>
              <a:rPr sz="1600" dirty="0">
                <a:solidFill>
                  <a:srgbClr val="585858"/>
                </a:solidFill>
                <a:latin typeface="Calibri"/>
                <a:cs typeface="Calibri"/>
              </a:rPr>
              <a:t>à</a:t>
            </a:r>
            <a:r>
              <a:rPr sz="1600" spc="30" dirty="0">
                <a:solidFill>
                  <a:srgbClr val="585858"/>
                </a:solidFill>
                <a:latin typeface="Calibri"/>
                <a:cs typeface="Calibri"/>
              </a:rPr>
              <a:t> </a:t>
            </a:r>
            <a:r>
              <a:rPr sz="1600" dirty="0">
                <a:solidFill>
                  <a:srgbClr val="585858"/>
                </a:solidFill>
                <a:latin typeface="Calibri"/>
                <a:cs typeface="Calibri"/>
              </a:rPr>
              <a:t>4</a:t>
            </a:r>
            <a:r>
              <a:rPr sz="1600" spc="25" dirty="0">
                <a:solidFill>
                  <a:srgbClr val="585858"/>
                </a:solidFill>
                <a:latin typeface="Calibri"/>
                <a:cs typeface="Calibri"/>
              </a:rPr>
              <a:t> </a:t>
            </a:r>
            <a:r>
              <a:rPr sz="1600" dirty="0" smtClean="0">
                <a:solidFill>
                  <a:srgbClr val="585858"/>
                </a:solidFill>
                <a:latin typeface="Calibri"/>
                <a:cs typeface="Calibri"/>
              </a:rPr>
              <a:t>Go.</a:t>
            </a:r>
            <a:endParaRPr lang="fr-FR" sz="1600" spc="15" dirty="0">
              <a:solidFill>
                <a:srgbClr val="585858"/>
              </a:solidFill>
              <a:latin typeface="Calibri"/>
              <a:cs typeface="Calibri"/>
            </a:endParaRPr>
          </a:p>
          <a:p>
            <a:pPr marL="298450" marR="5080" indent="-285750" algn="just">
              <a:lnSpc>
                <a:spcPct val="200100"/>
              </a:lnSpc>
              <a:spcBef>
                <a:spcPts val="545"/>
              </a:spcBef>
              <a:buFont typeface="Arial" panose="020B0604020202020204" pitchFamily="34" charset="0"/>
              <a:buChar char="•"/>
            </a:pPr>
            <a:r>
              <a:rPr lang="fr-FR" sz="1600" dirty="0" smtClean="0">
                <a:solidFill>
                  <a:srgbClr val="585858"/>
                </a:solidFill>
                <a:latin typeface="Calibri"/>
                <a:cs typeface="Calibri"/>
              </a:rPr>
              <a:t>L</a:t>
            </a:r>
            <a:r>
              <a:rPr sz="1600" dirty="0" smtClean="0">
                <a:solidFill>
                  <a:srgbClr val="585858"/>
                </a:solidFill>
                <a:latin typeface="Calibri"/>
                <a:cs typeface="Calibri"/>
              </a:rPr>
              <a:t>a</a:t>
            </a:r>
            <a:r>
              <a:rPr sz="1600" spc="5" dirty="0" smtClean="0">
                <a:solidFill>
                  <a:srgbClr val="585858"/>
                </a:solidFill>
                <a:latin typeface="Calibri"/>
                <a:cs typeface="Calibri"/>
              </a:rPr>
              <a:t> </a:t>
            </a:r>
            <a:r>
              <a:rPr sz="1600" dirty="0">
                <a:solidFill>
                  <a:srgbClr val="585858"/>
                </a:solidFill>
                <a:latin typeface="Calibri"/>
                <a:cs typeface="Calibri"/>
              </a:rPr>
              <a:t>taille</a:t>
            </a:r>
            <a:r>
              <a:rPr sz="1600" spc="10" dirty="0">
                <a:solidFill>
                  <a:srgbClr val="585858"/>
                </a:solidFill>
                <a:latin typeface="Calibri"/>
                <a:cs typeface="Calibri"/>
              </a:rPr>
              <a:t> </a:t>
            </a:r>
            <a:r>
              <a:rPr sz="1600" dirty="0">
                <a:solidFill>
                  <a:srgbClr val="585858"/>
                </a:solidFill>
                <a:latin typeface="Calibri"/>
                <a:cs typeface="Calibri"/>
              </a:rPr>
              <a:t>et</a:t>
            </a:r>
            <a:r>
              <a:rPr sz="1600" spc="15" dirty="0">
                <a:solidFill>
                  <a:srgbClr val="585858"/>
                </a:solidFill>
                <a:latin typeface="Calibri"/>
                <a:cs typeface="Calibri"/>
              </a:rPr>
              <a:t> </a:t>
            </a:r>
            <a:r>
              <a:rPr sz="1600" dirty="0">
                <a:solidFill>
                  <a:srgbClr val="585858"/>
                </a:solidFill>
                <a:latin typeface="Calibri"/>
                <a:cs typeface="Calibri"/>
              </a:rPr>
              <a:t>les</a:t>
            </a:r>
            <a:r>
              <a:rPr sz="1600" spc="20" dirty="0">
                <a:solidFill>
                  <a:srgbClr val="585858"/>
                </a:solidFill>
                <a:latin typeface="Calibri"/>
                <a:cs typeface="Calibri"/>
              </a:rPr>
              <a:t> </a:t>
            </a:r>
            <a:r>
              <a:rPr sz="1600" dirty="0">
                <a:solidFill>
                  <a:srgbClr val="585858"/>
                </a:solidFill>
                <a:latin typeface="Calibri"/>
                <a:cs typeface="Calibri"/>
              </a:rPr>
              <a:t>noms</a:t>
            </a:r>
            <a:r>
              <a:rPr sz="1600" spc="15" dirty="0">
                <a:solidFill>
                  <a:srgbClr val="585858"/>
                </a:solidFill>
                <a:latin typeface="Calibri"/>
                <a:cs typeface="Calibri"/>
              </a:rPr>
              <a:t> </a:t>
            </a:r>
            <a:r>
              <a:rPr sz="1600" dirty="0">
                <a:solidFill>
                  <a:srgbClr val="585858"/>
                </a:solidFill>
                <a:latin typeface="Calibri"/>
                <a:cs typeface="Calibri"/>
              </a:rPr>
              <a:t>des</a:t>
            </a:r>
            <a:r>
              <a:rPr sz="1600" spc="20" dirty="0">
                <a:solidFill>
                  <a:srgbClr val="585858"/>
                </a:solidFill>
                <a:latin typeface="Calibri"/>
                <a:cs typeface="Calibri"/>
              </a:rPr>
              <a:t> </a:t>
            </a:r>
            <a:r>
              <a:rPr sz="1600" spc="-10" dirty="0">
                <a:solidFill>
                  <a:srgbClr val="585858"/>
                </a:solidFill>
                <a:latin typeface="Calibri"/>
                <a:cs typeface="Calibri"/>
              </a:rPr>
              <a:t>fichiers </a:t>
            </a:r>
            <a:r>
              <a:rPr sz="1600" dirty="0">
                <a:solidFill>
                  <a:srgbClr val="585858"/>
                </a:solidFill>
                <a:latin typeface="Calibri"/>
                <a:cs typeface="Calibri"/>
              </a:rPr>
              <a:t>sont</a:t>
            </a:r>
            <a:r>
              <a:rPr sz="1600" spc="125" dirty="0">
                <a:solidFill>
                  <a:srgbClr val="585858"/>
                </a:solidFill>
                <a:latin typeface="Calibri"/>
                <a:cs typeface="Calibri"/>
              </a:rPr>
              <a:t> </a:t>
            </a:r>
            <a:r>
              <a:rPr sz="1600" dirty="0">
                <a:solidFill>
                  <a:srgbClr val="585858"/>
                </a:solidFill>
                <a:latin typeface="Calibri"/>
                <a:cs typeface="Calibri"/>
              </a:rPr>
              <a:t>insensibles</a:t>
            </a:r>
            <a:r>
              <a:rPr sz="1600" spc="155" dirty="0">
                <a:solidFill>
                  <a:srgbClr val="585858"/>
                </a:solidFill>
                <a:latin typeface="Calibri"/>
                <a:cs typeface="Calibri"/>
              </a:rPr>
              <a:t> </a:t>
            </a:r>
            <a:r>
              <a:rPr sz="1600" dirty="0">
                <a:solidFill>
                  <a:srgbClr val="585858"/>
                </a:solidFill>
                <a:latin typeface="Calibri"/>
                <a:cs typeface="Calibri"/>
              </a:rPr>
              <a:t>à</a:t>
            </a:r>
            <a:r>
              <a:rPr sz="1600" spc="140" dirty="0">
                <a:solidFill>
                  <a:srgbClr val="585858"/>
                </a:solidFill>
                <a:latin typeface="Calibri"/>
                <a:cs typeface="Calibri"/>
              </a:rPr>
              <a:t> </a:t>
            </a:r>
            <a:r>
              <a:rPr sz="1600" dirty="0">
                <a:solidFill>
                  <a:srgbClr val="585858"/>
                </a:solidFill>
                <a:latin typeface="Calibri"/>
                <a:cs typeface="Calibri"/>
              </a:rPr>
              <a:t>la</a:t>
            </a:r>
            <a:r>
              <a:rPr sz="1600" spc="125" dirty="0">
                <a:solidFill>
                  <a:srgbClr val="585858"/>
                </a:solidFill>
                <a:latin typeface="Calibri"/>
                <a:cs typeface="Calibri"/>
              </a:rPr>
              <a:t> </a:t>
            </a:r>
            <a:r>
              <a:rPr sz="1600" dirty="0">
                <a:solidFill>
                  <a:srgbClr val="585858"/>
                </a:solidFill>
                <a:latin typeface="Calibri"/>
                <a:cs typeface="Calibri"/>
              </a:rPr>
              <a:t>casse.</a:t>
            </a:r>
            <a:r>
              <a:rPr sz="1600" spc="125" dirty="0">
                <a:solidFill>
                  <a:srgbClr val="585858"/>
                </a:solidFill>
                <a:latin typeface="Calibri"/>
                <a:cs typeface="Calibri"/>
              </a:rPr>
              <a:t> </a:t>
            </a:r>
            <a:endParaRPr lang="fr-FR" sz="1600" spc="125" dirty="0" smtClean="0">
              <a:solidFill>
                <a:srgbClr val="585858"/>
              </a:solidFill>
              <a:latin typeface="Calibri"/>
              <a:cs typeface="Calibri"/>
            </a:endParaRPr>
          </a:p>
          <a:p>
            <a:pPr marL="298450" marR="5080" indent="-285750" algn="just">
              <a:lnSpc>
                <a:spcPct val="200100"/>
              </a:lnSpc>
              <a:spcBef>
                <a:spcPts val="545"/>
              </a:spcBef>
              <a:buFont typeface="Arial" panose="020B0604020202020204" pitchFamily="34" charset="0"/>
              <a:buChar char="•"/>
            </a:pPr>
            <a:r>
              <a:rPr sz="1600" dirty="0" smtClean="0">
                <a:solidFill>
                  <a:srgbClr val="585858"/>
                </a:solidFill>
                <a:latin typeface="Calibri"/>
                <a:cs typeface="Calibri"/>
              </a:rPr>
              <a:t>Ce</a:t>
            </a:r>
            <a:r>
              <a:rPr sz="1600" spc="120" dirty="0" smtClean="0">
                <a:solidFill>
                  <a:srgbClr val="585858"/>
                </a:solidFill>
                <a:latin typeface="Calibri"/>
                <a:cs typeface="Calibri"/>
              </a:rPr>
              <a:t> </a:t>
            </a:r>
            <a:r>
              <a:rPr sz="1600" dirty="0">
                <a:solidFill>
                  <a:srgbClr val="585858"/>
                </a:solidFill>
                <a:latin typeface="Calibri"/>
                <a:cs typeface="Calibri"/>
              </a:rPr>
              <a:t>système</a:t>
            </a:r>
            <a:r>
              <a:rPr sz="1600" spc="125" dirty="0">
                <a:solidFill>
                  <a:srgbClr val="585858"/>
                </a:solidFill>
                <a:latin typeface="Calibri"/>
                <a:cs typeface="Calibri"/>
              </a:rPr>
              <a:t> </a:t>
            </a:r>
            <a:r>
              <a:rPr sz="1600" dirty="0">
                <a:solidFill>
                  <a:srgbClr val="585858"/>
                </a:solidFill>
                <a:latin typeface="Calibri"/>
                <a:cs typeface="Calibri"/>
              </a:rPr>
              <a:t>de</a:t>
            </a:r>
            <a:r>
              <a:rPr sz="1600" spc="145" dirty="0">
                <a:solidFill>
                  <a:srgbClr val="585858"/>
                </a:solidFill>
                <a:latin typeface="Calibri"/>
                <a:cs typeface="Calibri"/>
              </a:rPr>
              <a:t> </a:t>
            </a:r>
            <a:r>
              <a:rPr sz="1600" dirty="0">
                <a:solidFill>
                  <a:srgbClr val="585858"/>
                </a:solidFill>
                <a:latin typeface="Calibri"/>
                <a:cs typeface="Calibri"/>
              </a:rPr>
              <a:t>fichiers</a:t>
            </a:r>
            <a:r>
              <a:rPr sz="1600" spc="135" dirty="0">
                <a:solidFill>
                  <a:srgbClr val="585858"/>
                </a:solidFill>
                <a:latin typeface="Calibri"/>
                <a:cs typeface="Calibri"/>
              </a:rPr>
              <a:t> </a:t>
            </a:r>
            <a:r>
              <a:rPr sz="1600" dirty="0">
                <a:solidFill>
                  <a:srgbClr val="585858"/>
                </a:solidFill>
                <a:latin typeface="Calibri"/>
                <a:cs typeface="Calibri"/>
              </a:rPr>
              <a:t>a</a:t>
            </a:r>
            <a:r>
              <a:rPr sz="1600" spc="135" dirty="0">
                <a:solidFill>
                  <a:srgbClr val="585858"/>
                </a:solidFill>
                <a:latin typeface="Calibri"/>
                <a:cs typeface="Calibri"/>
              </a:rPr>
              <a:t> </a:t>
            </a:r>
            <a:r>
              <a:rPr sz="1600" dirty="0">
                <a:solidFill>
                  <a:srgbClr val="585858"/>
                </a:solidFill>
                <a:latin typeface="Calibri"/>
                <a:cs typeface="Calibri"/>
              </a:rPr>
              <a:t>l'avantage</a:t>
            </a:r>
            <a:r>
              <a:rPr sz="1600" spc="125" dirty="0">
                <a:solidFill>
                  <a:srgbClr val="585858"/>
                </a:solidFill>
                <a:latin typeface="Calibri"/>
                <a:cs typeface="Calibri"/>
              </a:rPr>
              <a:t> </a:t>
            </a:r>
            <a:r>
              <a:rPr sz="1600" dirty="0">
                <a:solidFill>
                  <a:srgbClr val="585858"/>
                </a:solidFill>
                <a:latin typeface="Calibri"/>
                <a:cs typeface="Calibri"/>
              </a:rPr>
              <a:t>d'être</a:t>
            </a:r>
            <a:r>
              <a:rPr sz="1600" spc="125" dirty="0">
                <a:solidFill>
                  <a:srgbClr val="585858"/>
                </a:solidFill>
                <a:latin typeface="Calibri"/>
                <a:cs typeface="Calibri"/>
              </a:rPr>
              <a:t> </a:t>
            </a:r>
            <a:r>
              <a:rPr sz="1600" dirty="0">
                <a:solidFill>
                  <a:srgbClr val="585858"/>
                </a:solidFill>
                <a:latin typeface="Calibri"/>
                <a:cs typeface="Calibri"/>
              </a:rPr>
              <a:t>largement</a:t>
            </a:r>
            <a:r>
              <a:rPr sz="1600" spc="125" dirty="0">
                <a:solidFill>
                  <a:srgbClr val="585858"/>
                </a:solidFill>
                <a:latin typeface="Calibri"/>
                <a:cs typeface="Calibri"/>
              </a:rPr>
              <a:t> </a:t>
            </a:r>
            <a:r>
              <a:rPr sz="1600" dirty="0">
                <a:solidFill>
                  <a:srgbClr val="585858"/>
                </a:solidFill>
                <a:latin typeface="Calibri"/>
                <a:cs typeface="Calibri"/>
              </a:rPr>
              <a:t>portable</a:t>
            </a:r>
            <a:r>
              <a:rPr sz="1600" spc="145" dirty="0">
                <a:solidFill>
                  <a:srgbClr val="585858"/>
                </a:solidFill>
                <a:latin typeface="Calibri"/>
                <a:cs typeface="Calibri"/>
              </a:rPr>
              <a:t> </a:t>
            </a:r>
            <a:r>
              <a:rPr sz="1600" dirty="0">
                <a:solidFill>
                  <a:srgbClr val="585858"/>
                </a:solidFill>
                <a:latin typeface="Calibri"/>
                <a:cs typeface="Calibri"/>
              </a:rPr>
              <a:t>et</a:t>
            </a:r>
            <a:r>
              <a:rPr sz="1600" spc="125" dirty="0">
                <a:solidFill>
                  <a:srgbClr val="585858"/>
                </a:solidFill>
                <a:latin typeface="Calibri"/>
                <a:cs typeface="Calibri"/>
              </a:rPr>
              <a:t> </a:t>
            </a:r>
            <a:r>
              <a:rPr sz="1600" dirty="0">
                <a:solidFill>
                  <a:srgbClr val="585858"/>
                </a:solidFill>
                <a:latin typeface="Calibri"/>
                <a:cs typeface="Calibri"/>
              </a:rPr>
              <a:t>d'être</a:t>
            </a:r>
            <a:r>
              <a:rPr sz="1600" spc="125" dirty="0">
                <a:solidFill>
                  <a:srgbClr val="585858"/>
                </a:solidFill>
                <a:latin typeface="Calibri"/>
                <a:cs typeface="Calibri"/>
              </a:rPr>
              <a:t> </a:t>
            </a:r>
            <a:r>
              <a:rPr sz="1600" dirty="0">
                <a:solidFill>
                  <a:srgbClr val="585858"/>
                </a:solidFill>
                <a:latin typeface="Calibri"/>
                <a:cs typeface="Calibri"/>
              </a:rPr>
              <a:t>disponible</a:t>
            </a:r>
            <a:r>
              <a:rPr sz="1600" spc="150" dirty="0">
                <a:solidFill>
                  <a:srgbClr val="585858"/>
                </a:solidFill>
                <a:latin typeface="Calibri"/>
                <a:cs typeface="Calibri"/>
              </a:rPr>
              <a:t> </a:t>
            </a:r>
            <a:r>
              <a:rPr sz="1600" dirty="0">
                <a:solidFill>
                  <a:srgbClr val="585858"/>
                </a:solidFill>
                <a:latin typeface="Calibri"/>
                <a:cs typeface="Calibri"/>
              </a:rPr>
              <a:t>sur</a:t>
            </a:r>
            <a:r>
              <a:rPr sz="1600" spc="110" dirty="0">
                <a:solidFill>
                  <a:srgbClr val="585858"/>
                </a:solidFill>
                <a:latin typeface="Calibri"/>
                <a:cs typeface="Calibri"/>
              </a:rPr>
              <a:t> </a:t>
            </a:r>
            <a:r>
              <a:rPr sz="1600" dirty="0">
                <a:solidFill>
                  <a:srgbClr val="585858"/>
                </a:solidFill>
                <a:latin typeface="Calibri"/>
                <a:cs typeface="Calibri"/>
              </a:rPr>
              <a:t>de</a:t>
            </a:r>
            <a:r>
              <a:rPr sz="1600" spc="145" dirty="0">
                <a:solidFill>
                  <a:srgbClr val="585858"/>
                </a:solidFill>
                <a:latin typeface="Calibri"/>
                <a:cs typeface="Calibri"/>
              </a:rPr>
              <a:t> </a:t>
            </a:r>
            <a:r>
              <a:rPr sz="1600" dirty="0">
                <a:solidFill>
                  <a:srgbClr val="585858"/>
                </a:solidFill>
                <a:latin typeface="Calibri"/>
                <a:cs typeface="Calibri"/>
              </a:rPr>
              <a:t>nombreuses</a:t>
            </a:r>
            <a:r>
              <a:rPr sz="1600" spc="160" dirty="0">
                <a:solidFill>
                  <a:srgbClr val="585858"/>
                </a:solidFill>
                <a:latin typeface="Calibri"/>
                <a:cs typeface="Calibri"/>
              </a:rPr>
              <a:t> </a:t>
            </a:r>
            <a:r>
              <a:rPr sz="1600" dirty="0">
                <a:solidFill>
                  <a:srgbClr val="585858"/>
                </a:solidFill>
                <a:latin typeface="Calibri"/>
                <a:cs typeface="Calibri"/>
              </a:rPr>
              <a:t>plateformes.</a:t>
            </a:r>
            <a:r>
              <a:rPr sz="1600" spc="125" dirty="0">
                <a:solidFill>
                  <a:srgbClr val="585858"/>
                </a:solidFill>
                <a:latin typeface="Calibri"/>
                <a:cs typeface="Calibri"/>
              </a:rPr>
              <a:t> </a:t>
            </a:r>
            <a:r>
              <a:rPr sz="1600" dirty="0">
                <a:solidFill>
                  <a:srgbClr val="585858"/>
                </a:solidFill>
                <a:latin typeface="Calibri"/>
                <a:cs typeface="Calibri"/>
              </a:rPr>
              <a:t>Pour</a:t>
            </a:r>
            <a:r>
              <a:rPr sz="1600" spc="130" dirty="0">
                <a:solidFill>
                  <a:srgbClr val="585858"/>
                </a:solidFill>
                <a:latin typeface="Calibri"/>
                <a:cs typeface="Calibri"/>
              </a:rPr>
              <a:t> </a:t>
            </a:r>
            <a:r>
              <a:rPr sz="1600" dirty="0">
                <a:solidFill>
                  <a:srgbClr val="585858"/>
                </a:solidFill>
                <a:latin typeface="Calibri"/>
                <a:cs typeface="Calibri"/>
              </a:rPr>
              <a:t>cette</a:t>
            </a:r>
            <a:r>
              <a:rPr sz="1600" spc="120" dirty="0">
                <a:solidFill>
                  <a:srgbClr val="585858"/>
                </a:solidFill>
                <a:latin typeface="Calibri"/>
                <a:cs typeface="Calibri"/>
              </a:rPr>
              <a:t> </a:t>
            </a:r>
            <a:r>
              <a:rPr sz="1600" dirty="0">
                <a:solidFill>
                  <a:srgbClr val="585858"/>
                </a:solidFill>
                <a:latin typeface="Calibri"/>
                <a:cs typeface="Calibri"/>
              </a:rPr>
              <a:t>raison,</a:t>
            </a:r>
            <a:r>
              <a:rPr sz="1600" spc="135" dirty="0">
                <a:solidFill>
                  <a:srgbClr val="585858"/>
                </a:solidFill>
                <a:latin typeface="Calibri"/>
                <a:cs typeface="Calibri"/>
              </a:rPr>
              <a:t> </a:t>
            </a:r>
            <a:r>
              <a:rPr sz="1600" spc="-25" dirty="0">
                <a:solidFill>
                  <a:srgbClr val="585858"/>
                </a:solidFill>
                <a:latin typeface="Calibri"/>
                <a:cs typeface="Calibri"/>
              </a:rPr>
              <a:t>les </a:t>
            </a:r>
            <a:r>
              <a:rPr sz="1600" dirty="0">
                <a:solidFill>
                  <a:srgbClr val="585858"/>
                </a:solidFill>
                <a:latin typeface="Calibri"/>
                <a:cs typeface="Calibri"/>
              </a:rPr>
              <a:t>périphériques</a:t>
            </a:r>
            <a:r>
              <a:rPr sz="1600" spc="-10" dirty="0">
                <a:solidFill>
                  <a:srgbClr val="585858"/>
                </a:solidFill>
                <a:latin typeface="Calibri"/>
                <a:cs typeface="Calibri"/>
              </a:rPr>
              <a:t> </a:t>
            </a:r>
            <a:r>
              <a:rPr sz="1600" dirty="0">
                <a:solidFill>
                  <a:srgbClr val="585858"/>
                </a:solidFill>
                <a:latin typeface="Calibri"/>
                <a:cs typeface="Calibri"/>
              </a:rPr>
              <a:t>de</a:t>
            </a:r>
            <a:r>
              <a:rPr sz="1600" spc="-35" dirty="0">
                <a:solidFill>
                  <a:srgbClr val="585858"/>
                </a:solidFill>
                <a:latin typeface="Calibri"/>
                <a:cs typeface="Calibri"/>
              </a:rPr>
              <a:t> </a:t>
            </a:r>
            <a:r>
              <a:rPr sz="1600" spc="-10" dirty="0">
                <a:solidFill>
                  <a:srgbClr val="585858"/>
                </a:solidFill>
                <a:latin typeface="Calibri"/>
                <a:cs typeface="Calibri"/>
              </a:rPr>
              <a:t>stockage</a:t>
            </a:r>
            <a:r>
              <a:rPr sz="1600" spc="-30" dirty="0">
                <a:solidFill>
                  <a:srgbClr val="585858"/>
                </a:solidFill>
                <a:latin typeface="Calibri"/>
                <a:cs typeface="Calibri"/>
              </a:rPr>
              <a:t> </a:t>
            </a:r>
            <a:r>
              <a:rPr sz="1600" dirty="0">
                <a:solidFill>
                  <a:srgbClr val="585858"/>
                </a:solidFill>
                <a:latin typeface="Calibri"/>
                <a:cs typeface="Calibri"/>
              </a:rPr>
              <a:t>sont</a:t>
            </a:r>
            <a:r>
              <a:rPr sz="1600" spc="-25" dirty="0">
                <a:solidFill>
                  <a:srgbClr val="585858"/>
                </a:solidFill>
                <a:latin typeface="Calibri"/>
                <a:cs typeface="Calibri"/>
              </a:rPr>
              <a:t> </a:t>
            </a:r>
            <a:r>
              <a:rPr sz="1600" dirty="0">
                <a:solidFill>
                  <a:srgbClr val="585858"/>
                </a:solidFill>
                <a:latin typeface="Calibri"/>
                <a:cs typeface="Calibri"/>
              </a:rPr>
              <a:t>souvent</a:t>
            </a:r>
            <a:r>
              <a:rPr sz="1600" spc="-50" dirty="0">
                <a:solidFill>
                  <a:srgbClr val="585858"/>
                </a:solidFill>
                <a:latin typeface="Calibri"/>
                <a:cs typeface="Calibri"/>
              </a:rPr>
              <a:t> </a:t>
            </a:r>
            <a:r>
              <a:rPr sz="1600" spc="-10" dirty="0">
                <a:solidFill>
                  <a:srgbClr val="585858"/>
                </a:solidFill>
                <a:latin typeface="Calibri"/>
                <a:cs typeface="Calibri"/>
              </a:rPr>
              <a:t>préformatées</a:t>
            </a:r>
            <a:r>
              <a:rPr sz="1600" dirty="0">
                <a:solidFill>
                  <a:srgbClr val="585858"/>
                </a:solidFill>
                <a:latin typeface="Calibri"/>
                <a:cs typeface="Calibri"/>
              </a:rPr>
              <a:t> en</a:t>
            </a:r>
            <a:r>
              <a:rPr sz="1600" spc="-15" dirty="0">
                <a:solidFill>
                  <a:srgbClr val="585858"/>
                </a:solidFill>
                <a:latin typeface="Calibri"/>
                <a:cs typeface="Calibri"/>
              </a:rPr>
              <a:t> </a:t>
            </a:r>
            <a:r>
              <a:rPr sz="1600" spc="-85" dirty="0">
                <a:solidFill>
                  <a:srgbClr val="585858"/>
                </a:solidFill>
                <a:latin typeface="Calibri"/>
                <a:cs typeface="Calibri"/>
              </a:rPr>
              <a:t>FAT.</a:t>
            </a:r>
            <a:r>
              <a:rPr sz="1600" dirty="0">
                <a:solidFill>
                  <a:srgbClr val="585858"/>
                </a:solidFill>
                <a:latin typeface="Calibri"/>
                <a:cs typeface="Calibri"/>
              </a:rPr>
              <a:t> </a:t>
            </a:r>
            <a:endParaRPr sz="160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18</a:t>
            </a:fld>
            <a:endParaRPr spc="-25" dirty="0"/>
          </a:p>
        </p:txBody>
      </p:sp>
      <p:sp>
        <p:nvSpPr>
          <p:cNvPr id="16"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7"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3843517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8982" y="1602105"/>
            <a:ext cx="10591165" cy="4201791"/>
          </a:xfrm>
          <a:prstGeom prst="rect">
            <a:avLst/>
          </a:prstGeom>
        </p:spPr>
        <p:txBody>
          <a:bodyPr vert="horz" wrap="square" lIns="0" tIns="13335" rIns="0" bIns="0" rtlCol="0">
            <a:spAutoFit/>
          </a:bodyPr>
          <a:lstStyle/>
          <a:p>
            <a:pPr marL="12700">
              <a:lnSpc>
                <a:spcPct val="100000"/>
              </a:lnSpc>
              <a:spcBef>
                <a:spcPts val="105"/>
              </a:spcBef>
            </a:pPr>
            <a:r>
              <a:rPr lang="fr-FR" b="1" spc="-10" dirty="0" smtClean="0">
                <a:solidFill>
                  <a:srgbClr val="FF7800"/>
                </a:solidFill>
                <a:latin typeface="Calibri"/>
                <a:cs typeface="Calibri"/>
              </a:rPr>
              <a:t>Versions</a:t>
            </a:r>
            <a:r>
              <a:rPr lang="fr-FR" b="1" spc="-55" dirty="0" smtClean="0">
                <a:solidFill>
                  <a:srgbClr val="FF7800"/>
                </a:solidFill>
                <a:latin typeface="Calibri"/>
                <a:cs typeface="Calibri"/>
              </a:rPr>
              <a:t> </a:t>
            </a:r>
            <a:r>
              <a:rPr lang="fr-FR" b="1" dirty="0" smtClean="0">
                <a:solidFill>
                  <a:srgbClr val="FF7800"/>
                </a:solidFill>
                <a:latin typeface="Calibri"/>
                <a:cs typeface="Calibri"/>
              </a:rPr>
              <a:t>de</a:t>
            </a:r>
            <a:r>
              <a:rPr lang="fr-FR" b="1" spc="-30" dirty="0" smtClean="0">
                <a:solidFill>
                  <a:srgbClr val="FF7800"/>
                </a:solidFill>
                <a:latin typeface="Calibri"/>
                <a:cs typeface="Calibri"/>
              </a:rPr>
              <a:t> </a:t>
            </a:r>
            <a:r>
              <a:rPr lang="fr-FR" b="1" spc="-10" dirty="0" smtClean="0">
                <a:solidFill>
                  <a:srgbClr val="FF7800"/>
                </a:solidFill>
                <a:latin typeface="Calibri"/>
                <a:cs typeface="Calibri"/>
              </a:rPr>
              <a:t>Système</a:t>
            </a:r>
            <a:r>
              <a:rPr lang="fr-FR" b="1" spc="-80" dirty="0" smtClean="0">
                <a:solidFill>
                  <a:srgbClr val="FF7800"/>
                </a:solidFill>
                <a:latin typeface="Calibri"/>
                <a:cs typeface="Calibri"/>
              </a:rPr>
              <a:t> </a:t>
            </a:r>
            <a:r>
              <a:rPr lang="fr-FR" b="1" dirty="0" smtClean="0">
                <a:solidFill>
                  <a:srgbClr val="FF7800"/>
                </a:solidFill>
                <a:latin typeface="Calibri"/>
                <a:cs typeface="Calibri"/>
              </a:rPr>
              <a:t>de</a:t>
            </a:r>
            <a:r>
              <a:rPr lang="fr-FR" b="1" spc="-5" dirty="0" smtClean="0">
                <a:solidFill>
                  <a:srgbClr val="FF7800"/>
                </a:solidFill>
                <a:latin typeface="Calibri"/>
                <a:cs typeface="Calibri"/>
              </a:rPr>
              <a:t> </a:t>
            </a:r>
            <a:r>
              <a:rPr lang="fr-FR" b="1" dirty="0" smtClean="0">
                <a:solidFill>
                  <a:srgbClr val="FF7800"/>
                </a:solidFill>
                <a:latin typeface="Calibri"/>
                <a:cs typeface="Calibri"/>
              </a:rPr>
              <a:t>Fichiers</a:t>
            </a:r>
            <a:r>
              <a:rPr lang="fr-FR" b="1" spc="-35" dirty="0" smtClean="0">
                <a:solidFill>
                  <a:srgbClr val="FF7800"/>
                </a:solidFill>
                <a:latin typeface="Calibri"/>
                <a:cs typeface="Calibri"/>
              </a:rPr>
              <a:t> </a:t>
            </a:r>
            <a:r>
              <a:rPr lang="fr-FR" b="1" spc="-25" dirty="0" smtClean="0">
                <a:solidFill>
                  <a:srgbClr val="FF7800"/>
                </a:solidFill>
                <a:latin typeface="Calibri"/>
                <a:cs typeface="Calibri"/>
              </a:rPr>
              <a:t>FAT</a:t>
            </a:r>
            <a:endParaRPr lang="fr-FR" dirty="0" smtClean="0">
              <a:latin typeface="Calibri"/>
              <a:cs typeface="Calibri"/>
            </a:endParaRPr>
          </a:p>
          <a:p>
            <a:pPr>
              <a:lnSpc>
                <a:spcPct val="100000"/>
              </a:lnSpc>
              <a:spcBef>
                <a:spcPts val="190"/>
              </a:spcBef>
            </a:pPr>
            <a:endParaRPr lang="fr-FR" dirty="0" smtClean="0">
              <a:latin typeface="Calibri"/>
              <a:cs typeface="Calibri"/>
            </a:endParaRPr>
          </a:p>
          <a:p>
            <a:pPr marL="12700">
              <a:lnSpc>
                <a:spcPct val="100000"/>
              </a:lnSpc>
            </a:pPr>
            <a:r>
              <a:rPr lang="fr-FR" sz="1600" dirty="0" smtClean="0">
                <a:solidFill>
                  <a:srgbClr val="585858"/>
                </a:solidFill>
                <a:latin typeface="Calibri"/>
                <a:cs typeface="Calibri"/>
              </a:rPr>
              <a:t>Il</a:t>
            </a:r>
            <a:r>
              <a:rPr lang="fr-FR" sz="1600" spc="-70" dirty="0" smtClean="0">
                <a:solidFill>
                  <a:srgbClr val="585858"/>
                </a:solidFill>
                <a:latin typeface="Calibri"/>
                <a:cs typeface="Calibri"/>
              </a:rPr>
              <a:t> </a:t>
            </a:r>
            <a:r>
              <a:rPr lang="fr-FR" sz="1600" spc="-10" dirty="0" smtClean="0">
                <a:solidFill>
                  <a:srgbClr val="585858"/>
                </a:solidFill>
                <a:latin typeface="Calibri"/>
                <a:cs typeface="Calibri"/>
              </a:rPr>
              <a:t>existe</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trois</a:t>
            </a:r>
            <a:r>
              <a:rPr lang="fr-FR" sz="1600" spc="-15" dirty="0" smtClean="0">
                <a:solidFill>
                  <a:srgbClr val="585858"/>
                </a:solidFill>
                <a:latin typeface="Calibri"/>
                <a:cs typeface="Calibri"/>
              </a:rPr>
              <a:t> </a:t>
            </a:r>
            <a:r>
              <a:rPr lang="fr-FR" sz="1600" spc="-10" dirty="0" smtClean="0">
                <a:solidFill>
                  <a:srgbClr val="585858"/>
                </a:solidFill>
                <a:latin typeface="Calibri"/>
                <a:cs typeface="Calibri"/>
              </a:rPr>
              <a:t>versions</a:t>
            </a:r>
            <a:r>
              <a:rPr lang="fr-FR" sz="1600" spc="-15" dirty="0" smtClean="0">
                <a:solidFill>
                  <a:srgbClr val="585858"/>
                </a:solidFill>
                <a:latin typeface="Calibri"/>
                <a:cs typeface="Calibri"/>
              </a:rPr>
              <a:t> </a:t>
            </a:r>
            <a:r>
              <a:rPr lang="fr-FR" sz="1600" spc="-10" dirty="0" smtClean="0">
                <a:solidFill>
                  <a:srgbClr val="585858"/>
                </a:solidFill>
                <a:latin typeface="Calibri"/>
                <a:cs typeface="Calibri"/>
              </a:rPr>
              <a:t>différentes</a:t>
            </a:r>
            <a:r>
              <a:rPr lang="fr-FR" sz="1600" spc="25" dirty="0" smtClean="0">
                <a:solidFill>
                  <a:srgbClr val="585858"/>
                </a:solidFill>
                <a:latin typeface="Calibri"/>
                <a:cs typeface="Calibri"/>
              </a:rPr>
              <a:t> </a:t>
            </a:r>
            <a:r>
              <a:rPr lang="fr-FR" sz="1600" spc="-35" dirty="0" smtClean="0">
                <a:solidFill>
                  <a:srgbClr val="585858"/>
                </a:solidFill>
                <a:latin typeface="Calibri"/>
                <a:cs typeface="Calibri"/>
              </a:rPr>
              <a:t>FAT12,</a:t>
            </a:r>
            <a:r>
              <a:rPr lang="fr-FR" sz="1600" spc="-30" dirty="0" smtClean="0">
                <a:solidFill>
                  <a:srgbClr val="585858"/>
                </a:solidFill>
                <a:latin typeface="Calibri"/>
                <a:cs typeface="Calibri"/>
              </a:rPr>
              <a:t> </a:t>
            </a:r>
            <a:r>
              <a:rPr lang="fr-FR" sz="1600" spc="-35" dirty="0" smtClean="0">
                <a:solidFill>
                  <a:srgbClr val="585858"/>
                </a:solidFill>
                <a:latin typeface="Calibri"/>
                <a:cs typeface="Calibri"/>
              </a:rPr>
              <a:t>FAT16 </a:t>
            </a:r>
            <a:r>
              <a:rPr lang="fr-FR" sz="1600" dirty="0" smtClean="0">
                <a:solidFill>
                  <a:srgbClr val="585858"/>
                </a:solidFill>
                <a:latin typeface="Calibri"/>
                <a:cs typeface="Calibri"/>
              </a:rPr>
              <a:t>et</a:t>
            </a:r>
            <a:r>
              <a:rPr lang="fr-FR" sz="1600" spc="-70" dirty="0" smtClean="0">
                <a:solidFill>
                  <a:srgbClr val="585858"/>
                </a:solidFill>
                <a:latin typeface="Calibri"/>
                <a:cs typeface="Calibri"/>
              </a:rPr>
              <a:t> </a:t>
            </a:r>
            <a:r>
              <a:rPr lang="fr-FR" sz="1600" spc="-35" dirty="0" smtClean="0">
                <a:solidFill>
                  <a:srgbClr val="585858"/>
                </a:solidFill>
                <a:latin typeface="Calibri"/>
                <a:cs typeface="Calibri"/>
              </a:rPr>
              <a:t>FAT32</a:t>
            </a:r>
            <a:r>
              <a:rPr lang="fr-FR" sz="1600" spc="-30" dirty="0" smtClean="0">
                <a:solidFill>
                  <a:srgbClr val="585858"/>
                </a:solidFill>
                <a:latin typeface="Calibri"/>
                <a:cs typeface="Calibri"/>
              </a:rPr>
              <a:t> </a:t>
            </a:r>
            <a:r>
              <a:rPr lang="fr-FR" sz="1600" spc="-50" dirty="0" smtClean="0">
                <a:solidFill>
                  <a:srgbClr val="585858"/>
                </a:solidFill>
                <a:latin typeface="Calibri"/>
                <a:cs typeface="Calibri"/>
              </a:rPr>
              <a:t>:</a:t>
            </a:r>
            <a:endParaRPr lang="fr-FR" sz="1600" dirty="0" smtClean="0">
              <a:latin typeface="Calibri"/>
              <a:cs typeface="Calibri"/>
            </a:endParaRPr>
          </a:p>
          <a:p>
            <a:pPr marL="299085" marR="5080" indent="-287020">
              <a:lnSpc>
                <a:spcPct val="200100"/>
              </a:lnSpc>
              <a:spcBef>
                <a:spcPts val="5"/>
              </a:spcBef>
              <a:buFont typeface="Wingdings"/>
              <a:buChar char=""/>
              <a:tabLst>
                <a:tab pos="299085" algn="l"/>
              </a:tabLst>
            </a:pPr>
            <a:r>
              <a:rPr lang="fr-FR" sz="1600" b="1" spc="-35" dirty="0" smtClean="0">
                <a:solidFill>
                  <a:srgbClr val="585858"/>
                </a:solidFill>
                <a:latin typeface="Calibri"/>
                <a:cs typeface="Calibri"/>
              </a:rPr>
              <a:t>FAT12</a:t>
            </a:r>
            <a:r>
              <a:rPr lang="fr-FR" sz="1600" b="1" spc="-30" dirty="0" smtClean="0">
                <a:solidFill>
                  <a:srgbClr val="585858"/>
                </a:solidFill>
                <a:latin typeface="Calibri"/>
                <a:cs typeface="Calibri"/>
              </a:rPr>
              <a:t> </a:t>
            </a:r>
            <a:r>
              <a:rPr lang="fr-FR" sz="1600" b="1" dirty="0" smtClean="0">
                <a:solidFill>
                  <a:srgbClr val="585858"/>
                </a:solidFill>
                <a:latin typeface="Calibri"/>
                <a:cs typeface="Calibri"/>
              </a:rPr>
              <a:t>: </a:t>
            </a:r>
            <a:r>
              <a:rPr lang="fr-FR" sz="1600" dirty="0" smtClean="0">
                <a:solidFill>
                  <a:srgbClr val="585858"/>
                </a:solidFill>
                <a:latin typeface="Calibri"/>
                <a:cs typeface="Calibri"/>
              </a:rPr>
              <a:t>L'identifiant</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du bloc est</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codé</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sur 12</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bits,</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ce</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qui</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limite</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15" dirty="0" smtClean="0">
                <a:solidFill>
                  <a:srgbClr val="585858"/>
                </a:solidFill>
                <a:latin typeface="Calibri"/>
                <a:cs typeface="Calibri"/>
              </a:rPr>
              <a:t> </a:t>
            </a:r>
            <a:r>
              <a:rPr lang="fr-FR" sz="1600" spc="-10" dirty="0" smtClean="0">
                <a:solidFill>
                  <a:srgbClr val="585858"/>
                </a:solidFill>
                <a:latin typeface="Calibri"/>
                <a:cs typeface="Calibri"/>
              </a:rPr>
              <a:t>stockage</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maximum</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d’une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partition</a:t>
            </a:r>
            <a:r>
              <a:rPr lang="fr-FR" sz="1600" spc="270" dirty="0" smtClean="0">
                <a:solidFill>
                  <a:srgbClr val="585858"/>
                </a:solidFill>
                <a:latin typeface="Calibri"/>
                <a:cs typeface="Calibri"/>
              </a:rPr>
              <a:t> </a:t>
            </a:r>
            <a:r>
              <a:rPr lang="fr-FR" sz="1600" dirty="0" smtClean="0">
                <a:solidFill>
                  <a:srgbClr val="585858"/>
                </a:solidFill>
                <a:latin typeface="Calibri"/>
                <a:cs typeface="Calibri"/>
              </a:rPr>
              <a:t>à</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2^12</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(4096)</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bloc.</a:t>
            </a:r>
            <a:r>
              <a:rPr lang="fr-FR" sz="1600" spc="-15" dirty="0" smtClean="0">
                <a:solidFill>
                  <a:srgbClr val="585858"/>
                </a:solidFill>
                <a:latin typeface="Calibri"/>
                <a:cs typeface="Calibri"/>
              </a:rPr>
              <a:t> Windows utilise des blocs ayant une taille allant du 512 octets à 8 Ko, ce qui limite la taille de volume FAT12 à 32 Mo.</a:t>
            </a:r>
          </a:p>
          <a:p>
            <a:pPr marL="299085" marR="5080" indent="-287020">
              <a:lnSpc>
                <a:spcPct val="200100"/>
              </a:lnSpc>
              <a:spcBef>
                <a:spcPts val="5"/>
              </a:spcBef>
              <a:buFont typeface="Wingdings"/>
              <a:buChar char=""/>
              <a:tabLst>
                <a:tab pos="299085" algn="l"/>
              </a:tabLst>
            </a:pPr>
            <a:r>
              <a:rPr lang="fr-FR" sz="1600" b="1" spc="-30" dirty="0" smtClean="0">
                <a:solidFill>
                  <a:srgbClr val="585858"/>
                </a:solidFill>
                <a:latin typeface="Calibri"/>
                <a:cs typeface="Calibri"/>
              </a:rPr>
              <a:t>FAT16</a:t>
            </a:r>
            <a:r>
              <a:rPr lang="fr-FR" sz="1600" b="1" spc="-15" dirty="0" smtClean="0">
                <a:solidFill>
                  <a:srgbClr val="585858"/>
                </a:solidFill>
                <a:latin typeface="Calibri"/>
                <a:cs typeface="Calibri"/>
              </a:rPr>
              <a:t> </a:t>
            </a:r>
            <a:r>
              <a:rPr lang="fr-FR" sz="1600" b="1" dirty="0" smtClean="0">
                <a:solidFill>
                  <a:srgbClr val="585858"/>
                </a:solidFill>
                <a:latin typeface="Calibri"/>
                <a:cs typeface="Calibri"/>
              </a:rPr>
              <a:t>:</a:t>
            </a:r>
            <a:r>
              <a:rPr lang="fr-FR" sz="1600" b="1" spc="-10" dirty="0" smtClean="0">
                <a:solidFill>
                  <a:srgbClr val="585858"/>
                </a:solidFill>
                <a:latin typeface="Calibri"/>
                <a:cs typeface="Calibri"/>
              </a:rPr>
              <a:t> </a:t>
            </a:r>
            <a:r>
              <a:rPr lang="fr-FR" sz="1600" dirty="0" smtClean="0">
                <a:solidFill>
                  <a:srgbClr val="585858"/>
                </a:solidFill>
                <a:latin typeface="Calibri"/>
                <a:cs typeface="Calibri"/>
              </a:rPr>
              <a:t>Avec</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un</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identifiant</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16</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bits,</a:t>
            </a:r>
            <a:r>
              <a:rPr lang="fr-FR" sz="1600" spc="-15" dirty="0" smtClean="0">
                <a:solidFill>
                  <a:srgbClr val="585858"/>
                </a:solidFill>
                <a:latin typeface="Calibri"/>
                <a:cs typeface="Calibri"/>
              </a:rPr>
              <a:t> </a:t>
            </a:r>
            <a:r>
              <a:rPr lang="fr-FR" sz="1600" spc="-25" dirty="0" smtClean="0">
                <a:solidFill>
                  <a:srgbClr val="585858"/>
                </a:solidFill>
                <a:latin typeface="Calibri"/>
                <a:cs typeface="Calibri"/>
              </a:rPr>
              <a:t>FAT16</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peut</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adresser</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65536</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clusters. Sous Windows,</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les</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tailles</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cluster</a:t>
            </a:r>
            <a:r>
              <a:rPr lang="fr-FR" sz="1600" spc="-20" dirty="0" smtClean="0">
                <a:solidFill>
                  <a:srgbClr val="585858"/>
                </a:solidFill>
                <a:latin typeface="Calibri"/>
                <a:cs typeface="Calibri"/>
              </a:rPr>
              <a:t> </a:t>
            </a:r>
            <a:r>
              <a:rPr lang="fr-FR" sz="1600" spc="-25" dirty="0" smtClean="0">
                <a:solidFill>
                  <a:srgbClr val="585858"/>
                </a:solidFill>
                <a:latin typeface="Calibri"/>
                <a:cs typeface="Calibri"/>
              </a:rPr>
              <a:t>FAT16</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varient</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512octets</a:t>
            </a:r>
            <a:r>
              <a:rPr lang="fr-FR" sz="1600" spc="5" dirty="0" smtClean="0">
                <a:solidFill>
                  <a:srgbClr val="585858"/>
                </a:solidFill>
                <a:latin typeface="Calibri"/>
                <a:cs typeface="Calibri"/>
              </a:rPr>
              <a:t> </a:t>
            </a:r>
            <a:r>
              <a:rPr lang="fr-FR" sz="1600" spc="-25" dirty="0" smtClean="0">
                <a:solidFill>
                  <a:srgbClr val="585858"/>
                </a:solidFill>
                <a:latin typeface="Calibri"/>
                <a:cs typeface="Calibri"/>
              </a:rPr>
              <a:t>(la</a:t>
            </a:r>
            <a:r>
              <a:rPr lang="fr-FR" sz="1600" dirty="0" smtClean="0">
                <a:latin typeface="Calibri"/>
                <a:cs typeface="Calibri"/>
              </a:rPr>
              <a:t> </a:t>
            </a:r>
            <a:r>
              <a:rPr lang="fr-FR" sz="1600" dirty="0" smtClean="0">
                <a:solidFill>
                  <a:srgbClr val="585858"/>
                </a:solidFill>
                <a:latin typeface="Calibri"/>
                <a:cs typeface="Calibri"/>
              </a:rPr>
              <a:t>taille du</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secteur)</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à</a:t>
            </a:r>
            <a:r>
              <a:rPr lang="fr-FR" sz="1600" spc="-55" dirty="0" smtClean="0">
                <a:solidFill>
                  <a:srgbClr val="585858"/>
                </a:solidFill>
                <a:latin typeface="Calibri"/>
                <a:cs typeface="Calibri"/>
              </a:rPr>
              <a:t> </a:t>
            </a:r>
            <a:r>
              <a:rPr lang="fr-FR" sz="1600" dirty="0" smtClean="0">
                <a:solidFill>
                  <a:srgbClr val="585858"/>
                </a:solidFill>
                <a:latin typeface="Calibri"/>
                <a:cs typeface="Calibri"/>
              </a:rPr>
              <a:t>64</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Ko,</a:t>
            </a:r>
            <a:r>
              <a:rPr lang="fr-FR" sz="1600" spc="-70" dirty="0" smtClean="0">
                <a:solidFill>
                  <a:srgbClr val="585858"/>
                </a:solidFill>
                <a:latin typeface="Calibri"/>
                <a:cs typeface="Calibri"/>
              </a:rPr>
              <a:t> </a:t>
            </a:r>
            <a:r>
              <a:rPr lang="fr-FR" sz="1600" dirty="0" smtClean="0">
                <a:solidFill>
                  <a:srgbClr val="585858"/>
                </a:solidFill>
                <a:latin typeface="Calibri"/>
                <a:cs typeface="Calibri"/>
              </a:rPr>
              <a:t>ce</a:t>
            </a:r>
            <a:r>
              <a:rPr lang="fr-FR" sz="1600" spc="-60" dirty="0" smtClean="0">
                <a:solidFill>
                  <a:srgbClr val="585858"/>
                </a:solidFill>
                <a:latin typeface="Calibri"/>
                <a:cs typeface="Calibri"/>
              </a:rPr>
              <a:t> </a:t>
            </a:r>
            <a:r>
              <a:rPr lang="fr-FR" sz="1600" dirty="0" smtClean="0">
                <a:solidFill>
                  <a:srgbClr val="585858"/>
                </a:solidFill>
                <a:latin typeface="Calibri"/>
                <a:cs typeface="Calibri"/>
              </a:rPr>
              <a:t>qui</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limite la</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taille</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d’un</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volume</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à</a:t>
            </a:r>
            <a:r>
              <a:rPr lang="fr-FR" sz="1600" spc="-55" dirty="0" smtClean="0">
                <a:solidFill>
                  <a:srgbClr val="585858"/>
                </a:solidFill>
                <a:latin typeface="Calibri"/>
                <a:cs typeface="Calibri"/>
              </a:rPr>
              <a:t> </a:t>
            </a:r>
            <a:r>
              <a:rPr lang="fr-FR" sz="1600" dirty="0" smtClean="0">
                <a:solidFill>
                  <a:srgbClr val="585858"/>
                </a:solidFill>
                <a:latin typeface="Calibri"/>
                <a:cs typeface="Calibri"/>
              </a:rPr>
              <a:t>4</a:t>
            </a:r>
            <a:r>
              <a:rPr lang="fr-FR" sz="1600" spc="-50" dirty="0" smtClean="0">
                <a:solidFill>
                  <a:srgbClr val="585858"/>
                </a:solidFill>
                <a:latin typeface="Calibri"/>
                <a:cs typeface="Calibri"/>
              </a:rPr>
              <a:t> </a:t>
            </a:r>
            <a:r>
              <a:rPr lang="fr-FR" sz="1600" spc="-25" dirty="0" smtClean="0">
                <a:solidFill>
                  <a:srgbClr val="585858"/>
                </a:solidFill>
                <a:latin typeface="Calibri"/>
                <a:cs typeface="Calibri"/>
              </a:rPr>
              <a:t>Go.</a:t>
            </a:r>
            <a:endParaRPr lang="fr-FR" sz="1600" dirty="0" smtClean="0">
              <a:latin typeface="Calibri"/>
              <a:cs typeface="Calibri"/>
            </a:endParaRPr>
          </a:p>
          <a:p>
            <a:pPr marL="299085" indent="-286385">
              <a:lnSpc>
                <a:spcPct val="100000"/>
              </a:lnSpc>
              <a:spcBef>
                <a:spcPts val="1685"/>
              </a:spcBef>
              <a:buFont typeface="Wingdings"/>
              <a:buChar char=""/>
              <a:tabLst>
                <a:tab pos="299085" algn="l"/>
              </a:tabLst>
            </a:pPr>
            <a:r>
              <a:rPr lang="fr-FR" sz="1600" b="1" spc="-30" dirty="0">
                <a:solidFill>
                  <a:srgbClr val="585858"/>
                </a:solidFill>
                <a:latin typeface="Calibri"/>
                <a:cs typeface="Calibri"/>
              </a:rPr>
              <a:t>FAT32 : </a:t>
            </a:r>
            <a:r>
              <a:rPr lang="fr-FR" sz="1600" dirty="0" smtClean="0">
                <a:solidFill>
                  <a:srgbClr val="585858"/>
                </a:solidFill>
                <a:latin typeface="Calibri"/>
                <a:cs typeface="Calibri"/>
              </a:rPr>
              <a:t>utilise </a:t>
            </a:r>
            <a:r>
              <a:rPr lang="fr-FR" sz="1600" dirty="0">
                <a:solidFill>
                  <a:srgbClr val="585858"/>
                </a:solidFill>
                <a:latin typeface="Calibri"/>
                <a:cs typeface="Calibri"/>
              </a:rPr>
              <a:t>des identifiants </a:t>
            </a:r>
            <a:r>
              <a:rPr lang="fr-FR" sz="1600" dirty="0" smtClean="0">
                <a:solidFill>
                  <a:srgbClr val="585858"/>
                </a:solidFill>
                <a:latin typeface="Calibri"/>
                <a:cs typeface="Calibri"/>
              </a:rPr>
              <a:t>de cluster </a:t>
            </a:r>
            <a:r>
              <a:rPr lang="fr-FR" sz="1600" dirty="0">
                <a:solidFill>
                  <a:srgbClr val="585858"/>
                </a:solidFill>
                <a:latin typeface="Calibri"/>
                <a:cs typeface="Calibri"/>
              </a:rPr>
              <a:t>à 32 bits. Parmi ces 32 bits, 4 sont réservés. Donc, nous pouvons considérer que </a:t>
            </a:r>
            <a:endParaRPr lang="fr-FR" sz="1600" dirty="0" smtClean="0">
              <a:solidFill>
                <a:srgbClr val="585858"/>
              </a:solidFill>
              <a:latin typeface="Calibri"/>
              <a:cs typeface="Calibri"/>
            </a:endParaRPr>
          </a:p>
          <a:p>
            <a:pPr marL="12700">
              <a:lnSpc>
                <a:spcPct val="100000"/>
              </a:lnSpc>
              <a:spcBef>
                <a:spcPts val="1685"/>
              </a:spcBef>
              <a:tabLst>
                <a:tab pos="299085" algn="l"/>
              </a:tabLst>
            </a:pPr>
            <a:r>
              <a:rPr lang="fr-FR" sz="1600" dirty="0">
                <a:solidFill>
                  <a:srgbClr val="585858"/>
                </a:solidFill>
                <a:latin typeface="Calibri"/>
                <a:cs typeface="Calibri"/>
              </a:rPr>
              <a:t> </a:t>
            </a:r>
            <a:r>
              <a:rPr lang="fr-FR" sz="1600" dirty="0" smtClean="0">
                <a:solidFill>
                  <a:srgbClr val="585858"/>
                </a:solidFill>
                <a:latin typeface="Calibri"/>
                <a:cs typeface="Calibri"/>
              </a:rPr>
              <a:t>      FAT32 </a:t>
            </a:r>
            <a:r>
              <a:rPr lang="fr-FR" sz="1600" dirty="0">
                <a:solidFill>
                  <a:srgbClr val="585858"/>
                </a:solidFill>
                <a:latin typeface="Calibri"/>
                <a:cs typeface="Calibri"/>
              </a:rPr>
              <a:t>utilise des identifiants à 28   bits. Il peut gérer plus efficacement les disques que FAT16. Il peut gérer des volumes de </a:t>
            </a:r>
            <a:endParaRPr lang="fr-FR" sz="1600" dirty="0" smtClean="0">
              <a:solidFill>
                <a:srgbClr val="585858"/>
              </a:solidFill>
              <a:latin typeface="Calibri"/>
              <a:cs typeface="Calibri"/>
            </a:endParaRPr>
          </a:p>
          <a:p>
            <a:pPr marL="12700">
              <a:lnSpc>
                <a:spcPct val="100000"/>
              </a:lnSpc>
              <a:spcBef>
                <a:spcPts val="1685"/>
              </a:spcBef>
              <a:tabLst>
                <a:tab pos="299085" algn="l"/>
              </a:tabLst>
            </a:pPr>
            <a:r>
              <a:rPr lang="fr-FR" sz="1600" dirty="0">
                <a:solidFill>
                  <a:srgbClr val="585858"/>
                </a:solidFill>
                <a:latin typeface="Calibri"/>
                <a:cs typeface="Calibri"/>
              </a:rPr>
              <a:t> </a:t>
            </a:r>
            <a:r>
              <a:rPr lang="fr-FR" sz="1600" dirty="0" smtClean="0">
                <a:solidFill>
                  <a:srgbClr val="585858"/>
                </a:solidFill>
                <a:latin typeface="Calibri"/>
                <a:cs typeface="Calibri"/>
              </a:rPr>
              <a:t>      128 </a:t>
            </a:r>
            <a:r>
              <a:rPr lang="fr-FR" sz="1600" dirty="0">
                <a:solidFill>
                  <a:srgbClr val="585858"/>
                </a:solidFill>
                <a:latin typeface="Calibri"/>
                <a:cs typeface="Calibri"/>
              </a:rPr>
              <a:t>Go avec des clusters de 512 octets.</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19</a:t>
            </a:fld>
            <a:endParaRPr spc="-25" dirty="0"/>
          </a:p>
        </p:txBody>
      </p:sp>
      <p:sp>
        <p:nvSpPr>
          <p:cNvPr id="16"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7"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913338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8982" y="1602105"/>
            <a:ext cx="10591165" cy="1085554"/>
          </a:xfrm>
          <a:prstGeom prst="rect">
            <a:avLst/>
          </a:prstGeom>
        </p:spPr>
        <p:txBody>
          <a:bodyPr vert="horz" wrap="square" lIns="0" tIns="13335" rIns="0" bIns="0" rtlCol="0">
            <a:spAutoFit/>
          </a:bodyPr>
          <a:lstStyle/>
          <a:p>
            <a:pPr marL="12700">
              <a:lnSpc>
                <a:spcPct val="100000"/>
              </a:lnSpc>
              <a:spcBef>
                <a:spcPts val="105"/>
              </a:spcBef>
            </a:pPr>
            <a:r>
              <a:rPr lang="fr-FR" b="1" spc="-10" dirty="0" smtClean="0">
                <a:solidFill>
                  <a:srgbClr val="FF7800"/>
                </a:solidFill>
                <a:latin typeface="Calibri"/>
                <a:cs typeface="Calibri"/>
              </a:rPr>
              <a:t>Structure d’un Volume FAT</a:t>
            </a:r>
          </a:p>
          <a:p>
            <a:pPr>
              <a:lnSpc>
                <a:spcPct val="100000"/>
              </a:lnSpc>
              <a:spcBef>
                <a:spcPts val="190"/>
              </a:spcBef>
            </a:pPr>
            <a:endParaRPr lang="fr-FR" dirty="0" smtClean="0">
              <a:latin typeface="Calibri"/>
              <a:cs typeface="Calibri"/>
            </a:endParaRPr>
          </a:p>
          <a:p>
            <a:pPr marL="12700">
              <a:lnSpc>
                <a:spcPct val="100000"/>
              </a:lnSpc>
            </a:pPr>
            <a:r>
              <a:rPr lang="fr-FR" sz="1600" dirty="0" smtClean="0">
                <a:solidFill>
                  <a:srgbClr val="555555"/>
                </a:solidFill>
                <a:latin typeface="Calibri"/>
                <a:cs typeface="Calibri"/>
              </a:rPr>
              <a:t>Un</a:t>
            </a:r>
            <a:r>
              <a:rPr lang="fr-FR" sz="1600" spc="-25" dirty="0" smtClean="0">
                <a:solidFill>
                  <a:srgbClr val="555555"/>
                </a:solidFill>
                <a:latin typeface="Calibri"/>
                <a:cs typeface="Calibri"/>
              </a:rPr>
              <a:t> </a:t>
            </a:r>
            <a:r>
              <a:rPr lang="fr-FR" sz="1600" spc="-10" dirty="0" smtClean="0">
                <a:solidFill>
                  <a:srgbClr val="555555"/>
                </a:solidFill>
                <a:latin typeface="Calibri"/>
                <a:cs typeface="Calibri"/>
              </a:rPr>
              <a:t>Volume</a:t>
            </a:r>
            <a:r>
              <a:rPr lang="fr-FR" sz="1600" spc="-15" dirty="0" smtClean="0">
                <a:solidFill>
                  <a:srgbClr val="555555"/>
                </a:solidFill>
                <a:latin typeface="Calibri"/>
                <a:cs typeface="Calibri"/>
              </a:rPr>
              <a:t> </a:t>
            </a:r>
            <a:r>
              <a:rPr lang="fr-FR" sz="1600" spc="-45" dirty="0" smtClean="0">
                <a:solidFill>
                  <a:srgbClr val="555555"/>
                </a:solidFill>
                <a:latin typeface="Calibri"/>
                <a:cs typeface="Calibri"/>
              </a:rPr>
              <a:t>FAT</a:t>
            </a:r>
            <a:r>
              <a:rPr lang="fr-FR" sz="1600" spc="-5" dirty="0" smtClean="0">
                <a:solidFill>
                  <a:srgbClr val="555555"/>
                </a:solidFill>
                <a:latin typeface="Calibri"/>
                <a:cs typeface="Calibri"/>
              </a:rPr>
              <a:t> </a:t>
            </a:r>
            <a:r>
              <a:rPr lang="fr-FR" sz="1600" dirty="0" smtClean="0">
                <a:solidFill>
                  <a:srgbClr val="555555"/>
                </a:solidFill>
                <a:latin typeface="Calibri"/>
                <a:cs typeface="Calibri"/>
              </a:rPr>
              <a:t>est</a:t>
            </a:r>
            <a:r>
              <a:rPr lang="fr-FR" sz="1600" spc="-40" dirty="0" smtClean="0">
                <a:solidFill>
                  <a:srgbClr val="555555"/>
                </a:solidFill>
                <a:latin typeface="Calibri"/>
                <a:cs typeface="Calibri"/>
              </a:rPr>
              <a:t> </a:t>
            </a:r>
            <a:r>
              <a:rPr lang="fr-FR" sz="1600" spc="-10" dirty="0" smtClean="0">
                <a:solidFill>
                  <a:srgbClr val="555555"/>
                </a:solidFill>
                <a:latin typeface="Calibri"/>
                <a:cs typeface="Calibri"/>
              </a:rPr>
              <a:t>organisé</a:t>
            </a:r>
            <a:r>
              <a:rPr lang="fr-FR" sz="1600" spc="-15" dirty="0" smtClean="0">
                <a:solidFill>
                  <a:srgbClr val="555555"/>
                </a:solidFill>
                <a:latin typeface="Calibri"/>
                <a:cs typeface="Calibri"/>
              </a:rPr>
              <a:t> </a:t>
            </a:r>
            <a:r>
              <a:rPr lang="fr-FR" sz="1600" dirty="0" smtClean="0">
                <a:solidFill>
                  <a:srgbClr val="555555"/>
                </a:solidFill>
                <a:latin typeface="Calibri"/>
                <a:cs typeface="Calibri"/>
              </a:rPr>
              <a:t>comme suit</a:t>
            </a:r>
            <a:r>
              <a:rPr lang="fr-FR" sz="1600" spc="-30" dirty="0" smtClean="0">
                <a:solidFill>
                  <a:srgbClr val="555555"/>
                </a:solidFill>
                <a:latin typeface="Calibri"/>
                <a:cs typeface="Calibri"/>
              </a:rPr>
              <a:t> :</a:t>
            </a:r>
          </a:p>
          <a:p>
            <a:pPr marL="12700">
              <a:lnSpc>
                <a:spcPct val="100000"/>
              </a:lnSpc>
            </a:pPr>
            <a:endParaRPr lang="fr-FR" sz="1600" spc="-30" dirty="0" smtClean="0">
              <a:solidFill>
                <a:srgbClr val="555555"/>
              </a:solidFill>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20</a:t>
            </a:fld>
            <a:endParaRPr spc="-25" dirty="0"/>
          </a:p>
        </p:txBody>
      </p:sp>
      <p:sp>
        <p:nvSpPr>
          <p:cNvPr id="16"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7"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graphicFrame>
        <p:nvGraphicFramePr>
          <p:cNvPr id="12" name="object 14"/>
          <p:cNvGraphicFramePr>
            <a:graphicFrameLocks noGrp="1"/>
          </p:cNvGraphicFramePr>
          <p:nvPr>
            <p:extLst>
              <p:ext uri="{D42A27DB-BD31-4B8C-83A1-F6EECF244321}">
                <p14:modId xmlns:p14="http://schemas.microsoft.com/office/powerpoint/2010/main" val="107216788"/>
              </p:ext>
            </p:extLst>
          </p:nvPr>
        </p:nvGraphicFramePr>
        <p:xfrm>
          <a:off x="1219201" y="2687659"/>
          <a:ext cx="10058399" cy="588942"/>
        </p:xfrm>
        <a:graphic>
          <a:graphicData uri="http://schemas.openxmlformats.org/drawingml/2006/table">
            <a:tbl>
              <a:tblPr firstRow="1" bandRow="1">
                <a:tableStyleId>{2D5ABB26-0587-4C30-8999-92F81FD0307C}</a:tableStyleId>
              </a:tblPr>
              <a:tblGrid>
                <a:gridCol w="2122382">
                  <a:extLst>
                    <a:ext uri="{9D8B030D-6E8A-4147-A177-3AD203B41FA5}">
                      <a16:colId xmlns:a16="http://schemas.microsoft.com/office/drawing/2014/main" val="20000"/>
                    </a:ext>
                  </a:extLst>
                </a:gridCol>
                <a:gridCol w="1942579">
                  <a:extLst>
                    <a:ext uri="{9D8B030D-6E8A-4147-A177-3AD203B41FA5}">
                      <a16:colId xmlns:a16="http://schemas.microsoft.com/office/drawing/2014/main" val="20001"/>
                    </a:ext>
                  </a:extLst>
                </a:gridCol>
                <a:gridCol w="2725957">
                  <a:extLst>
                    <a:ext uri="{9D8B030D-6E8A-4147-A177-3AD203B41FA5}">
                      <a16:colId xmlns:a16="http://schemas.microsoft.com/office/drawing/2014/main" val="20002"/>
                    </a:ext>
                  </a:extLst>
                </a:gridCol>
                <a:gridCol w="3267481">
                  <a:extLst>
                    <a:ext uri="{9D8B030D-6E8A-4147-A177-3AD203B41FA5}">
                      <a16:colId xmlns:a16="http://schemas.microsoft.com/office/drawing/2014/main" val="20003"/>
                    </a:ext>
                  </a:extLst>
                </a:gridCol>
              </a:tblGrid>
              <a:tr h="588942">
                <a:tc>
                  <a:txBody>
                    <a:bodyPr/>
                    <a:lstStyle/>
                    <a:p>
                      <a:pPr marL="677545" marR="229870" indent="-442595">
                        <a:lnSpc>
                          <a:spcPct val="100000"/>
                        </a:lnSpc>
                        <a:spcBef>
                          <a:spcPts val="295"/>
                        </a:spcBef>
                      </a:pPr>
                      <a:r>
                        <a:rPr sz="1200" b="1" dirty="0">
                          <a:latin typeface="Calibri"/>
                          <a:cs typeface="Calibri"/>
                        </a:rPr>
                        <a:t>Secteur</a:t>
                      </a:r>
                      <a:r>
                        <a:rPr sz="1200" b="1" spc="-5" dirty="0">
                          <a:latin typeface="Calibri"/>
                          <a:cs typeface="Calibri"/>
                        </a:rPr>
                        <a:t> </a:t>
                      </a:r>
                      <a:r>
                        <a:rPr sz="1200" b="1" spc="-10" dirty="0">
                          <a:latin typeface="Calibri"/>
                          <a:cs typeface="Calibri"/>
                        </a:rPr>
                        <a:t>d'amorçage</a:t>
                      </a:r>
                      <a:r>
                        <a:rPr sz="1200" b="1" spc="-35" dirty="0">
                          <a:latin typeface="Calibri"/>
                          <a:cs typeface="Calibri"/>
                        </a:rPr>
                        <a:t> </a:t>
                      </a:r>
                      <a:r>
                        <a:rPr sz="1200" b="1" spc="-25" dirty="0">
                          <a:latin typeface="Calibri"/>
                          <a:cs typeface="Calibri"/>
                        </a:rPr>
                        <a:t>de </a:t>
                      </a:r>
                      <a:r>
                        <a:rPr sz="1200" b="1" spc="-10" dirty="0">
                          <a:latin typeface="Calibri"/>
                          <a:cs typeface="Calibri"/>
                        </a:rPr>
                        <a:t>partition</a:t>
                      </a:r>
                      <a:endParaRPr sz="1200" dirty="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D9D9"/>
                    </a:solidFill>
                  </a:tcPr>
                </a:tc>
                <a:tc>
                  <a:txBody>
                    <a:bodyPr/>
                    <a:lstStyle/>
                    <a:p>
                      <a:pPr marL="647700" marR="184150" indent="-457200">
                        <a:lnSpc>
                          <a:spcPct val="100000"/>
                        </a:lnSpc>
                        <a:spcBef>
                          <a:spcPts val="295"/>
                        </a:spcBef>
                      </a:pPr>
                      <a:r>
                        <a:rPr sz="1200" b="1" spc="-10" dirty="0">
                          <a:latin typeface="Calibri"/>
                          <a:cs typeface="Calibri"/>
                        </a:rPr>
                        <a:t>Table</a:t>
                      </a:r>
                      <a:r>
                        <a:rPr sz="1200" b="1" spc="-5" dirty="0">
                          <a:latin typeface="Calibri"/>
                          <a:cs typeface="Calibri"/>
                        </a:rPr>
                        <a:t> </a:t>
                      </a:r>
                      <a:r>
                        <a:rPr sz="1200" b="1" spc="-10" dirty="0">
                          <a:latin typeface="Calibri"/>
                          <a:cs typeface="Calibri"/>
                        </a:rPr>
                        <a:t>d'allocation</a:t>
                      </a:r>
                      <a:r>
                        <a:rPr sz="1200" b="1" spc="-15" dirty="0">
                          <a:latin typeface="Calibri"/>
                          <a:cs typeface="Calibri"/>
                        </a:rPr>
                        <a:t> </a:t>
                      </a:r>
                      <a:r>
                        <a:rPr sz="1200" b="1" spc="-25" dirty="0">
                          <a:latin typeface="Calibri"/>
                          <a:cs typeface="Calibri"/>
                        </a:rPr>
                        <a:t>des </a:t>
                      </a:r>
                      <a:r>
                        <a:rPr sz="1200" b="1" spc="-10" dirty="0">
                          <a:latin typeface="Calibri"/>
                          <a:cs typeface="Calibri"/>
                        </a:rPr>
                        <a:t>fichiers</a:t>
                      </a:r>
                      <a:endParaRPr sz="1200" dirty="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D9D9"/>
                    </a:solidFill>
                  </a:tcPr>
                </a:tc>
                <a:tc>
                  <a:txBody>
                    <a:bodyPr/>
                    <a:lstStyle/>
                    <a:p>
                      <a:pPr marL="861060" marR="292735" indent="-563880">
                        <a:lnSpc>
                          <a:spcPct val="100000"/>
                        </a:lnSpc>
                        <a:spcBef>
                          <a:spcPts val="295"/>
                        </a:spcBef>
                      </a:pPr>
                      <a:r>
                        <a:rPr sz="1200" b="1" spc="-10" dirty="0">
                          <a:latin typeface="Calibri"/>
                          <a:cs typeface="Calibri"/>
                        </a:rPr>
                        <a:t>Table</a:t>
                      </a:r>
                      <a:r>
                        <a:rPr sz="1200" b="1" spc="-5" dirty="0">
                          <a:latin typeface="Calibri"/>
                          <a:cs typeface="Calibri"/>
                        </a:rPr>
                        <a:t> </a:t>
                      </a:r>
                      <a:r>
                        <a:rPr sz="1200" b="1" spc="-10" dirty="0">
                          <a:latin typeface="Calibri"/>
                          <a:cs typeface="Calibri"/>
                        </a:rPr>
                        <a:t>d'allocation</a:t>
                      </a:r>
                      <a:r>
                        <a:rPr sz="1200" b="1" spc="-15" dirty="0">
                          <a:latin typeface="Calibri"/>
                          <a:cs typeface="Calibri"/>
                        </a:rPr>
                        <a:t> </a:t>
                      </a:r>
                      <a:r>
                        <a:rPr sz="1200" b="1" dirty="0">
                          <a:latin typeface="Calibri"/>
                          <a:cs typeface="Calibri"/>
                        </a:rPr>
                        <a:t>des</a:t>
                      </a:r>
                      <a:r>
                        <a:rPr sz="1200" b="1" spc="-25" dirty="0">
                          <a:latin typeface="Calibri"/>
                          <a:cs typeface="Calibri"/>
                        </a:rPr>
                        <a:t> </a:t>
                      </a:r>
                      <a:r>
                        <a:rPr sz="1200" b="1" spc="-10" dirty="0">
                          <a:latin typeface="Calibri"/>
                          <a:cs typeface="Calibri"/>
                        </a:rPr>
                        <a:t>fichiers (dupliquée)</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D9D9"/>
                    </a:solidFill>
                  </a:tcPr>
                </a:tc>
                <a:tc>
                  <a:txBody>
                    <a:bodyPr/>
                    <a:lstStyle/>
                    <a:p>
                      <a:pPr marL="925830">
                        <a:lnSpc>
                          <a:spcPct val="100000"/>
                        </a:lnSpc>
                        <a:spcBef>
                          <a:spcPts val="295"/>
                        </a:spcBef>
                      </a:pPr>
                      <a:r>
                        <a:rPr sz="1200" b="1" spc="-10" dirty="0">
                          <a:latin typeface="Calibri"/>
                          <a:cs typeface="Calibri"/>
                        </a:rPr>
                        <a:t>Répertoire</a:t>
                      </a:r>
                      <a:r>
                        <a:rPr sz="1200" b="1" spc="5" dirty="0">
                          <a:latin typeface="Calibri"/>
                          <a:cs typeface="Calibri"/>
                        </a:rPr>
                        <a:t> </a:t>
                      </a:r>
                      <a:r>
                        <a:rPr sz="1200" b="1" spc="-10" dirty="0">
                          <a:latin typeface="Calibri"/>
                          <a:cs typeface="Calibri"/>
                        </a:rPr>
                        <a:t>racine</a:t>
                      </a:r>
                      <a:endParaRPr sz="1200" dirty="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sp>
        <p:nvSpPr>
          <p:cNvPr id="7" name="Rectangle 6"/>
          <p:cNvSpPr/>
          <p:nvPr/>
        </p:nvSpPr>
        <p:spPr>
          <a:xfrm>
            <a:off x="629444" y="3533402"/>
            <a:ext cx="11052174" cy="2487861"/>
          </a:xfrm>
          <a:prstGeom prst="rect">
            <a:avLst/>
          </a:prstGeom>
        </p:spPr>
        <p:txBody>
          <a:bodyPr wrap="square">
            <a:spAutoFit/>
          </a:bodyPr>
          <a:lstStyle/>
          <a:p>
            <a:pPr marL="298450" indent="-285750">
              <a:lnSpc>
                <a:spcPct val="100000"/>
              </a:lnSpc>
              <a:spcBef>
                <a:spcPts val="100"/>
              </a:spcBef>
              <a:buFont typeface="Arial" panose="020B0604020202020204" pitchFamily="34" charset="0"/>
              <a:buChar char="•"/>
            </a:pPr>
            <a:r>
              <a:rPr lang="fr-FR" sz="1600" b="1" dirty="0" smtClean="0">
                <a:solidFill>
                  <a:srgbClr val="0058A0"/>
                </a:solidFill>
                <a:latin typeface="Calibri"/>
                <a:cs typeface="Calibri"/>
              </a:rPr>
              <a:t>Secteur </a:t>
            </a:r>
            <a:r>
              <a:rPr lang="fr-FR" sz="1600" b="1" spc="-20" dirty="0" smtClean="0">
                <a:solidFill>
                  <a:srgbClr val="0058A0"/>
                </a:solidFill>
                <a:latin typeface="Calibri"/>
                <a:cs typeface="Calibri"/>
              </a:rPr>
              <a:t>d’amorçage</a:t>
            </a:r>
            <a:r>
              <a:rPr lang="fr-FR" sz="1600" b="1" spc="-30" dirty="0" smtClean="0">
                <a:solidFill>
                  <a:srgbClr val="0058A0"/>
                </a:solidFill>
                <a:latin typeface="Calibri"/>
                <a:cs typeface="Calibri"/>
              </a:rPr>
              <a:t> </a:t>
            </a:r>
            <a:r>
              <a:rPr lang="fr-FR" sz="1600" b="1" dirty="0" smtClean="0">
                <a:solidFill>
                  <a:srgbClr val="0058A0"/>
                </a:solidFill>
                <a:latin typeface="Calibri"/>
                <a:cs typeface="Calibri"/>
              </a:rPr>
              <a:t>de</a:t>
            </a:r>
            <a:r>
              <a:rPr lang="fr-FR" sz="1600" b="1" spc="15" dirty="0" smtClean="0">
                <a:solidFill>
                  <a:srgbClr val="0058A0"/>
                </a:solidFill>
                <a:latin typeface="Calibri"/>
                <a:cs typeface="Calibri"/>
              </a:rPr>
              <a:t> </a:t>
            </a:r>
            <a:r>
              <a:rPr lang="fr-FR" sz="1600" b="1" spc="-10" dirty="0" smtClean="0">
                <a:solidFill>
                  <a:srgbClr val="0058A0"/>
                </a:solidFill>
                <a:latin typeface="Calibri"/>
                <a:cs typeface="Calibri"/>
              </a:rPr>
              <a:t>partition</a:t>
            </a:r>
          </a:p>
          <a:p>
            <a:pPr marL="12700">
              <a:lnSpc>
                <a:spcPct val="100000"/>
              </a:lnSpc>
              <a:spcBef>
                <a:spcPts val="100"/>
              </a:spcBef>
            </a:pPr>
            <a:r>
              <a:rPr lang="fr-FR" sz="1600" b="1" spc="-10" dirty="0">
                <a:solidFill>
                  <a:srgbClr val="0058A0"/>
                </a:solidFill>
                <a:latin typeface="Calibri"/>
                <a:cs typeface="Calibri"/>
              </a:rPr>
              <a:t> </a:t>
            </a:r>
            <a:r>
              <a:rPr lang="fr-FR" sz="1600" b="1" spc="-10" dirty="0" smtClean="0">
                <a:solidFill>
                  <a:srgbClr val="0058A0"/>
                </a:solidFill>
                <a:latin typeface="Calibri"/>
                <a:cs typeface="Calibri"/>
              </a:rPr>
              <a:t>      </a:t>
            </a:r>
            <a:r>
              <a:rPr lang="fr-FR" sz="1600" dirty="0" smtClean="0">
                <a:solidFill>
                  <a:srgbClr val="555555"/>
                </a:solidFill>
                <a:latin typeface="Calibri"/>
                <a:cs typeface="Calibri"/>
              </a:rPr>
              <a:t>Le</a:t>
            </a:r>
            <a:r>
              <a:rPr lang="fr-FR" sz="1600" spc="130" dirty="0" smtClean="0">
                <a:solidFill>
                  <a:srgbClr val="555555"/>
                </a:solidFill>
                <a:latin typeface="Calibri"/>
                <a:cs typeface="Calibri"/>
              </a:rPr>
              <a:t> </a:t>
            </a:r>
            <a:r>
              <a:rPr lang="fr-FR" sz="1600" dirty="0" smtClean="0">
                <a:solidFill>
                  <a:srgbClr val="555555"/>
                </a:solidFill>
                <a:latin typeface="Calibri"/>
                <a:cs typeface="Calibri"/>
              </a:rPr>
              <a:t>secteur</a:t>
            </a:r>
            <a:r>
              <a:rPr lang="fr-FR" sz="1600" spc="120" dirty="0" smtClean="0">
                <a:solidFill>
                  <a:srgbClr val="555555"/>
                </a:solidFill>
                <a:latin typeface="Calibri"/>
                <a:cs typeface="Calibri"/>
              </a:rPr>
              <a:t> </a:t>
            </a:r>
            <a:r>
              <a:rPr lang="fr-FR" sz="1600" dirty="0" smtClean="0">
                <a:solidFill>
                  <a:srgbClr val="555555"/>
                </a:solidFill>
                <a:latin typeface="Calibri"/>
                <a:cs typeface="Calibri"/>
              </a:rPr>
              <a:t>d'amorçage</a:t>
            </a:r>
            <a:r>
              <a:rPr lang="fr-FR" sz="1600" spc="130" dirty="0" smtClean="0">
                <a:solidFill>
                  <a:srgbClr val="555555"/>
                </a:solidFill>
                <a:latin typeface="Calibri"/>
                <a:cs typeface="Calibri"/>
              </a:rPr>
              <a:t> </a:t>
            </a:r>
            <a:r>
              <a:rPr lang="fr-FR" sz="1600" dirty="0" smtClean="0">
                <a:solidFill>
                  <a:srgbClr val="555555"/>
                </a:solidFill>
                <a:latin typeface="Calibri"/>
                <a:cs typeface="Calibri"/>
              </a:rPr>
              <a:t>de</a:t>
            </a:r>
            <a:r>
              <a:rPr lang="fr-FR" sz="1600" spc="130" dirty="0" smtClean="0">
                <a:solidFill>
                  <a:srgbClr val="555555"/>
                </a:solidFill>
                <a:latin typeface="Calibri"/>
                <a:cs typeface="Calibri"/>
              </a:rPr>
              <a:t> </a:t>
            </a:r>
            <a:r>
              <a:rPr lang="fr-FR" sz="1600" dirty="0" smtClean="0">
                <a:solidFill>
                  <a:srgbClr val="555555"/>
                </a:solidFill>
                <a:latin typeface="Calibri"/>
                <a:cs typeface="Calibri"/>
              </a:rPr>
              <a:t>partition</a:t>
            </a:r>
            <a:r>
              <a:rPr lang="fr-FR" sz="1600" spc="145" dirty="0" smtClean="0">
                <a:solidFill>
                  <a:srgbClr val="555555"/>
                </a:solidFill>
                <a:latin typeface="Calibri"/>
                <a:cs typeface="Calibri"/>
              </a:rPr>
              <a:t> </a:t>
            </a:r>
            <a:r>
              <a:rPr lang="fr-FR" sz="1600" dirty="0" smtClean="0">
                <a:solidFill>
                  <a:srgbClr val="555555"/>
                </a:solidFill>
                <a:latin typeface="Calibri"/>
                <a:cs typeface="Calibri"/>
              </a:rPr>
              <a:t>contient</a:t>
            </a:r>
            <a:r>
              <a:rPr lang="fr-FR" sz="1600" spc="135" dirty="0" smtClean="0">
                <a:solidFill>
                  <a:srgbClr val="555555"/>
                </a:solidFill>
                <a:latin typeface="Calibri"/>
                <a:cs typeface="Calibri"/>
              </a:rPr>
              <a:t> </a:t>
            </a:r>
            <a:r>
              <a:rPr lang="fr-FR" sz="1600" dirty="0" smtClean="0">
                <a:solidFill>
                  <a:srgbClr val="555555"/>
                </a:solidFill>
                <a:latin typeface="Calibri"/>
                <a:cs typeface="Calibri"/>
              </a:rPr>
              <a:t>des</a:t>
            </a:r>
            <a:r>
              <a:rPr lang="fr-FR" sz="1600" spc="160" dirty="0" smtClean="0">
                <a:solidFill>
                  <a:srgbClr val="555555"/>
                </a:solidFill>
                <a:latin typeface="Calibri"/>
                <a:cs typeface="Calibri"/>
              </a:rPr>
              <a:t> </a:t>
            </a:r>
            <a:r>
              <a:rPr lang="fr-FR" sz="1600" dirty="0" smtClean="0">
                <a:solidFill>
                  <a:srgbClr val="555555"/>
                </a:solidFill>
                <a:latin typeface="Calibri"/>
                <a:cs typeface="Calibri"/>
              </a:rPr>
              <a:t>informations</a:t>
            </a:r>
            <a:r>
              <a:rPr lang="fr-FR" sz="1600" spc="140" dirty="0" smtClean="0">
                <a:solidFill>
                  <a:srgbClr val="555555"/>
                </a:solidFill>
                <a:latin typeface="Calibri"/>
                <a:cs typeface="Calibri"/>
              </a:rPr>
              <a:t> </a:t>
            </a:r>
            <a:r>
              <a:rPr lang="fr-FR" sz="1600" dirty="0" smtClean="0">
                <a:solidFill>
                  <a:srgbClr val="555555"/>
                </a:solidFill>
                <a:latin typeface="Calibri"/>
                <a:cs typeface="Calibri"/>
              </a:rPr>
              <a:t>que</a:t>
            </a:r>
            <a:r>
              <a:rPr lang="fr-FR" sz="1600" spc="150" dirty="0" smtClean="0">
                <a:solidFill>
                  <a:srgbClr val="555555"/>
                </a:solidFill>
                <a:latin typeface="Calibri"/>
                <a:cs typeface="Calibri"/>
              </a:rPr>
              <a:t> </a:t>
            </a:r>
            <a:r>
              <a:rPr lang="fr-FR" sz="1600" dirty="0" smtClean="0">
                <a:solidFill>
                  <a:srgbClr val="555555"/>
                </a:solidFill>
                <a:latin typeface="Calibri"/>
                <a:cs typeface="Calibri"/>
              </a:rPr>
              <a:t>le</a:t>
            </a:r>
            <a:r>
              <a:rPr lang="fr-FR" sz="1600" spc="150" dirty="0" smtClean="0">
                <a:solidFill>
                  <a:srgbClr val="555555"/>
                </a:solidFill>
                <a:latin typeface="Calibri"/>
                <a:cs typeface="Calibri"/>
              </a:rPr>
              <a:t> </a:t>
            </a:r>
            <a:r>
              <a:rPr lang="fr-FR" sz="1600" dirty="0" smtClean="0">
                <a:solidFill>
                  <a:srgbClr val="555555"/>
                </a:solidFill>
                <a:latin typeface="Calibri"/>
                <a:cs typeface="Calibri"/>
              </a:rPr>
              <a:t>système</a:t>
            </a:r>
            <a:r>
              <a:rPr lang="fr-FR" sz="1600" spc="135" dirty="0" smtClean="0">
                <a:solidFill>
                  <a:srgbClr val="555555"/>
                </a:solidFill>
                <a:latin typeface="Calibri"/>
                <a:cs typeface="Calibri"/>
              </a:rPr>
              <a:t> </a:t>
            </a:r>
            <a:r>
              <a:rPr lang="fr-FR" sz="1600" dirty="0" smtClean="0">
                <a:solidFill>
                  <a:srgbClr val="555555"/>
                </a:solidFill>
                <a:latin typeface="Calibri"/>
                <a:cs typeface="Calibri"/>
              </a:rPr>
              <a:t>de</a:t>
            </a:r>
            <a:r>
              <a:rPr lang="fr-FR" sz="1600" spc="130" dirty="0" smtClean="0">
                <a:solidFill>
                  <a:srgbClr val="555555"/>
                </a:solidFill>
                <a:latin typeface="Calibri"/>
                <a:cs typeface="Calibri"/>
              </a:rPr>
              <a:t> </a:t>
            </a:r>
            <a:r>
              <a:rPr lang="fr-FR" sz="1600" dirty="0" smtClean="0">
                <a:solidFill>
                  <a:srgbClr val="555555"/>
                </a:solidFill>
                <a:latin typeface="Calibri"/>
                <a:cs typeface="Calibri"/>
              </a:rPr>
              <a:t>fichiers</a:t>
            </a:r>
            <a:r>
              <a:rPr lang="fr-FR" sz="1600" spc="135" dirty="0" smtClean="0">
                <a:solidFill>
                  <a:srgbClr val="555555"/>
                </a:solidFill>
                <a:latin typeface="Calibri"/>
                <a:cs typeface="Calibri"/>
              </a:rPr>
              <a:t> </a:t>
            </a:r>
            <a:r>
              <a:rPr lang="fr-FR" sz="1600" dirty="0" smtClean="0">
                <a:solidFill>
                  <a:srgbClr val="555555"/>
                </a:solidFill>
                <a:latin typeface="Calibri"/>
                <a:cs typeface="Calibri"/>
              </a:rPr>
              <a:t>utilise</a:t>
            </a:r>
            <a:r>
              <a:rPr lang="fr-FR" sz="1600" spc="155" dirty="0" smtClean="0">
                <a:solidFill>
                  <a:srgbClr val="555555"/>
                </a:solidFill>
                <a:latin typeface="Calibri"/>
                <a:cs typeface="Calibri"/>
              </a:rPr>
              <a:t> </a:t>
            </a:r>
            <a:r>
              <a:rPr lang="fr-FR" sz="1600" dirty="0" smtClean="0">
                <a:solidFill>
                  <a:srgbClr val="555555"/>
                </a:solidFill>
                <a:latin typeface="Calibri"/>
                <a:cs typeface="Calibri"/>
              </a:rPr>
              <a:t>pour</a:t>
            </a:r>
            <a:r>
              <a:rPr lang="fr-FR" sz="1600" spc="120" dirty="0" smtClean="0">
                <a:solidFill>
                  <a:srgbClr val="555555"/>
                </a:solidFill>
                <a:latin typeface="Calibri"/>
                <a:cs typeface="Calibri"/>
              </a:rPr>
              <a:t> </a:t>
            </a:r>
            <a:r>
              <a:rPr lang="fr-FR" sz="1600" dirty="0" smtClean="0">
                <a:solidFill>
                  <a:srgbClr val="555555"/>
                </a:solidFill>
                <a:latin typeface="Calibri"/>
                <a:cs typeface="Calibri"/>
              </a:rPr>
              <a:t>accéder</a:t>
            </a:r>
            <a:r>
              <a:rPr lang="fr-FR" sz="1600" spc="145" dirty="0" smtClean="0">
                <a:solidFill>
                  <a:srgbClr val="555555"/>
                </a:solidFill>
                <a:latin typeface="Calibri"/>
                <a:cs typeface="Calibri"/>
              </a:rPr>
              <a:t> </a:t>
            </a:r>
            <a:r>
              <a:rPr lang="fr-FR" sz="1600" dirty="0" smtClean="0">
                <a:solidFill>
                  <a:srgbClr val="555555"/>
                </a:solidFill>
                <a:latin typeface="Calibri"/>
                <a:cs typeface="Calibri"/>
              </a:rPr>
              <a:t>au</a:t>
            </a:r>
            <a:r>
              <a:rPr lang="fr-FR" sz="1600" spc="120" dirty="0" smtClean="0">
                <a:solidFill>
                  <a:srgbClr val="555555"/>
                </a:solidFill>
                <a:latin typeface="Calibri"/>
                <a:cs typeface="Calibri"/>
              </a:rPr>
              <a:t> </a:t>
            </a:r>
            <a:r>
              <a:rPr lang="fr-FR" sz="1600" dirty="0" smtClean="0">
                <a:solidFill>
                  <a:srgbClr val="555555"/>
                </a:solidFill>
                <a:latin typeface="Calibri"/>
                <a:cs typeface="Calibri"/>
              </a:rPr>
              <a:t>volume.</a:t>
            </a:r>
          </a:p>
          <a:p>
            <a:pPr marL="184150" indent="-171450">
              <a:lnSpc>
                <a:spcPct val="100000"/>
              </a:lnSpc>
              <a:spcBef>
                <a:spcPts val="1440"/>
              </a:spcBef>
              <a:buFont typeface="Arial"/>
              <a:buChar char="•"/>
              <a:tabLst>
                <a:tab pos="184150" algn="l"/>
              </a:tabLst>
            </a:pPr>
            <a:r>
              <a:rPr lang="fr-FR" sz="1600" b="1" spc="-10" dirty="0" smtClean="0">
                <a:solidFill>
                  <a:srgbClr val="0058A0"/>
                </a:solidFill>
                <a:latin typeface="Calibri"/>
                <a:cs typeface="Calibri"/>
              </a:rPr>
              <a:t>   Table</a:t>
            </a:r>
            <a:r>
              <a:rPr lang="fr-FR" sz="1600" b="1" spc="-15" dirty="0" smtClean="0">
                <a:solidFill>
                  <a:srgbClr val="0058A0"/>
                </a:solidFill>
                <a:latin typeface="Calibri"/>
                <a:cs typeface="Calibri"/>
              </a:rPr>
              <a:t> </a:t>
            </a:r>
            <a:r>
              <a:rPr lang="fr-FR" sz="1600" b="1" spc="-10" dirty="0" smtClean="0">
                <a:solidFill>
                  <a:srgbClr val="0058A0"/>
                </a:solidFill>
                <a:latin typeface="Calibri"/>
                <a:cs typeface="Calibri"/>
              </a:rPr>
              <a:t>d’allocation</a:t>
            </a:r>
            <a:r>
              <a:rPr lang="fr-FR" sz="1600" b="1" spc="-30" dirty="0" smtClean="0">
                <a:solidFill>
                  <a:srgbClr val="0058A0"/>
                </a:solidFill>
                <a:latin typeface="Calibri"/>
                <a:cs typeface="Calibri"/>
              </a:rPr>
              <a:t> </a:t>
            </a:r>
            <a:r>
              <a:rPr lang="fr-FR" sz="1600" b="1" dirty="0" smtClean="0">
                <a:solidFill>
                  <a:srgbClr val="0058A0"/>
                </a:solidFill>
                <a:latin typeface="Calibri"/>
                <a:cs typeface="Calibri"/>
              </a:rPr>
              <a:t>des</a:t>
            </a:r>
            <a:r>
              <a:rPr lang="fr-FR" sz="1600" b="1" spc="-15" dirty="0" smtClean="0">
                <a:solidFill>
                  <a:srgbClr val="0058A0"/>
                </a:solidFill>
                <a:latin typeface="Calibri"/>
                <a:cs typeface="Calibri"/>
              </a:rPr>
              <a:t> </a:t>
            </a:r>
            <a:r>
              <a:rPr lang="fr-FR" sz="1600" b="1" spc="-10" dirty="0" smtClean="0">
                <a:solidFill>
                  <a:srgbClr val="0058A0"/>
                </a:solidFill>
                <a:latin typeface="Calibri"/>
                <a:cs typeface="Calibri"/>
              </a:rPr>
              <a:t>fichiers</a:t>
            </a:r>
            <a:endParaRPr lang="fr-FR" sz="1600" dirty="0" smtClean="0">
              <a:latin typeface="Calibri"/>
              <a:cs typeface="Calibri"/>
            </a:endParaRPr>
          </a:p>
          <a:p>
            <a:pPr marL="268288" marR="5080" indent="-257175" algn="just">
              <a:lnSpc>
                <a:spcPct val="200100"/>
              </a:lnSpc>
              <a:tabLst>
                <a:tab pos="182880" algn="l"/>
              </a:tabLst>
            </a:pPr>
            <a:r>
              <a:rPr lang="fr-FR" sz="1600" dirty="0" smtClean="0">
                <a:solidFill>
                  <a:srgbClr val="555555"/>
                </a:solidFill>
                <a:latin typeface="Calibri"/>
                <a:cs typeface="Calibri"/>
              </a:rPr>
              <a:t>     Les</a:t>
            </a:r>
            <a:r>
              <a:rPr lang="fr-FR" sz="1600" spc="85" dirty="0" smtClean="0">
                <a:solidFill>
                  <a:srgbClr val="555555"/>
                </a:solidFill>
                <a:latin typeface="Calibri"/>
                <a:cs typeface="Calibri"/>
              </a:rPr>
              <a:t> </a:t>
            </a:r>
            <a:r>
              <a:rPr lang="fr-FR" sz="1600" dirty="0" smtClean="0">
                <a:solidFill>
                  <a:srgbClr val="555555"/>
                </a:solidFill>
                <a:latin typeface="Calibri"/>
                <a:cs typeface="Calibri"/>
              </a:rPr>
              <a:t>entrées</a:t>
            </a:r>
            <a:r>
              <a:rPr lang="fr-FR" sz="1600" spc="85" dirty="0" smtClean="0">
                <a:solidFill>
                  <a:srgbClr val="555555"/>
                </a:solidFill>
                <a:latin typeface="Calibri"/>
                <a:cs typeface="Calibri"/>
              </a:rPr>
              <a:t> </a:t>
            </a:r>
            <a:r>
              <a:rPr lang="fr-FR" sz="1600" dirty="0" smtClean="0">
                <a:solidFill>
                  <a:srgbClr val="555555"/>
                </a:solidFill>
                <a:latin typeface="Calibri"/>
                <a:cs typeface="Calibri"/>
              </a:rPr>
              <a:t>sont</a:t>
            </a:r>
            <a:r>
              <a:rPr lang="fr-FR" sz="1600" spc="85" dirty="0" smtClean="0">
                <a:solidFill>
                  <a:srgbClr val="555555"/>
                </a:solidFill>
                <a:latin typeface="Calibri"/>
                <a:cs typeface="Calibri"/>
              </a:rPr>
              <a:t> </a:t>
            </a:r>
            <a:r>
              <a:rPr lang="fr-FR" sz="1600" dirty="0" smtClean="0">
                <a:solidFill>
                  <a:srgbClr val="555555"/>
                </a:solidFill>
                <a:latin typeface="Calibri"/>
                <a:cs typeface="Calibri"/>
              </a:rPr>
              <a:t>stockées</a:t>
            </a:r>
            <a:r>
              <a:rPr lang="fr-FR" sz="1600" spc="85" dirty="0" smtClean="0">
                <a:solidFill>
                  <a:srgbClr val="555555"/>
                </a:solidFill>
                <a:latin typeface="Calibri"/>
                <a:cs typeface="Calibri"/>
              </a:rPr>
              <a:t> </a:t>
            </a:r>
            <a:r>
              <a:rPr lang="fr-FR" sz="1600" dirty="0" smtClean="0">
                <a:solidFill>
                  <a:srgbClr val="555555"/>
                </a:solidFill>
                <a:latin typeface="Calibri"/>
                <a:cs typeface="Calibri"/>
              </a:rPr>
              <a:t>dans</a:t>
            </a:r>
            <a:r>
              <a:rPr lang="fr-FR" sz="1600" spc="80" dirty="0" smtClean="0">
                <a:solidFill>
                  <a:srgbClr val="555555"/>
                </a:solidFill>
                <a:latin typeface="Calibri"/>
                <a:cs typeface="Calibri"/>
              </a:rPr>
              <a:t> </a:t>
            </a:r>
            <a:r>
              <a:rPr lang="fr-FR" sz="1600" dirty="0" smtClean="0">
                <a:solidFill>
                  <a:srgbClr val="555555"/>
                </a:solidFill>
                <a:latin typeface="Calibri"/>
                <a:cs typeface="Calibri"/>
              </a:rPr>
              <a:t>une</a:t>
            </a:r>
            <a:r>
              <a:rPr lang="fr-FR" sz="1600" spc="75" dirty="0" smtClean="0">
                <a:solidFill>
                  <a:srgbClr val="555555"/>
                </a:solidFill>
                <a:latin typeface="Calibri"/>
                <a:cs typeface="Calibri"/>
              </a:rPr>
              <a:t> </a:t>
            </a:r>
            <a:r>
              <a:rPr lang="fr-FR" sz="1600" dirty="0" smtClean="0">
                <a:solidFill>
                  <a:srgbClr val="555555"/>
                </a:solidFill>
                <a:latin typeface="Calibri"/>
                <a:cs typeface="Calibri"/>
              </a:rPr>
              <a:t>table</a:t>
            </a:r>
            <a:r>
              <a:rPr lang="fr-FR" sz="1600" spc="80" dirty="0" smtClean="0">
                <a:solidFill>
                  <a:srgbClr val="555555"/>
                </a:solidFill>
                <a:latin typeface="Calibri"/>
                <a:cs typeface="Calibri"/>
              </a:rPr>
              <a:t> </a:t>
            </a:r>
            <a:r>
              <a:rPr lang="fr-FR" sz="1600" dirty="0" smtClean="0">
                <a:solidFill>
                  <a:srgbClr val="555555"/>
                </a:solidFill>
                <a:latin typeface="Calibri"/>
                <a:cs typeface="Calibri"/>
              </a:rPr>
              <a:t>qui</a:t>
            </a:r>
            <a:r>
              <a:rPr lang="fr-FR" sz="1600" spc="60" dirty="0" smtClean="0">
                <a:solidFill>
                  <a:srgbClr val="555555"/>
                </a:solidFill>
                <a:latin typeface="Calibri"/>
                <a:cs typeface="Calibri"/>
              </a:rPr>
              <a:t> </a:t>
            </a:r>
            <a:r>
              <a:rPr lang="fr-FR" sz="1600" dirty="0" smtClean="0">
                <a:solidFill>
                  <a:srgbClr val="555555"/>
                </a:solidFill>
                <a:latin typeface="Calibri"/>
                <a:cs typeface="Calibri"/>
              </a:rPr>
              <a:t>réside</a:t>
            </a:r>
            <a:r>
              <a:rPr lang="fr-FR" sz="1600" spc="80" dirty="0" smtClean="0">
                <a:solidFill>
                  <a:srgbClr val="555555"/>
                </a:solidFill>
                <a:latin typeface="Calibri"/>
                <a:cs typeface="Calibri"/>
              </a:rPr>
              <a:t> </a:t>
            </a:r>
            <a:r>
              <a:rPr lang="fr-FR" sz="1600" dirty="0" smtClean="0">
                <a:solidFill>
                  <a:srgbClr val="555555"/>
                </a:solidFill>
                <a:latin typeface="Calibri"/>
                <a:cs typeface="Calibri"/>
              </a:rPr>
              <a:t>au</a:t>
            </a:r>
            <a:r>
              <a:rPr lang="fr-FR" sz="1600" spc="70" dirty="0" smtClean="0">
                <a:solidFill>
                  <a:srgbClr val="555555"/>
                </a:solidFill>
                <a:latin typeface="Calibri"/>
                <a:cs typeface="Calibri"/>
              </a:rPr>
              <a:t> </a:t>
            </a:r>
            <a:r>
              <a:rPr lang="fr-FR" sz="1600" dirty="0" smtClean="0">
                <a:solidFill>
                  <a:srgbClr val="555555"/>
                </a:solidFill>
                <a:latin typeface="Calibri"/>
                <a:cs typeface="Calibri"/>
              </a:rPr>
              <a:t>début</a:t>
            </a:r>
            <a:r>
              <a:rPr lang="fr-FR" sz="1600" spc="75" dirty="0" smtClean="0">
                <a:solidFill>
                  <a:srgbClr val="555555"/>
                </a:solidFill>
                <a:latin typeface="Calibri"/>
                <a:cs typeface="Calibri"/>
              </a:rPr>
              <a:t> </a:t>
            </a:r>
            <a:r>
              <a:rPr lang="fr-FR" sz="1600" dirty="0" smtClean="0">
                <a:solidFill>
                  <a:srgbClr val="555555"/>
                </a:solidFill>
                <a:latin typeface="Calibri"/>
                <a:cs typeface="Calibri"/>
              </a:rPr>
              <a:t>du</a:t>
            </a:r>
            <a:r>
              <a:rPr lang="fr-FR" sz="1600" spc="70" dirty="0" smtClean="0">
                <a:solidFill>
                  <a:srgbClr val="555555"/>
                </a:solidFill>
                <a:latin typeface="Calibri"/>
                <a:cs typeface="Calibri"/>
              </a:rPr>
              <a:t> </a:t>
            </a:r>
            <a:r>
              <a:rPr lang="fr-FR" sz="1600" dirty="0" smtClean="0">
                <a:solidFill>
                  <a:srgbClr val="555555"/>
                </a:solidFill>
                <a:latin typeface="Calibri"/>
                <a:cs typeface="Calibri"/>
              </a:rPr>
              <a:t>volume.</a:t>
            </a:r>
            <a:r>
              <a:rPr lang="fr-FR" sz="1600" spc="85" dirty="0" smtClean="0">
                <a:solidFill>
                  <a:srgbClr val="555555"/>
                </a:solidFill>
                <a:latin typeface="Calibri"/>
                <a:cs typeface="Calibri"/>
              </a:rPr>
              <a:t> </a:t>
            </a:r>
            <a:r>
              <a:rPr lang="fr-FR" sz="1600" dirty="0" smtClean="0">
                <a:solidFill>
                  <a:srgbClr val="555555"/>
                </a:solidFill>
                <a:latin typeface="Calibri"/>
                <a:cs typeface="Calibri"/>
              </a:rPr>
              <a:t>Pour</a:t>
            </a:r>
            <a:r>
              <a:rPr lang="fr-FR" sz="1600" spc="60" dirty="0" smtClean="0">
                <a:solidFill>
                  <a:srgbClr val="555555"/>
                </a:solidFill>
                <a:latin typeface="Calibri"/>
                <a:cs typeface="Calibri"/>
              </a:rPr>
              <a:t> </a:t>
            </a:r>
            <a:r>
              <a:rPr lang="fr-FR" sz="1600" dirty="0" smtClean="0">
                <a:solidFill>
                  <a:srgbClr val="555555"/>
                </a:solidFill>
                <a:latin typeface="Calibri"/>
                <a:cs typeface="Calibri"/>
              </a:rPr>
              <a:t>protéger</a:t>
            </a:r>
            <a:r>
              <a:rPr lang="fr-FR" sz="1600" spc="70" dirty="0" smtClean="0">
                <a:solidFill>
                  <a:srgbClr val="555555"/>
                </a:solidFill>
                <a:latin typeface="Calibri"/>
                <a:cs typeface="Calibri"/>
              </a:rPr>
              <a:t> </a:t>
            </a:r>
            <a:r>
              <a:rPr lang="fr-FR" sz="1600" dirty="0" smtClean="0">
                <a:solidFill>
                  <a:srgbClr val="555555"/>
                </a:solidFill>
                <a:latin typeface="Calibri"/>
                <a:cs typeface="Calibri"/>
              </a:rPr>
              <a:t>le</a:t>
            </a:r>
            <a:r>
              <a:rPr lang="fr-FR" sz="1600" spc="80" dirty="0" smtClean="0">
                <a:solidFill>
                  <a:srgbClr val="555555"/>
                </a:solidFill>
                <a:latin typeface="Calibri"/>
                <a:cs typeface="Calibri"/>
              </a:rPr>
              <a:t> </a:t>
            </a:r>
            <a:r>
              <a:rPr lang="fr-FR" sz="1600" dirty="0" smtClean="0">
                <a:solidFill>
                  <a:srgbClr val="555555"/>
                </a:solidFill>
                <a:latin typeface="Calibri"/>
                <a:cs typeface="Calibri"/>
              </a:rPr>
              <a:t>volume,</a:t>
            </a:r>
            <a:r>
              <a:rPr lang="fr-FR" sz="1600" spc="60" dirty="0" smtClean="0">
                <a:solidFill>
                  <a:srgbClr val="555555"/>
                </a:solidFill>
                <a:latin typeface="Calibri"/>
                <a:cs typeface="Calibri"/>
              </a:rPr>
              <a:t> </a:t>
            </a:r>
            <a:r>
              <a:rPr lang="fr-FR" sz="1600" dirty="0" smtClean="0">
                <a:solidFill>
                  <a:srgbClr val="555555"/>
                </a:solidFill>
                <a:latin typeface="Calibri"/>
                <a:cs typeface="Calibri"/>
              </a:rPr>
              <a:t>deux</a:t>
            </a:r>
            <a:r>
              <a:rPr lang="fr-FR" sz="1600" spc="90" dirty="0" smtClean="0">
                <a:solidFill>
                  <a:srgbClr val="555555"/>
                </a:solidFill>
                <a:latin typeface="Calibri"/>
                <a:cs typeface="Calibri"/>
              </a:rPr>
              <a:t> </a:t>
            </a:r>
            <a:r>
              <a:rPr lang="fr-FR" sz="1600" dirty="0" smtClean="0">
                <a:solidFill>
                  <a:srgbClr val="555555"/>
                </a:solidFill>
                <a:latin typeface="Calibri"/>
                <a:cs typeface="Calibri"/>
              </a:rPr>
              <a:t>exemplaires</a:t>
            </a:r>
            <a:r>
              <a:rPr lang="fr-FR" sz="1600" spc="85" dirty="0" smtClean="0">
                <a:solidFill>
                  <a:srgbClr val="555555"/>
                </a:solidFill>
                <a:latin typeface="Calibri"/>
                <a:cs typeface="Calibri"/>
              </a:rPr>
              <a:t> </a:t>
            </a:r>
            <a:r>
              <a:rPr lang="fr-FR" sz="1600" dirty="0" smtClean="0">
                <a:solidFill>
                  <a:srgbClr val="555555"/>
                </a:solidFill>
                <a:latin typeface="Calibri"/>
                <a:cs typeface="Calibri"/>
              </a:rPr>
              <a:t>de</a:t>
            </a:r>
            <a:r>
              <a:rPr lang="fr-FR" sz="1600" spc="80" dirty="0" smtClean="0">
                <a:solidFill>
                  <a:srgbClr val="555555"/>
                </a:solidFill>
                <a:latin typeface="Calibri"/>
                <a:cs typeface="Calibri"/>
              </a:rPr>
              <a:t> </a:t>
            </a:r>
            <a:r>
              <a:rPr lang="fr-FR" sz="1600" dirty="0" smtClean="0">
                <a:solidFill>
                  <a:srgbClr val="555555"/>
                </a:solidFill>
                <a:latin typeface="Calibri"/>
                <a:cs typeface="Calibri"/>
              </a:rPr>
              <a:t>tables</a:t>
            </a:r>
            <a:r>
              <a:rPr lang="fr-FR" sz="1600" spc="85" dirty="0" smtClean="0">
                <a:solidFill>
                  <a:srgbClr val="555555"/>
                </a:solidFill>
                <a:latin typeface="Calibri"/>
                <a:cs typeface="Calibri"/>
              </a:rPr>
              <a:t>    </a:t>
            </a:r>
            <a:r>
              <a:rPr lang="fr-FR" sz="1600" dirty="0" smtClean="0">
                <a:solidFill>
                  <a:srgbClr val="555555"/>
                </a:solidFill>
                <a:latin typeface="Calibri"/>
                <a:cs typeface="Calibri"/>
              </a:rPr>
              <a:t>sont</a:t>
            </a:r>
            <a:r>
              <a:rPr lang="fr-FR" sz="1600" spc="85" dirty="0" smtClean="0">
                <a:solidFill>
                  <a:srgbClr val="555555"/>
                </a:solidFill>
                <a:latin typeface="Calibri"/>
                <a:cs typeface="Calibri"/>
              </a:rPr>
              <a:t> </a:t>
            </a:r>
            <a:r>
              <a:rPr lang="fr-FR" sz="1600" dirty="0" smtClean="0">
                <a:solidFill>
                  <a:srgbClr val="555555"/>
                </a:solidFill>
                <a:latin typeface="Calibri"/>
                <a:cs typeface="Calibri"/>
              </a:rPr>
              <a:t>conservés,</a:t>
            </a:r>
            <a:r>
              <a:rPr lang="fr-FR" sz="1600" spc="65" dirty="0" smtClean="0">
                <a:solidFill>
                  <a:srgbClr val="555555"/>
                </a:solidFill>
                <a:latin typeface="Calibri"/>
                <a:cs typeface="Calibri"/>
              </a:rPr>
              <a:t> </a:t>
            </a:r>
            <a:r>
              <a:rPr lang="fr-FR" sz="1600" dirty="0" smtClean="0">
                <a:solidFill>
                  <a:srgbClr val="555555"/>
                </a:solidFill>
                <a:latin typeface="Calibri"/>
                <a:cs typeface="Calibri"/>
              </a:rPr>
              <a:t>au</a:t>
            </a:r>
            <a:r>
              <a:rPr lang="fr-FR" sz="1600" spc="70" dirty="0" smtClean="0">
                <a:solidFill>
                  <a:srgbClr val="555555"/>
                </a:solidFill>
                <a:latin typeface="Calibri"/>
                <a:cs typeface="Calibri"/>
              </a:rPr>
              <a:t> </a:t>
            </a:r>
            <a:r>
              <a:rPr lang="fr-FR" sz="1600" dirty="0" smtClean="0">
                <a:solidFill>
                  <a:srgbClr val="555555"/>
                </a:solidFill>
                <a:latin typeface="Calibri"/>
                <a:cs typeface="Calibri"/>
              </a:rPr>
              <a:t>cas</a:t>
            </a:r>
            <a:r>
              <a:rPr lang="fr-FR" sz="1600" spc="80" dirty="0" smtClean="0">
                <a:solidFill>
                  <a:srgbClr val="555555"/>
                </a:solidFill>
                <a:latin typeface="Calibri"/>
                <a:cs typeface="Calibri"/>
              </a:rPr>
              <a:t> </a:t>
            </a:r>
            <a:r>
              <a:rPr lang="fr-FR" sz="1600" dirty="0" smtClean="0">
                <a:solidFill>
                  <a:srgbClr val="555555"/>
                </a:solidFill>
                <a:latin typeface="Calibri"/>
                <a:cs typeface="Calibri"/>
              </a:rPr>
              <a:t>où</a:t>
            </a:r>
            <a:r>
              <a:rPr lang="fr-FR" sz="1600" spc="70" dirty="0" smtClean="0">
                <a:solidFill>
                  <a:srgbClr val="555555"/>
                </a:solidFill>
                <a:latin typeface="Calibri"/>
                <a:cs typeface="Calibri"/>
              </a:rPr>
              <a:t> </a:t>
            </a:r>
            <a:r>
              <a:rPr lang="fr-FR" sz="1600" dirty="0" smtClean="0">
                <a:solidFill>
                  <a:srgbClr val="555555"/>
                </a:solidFill>
                <a:latin typeface="Calibri"/>
                <a:cs typeface="Calibri"/>
              </a:rPr>
              <a:t>l'un</a:t>
            </a:r>
            <a:r>
              <a:rPr lang="fr-FR" sz="1600" spc="75" dirty="0" smtClean="0">
                <a:solidFill>
                  <a:srgbClr val="555555"/>
                </a:solidFill>
                <a:latin typeface="Calibri"/>
                <a:cs typeface="Calibri"/>
              </a:rPr>
              <a:t> </a:t>
            </a:r>
            <a:r>
              <a:rPr lang="fr-FR" sz="1600" spc="-10" dirty="0" smtClean="0">
                <a:solidFill>
                  <a:srgbClr val="555555"/>
                </a:solidFill>
                <a:latin typeface="Calibri"/>
                <a:cs typeface="Calibri"/>
              </a:rPr>
              <a:t>serait </a:t>
            </a:r>
            <a:r>
              <a:rPr lang="fr-FR" sz="1600" dirty="0" smtClean="0">
                <a:solidFill>
                  <a:srgbClr val="555555"/>
                </a:solidFill>
                <a:latin typeface="Calibri"/>
                <a:cs typeface="Calibri"/>
              </a:rPr>
              <a:t>endommagé.</a:t>
            </a:r>
            <a:r>
              <a:rPr lang="fr-FR" sz="1600" spc="5" dirty="0" smtClean="0">
                <a:solidFill>
                  <a:srgbClr val="555555"/>
                </a:solidFill>
                <a:latin typeface="Calibri"/>
                <a:cs typeface="Calibri"/>
              </a:rPr>
              <a:t> </a:t>
            </a:r>
            <a:r>
              <a:rPr lang="fr-FR" sz="1600" dirty="0" smtClean="0">
                <a:solidFill>
                  <a:srgbClr val="555555"/>
                </a:solidFill>
                <a:latin typeface="Calibri"/>
                <a:cs typeface="Calibri"/>
              </a:rPr>
              <a:t>Les</a:t>
            </a:r>
            <a:r>
              <a:rPr lang="fr-FR" sz="1600" spc="10" dirty="0" smtClean="0">
                <a:solidFill>
                  <a:srgbClr val="555555"/>
                </a:solidFill>
                <a:latin typeface="Calibri"/>
                <a:cs typeface="Calibri"/>
              </a:rPr>
              <a:t> </a:t>
            </a:r>
            <a:r>
              <a:rPr lang="fr-FR" sz="1600" dirty="0" smtClean="0">
                <a:solidFill>
                  <a:srgbClr val="555555"/>
                </a:solidFill>
                <a:latin typeface="Calibri"/>
                <a:cs typeface="Calibri"/>
              </a:rPr>
              <a:t>tables</a:t>
            </a:r>
            <a:r>
              <a:rPr lang="fr-FR" sz="1600" spc="15" dirty="0" smtClean="0">
                <a:solidFill>
                  <a:srgbClr val="555555"/>
                </a:solidFill>
                <a:latin typeface="Calibri"/>
                <a:cs typeface="Calibri"/>
              </a:rPr>
              <a:t> </a:t>
            </a:r>
            <a:r>
              <a:rPr lang="fr-FR" sz="1600" dirty="0" smtClean="0">
                <a:solidFill>
                  <a:srgbClr val="555555"/>
                </a:solidFill>
                <a:latin typeface="Calibri"/>
                <a:cs typeface="Calibri"/>
              </a:rPr>
              <a:t>d'allocation</a:t>
            </a:r>
            <a:r>
              <a:rPr lang="fr-FR" sz="1600" spc="20" dirty="0" smtClean="0">
                <a:solidFill>
                  <a:srgbClr val="555555"/>
                </a:solidFill>
                <a:latin typeface="Calibri"/>
                <a:cs typeface="Calibri"/>
              </a:rPr>
              <a:t> </a:t>
            </a:r>
            <a:r>
              <a:rPr lang="fr-FR" sz="1600" dirty="0" smtClean="0">
                <a:solidFill>
                  <a:srgbClr val="555555"/>
                </a:solidFill>
                <a:latin typeface="Calibri"/>
                <a:cs typeface="Calibri"/>
              </a:rPr>
              <a:t>des</a:t>
            </a:r>
            <a:r>
              <a:rPr lang="fr-FR" sz="1600" spc="10" dirty="0" smtClean="0">
                <a:solidFill>
                  <a:srgbClr val="555555"/>
                </a:solidFill>
                <a:latin typeface="Calibri"/>
                <a:cs typeface="Calibri"/>
              </a:rPr>
              <a:t> </a:t>
            </a:r>
            <a:r>
              <a:rPr lang="fr-FR" sz="1600" dirty="0" smtClean="0">
                <a:solidFill>
                  <a:srgbClr val="555555"/>
                </a:solidFill>
                <a:latin typeface="Calibri"/>
                <a:cs typeface="Calibri"/>
              </a:rPr>
              <a:t>fichiers</a:t>
            </a:r>
            <a:r>
              <a:rPr lang="fr-FR" sz="1600" spc="20" dirty="0" smtClean="0">
                <a:solidFill>
                  <a:srgbClr val="555555"/>
                </a:solidFill>
                <a:latin typeface="Calibri"/>
                <a:cs typeface="Calibri"/>
              </a:rPr>
              <a:t> </a:t>
            </a:r>
            <a:r>
              <a:rPr lang="fr-FR" sz="1600" dirty="0" smtClean="0">
                <a:solidFill>
                  <a:srgbClr val="555555"/>
                </a:solidFill>
                <a:latin typeface="Calibri"/>
                <a:cs typeface="Calibri"/>
              </a:rPr>
              <a:t>doivent</a:t>
            </a:r>
            <a:r>
              <a:rPr lang="fr-FR" sz="1600" spc="10" dirty="0" smtClean="0">
                <a:solidFill>
                  <a:srgbClr val="555555"/>
                </a:solidFill>
                <a:latin typeface="Calibri"/>
                <a:cs typeface="Calibri"/>
              </a:rPr>
              <a:t> </a:t>
            </a:r>
            <a:r>
              <a:rPr lang="fr-FR" sz="1600" dirty="0" smtClean="0">
                <a:solidFill>
                  <a:srgbClr val="555555"/>
                </a:solidFill>
                <a:latin typeface="Calibri"/>
                <a:cs typeface="Calibri"/>
              </a:rPr>
              <a:t>également</a:t>
            </a:r>
            <a:r>
              <a:rPr lang="fr-FR" sz="1600" spc="10" dirty="0" smtClean="0">
                <a:solidFill>
                  <a:srgbClr val="555555"/>
                </a:solidFill>
                <a:latin typeface="Calibri"/>
                <a:cs typeface="Calibri"/>
              </a:rPr>
              <a:t> </a:t>
            </a:r>
            <a:r>
              <a:rPr lang="fr-FR" sz="1600" dirty="0" smtClean="0">
                <a:solidFill>
                  <a:srgbClr val="555555"/>
                </a:solidFill>
                <a:latin typeface="Calibri"/>
                <a:cs typeface="Calibri"/>
              </a:rPr>
              <a:t>être</a:t>
            </a:r>
            <a:r>
              <a:rPr lang="fr-FR" sz="1600" spc="10" dirty="0" smtClean="0">
                <a:solidFill>
                  <a:srgbClr val="555555"/>
                </a:solidFill>
                <a:latin typeface="Calibri"/>
                <a:cs typeface="Calibri"/>
              </a:rPr>
              <a:t> </a:t>
            </a:r>
            <a:r>
              <a:rPr lang="fr-FR" sz="1600" spc="-10" dirty="0" smtClean="0">
                <a:solidFill>
                  <a:srgbClr val="555555"/>
                </a:solidFill>
                <a:latin typeface="Calibri"/>
                <a:cs typeface="Calibri"/>
              </a:rPr>
              <a:t>stockées</a:t>
            </a:r>
            <a:r>
              <a:rPr lang="fr-FR" sz="1600" spc="10" dirty="0" smtClean="0">
                <a:solidFill>
                  <a:srgbClr val="555555"/>
                </a:solidFill>
                <a:latin typeface="Calibri"/>
                <a:cs typeface="Calibri"/>
              </a:rPr>
              <a:t> </a:t>
            </a:r>
            <a:r>
              <a:rPr lang="fr-FR" sz="1600" dirty="0" smtClean="0">
                <a:solidFill>
                  <a:srgbClr val="555555"/>
                </a:solidFill>
                <a:latin typeface="Calibri"/>
                <a:cs typeface="Calibri"/>
              </a:rPr>
              <a:t>dans</a:t>
            </a:r>
            <a:r>
              <a:rPr lang="fr-FR" sz="1600" spc="15" dirty="0" smtClean="0">
                <a:solidFill>
                  <a:srgbClr val="555555"/>
                </a:solidFill>
                <a:latin typeface="Calibri"/>
                <a:cs typeface="Calibri"/>
              </a:rPr>
              <a:t> </a:t>
            </a:r>
            <a:r>
              <a:rPr lang="fr-FR" sz="1600" dirty="0" smtClean="0">
                <a:solidFill>
                  <a:srgbClr val="555555"/>
                </a:solidFill>
                <a:latin typeface="Calibri"/>
                <a:cs typeface="Calibri"/>
              </a:rPr>
              <a:t>un</a:t>
            </a:r>
            <a:r>
              <a:rPr lang="fr-FR" sz="1600" spc="-5" dirty="0" smtClean="0">
                <a:solidFill>
                  <a:srgbClr val="555555"/>
                </a:solidFill>
                <a:latin typeface="Calibri"/>
                <a:cs typeface="Calibri"/>
              </a:rPr>
              <a:t> </a:t>
            </a:r>
            <a:r>
              <a:rPr lang="fr-FR" sz="1600" dirty="0" smtClean="0">
                <a:solidFill>
                  <a:srgbClr val="555555"/>
                </a:solidFill>
                <a:latin typeface="Calibri"/>
                <a:cs typeface="Calibri"/>
              </a:rPr>
              <a:t>emplacement</a:t>
            </a:r>
            <a:r>
              <a:rPr lang="fr-FR" sz="1600" spc="5" dirty="0" smtClean="0">
                <a:solidFill>
                  <a:srgbClr val="555555"/>
                </a:solidFill>
                <a:latin typeface="Calibri"/>
                <a:cs typeface="Calibri"/>
              </a:rPr>
              <a:t> </a:t>
            </a:r>
            <a:r>
              <a:rPr lang="fr-FR" sz="1600" dirty="0" smtClean="0">
                <a:solidFill>
                  <a:srgbClr val="555555"/>
                </a:solidFill>
                <a:latin typeface="Calibri"/>
                <a:cs typeface="Calibri"/>
              </a:rPr>
              <a:t>fixe</a:t>
            </a:r>
            <a:r>
              <a:rPr lang="fr-FR" sz="1600" spc="5" dirty="0" smtClean="0">
                <a:solidFill>
                  <a:srgbClr val="555555"/>
                </a:solidFill>
                <a:latin typeface="Calibri"/>
                <a:cs typeface="Calibri"/>
              </a:rPr>
              <a:t> </a:t>
            </a:r>
            <a:r>
              <a:rPr lang="fr-FR" sz="1600" dirty="0" smtClean="0">
                <a:solidFill>
                  <a:srgbClr val="555555"/>
                </a:solidFill>
                <a:latin typeface="Calibri"/>
                <a:cs typeface="Calibri"/>
              </a:rPr>
              <a:t>afin</a:t>
            </a:r>
            <a:r>
              <a:rPr lang="fr-FR" sz="1600" spc="-5" dirty="0" smtClean="0">
                <a:solidFill>
                  <a:srgbClr val="555555"/>
                </a:solidFill>
                <a:latin typeface="Calibri"/>
                <a:cs typeface="Calibri"/>
              </a:rPr>
              <a:t> </a:t>
            </a:r>
            <a:r>
              <a:rPr lang="fr-FR" sz="1600" dirty="0" smtClean="0">
                <a:solidFill>
                  <a:srgbClr val="555555"/>
                </a:solidFill>
                <a:latin typeface="Calibri"/>
                <a:cs typeface="Calibri"/>
              </a:rPr>
              <a:t>que</a:t>
            </a:r>
            <a:r>
              <a:rPr lang="fr-FR" sz="1600" spc="25" dirty="0" smtClean="0">
                <a:solidFill>
                  <a:srgbClr val="555555"/>
                </a:solidFill>
                <a:latin typeface="Calibri"/>
                <a:cs typeface="Calibri"/>
              </a:rPr>
              <a:t> </a:t>
            </a:r>
            <a:r>
              <a:rPr lang="fr-FR" sz="1600" dirty="0" smtClean="0">
                <a:solidFill>
                  <a:srgbClr val="555555"/>
                </a:solidFill>
                <a:latin typeface="Calibri"/>
                <a:cs typeface="Calibri"/>
              </a:rPr>
              <a:t>les</a:t>
            </a:r>
            <a:r>
              <a:rPr lang="fr-FR" sz="1600" spc="10" dirty="0" smtClean="0">
                <a:solidFill>
                  <a:srgbClr val="555555"/>
                </a:solidFill>
                <a:latin typeface="Calibri"/>
                <a:cs typeface="Calibri"/>
              </a:rPr>
              <a:t> </a:t>
            </a:r>
            <a:r>
              <a:rPr lang="fr-FR" sz="1600" dirty="0" smtClean="0">
                <a:solidFill>
                  <a:srgbClr val="555555"/>
                </a:solidFill>
                <a:latin typeface="Calibri"/>
                <a:cs typeface="Calibri"/>
              </a:rPr>
              <a:t>fichiers</a:t>
            </a:r>
            <a:r>
              <a:rPr lang="fr-FR" sz="1600" spc="10" dirty="0" smtClean="0">
                <a:solidFill>
                  <a:srgbClr val="555555"/>
                </a:solidFill>
                <a:latin typeface="Calibri"/>
                <a:cs typeface="Calibri"/>
              </a:rPr>
              <a:t> </a:t>
            </a:r>
            <a:r>
              <a:rPr lang="fr-FR" sz="1600" dirty="0" smtClean="0">
                <a:solidFill>
                  <a:srgbClr val="555555"/>
                </a:solidFill>
                <a:latin typeface="Calibri"/>
                <a:cs typeface="Calibri"/>
              </a:rPr>
              <a:t>nécessaires</a:t>
            </a:r>
            <a:r>
              <a:rPr lang="fr-FR" sz="1600" spc="35" dirty="0" smtClean="0">
                <a:solidFill>
                  <a:srgbClr val="555555"/>
                </a:solidFill>
                <a:latin typeface="Calibri"/>
                <a:cs typeface="Calibri"/>
              </a:rPr>
              <a:t> </a:t>
            </a:r>
            <a:r>
              <a:rPr lang="fr-FR" sz="1600" dirty="0" smtClean="0">
                <a:solidFill>
                  <a:srgbClr val="555555"/>
                </a:solidFill>
                <a:latin typeface="Calibri"/>
                <a:cs typeface="Calibri"/>
              </a:rPr>
              <a:t>au</a:t>
            </a:r>
            <a:r>
              <a:rPr lang="fr-FR" sz="1600" spc="-5" dirty="0" smtClean="0">
                <a:solidFill>
                  <a:srgbClr val="555555"/>
                </a:solidFill>
                <a:latin typeface="Calibri"/>
                <a:cs typeface="Calibri"/>
              </a:rPr>
              <a:t> </a:t>
            </a:r>
            <a:r>
              <a:rPr lang="fr-FR" sz="1600" dirty="0" smtClean="0">
                <a:solidFill>
                  <a:srgbClr val="555555"/>
                </a:solidFill>
                <a:latin typeface="Calibri"/>
                <a:cs typeface="Calibri"/>
              </a:rPr>
              <a:t>démarrage</a:t>
            </a:r>
            <a:r>
              <a:rPr lang="fr-FR" sz="1600" spc="10" dirty="0" smtClean="0">
                <a:solidFill>
                  <a:srgbClr val="555555"/>
                </a:solidFill>
                <a:latin typeface="Calibri"/>
                <a:cs typeface="Calibri"/>
              </a:rPr>
              <a:t> </a:t>
            </a:r>
            <a:r>
              <a:rPr lang="fr-FR" sz="1600" dirty="0" smtClean="0">
                <a:solidFill>
                  <a:srgbClr val="555555"/>
                </a:solidFill>
                <a:latin typeface="Calibri"/>
                <a:cs typeface="Calibri"/>
              </a:rPr>
              <a:t>du</a:t>
            </a:r>
            <a:r>
              <a:rPr lang="fr-FR" sz="1600" spc="-5" dirty="0" smtClean="0">
                <a:solidFill>
                  <a:srgbClr val="555555"/>
                </a:solidFill>
                <a:latin typeface="Calibri"/>
                <a:cs typeface="Calibri"/>
              </a:rPr>
              <a:t> </a:t>
            </a:r>
            <a:r>
              <a:rPr lang="fr-FR" sz="1600" spc="-10" dirty="0" smtClean="0">
                <a:solidFill>
                  <a:srgbClr val="555555"/>
                </a:solidFill>
                <a:latin typeface="Calibri"/>
                <a:cs typeface="Calibri"/>
              </a:rPr>
              <a:t>système </a:t>
            </a:r>
            <a:r>
              <a:rPr lang="fr-FR" sz="1600" dirty="0" smtClean="0">
                <a:solidFill>
                  <a:srgbClr val="555555"/>
                </a:solidFill>
                <a:latin typeface="Calibri"/>
                <a:cs typeface="Calibri"/>
              </a:rPr>
              <a:t>puissent</a:t>
            </a:r>
            <a:r>
              <a:rPr lang="fr-FR" sz="1600" spc="-30" dirty="0" smtClean="0">
                <a:solidFill>
                  <a:srgbClr val="555555"/>
                </a:solidFill>
                <a:latin typeface="Calibri"/>
                <a:cs typeface="Calibri"/>
              </a:rPr>
              <a:t> </a:t>
            </a:r>
            <a:r>
              <a:rPr lang="fr-FR" sz="1600" dirty="0" smtClean="0">
                <a:solidFill>
                  <a:srgbClr val="555555"/>
                </a:solidFill>
                <a:latin typeface="Calibri"/>
                <a:cs typeface="Calibri"/>
              </a:rPr>
              <a:t>être</a:t>
            </a:r>
            <a:r>
              <a:rPr lang="fr-FR" sz="1600" spc="-40" dirty="0" smtClean="0">
                <a:solidFill>
                  <a:srgbClr val="555555"/>
                </a:solidFill>
                <a:latin typeface="Calibri"/>
                <a:cs typeface="Calibri"/>
              </a:rPr>
              <a:t> </a:t>
            </a:r>
            <a:r>
              <a:rPr lang="fr-FR" sz="1600" spc="-10" dirty="0" smtClean="0">
                <a:solidFill>
                  <a:srgbClr val="555555"/>
                </a:solidFill>
                <a:latin typeface="Calibri"/>
                <a:cs typeface="Calibri"/>
              </a:rPr>
              <a:t>correctement</a:t>
            </a:r>
            <a:r>
              <a:rPr lang="fr-FR" sz="1600" spc="10" dirty="0" smtClean="0">
                <a:solidFill>
                  <a:srgbClr val="555555"/>
                </a:solidFill>
                <a:latin typeface="Calibri"/>
                <a:cs typeface="Calibri"/>
              </a:rPr>
              <a:t> </a:t>
            </a:r>
            <a:r>
              <a:rPr lang="fr-FR" sz="1600" spc="-10" dirty="0" smtClean="0">
                <a:solidFill>
                  <a:srgbClr val="555555"/>
                </a:solidFill>
                <a:latin typeface="Calibri"/>
                <a:cs typeface="Calibri"/>
              </a:rPr>
              <a:t>localisés.</a:t>
            </a:r>
            <a:endParaRPr lang="fr-FR" sz="1600" dirty="0">
              <a:latin typeface="Calibri"/>
              <a:cs typeface="Calibri"/>
            </a:endParaRPr>
          </a:p>
        </p:txBody>
      </p:sp>
    </p:spTree>
    <p:extLst>
      <p:ext uri="{BB962C8B-B14F-4D97-AF65-F5344CB8AC3E}">
        <p14:creationId xmlns:p14="http://schemas.microsoft.com/office/powerpoint/2010/main" val="325298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8982" y="1602105"/>
            <a:ext cx="10591165" cy="593111"/>
          </a:xfrm>
          <a:prstGeom prst="rect">
            <a:avLst/>
          </a:prstGeom>
        </p:spPr>
        <p:txBody>
          <a:bodyPr vert="horz" wrap="square" lIns="0" tIns="13335" rIns="0" bIns="0" rtlCol="0">
            <a:spAutoFit/>
          </a:bodyPr>
          <a:lstStyle/>
          <a:p>
            <a:pPr marL="12700">
              <a:lnSpc>
                <a:spcPct val="100000"/>
              </a:lnSpc>
              <a:spcBef>
                <a:spcPts val="105"/>
              </a:spcBef>
            </a:pPr>
            <a:r>
              <a:rPr lang="fr-FR" b="1" spc="-10" dirty="0" smtClean="0">
                <a:solidFill>
                  <a:srgbClr val="FF7800"/>
                </a:solidFill>
                <a:latin typeface="Calibri"/>
                <a:cs typeface="Calibri"/>
              </a:rPr>
              <a:t>Structure d’un Volume FAT</a:t>
            </a:r>
          </a:p>
          <a:p>
            <a:pPr>
              <a:lnSpc>
                <a:spcPct val="100000"/>
              </a:lnSpc>
              <a:spcBef>
                <a:spcPts val="190"/>
              </a:spcBef>
            </a:pPr>
            <a:endParaRPr lang="fr-FR" dirty="0" smtClean="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21</a:t>
            </a:fld>
            <a:endParaRPr spc="-25" dirty="0"/>
          </a:p>
        </p:txBody>
      </p:sp>
      <p:sp>
        <p:nvSpPr>
          <p:cNvPr id="16"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7"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
        <p:nvSpPr>
          <p:cNvPr id="13" name="object 11"/>
          <p:cNvSpPr txBox="1"/>
          <p:nvPr/>
        </p:nvSpPr>
        <p:spPr>
          <a:xfrm>
            <a:off x="798982" y="2098624"/>
            <a:ext cx="10594975" cy="2813591"/>
          </a:xfrm>
          <a:prstGeom prst="rect">
            <a:avLst/>
          </a:prstGeom>
        </p:spPr>
        <p:txBody>
          <a:bodyPr vert="horz" wrap="square" lIns="0" tIns="12700" rIns="0" bIns="0" rtlCol="0">
            <a:spAutoFit/>
          </a:bodyPr>
          <a:lstStyle/>
          <a:p>
            <a:pPr marL="184150" indent="-171450">
              <a:lnSpc>
                <a:spcPct val="100000"/>
              </a:lnSpc>
              <a:spcBef>
                <a:spcPts val="100"/>
              </a:spcBef>
              <a:buFont typeface="Arial"/>
              <a:buChar char="•"/>
              <a:tabLst>
                <a:tab pos="184150" algn="l"/>
              </a:tabLst>
            </a:pPr>
            <a:r>
              <a:rPr sz="1600" b="1" spc="-10" dirty="0">
                <a:solidFill>
                  <a:srgbClr val="0058A0"/>
                </a:solidFill>
                <a:latin typeface="Calibri"/>
                <a:cs typeface="Calibri"/>
              </a:rPr>
              <a:t>Table</a:t>
            </a:r>
            <a:r>
              <a:rPr sz="1600" b="1" spc="-15" dirty="0">
                <a:solidFill>
                  <a:srgbClr val="0058A0"/>
                </a:solidFill>
                <a:latin typeface="Calibri"/>
                <a:cs typeface="Calibri"/>
              </a:rPr>
              <a:t> </a:t>
            </a:r>
            <a:r>
              <a:rPr sz="1600" b="1" spc="-10" dirty="0">
                <a:solidFill>
                  <a:srgbClr val="0058A0"/>
                </a:solidFill>
                <a:latin typeface="Calibri"/>
                <a:cs typeface="Calibri"/>
              </a:rPr>
              <a:t>d’allocation</a:t>
            </a:r>
            <a:r>
              <a:rPr sz="1600" b="1" spc="-30" dirty="0">
                <a:solidFill>
                  <a:srgbClr val="0058A0"/>
                </a:solidFill>
                <a:latin typeface="Calibri"/>
                <a:cs typeface="Calibri"/>
              </a:rPr>
              <a:t> </a:t>
            </a:r>
            <a:r>
              <a:rPr sz="1600" b="1" dirty="0">
                <a:solidFill>
                  <a:srgbClr val="0058A0"/>
                </a:solidFill>
                <a:latin typeface="Calibri"/>
                <a:cs typeface="Calibri"/>
              </a:rPr>
              <a:t>des</a:t>
            </a:r>
            <a:r>
              <a:rPr sz="1600" b="1" spc="-15" dirty="0">
                <a:solidFill>
                  <a:srgbClr val="0058A0"/>
                </a:solidFill>
                <a:latin typeface="Calibri"/>
                <a:cs typeface="Calibri"/>
              </a:rPr>
              <a:t> </a:t>
            </a:r>
            <a:r>
              <a:rPr sz="1600" b="1" spc="-10" dirty="0" err="1" smtClean="0">
                <a:solidFill>
                  <a:srgbClr val="0058A0"/>
                </a:solidFill>
                <a:latin typeface="Calibri"/>
                <a:cs typeface="Calibri"/>
              </a:rPr>
              <a:t>fichiers</a:t>
            </a:r>
            <a:r>
              <a:rPr lang="fr-FR" sz="1600" b="1" spc="-10" dirty="0" smtClean="0">
                <a:solidFill>
                  <a:srgbClr val="0058A0"/>
                </a:solidFill>
                <a:latin typeface="Calibri"/>
                <a:cs typeface="Calibri"/>
              </a:rPr>
              <a:t> :</a:t>
            </a:r>
            <a:r>
              <a:rPr sz="1600" spc="5" dirty="0" smtClean="0">
                <a:latin typeface="Calibri"/>
                <a:cs typeface="Calibri"/>
              </a:rPr>
              <a:t> </a:t>
            </a:r>
            <a:r>
              <a:rPr lang="fr-FR" sz="1600" dirty="0">
                <a:latin typeface="Calibri"/>
                <a:cs typeface="Calibri"/>
              </a:rPr>
              <a:t>C</a:t>
            </a:r>
            <a:r>
              <a:rPr sz="1600" dirty="0" err="1" smtClean="0">
                <a:latin typeface="Calibri"/>
                <a:cs typeface="Calibri"/>
              </a:rPr>
              <a:t>ontient</a:t>
            </a:r>
            <a:r>
              <a:rPr sz="1600" spc="-35" dirty="0" smtClean="0">
                <a:latin typeface="Calibri"/>
                <a:cs typeface="Calibri"/>
              </a:rPr>
              <a:t> </a:t>
            </a:r>
            <a:r>
              <a:rPr sz="1600" dirty="0">
                <a:latin typeface="Calibri"/>
                <a:cs typeface="Calibri"/>
              </a:rPr>
              <a:t>les</a:t>
            </a:r>
            <a:r>
              <a:rPr sz="1600" spc="215" dirty="0">
                <a:latin typeface="Calibri"/>
                <a:cs typeface="Calibri"/>
              </a:rPr>
              <a:t> </a:t>
            </a:r>
            <a:r>
              <a:rPr sz="1600" spc="-10" dirty="0">
                <a:latin typeface="Calibri"/>
                <a:cs typeface="Calibri"/>
              </a:rPr>
              <a:t>informations suivantes</a:t>
            </a:r>
            <a:r>
              <a:rPr sz="1600" spc="-30" dirty="0">
                <a:latin typeface="Calibri"/>
                <a:cs typeface="Calibri"/>
              </a:rPr>
              <a:t> </a:t>
            </a:r>
            <a:r>
              <a:rPr sz="1600" dirty="0">
                <a:latin typeface="Calibri"/>
                <a:cs typeface="Calibri"/>
              </a:rPr>
              <a:t>sur</a:t>
            </a:r>
            <a:r>
              <a:rPr sz="1600" spc="-35" dirty="0">
                <a:latin typeface="Calibri"/>
                <a:cs typeface="Calibri"/>
              </a:rPr>
              <a:t> </a:t>
            </a:r>
            <a:r>
              <a:rPr sz="1600" dirty="0">
                <a:latin typeface="Calibri"/>
                <a:cs typeface="Calibri"/>
              </a:rPr>
              <a:t>chaque</a:t>
            </a:r>
            <a:r>
              <a:rPr sz="1600" spc="-20" dirty="0">
                <a:latin typeface="Calibri"/>
                <a:cs typeface="Calibri"/>
              </a:rPr>
              <a:t> </a:t>
            </a:r>
            <a:r>
              <a:rPr sz="1600" dirty="0">
                <a:latin typeface="Calibri"/>
                <a:cs typeface="Calibri"/>
              </a:rPr>
              <a:t>cluster</a:t>
            </a:r>
            <a:r>
              <a:rPr sz="1600" spc="-10" dirty="0">
                <a:latin typeface="Calibri"/>
                <a:cs typeface="Calibri"/>
              </a:rPr>
              <a:t> </a:t>
            </a:r>
            <a:r>
              <a:rPr sz="1600" dirty="0">
                <a:latin typeface="Calibri"/>
                <a:cs typeface="Calibri"/>
              </a:rPr>
              <a:t>dans</a:t>
            </a:r>
            <a:r>
              <a:rPr sz="1600" spc="-40" dirty="0">
                <a:latin typeface="Calibri"/>
                <a:cs typeface="Calibri"/>
              </a:rPr>
              <a:t> </a:t>
            </a:r>
            <a:r>
              <a:rPr sz="1600" dirty="0">
                <a:latin typeface="Calibri"/>
                <a:cs typeface="Calibri"/>
              </a:rPr>
              <a:t>le</a:t>
            </a:r>
            <a:r>
              <a:rPr sz="1600" spc="-25" dirty="0">
                <a:latin typeface="Calibri"/>
                <a:cs typeface="Calibri"/>
              </a:rPr>
              <a:t> </a:t>
            </a:r>
            <a:r>
              <a:rPr sz="1600" dirty="0">
                <a:latin typeface="Calibri"/>
                <a:cs typeface="Calibri"/>
              </a:rPr>
              <a:t>volume</a:t>
            </a:r>
            <a:r>
              <a:rPr sz="1600" spc="-40" dirty="0">
                <a:latin typeface="Calibri"/>
                <a:cs typeface="Calibri"/>
              </a:rPr>
              <a:t> </a:t>
            </a:r>
            <a:r>
              <a:rPr sz="1600" spc="-50" dirty="0">
                <a:latin typeface="Calibri"/>
                <a:cs typeface="Calibri"/>
              </a:rPr>
              <a:t>:</a:t>
            </a:r>
            <a:endParaRPr sz="1600" dirty="0">
              <a:latin typeface="Calibri"/>
              <a:cs typeface="Calibri"/>
            </a:endParaRPr>
          </a:p>
          <a:p>
            <a:pPr marL="582295" lvl="2" indent="-186055">
              <a:lnSpc>
                <a:spcPct val="100000"/>
              </a:lnSpc>
              <a:spcBef>
                <a:spcPts val="1440"/>
              </a:spcBef>
              <a:buAutoNum type="arabicPeriod"/>
              <a:tabLst>
                <a:tab pos="582295" algn="l"/>
              </a:tabLst>
            </a:pPr>
            <a:r>
              <a:rPr sz="1600" dirty="0">
                <a:solidFill>
                  <a:srgbClr val="555555"/>
                </a:solidFill>
                <a:latin typeface="Calibri"/>
                <a:cs typeface="Calibri"/>
              </a:rPr>
              <a:t>Inutilisé</a:t>
            </a:r>
            <a:r>
              <a:rPr sz="1600" spc="-35" dirty="0">
                <a:solidFill>
                  <a:srgbClr val="555555"/>
                </a:solidFill>
                <a:latin typeface="Calibri"/>
                <a:cs typeface="Calibri"/>
              </a:rPr>
              <a:t> </a:t>
            </a:r>
            <a:r>
              <a:rPr sz="1600" spc="-50" dirty="0">
                <a:solidFill>
                  <a:srgbClr val="555555"/>
                </a:solidFill>
                <a:latin typeface="Calibri"/>
                <a:cs typeface="Calibri"/>
              </a:rPr>
              <a:t>;</a:t>
            </a:r>
            <a:endParaRPr sz="1600" dirty="0">
              <a:latin typeface="Calibri"/>
              <a:cs typeface="Calibri"/>
            </a:endParaRPr>
          </a:p>
          <a:p>
            <a:pPr marL="548640" lvl="2" indent="-152400">
              <a:lnSpc>
                <a:spcPct val="100000"/>
              </a:lnSpc>
              <a:spcBef>
                <a:spcPts val="1440"/>
              </a:spcBef>
              <a:buAutoNum type="arabicPeriod"/>
              <a:tabLst>
                <a:tab pos="548640" algn="l"/>
              </a:tabLst>
            </a:pPr>
            <a:r>
              <a:rPr sz="1600" dirty="0">
                <a:solidFill>
                  <a:srgbClr val="555555"/>
                </a:solidFill>
                <a:latin typeface="Calibri"/>
                <a:cs typeface="Calibri"/>
              </a:rPr>
              <a:t>Cluster</a:t>
            </a:r>
            <a:r>
              <a:rPr sz="1600" spc="-30" dirty="0">
                <a:solidFill>
                  <a:srgbClr val="555555"/>
                </a:solidFill>
                <a:latin typeface="Calibri"/>
                <a:cs typeface="Calibri"/>
              </a:rPr>
              <a:t> </a:t>
            </a:r>
            <a:r>
              <a:rPr sz="1600" dirty="0">
                <a:solidFill>
                  <a:srgbClr val="555555"/>
                </a:solidFill>
                <a:latin typeface="Calibri"/>
                <a:cs typeface="Calibri"/>
              </a:rPr>
              <a:t>utilisé</a:t>
            </a:r>
            <a:r>
              <a:rPr sz="1600" spc="-25" dirty="0">
                <a:solidFill>
                  <a:srgbClr val="555555"/>
                </a:solidFill>
                <a:latin typeface="Calibri"/>
                <a:cs typeface="Calibri"/>
              </a:rPr>
              <a:t> </a:t>
            </a:r>
            <a:r>
              <a:rPr sz="1600" dirty="0">
                <a:solidFill>
                  <a:srgbClr val="555555"/>
                </a:solidFill>
                <a:latin typeface="Calibri"/>
                <a:cs typeface="Calibri"/>
              </a:rPr>
              <a:t>par</a:t>
            </a:r>
            <a:r>
              <a:rPr sz="1600" spc="-35" dirty="0">
                <a:solidFill>
                  <a:srgbClr val="555555"/>
                </a:solidFill>
                <a:latin typeface="Calibri"/>
                <a:cs typeface="Calibri"/>
              </a:rPr>
              <a:t> </a:t>
            </a:r>
            <a:r>
              <a:rPr sz="1600" dirty="0">
                <a:solidFill>
                  <a:srgbClr val="555555"/>
                </a:solidFill>
                <a:latin typeface="Calibri"/>
                <a:cs typeface="Calibri"/>
              </a:rPr>
              <a:t>un</a:t>
            </a:r>
            <a:r>
              <a:rPr sz="1600" spc="-50" dirty="0">
                <a:solidFill>
                  <a:srgbClr val="555555"/>
                </a:solidFill>
                <a:latin typeface="Calibri"/>
                <a:cs typeface="Calibri"/>
              </a:rPr>
              <a:t> </a:t>
            </a:r>
            <a:r>
              <a:rPr sz="1600" dirty="0">
                <a:solidFill>
                  <a:srgbClr val="555555"/>
                </a:solidFill>
                <a:latin typeface="Calibri"/>
                <a:cs typeface="Calibri"/>
              </a:rPr>
              <a:t>fichier</a:t>
            </a:r>
            <a:r>
              <a:rPr sz="1600" spc="-20" dirty="0">
                <a:solidFill>
                  <a:srgbClr val="555555"/>
                </a:solidFill>
                <a:latin typeface="Calibri"/>
                <a:cs typeface="Calibri"/>
              </a:rPr>
              <a:t> </a:t>
            </a:r>
            <a:r>
              <a:rPr sz="1600" spc="-50" dirty="0">
                <a:solidFill>
                  <a:srgbClr val="555555"/>
                </a:solidFill>
                <a:latin typeface="Calibri"/>
                <a:cs typeface="Calibri"/>
              </a:rPr>
              <a:t>;</a:t>
            </a:r>
            <a:endParaRPr sz="1600" dirty="0">
              <a:latin typeface="Calibri"/>
              <a:cs typeface="Calibri"/>
            </a:endParaRPr>
          </a:p>
          <a:p>
            <a:pPr marL="548640" lvl="2" indent="-152400">
              <a:lnSpc>
                <a:spcPct val="100000"/>
              </a:lnSpc>
              <a:spcBef>
                <a:spcPts val="1440"/>
              </a:spcBef>
              <a:buAutoNum type="arabicPeriod"/>
              <a:tabLst>
                <a:tab pos="548640" algn="l"/>
              </a:tabLst>
            </a:pPr>
            <a:r>
              <a:rPr sz="1600" dirty="0">
                <a:solidFill>
                  <a:srgbClr val="555555"/>
                </a:solidFill>
                <a:latin typeface="Calibri"/>
                <a:cs typeface="Calibri"/>
              </a:rPr>
              <a:t>Mauvais</a:t>
            </a:r>
            <a:r>
              <a:rPr sz="1600" spc="-55" dirty="0">
                <a:solidFill>
                  <a:srgbClr val="555555"/>
                </a:solidFill>
                <a:latin typeface="Calibri"/>
                <a:cs typeface="Calibri"/>
              </a:rPr>
              <a:t> </a:t>
            </a:r>
            <a:r>
              <a:rPr sz="1600" dirty="0">
                <a:solidFill>
                  <a:srgbClr val="555555"/>
                </a:solidFill>
                <a:latin typeface="Calibri"/>
                <a:cs typeface="Calibri"/>
              </a:rPr>
              <a:t>cluster</a:t>
            </a:r>
            <a:r>
              <a:rPr sz="1600" spc="-55" dirty="0">
                <a:solidFill>
                  <a:srgbClr val="555555"/>
                </a:solidFill>
                <a:latin typeface="Calibri"/>
                <a:cs typeface="Calibri"/>
              </a:rPr>
              <a:t> </a:t>
            </a:r>
            <a:r>
              <a:rPr sz="1600" spc="-50" dirty="0">
                <a:solidFill>
                  <a:srgbClr val="555555"/>
                </a:solidFill>
                <a:latin typeface="Calibri"/>
                <a:cs typeface="Calibri"/>
              </a:rPr>
              <a:t>;</a:t>
            </a:r>
            <a:endParaRPr sz="1600" dirty="0">
              <a:latin typeface="Calibri"/>
              <a:cs typeface="Calibri"/>
            </a:endParaRPr>
          </a:p>
          <a:p>
            <a:pPr marL="548640" lvl="2" indent="-152400">
              <a:lnSpc>
                <a:spcPct val="100000"/>
              </a:lnSpc>
              <a:spcBef>
                <a:spcPts val="1445"/>
              </a:spcBef>
              <a:buAutoNum type="arabicPeriod"/>
              <a:tabLst>
                <a:tab pos="548640" algn="l"/>
              </a:tabLst>
            </a:pPr>
            <a:r>
              <a:rPr sz="1600" dirty="0">
                <a:solidFill>
                  <a:srgbClr val="555555"/>
                </a:solidFill>
                <a:latin typeface="Calibri"/>
                <a:cs typeface="Calibri"/>
              </a:rPr>
              <a:t>Dernier</a:t>
            </a:r>
            <a:r>
              <a:rPr sz="1600" spc="-15" dirty="0">
                <a:solidFill>
                  <a:srgbClr val="555555"/>
                </a:solidFill>
                <a:latin typeface="Calibri"/>
                <a:cs typeface="Calibri"/>
              </a:rPr>
              <a:t> </a:t>
            </a:r>
            <a:r>
              <a:rPr sz="1600" spc="-10" dirty="0">
                <a:solidFill>
                  <a:srgbClr val="555555"/>
                </a:solidFill>
                <a:latin typeface="Calibri"/>
                <a:cs typeface="Calibri"/>
              </a:rPr>
              <a:t>cluster</a:t>
            </a:r>
            <a:r>
              <a:rPr sz="1600" spc="-15" dirty="0">
                <a:solidFill>
                  <a:srgbClr val="555555"/>
                </a:solidFill>
                <a:latin typeface="Calibri"/>
                <a:cs typeface="Calibri"/>
              </a:rPr>
              <a:t> </a:t>
            </a:r>
            <a:r>
              <a:rPr sz="1600" dirty="0">
                <a:solidFill>
                  <a:srgbClr val="555555"/>
                </a:solidFill>
                <a:latin typeface="Calibri"/>
                <a:cs typeface="Calibri"/>
              </a:rPr>
              <a:t>dans un</a:t>
            </a:r>
            <a:r>
              <a:rPr sz="1600" spc="-35" dirty="0">
                <a:solidFill>
                  <a:srgbClr val="555555"/>
                </a:solidFill>
                <a:latin typeface="Calibri"/>
                <a:cs typeface="Calibri"/>
              </a:rPr>
              <a:t> </a:t>
            </a:r>
            <a:r>
              <a:rPr sz="1600" spc="-10" dirty="0">
                <a:solidFill>
                  <a:srgbClr val="555555"/>
                </a:solidFill>
                <a:latin typeface="Calibri"/>
                <a:cs typeface="Calibri"/>
              </a:rPr>
              <a:t>fichier.</a:t>
            </a:r>
            <a:endParaRPr sz="1600" dirty="0">
              <a:latin typeface="Calibri"/>
              <a:cs typeface="Calibri"/>
            </a:endParaRPr>
          </a:p>
          <a:p>
            <a:pPr marL="177800" indent="-165100">
              <a:lnSpc>
                <a:spcPct val="100000"/>
              </a:lnSpc>
              <a:spcBef>
                <a:spcPts val="1445"/>
              </a:spcBef>
              <a:buFont typeface="Arial"/>
              <a:buChar char="•"/>
              <a:tabLst>
                <a:tab pos="0" algn="l"/>
              </a:tabLst>
            </a:pPr>
            <a:r>
              <a:rPr sz="1600" b="1" spc="-10" dirty="0" err="1" smtClean="0">
                <a:solidFill>
                  <a:srgbClr val="0058A0"/>
                </a:solidFill>
                <a:latin typeface="Calibri"/>
                <a:cs typeface="Calibri"/>
              </a:rPr>
              <a:t>Répertoire</a:t>
            </a:r>
            <a:r>
              <a:rPr sz="1600" b="1" spc="10" dirty="0" smtClean="0">
                <a:solidFill>
                  <a:srgbClr val="0058A0"/>
                </a:solidFill>
                <a:latin typeface="Calibri"/>
                <a:cs typeface="Calibri"/>
              </a:rPr>
              <a:t> </a:t>
            </a:r>
            <a:r>
              <a:rPr sz="1600" b="1" spc="-10" dirty="0" err="1" smtClean="0">
                <a:solidFill>
                  <a:srgbClr val="0058A0"/>
                </a:solidFill>
                <a:latin typeface="Calibri"/>
                <a:cs typeface="Calibri"/>
              </a:rPr>
              <a:t>racine</a:t>
            </a:r>
            <a:r>
              <a:rPr lang="fr-FR" sz="1600" b="1" spc="-10" dirty="0" smtClean="0">
                <a:solidFill>
                  <a:srgbClr val="0058A0"/>
                </a:solidFill>
                <a:latin typeface="Calibri"/>
                <a:cs typeface="Calibri"/>
              </a:rPr>
              <a:t> : </a:t>
            </a:r>
            <a:r>
              <a:rPr sz="1600" dirty="0" smtClean="0">
                <a:solidFill>
                  <a:srgbClr val="555555"/>
                </a:solidFill>
                <a:latin typeface="Calibri"/>
                <a:cs typeface="Calibri"/>
              </a:rPr>
              <a:t>La</a:t>
            </a:r>
            <a:r>
              <a:rPr sz="1600" spc="-30" dirty="0" smtClean="0">
                <a:solidFill>
                  <a:srgbClr val="555555"/>
                </a:solidFill>
                <a:latin typeface="Calibri"/>
                <a:cs typeface="Calibri"/>
              </a:rPr>
              <a:t> </a:t>
            </a:r>
            <a:r>
              <a:rPr sz="1600" dirty="0">
                <a:solidFill>
                  <a:srgbClr val="555555"/>
                </a:solidFill>
                <a:latin typeface="Calibri"/>
                <a:cs typeface="Calibri"/>
              </a:rPr>
              <a:t>seule</a:t>
            </a:r>
            <a:r>
              <a:rPr sz="1600" spc="-5" dirty="0">
                <a:solidFill>
                  <a:srgbClr val="555555"/>
                </a:solidFill>
                <a:latin typeface="Calibri"/>
                <a:cs typeface="Calibri"/>
              </a:rPr>
              <a:t> </a:t>
            </a:r>
            <a:r>
              <a:rPr sz="1600" spc="-10" dirty="0">
                <a:solidFill>
                  <a:srgbClr val="555555"/>
                </a:solidFill>
                <a:latin typeface="Calibri"/>
                <a:cs typeface="Calibri"/>
              </a:rPr>
              <a:t>différence</a:t>
            </a:r>
            <a:r>
              <a:rPr sz="1600" spc="-5" dirty="0">
                <a:solidFill>
                  <a:srgbClr val="555555"/>
                </a:solidFill>
                <a:latin typeface="Calibri"/>
                <a:cs typeface="Calibri"/>
              </a:rPr>
              <a:t> </a:t>
            </a:r>
            <a:r>
              <a:rPr sz="1600" dirty="0">
                <a:solidFill>
                  <a:srgbClr val="555555"/>
                </a:solidFill>
                <a:latin typeface="Calibri"/>
                <a:cs typeface="Calibri"/>
              </a:rPr>
              <a:t>entre</a:t>
            </a:r>
            <a:r>
              <a:rPr sz="1600" spc="-5" dirty="0">
                <a:solidFill>
                  <a:srgbClr val="555555"/>
                </a:solidFill>
                <a:latin typeface="Calibri"/>
                <a:cs typeface="Calibri"/>
              </a:rPr>
              <a:t> </a:t>
            </a:r>
            <a:r>
              <a:rPr sz="1600" dirty="0">
                <a:solidFill>
                  <a:srgbClr val="555555"/>
                </a:solidFill>
                <a:latin typeface="Calibri"/>
                <a:cs typeface="Calibri"/>
              </a:rPr>
              <a:t>le</a:t>
            </a:r>
            <a:r>
              <a:rPr sz="1600" spc="-10" dirty="0">
                <a:solidFill>
                  <a:srgbClr val="555555"/>
                </a:solidFill>
                <a:latin typeface="Calibri"/>
                <a:cs typeface="Calibri"/>
              </a:rPr>
              <a:t> répertoire</a:t>
            </a:r>
            <a:r>
              <a:rPr sz="1600" dirty="0">
                <a:solidFill>
                  <a:srgbClr val="555555"/>
                </a:solidFill>
                <a:latin typeface="Calibri"/>
                <a:cs typeface="Calibri"/>
              </a:rPr>
              <a:t> racine</a:t>
            </a:r>
            <a:r>
              <a:rPr sz="1600" spc="-30" dirty="0">
                <a:solidFill>
                  <a:srgbClr val="555555"/>
                </a:solidFill>
                <a:latin typeface="Calibri"/>
                <a:cs typeface="Calibri"/>
              </a:rPr>
              <a:t> </a:t>
            </a:r>
            <a:r>
              <a:rPr sz="1600" dirty="0">
                <a:solidFill>
                  <a:srgbClr val="555555"/>
                </a:solidFill>
                <a:latin typeface="Calibri"/>
                <a:cs typeface="Calibri"/>
              </a:rPr>
              <a:t>et</a:t>
            </a:r>
            <a:r>
              <a:rPr sz="1600" spc="-5" dirty="0">
                <a:solidFill>
                  <a:srgbClr val="555555"/>
                </a:solidFill>
                <a:latin typeface="Calibri"/>
                <a:cs typeface="Calibri"/>
              </a:rPr>
              <a:t> </a:t>
            </a:r>
            <a:r>
              <a:rPr sz="1600" dirty="0">
                <a:solidFill>
                  <a:srgbClr val="555555"/>
                </a:solidFill>
                <a:latin typeface="Calibri"/>
                <a:cs typeface="Calibri"/>
              </a:rPr>
              <a:t>les</a:t>
            </a:r>
            <a:r>
              <a:rPr sz="1600" spc="-20" dirty="0">
                <a:solidFill>
                  <a:srgbClr val="555555"/>
                </a:solidFill>
                <a:latin typeface="Calibri"/>
                <a:cs typeface="Calibri"/>
              </a:rPr>
              <a:t> </a:t>
            </a:r>
            <a:r>
              <a:rPr sz="1600" dirty="0" err="1" smtClean="0">
                <a:solidFill>
                  <a:srgbClr val="555555"/>
                </a:solidFill>
                <a:latin typeface="Calibri"/>
                <a:cs typeface="Calibri"/>
              </a:rPr>
              <a:t>autres</a:t>
            </a:r>
            <a:r>
              <a:rPr lang="fr-FR" sz="1600" dirty="0" smtClean="0">
                <a:solidFill>
                  <a:srgbClr val="555555"/>
                </a:solidFill>
                <a:latin typeface="Calibri"/>
                <a:cs typeface="Calibri"/>
              </a:rPr>
              <a:t> </a:t>
            </a:r>
            <a:r>
              <a:rPr sz="1600" dirty="0" smtClean="0">
                <a:solidFill>
                  <a:srgbClr val="555555"/>
                </a:solidFill>
                <a:latin typeface="Calibri"/>
                <a:cs typeface="Calibri"/>
              </a:rPr>
              <a:t>dossiers</a:t>
            </a:r>
            <a:r>
              <a:rPr sz="1600" spc="5" dirty="0" smtClean="0">
                <a:solidFill>
                  <a:srgbClr val="555555"/>
                </a:solidFill>
                <a:latin typeface="Calibri"/>
                <a:cs typeface="Calibri"/>
              </a:rPr>
              <a:t> </a:t>
            </a:r>
            <a:r>
              <a:rPr sz="1600" dirty="0">
                <a:solidFill>
                  <a:srgbClr val="555555"/>
                </a:solidFill>
                <a:latin typeface="Calibri"/>
                <a:cs typeface="Calibri"/>
              </a:rPr>
              <a:t>est</a:t>
            </a:r>
            <a:r>
              <a:rPr sz="1600" spc="-25" dirty="0">
                <a:solidFill>
                  <a:srgbClr val="555555"/>
                </a:solidFill>
                <a:latin typeface="Calibri"/>
                <a:cs typeface="Calibri"/>
              </a:rPr>
              <a:t> </a:t>
            </a:r>
            <a:r>
              <a:rPr sz="1600" dirty="0">
                <a:solidFill>
                  <a:srgbClr val="555555"/>
                </a:solidFill>
                <a:latin typeface="Calibri"/>
                <a:cs typeface="Calibri"/>
              </a:rPr>
              <a:t>que</a:t>
            </a:r>
            <a:r>
              <a:rPr sz="1600" spc="-10" dirty="0">
                <a:solidFill>
                  <a:srgbClr val="555555"/>
                </a:solidFill>
                <a:latin typeface="Calibri"/>
                <a:cs typeface="Calibri"/>
              </a:rPr>
              <a:t> </a:t>
            </a:r>
            <a:r>
              <a:rPr sz="1600" dirty="0">
                <a:solidFill>
                  <a:srgbClr val="555555"/>
                </a:solidFill>
                <a:latin typeface="Calibri"/>
                <a:cs typeface="Calibri"/>
              </a:rPr>
              <a:t>le</a:t>
            </a:r>
            <a:r>
              <a:rPr sz="1600" spc="-10" dirty="0">
                <a:solidFill>
                  <a:srgbClr val="555555"/>
                </a:solidFill>
                <a:latin typeface="Calibri"/>
                <a:cs typeface="Calibri"/>
              </a:rPr>
              <a:t> </a:t>
            </a:r>
            <a:r>
              <a:rPr sz="1600" dirty="0">
                <a:solidFill>
                  <a:srgbClr val="555555"/>
                </a:solidFill>
                <a:latin typeface="Calibri"/>
                <a:cs typeface="Calibri"/>
              </a:rPr>
              <a:t>dossier</a:t>
            </a:r>
            <a:r>
              <a:rPr sz="1600" spc="-45" dirty="0">
                <a:solidFill>
                  <a:srgbClr val="555555"/>
                </a:solidFill>
                <a:latin typeface="Calibri"/>
                <a:cs typeface="Calibri"/>
              </a:rPr>
              <a:t> </a:t>
            </a:r>
            <a:r>
              <a:rPr sz="1600" dirty="0">
                <a:solidFill>
                  <a:srgbClr val="555555"/>
                </a:solidFill>
                <a:latin typeface="Calibri"/>
                <a:cs typeface="Calibri"/>
              </a:rPr>
              <a:t>racine</a:t>
            </a:r>
            <a:r>
              <a:rPr sz="1600" spc="-5" dirty="0">
                <a:solidFill>
                  <a:srgbClr val="555555"/>
                </a:solidFill>
                <a:latin typeface="Calibri"/>
                <a:cs typeface="Calibri"/>
              </a:rPr>
              <a:t> </a:t>
            </a:r>
            <a:r>
              <a:rPr sz="1600" dirty="0">
                <a:solidFill>
                  <a:srgbClr val="555555"/>
                </a:solidFill>
                <a:latin typeface="Calibri"/>
                <a:cs typeface="Calibri"/>
              </a:rPr>
              <a:t>se</a:t>
            </a:r>
            <a:r>
              <a:rPr sz="1600" spc="-30" dirty="0">
                <a:solidFill>
                  <a:srgbClr val="555555"/>
                </a:solidFill>
                <a:latin typeface="Calibri"/>
                <a:cs typeface="Calibri"/>
              </a:rPr>
              <a:t> </a:t>
            </a:r>
            <a:r>
              <a:rPr sz="1600" spc="-10" dirty="0">
                <a:solidFill>
                  <a:srgbClr val="555555"/>
                </a:solidFill>
                <a:latin typeface="Calibri"/>
                <a:cs typeface="Calibri"/>
              </a:rPr>
              <a:t>trouve</a:t>
            </a:r>
            <a:r>
              <a:rPr sz="1600" spc="500" dirty="0">
                <a:solidFill>
                  <a:srgbClr val="555555"/>
                </a:solidFill>
                <a:latin typeface="Calibri"/>
                <a:cs typeface="Calibri"/>
              </a:rPr>
              <a:t> </a:t>
            </a:r>
            <a:r>
              <a:rPr sz="1600" dirty="0">
                <a:solidFill>
                  <a:srgbClr val="555555"/>
                </a:solidFill>
                <a:latin typeface="Calibri"/>
                <a:cs typeface="Calibri"/>
              </a:rPr>
              <a:t>à</a:t>
            </a:r>
            <a:r>
              <a:rPr sz="1600" spc="-45" dirty="0">
                <a:solidFill>
                  <a:srgbClr val="555555"/>
                </a:solidFill>
                <a:latin typeface="Calibri"/>
                <a:cs typeface="Calibri"/>
              </a:rPr>
              <a:t> </a:t>
            </a:r>
            <a:r>
              <a:rPr sz="1600" dirty="0">
                <a:solidFill>
                  <a:srgbClr val="555555"/>
                </a:solidFill>
                <a:latin typeface="Calibri"/>
                <a:cs typeface="Calibri"/>
              </a:rPr>
              <a:t>un</a:t>
            </a:r>
            <a:r>
              <a:rPr sz="1600" spc="-30" dirty="0">
                <a:solidFill>
                  <a:srgbClr val="555555"/>
                </a:solidFill>
                <a:latin typeface="Calibri"/>
                <a:cs typeface="Calibri"/>
              </a:rPr>
              <a:t> </a:t>
            </a:r>
            <a:r>
              <a:rPr lang="fr-FR" sz="1600" spc="-30" dirty="0" smtClean="0">
                <a:solidFill>
                  <a:srgbClr val="555555"/>
                </a:solidFill>
                <a:latin typeface="Calibri"/>
                <a:cs typeface="Calibri"/>
              </a:rPr>
              <a:t>   </a:t>
            </a:r>
          </a:p>
          <a:p>
            <a:pPr marL="1795463">
              <a:lnSpc>
                <a:spcPct val="100000"/>
              </a:lnSpc>
              <a:spcBef>
                <a:spcPts val="1445"/>
              </a:spcBef>
            </a:pPr>
            <a:r>
              <a:rPr sz="1600" dirty="0" smtClean="0">
                <a:solidFill>
                  <a:srgbClr val="555555"/>
                </a:solidFill>
                <a:latin typeface="Calibri"/>
                <a:cs typeface="Calibri"/>
              </a:rPr>
              <a:t>emplacement</a:t>
            </a:r>
            <a:r>
              <a:rPr lang="fr-FR" sz="1600" spc="-15" dirty="0" smtClean="0">
                <a:solidFill>
                  <a:srgbClr val="555555"/>
                </a:solidFill>
                <a:latin typeface="Calibri"/>
                <a:cs typeface="Calibri"/>
              </a:rPr>
              <a:t> </a:t>
            </a:r>
            <a:r>
              <a:rPr sz="1600" dirty="0" err="1" smtClean="0">
                <a:solidFill>
                  <a:srgbClr val="555555"/>
                </a:solidFill>
                <a:latin typeface="Calibri"/>
                <a:cs typeface="Calibri"/>
              </a:rPr>
              <a:t>spécifié</a:t>
            </a:r>
            <a:r>
              <a:rPr sz="1600" spc="-20" dirty="0" smtClean="0">
                <a:solidFill>
                  <a:srgbClr val="555555"/>
                </a:solidFill>
                <a:latin typeface="Calibri"/>
                <a:cs typeface="Calibri"/>
              </a:rPr>
              <a:t> </a:t>
            </a:r>
            <a:r>
              <a:rPr sz="1600" dirty="0">
                <a:solidFill>
                  <a:srgbClr val="555555"/>
                </a:solidFill>
                <a:latin typeface="Calibri"/>
                <a:cs typeface="Calibri"/>
              </a:rPr>
              <a:t>sur</a:t>
            </a:r>
            <a:r>
              <a:rPr sz="1600" spc="-30" dirty="0">
                <a:solidFill>
                  <a:srgbClr val="555555"/>
                </a:solidFill>
                <a:latin typeface="Calibri"/>
                <a:cs typeface="Calibri"/>
              </a:rPr>
              <a:t> </a:t>
            </a:r>
            <a:r>
              <a:rPr sz="1600" dirty="0">
                <a:solidFill>
                  <a:srgbClr val="555555"/>
                </a:solidFill>
                <a:latin typeface="Calibri"/>
                <a:cs typeface="Calibri"/>
              </a:rPr>
              <a:t>le</a:t>
            </a:r>
            <a:r>
              <a:rPr sz="1600" spc="-20" dirty="0">
                <a:solidFill>
                  <a:srgbClr val="555555"/>
                </a:solidFill>
                <a:latin typeface="Calibri"/>
                <a:cs typeface="Calibri"/>
              </a:rPr>
              <a:t> </a:t>
            </a:r>
            <a:r>
              <a:rPr sz="1600" dirty="0">
                <a:solidFill>
                  <a:srgbClr val="555555"/>
                </a:solidFill>
                <a:latin typeface="Calibri"/>
                <a:cs typeface="Calibri"/>
              </a:rPr>
              <a:t>disque</a:t>
            </a:r>
            <a:r>
              <a:rPr sz="1600" spc="-20" dirty="0">
                <a:solidFill>
                  <a:srgbClr val="555555"/>
                </a:solidFill>
                <a:latin typeface="Calibri"/>
                <a:cs typeface="Calibri"/>
              </a:rPr>
              <a:t> </a:t>
            </a:r>
            <a:r>
              <a:rPr sz="1600" dirty="0">
                <a:solidFill>
                  <a:srgbClr val="555555"/>
                </a:solidFill>
                <a:latin typeface="Calibri"/>
                <a:cs typeface="Calibri"/>
              </a:rPr>
              <a:t>et</a:t>
            </a:r>
            <a:r>
              <a:rPr sz="1600" spc="-55" dirty="0">
                <a:solidFill>
                  <a:srgbClr val="555555"/>
                </a:solidFill>
                <a:latin typeface="Calibri"/>
                <a:cs typeface="Calibri"/>
              </a:rPr>
              <a:t> </a:t>
            </a:r>
            <a:r>
              <a:rPr sz="1600" dirty="0">
                <a:solidFill>
                  <a:srgbClr val="555555"/>
                </a:solidFill>
                <a:latin typeface="Calibri"/>
                <a:cs typeface="Calibri"/>
              </a:rPr>
              <a:t>a</a:t>
            </a:r>
            <a:r>
              <a:rPr sz="1600" spc="-25" dirty="0">
                <a:solidFill>
                  <a:srgbClr val="555555"/>
                </a:solidFill>
                <a:latin typeface="Calibri"/>
                <a:cs typeface="Calibri"/>
              </a:rPr>
              <a:t> </a:t>
            </a:r>
            <a:r>
              <a:rPr sz="1600" dirty="0">
                <a:solidFill>
                  <a:srgbClr val="555555"/>
                </a:solidFill>
                <a:latin typeface="Calibri"/>
                <a:cs typeface="Calibri"/>
              </a:rPr>
              <a:t>une</a:t>
            </a:r>
            <a:r>
              <a:rPr sz="1600" spc="-40" dirty="0">
                <a:solidFill>
                  <a:srgbClr val="555555"/>
                </a:solidFill>
                <a:latin typeface="Calibri"/>
                <a:cs typeface="Calibri"/>
              </a:rPr>
              <a:t> </a:t>
            </a:r>
            <a:r>
              <a:rPr sz="1600" dirty="0">
                <a:solidFill>
                  <a:srgbClr val="555555"/>
                </a:solidFill>
                <a:latin typeface="Calibri"/>
                <a:cs typeface="Calibri"/>
              </a:rPr>
              <a:t>taille fixe</a:t>
            </a:r>
            <a:r>
              <a:rPr sz="1600" spc="-25" dirty="0">
                <a:solidFill>
                  <a:srgbClr val="555555"/>
                </a:solidFill>
                <a:latin typeface="Calibri"/>
                <a:cs typeface="Calibri"/>
              </a:rPr>
              <a:t> </a:t>
            </a:r>
            <a:r>
              <a:rPr sz="1600" dirty="0">
                <a:solidFill>
                  <a:srgbClr val="555555"/>
                </a:solidFill>
                <a:latin typeface="Calibri"/>
                <a:cs typeface="Calibri"/>
              </a:rPr>
              <a:t>(512</a:t>
            </a:r>
            <a:r>
              <a:rPr sz="1600" spc="-10" dirty="0">
                <a:solidFill>
                  <a:srgbClr val="555555"/>
                </a:solidFill>
                <a:latin typeface="Calibri"/>
                <a:cs typeface="Calibri"/>
              </a:rPr>
              <a:t> </a:t>
            </a:r>
            <a:r>
              <a:rPr sz="1600" dirty="0">
                <a:solidFill>
                  <a:srgbClr val="555555"/>
                </a:solidFill>
                <a:latin typeface="Calibri"/>
                <a:cs typeface="Calibri"/>
              </a:rPr>
              <a:t>entrées</a:t>
            </a:r>
            <a:r>
              <a:rPr sz="1600" spc="-30" dirty="0">
                <a:solidFill>
                  <a:srgbClr val="555555"/>
                </a:solidFill>
                <a:latin typeface="Calibri"/>
                <a:cs typeface="Calibri"/>
              </a:rPr>
              <a:t> </a:t>
            </a:r>
            <a:r>
              <a:rPr sz="1600" dirty="0">
                <a:solidFill>
                  <a:srgbClr val="555555"/>
                </a:solidFill>
                <a:latin typeface="Calibri"/>
                <a:cs typeface="Calibri"/>
              </a:rPr>
              <a:t>pour</a:t>
            </a:r>
            <a:r>
              <a:rPr sz="1600" spc="-30" dirty="0">
                <a:solidFill>
                  <a:srgbClr val="555555"/>
                </a:solidFill>
                <a:latin typeface="Calibri"/>
                <a:cs typeface="Calibri"/>
              </a:rPr>
              <a:t> </a:t>
            </a:r>
            <a:r>
              <a:rPr sz="1600" dirty="0">
                <a:solidFill>
                  <a:srgbClr val="555555"/>
                </a:solidFill>
                <a:latin typeface="Calibri"/>
                <a:cs typeface="Calibri"/>
              </a:rPr>
              <a:t>un</a:t>
            </a:r>
            <a:r>
              <a:rPr sz="1600" spc="-25" dirty="0">
                <a:solidFill>
                  <a:srgbClr val="555555"/>
                </a:solidFill>
                <a:latin typeface="Calibri"/>
                <a:cs typeface="Calibri"/>
              </a:rPr>
              <a:t> </a:t>
            </a:r>
            <a:r>
              <a:rPr sz="1600" dirty="0">
                <a:solidFill>
                  <a:srgbClr val="555555"/>
                </a:solidFill>
                <a:latin typeface="Calibri"/>
                <a:cs typeface="Calibri"/>
              </a:rPr>
              <a:t>disque</a:t>
            </a:r>
            <a:r>
              <a:rPr sz="1600" spc="-20" dirty="0">
                <a:solidFill>
                  <a:srgbClr val="555555"/>
                </a:solidFill>
                <a:latin typeface="Calibri"/>
                <a:cs typeface="Calibri"/>
              </a:rPr>
              <a:t> </a:t>
            </a:r>
            <a:r>
              <a:rPr sz="1600" spc="-10" dirty="0">
                <a:solidFill>
                  <a:srgbClr val="555555"/>
                </a:solidFill>
                <a:latin typeface="Calibri"/>
                <a:cs typeface="Calibri"/>
              </a:rPr>
              <a:t>dur).</a:t>
            </a:r>
            <a:endParaRPr sz="1600" dirty="0">
              <a:latin typeface="Calibri"/>
              <a:cs typeface="Calibri"/>
            </a:endParaRPr>
          </a:p>
        </p:txBody>
      </p:sp>
    </p:spTree>
    <p:extLst>
      <p:ext uri="{BB962C8B-B14F-4D97-AF65-F5344CB8AC3E}">
        <p14:creationId xmlns:p14="http://schemas.microsoft.com/office/powerpoint/2010/main" val="1759286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8982" y="1602105"/>
            <a:ext cx="10097618" cy="4583947"/>
          </a:xfrm>
          <a:prstGeom prst="rect">
            <a:avLst/>
          </a:prstGeom>
        </p:spPr>
        <p:txBody>
          <a:bodyPr vert="horz" wrap="square" lIns="0" tIns="13335" rIns="0" bIns="0" rtlCol="0">
            <a:spAutoFit/>
          </a:bodyPr>
          <a:lstStyle/>
          <a:p>
            <a:pPr marL="12700">
              <a:lnSpc>
                <a:spcPct val="100000"/>
              </a:lnSpc>
              <a:spcBef>
                <a:spcPts val="105"/>
              </a:spcBef>
            </a:pPr>
            <a:r>
              <a:rPr b="1" dirty="0">
                <a:solidFill>
                  <a:srgbClr val="FF7800"/>
                </a:solidFill>
                <a:latin typeface="Calibri"/>
                <a:cs typeface="Calibri"/>
              </a:rPr>
              <a:t>Structure</a:t>
            </a:r>
            <a:r>
              <a:rPr b="1" spc="-35" dirty="0">
                <a:solidFill>
                  <a:srgbClr val="FF7800"/>
                </a:solidFill>
                <a:latin typeface="Calibri"/>
                <a:cs typeface="Calibri"/>
              </a:rPr>
              <a:t> </a:t>
            </a:r>
            <a:r>
              <a:rPr b="1" dirty="0">
                <a:solidFill>
                  <a:srgbClr val="FF7800"/>
                </a:solidFill>
                <a:latin typeface="Calibri"/>
                <a:cs typeface="Calibri"/>
              </a:rPr>
              <a:t>des</a:t>
            </a:r>
            <a:r>
              <a:rPr b="1" spc="-30" dirty="0">
                <a:solidFill>
                  <a:srgbClr val="FF7800"/>
                </a:solidFill>
                <a:latin typeface="Calibri"/>
                <a:cs typeface="Calibri"/>
              </a:rPr>
              <a:t> </a:t>
            </a:r>
            <a:r>
              <a:rPr b="1" spc="-10" dirty="0">
                <a:solidFill>
                  <a:srgbClr val="FF7800"/>
                </a:solidFill>
                <a:latin typeface="Calibri"/>
                <a:cs typeface="Calibri"/>
              </a:rPr>
              <a:t>répertoires</a:t>
            </a:r>
            <a:r>
              <a:rPr b="1" spc="-50" dirty="0">
                <a:solidFill>
                  <a:srgbClr val="FF7800"/>
                </a:solidFill>
                <a:latin typeface="Calibri"/>
                <a:cs typeface="Calibri"/>
              </a:rPr>
              <a:t> </a:t>
            </a:r>
            <a:r>
              <a:rPr b="1" spc="-25" dirty="0">
                <a:solidFill>
                  <a:srgbClr val="FF7800"/>
                </a:solidFill>
                <a:latin typeface="Calibri"/>
                <a:cs typeface="Calibri"/>
              </a:rPr>
              <a:t>FAT</a:t>
            </a:r>
            <a:endParaRPr dirty="0">
              <a:latin typeface="Calibri"/>
              <a:cs typeface="Calibri"/>
            </a:endParaRPr>
          </a:p>
          <a:p>
            <a:pPr marL="12700">
              <a:lnSpc>
                <a:spcPct val="100000"/>
              </a:lnSpc>
              <a:tabLst>
                <a:tab pos="183515" algn="l"/>
              </a:tabLst>
            </a:pPr>
            <a:endParaRPr lang="fr-FR" sz="1600" dirty="0">
              <a:latin typeface="Calibri"/>
              <a:cs typeface="Calibri"/>
            </a:endParaRPr>
          </a:p>
          <a:p>
            <a:pPr marL="12700">
              <a:lnSpc>
                <a:spcPct val="100000"/>
              </a:lnSpc>
              <a:tabLst>
                <a:tab pos="183515" algn="l"/>
              </a:tabLst>
            </a:pPr>
            <a:r>
              <a:rPr sz="1600" dirty="0" err="1" smtClean="0">
                <a:solidFill>
                  <a:srgbClr val="555555"/>
                </a:solidFill>
                <a:latin typeface="Calibri"/>
                <a:cs typeface="Calibri"/>
              </a:rPr>
              <a:t>L'entrée</a:t>
            </a:r>
            <a:r>
              <a:rPr sz="1600" spc="-35" dirty="0" smtClean="0">
                <a:solidFill>
                  <a:srgbClr val="555555"/>
                </a:solidFill>
                <a:latin typeface="Calibri"/>
                <a:cs typeface="Calibri"/>
              </a:rPr>
              <a:t> </a:t>
            </a:r>
            <a:r>
              <a:rPr sz="1600" dirty="0">
                <a:solidFill>
                  <a:srgbClr val="555555"/>
                </a:solidFill>
                <a:latin typeface="Calibri"/>
                <a:cs typeface="Calibri"/>
              </a:rPr>
              <a:t>de</a:t>
            </a:r>
            <a:r>
              <a:rPr sz="1600" spc="-20" dirty="0">
                <a:solidFill>
                  <a:srgbClr val="555555"/>
                </a:solidFill>
                <a:latin typeface="Calibri"/>
                <a:cs typeface="Calibri"/>
              </a:rPr>
              <a:t> </a:t>
            </a:r>
            <a:r>
              <a:rPr sz="1600" spc="-10" dirty="0">
                <a:solidFill>
                  <a:srgbClr val="555555"/>
                </a:solidFill>
                <a:latin typeface="Calibri"/>
                <a:cs typeface="Calibri"/>
              </a:rPr>
              <a:t>répertoire</a:t>
            </a:r>
            <a:r>
              <a:rPr sz="1600" spc="-15" dirty="0">
                <a:solidFill>
                  <a:srgbClr val="555555"/>
                </a:solidFill>
                <a:latin typeface="Calibri"/>
                <a:cs typeface="Calibri"/>
              </a:rPr>
              <a:t> </a:t>
            </a:r>
            <a:r>
              <a:rPr sz="1600" dirty="0">
                <a:solidFill>
                  <a:srgbClr val="555555"/>
                </a:solidFill>
                <a:latin typeface="Calibri"/>
                <a:cs typeface="Calibri"/>
              </a:rPr>
              <a:t>comprend les</a:t>
            </a:r>
            <a:r>
              <a:rPr sz="1600" spc="-5" dirty="0">
                <a:solidFill>
                  <a:srgbClr val="555555"/>
                </a:solidFill>
                <a:latin typeface="Calibri"/>
                <a:cs typeface="Calibri"/>
              </a:rPr>
              <a:t> </a:t>
            </a:r>
            <a:r>
              <a:rPr sz="1600" spc="-10" dirty="0">
                <a:solidFill>
                  <a:srgbClr val="555555"/>
                </a:solidFill>
                <a:latin typeface="Calibri"/>
                <a:cs typeface="Calibri"/>
              </a:rPr>
              <a:t>informations suivantes</a:t>
            </a:r>
            <a:r>
              <a:rPr sz="1600" spc="-25" dirty="0">
                <a:solidFill>
                  <a:srgbClr val="555555"/>
                </a:solidFill>
                <a:latin typeface="Calibri"/>
                <a:cs typeface="Calibri"/>
              </a:rPr>
              <a:t> </a:t>
            </a:r>
            <a:r>
              <a:rPr sz="1600" spc="-50" dirty="0">
                <a:solidFill>
                  <a:srgbClr val="555555"/>
                </a:solidFill>
                <a:latin typeface="Calibri"/>
                <a:cs typeface="Calibri"/>
              </a:rPr>
              <a:t>:</a:t>
            </a:r>
            <a:endParaRPr sz="1600" dirty="0">
              <a:latin typeface="Calibri"/>
              <a:cs typeface="Calibri"/>
            </a:endParaRPr>
          </a:p>
          <a:p>
            <a:pPr marL="161290" indent="-78740">
              <a:lnSpc>
                <a:spcPct val="100000"/>
              </a:lnSpc>
              <a:spcBef>
                <a:spcPts val="1440"/>
              </a:spcBef>
              <a:buChar char="-"/>
              <a:tabLst>
                <a:tab pos="161290" algn="l"/>
              </a:tabLst>
            </a:pPr>
            <a:r>
              <a:rPr sz="1600" dirty="0">
                <a:solidFill>
                  <a:srgbClr val="555555"/>
                </a:solidFill>
                <a:latin typeface="Calibri"/>
                <a:cs typeface="Calibri"/>
              </a:rPr>
              <a:t>Nom</a:t>
            </a:r>
            <a:r>
              <a:rPr sz="1600" spc="-10" dirty="0">
                <a:solidFill>
                  <a:srgbClr val="555555"/>
                </a:solidFill>
                <a:latin typeface="Calibri"/>
                <a:cs typeface="Calibri"/>
              </a:rPr>
              <a:t> </a:t>
            </a:r>
            <a:r>
              <a:rPr sz="1600" spc="-50" dirty="0">
                <a:solidFill>
                  <a:srgbClr val="555555"/>
                </a:solidFill>
                <a:latin typeface="Calibri"/>
                <a:cs typeface="Calibri"/>
              </a:rPr>
              <a:t>;</a:t>
            </a:r>
            <a:endParaRPr sz="1600" dirty="0">
              <a:latin typeface="Calibri"/>
              <a:cs typeface="Calibri"/>
            </a:endParaRPr>
          </a:p>
          <a:p>
            <a:pPr marL="161925" indent="-79375">
              <a:lnSpc>
                <a:spcPct val="100000"/>
              </a:lnSpc>
              <a:spcBef>
                <a:spcPts val="1440"/>
              </a:spcBef>
              <a:buChar char="-"/>
              <a:tabLst>
                <a:tab pos="161925" algn="l"/>
              </a:tabLst>
            </a:pPr>
            <a:r>
              <a:rPr sz="1600" spc="-10" dirty="0">
                <a:solidFill>
                  <a:srgbClr val="555555"/>
                </a:solidFill>
                <a:latin typeface="Calibri"/>
                <a:cs typeface="Calibri"/>
              </a:rPr>
              <a:t>Attribut</a:t>
            </a:r>
            <a:r>
              <a:rPr sz="1600" dirty="0">
                <a:solidFill>
                  <a:srgbClr val="555555"/>
                </a:solidFill>
                <a:latin typeface="Calibri"/>
                <a:cs typeface="Calibri"/>
              </a:rPr>
              <a:t> (valeur</a:t>
            </a:r>
            <a:r>
              <a:rPr sz="1600" spc="-25" dirty="0">
                <a:solidFill>
                  <a:srgbClr val="555555"/>
                </a:solidFill>
                <a:latin typeface="Calibri"/>
                <a:cs typeface="Calibri"/>
              </a:rPr>
              <a:t> </a:t>
            </a:r>
            <a:r>
              <a:rPr sz="1600" dirty="0">
                <a:solidFill>
                  <a:srgbClr val="555555"/>
                </a:solidFill>
                <a:latin typeface="Calibri"/>
                <a:cs typeface="Calibri"/>
              </a:rPr>
              <a:t>de</a:t>
            </a:r>
            <a:r>
              <a:rPr sz="1600" spc="-25" dirty="0">
                <a:solidFill>
                  <a:srgbClr val="555555"/>
                </a:solidFill>
                <a:latin typeface="Calibri"/>
                <a:cs typeface="Calibri"/>
              </a:rPr>
              <a:t> </a:t>
            </a:r>
            <a:r>
              <a:rPr sz="1600" dirty="0">
                <a:solidFill>
                  <a:srgbClr val="555555"/>
                </a:solidFill>
                <a:latin typeface="Calibri"/>
                <a:cs typeface="Calibri"/>
              </a:rPr>
              <a:t>8</a:t>
            </a:r>
            <a:r>
              <a:rPr sz="1600" spc="-10" dirty="0">
                <a:solidFill>
                  <a:srgbClr val="555555"/>
                </a:solidFill>
                <a:latin typeface="Calibri"/>
                <a:cs typeface="Calibri"/>
              </a:rPr>
              <a:t> </a:t>
            </a:r>
            <a:r>
              <a:rPr sz="1600" dirty="0">
                <a:solidFill>
                  <a:srgbClr val="555555"/>
                </a:solidFill>
                <a:latin typeface="Calibri"/>
                <a:cs typeface="Calibri"/>
              </a:rPr>
              <a:t>bits</a:t>
            </a:r>
            <a:r>
              <a:rPr sz="1600" spc="10" dirty="0">
                <a:solidFill>
                  <a:srgbClr val="555555"/>
                </a:solidFill>
                <a:latin typeface="Calibri"/>
                <a:cs typeface="Calibri"/>
              </a:rPr>
              <a:t> </a:t>
            </a:r>
            <a:r>
              <a:rPr sz="1600" spc="-10" dirty="0">
                <a:solidFill>
                  <a:srgbClr val="555555"/>
                </a:solidFill>
                <a:latin typeface="Calibri"/>
                <a:cs typeface="Calibri"/>
              </a:rPr>
              <a:t>d'informations)</a:t>
            </a:r>
            <a:r>
              <a:rPr sz="1600" dirty="0">
                <a:solidFill>
                  <a:srgbClr val="555555"/>
                </a:solidFill>
                <a:latin typeface="Calibri"/>
                <a:cs typeface="Calibri"/>
              </a:rPr>
              <a:t> </a:t>
            </a:r>
            <a:r>
              <a:rPr sz="1600" spc="-50" dirty="0">
                <a:solidFill>
                  <a:srgbClr val="555555"/>
                </a:solidFill>
                <a:latin typeface="Calibri"/>
                <a:cs typeface="Calibri"/>
              </a:rPr>
              <a:t>;</a:t>
            </a:r>
            <a:endParaRPr sz="1600" dirty="0">
              <a:latin typeface="Calibri"/>
              <a:cs typeface="Calibri"/>
            </a:endParaRPr>
          </a:p>
          <a:p>
            <a:pPr marL="161290" indent="-78740">
              <a:lnSpc>
                <a:spcPct val="100000"/>
              </a:lnSpc>
              <a:spcBef>
                <a:spcPts val="1440"/>
              </a:spcBef>
              <a:buChar char="-"/>
              <a:tabLst>
                <a:tab pos="161290" algn="l"/>
              </a:tabLst>
            </a:pPr>
            <a:r>
              <a:rPr sz="1600" spc="-20" dirty="0">
                <a:solidFill>
                  <a:srgbClr val="555555"/>
                </a:solidFill>
                <a:latin typeface="Calibri"/>
                <a:cs typeface="Calibri"/>
              </a:rPr>
              <a:t>Temps</a:t>
            </a:r>
            <a:r>
              <a:rPr sz="1600" spc="-10" dirty="0">
                <a:solidFill>
                  <a:srgbClr val="555555"/>
                </a:solidFill>
                <a:latin typeface="Calibri"/>
                <a:cs typeface="Calibri"/>
              </a:rPr>
              <a:t> </a:t>
            </a:r>
            <a:r>
              <a:rPr sz="1600" dirty="0">
                <a:solidFill>
                  <a:srgbClr val="555555"/>
                </a:solidFill>
                <a:latin typeface="Calibri"/>
                <a:cs typeface="Calibri"/>
              </a:rPr>
              <a:t>de</a:t>
            </a:r>
            <a:r>
              <a:rPr sz="1600" spc="-40" dirty="0">
                <a:solidFill>
                  <a:srgbClr val="555555"/>
                </a:solidFill>
                <a:latin typeface="Calibri"/>
                <a:cs typeface="Calibri"/>
              </a:rPr>
              <a:t> </a:t>
            </a:r>
            <a:r>
              <a:rPr sz="1600" dirty="0">
                <a:solidFill>
                  <a:srgbClr val="555555"/>
                </a:solidFill>
                <a:latin typeface="Calibri"/>
                <a:cs typeface="Calibri"/>
              </a:rPr>
              <a:t>création (24</a:t>
            </a:r>
            <a:r>
              <a:rPr sz="1600" spc="-25" dirty="0">
                <a:solidFill>
                  <a:srgbClr val="555555"/>
                </a:solidFill>
                <a:latin typeface="Calibri"/>
                <a:cs typeface="Calibri"/>
              </a:rPr>
              <a:t> </a:t>
            </a:r>
            <a:r>
              <a:rPr sz="1600" dirty="0">
                <a:solidFill>
                  <a:srgbClr val="555555"/>
                </a:solidFill>
                <a:latin typeface="Calibri"/>
                <a:cs typeface="Calibri"/>
              </a:rPr>
              <a:t>bits)</a:t>
            </a:r>
            <a:r>
              <a:rPr sz="1600" spc="-25" dirty="0">
                <a:solidFill>
                  <a:srgbClr val="555555"/>
                </a:solidFill>
                <a:latin typeface="Calibri"/>
                <a:cs typeface="Calibri"/>
              </a:rPr>
              <a:t> </a:t>
            </a:r>
            <a:r>
              <a:rPr sz="1600" spc="-50" dirty="0">
                <a:solidFill>
                  <a:srgbClr val="555555"/>
                </a:solidFill>
                <a:latin typeface="Calibri"/>
                <a:cs typeface="Calibri"/>
              </a:rPr>
              <a:t>;</a:t>
            </a:r>
            <a:endParaRPr sz="1600" dirty="0">
              <a:latin typeface="Calibri"/>
              <a:cs typeface="Calibri"/>
            </a:endParaRPr>
          </a:p>
          <a:p>
            <a:pPr marL="127635" indent="-81915">
              <a:lnSpc>
                <a:spcPct val="100000"/>
              </a:lnSpc>
              <a:spcBef>
                <a:spcPts val="1445"/>
              </a:spcBef>
              <a:buChar char="-"/>
              <a:tabLst>
                <a:tab pos="127635" algn="l"/>
              </a:tabLst>
            </a:pPr>
            <a:r>
              <a:rPr sz="1600" dirty="0">
                <a:solidFill>
                  <a:srgbClr val="555555"/>
                </a:solidFill>
                <a:latin typeface="Calibri"/>
                <a:cs typeface="Calibri"/>
              </a:rPr>
              <a:t>Date</a:t>
            </a:r>
            <a:r>
              <a:rPr sz="1600" spc="-35" dirty="0">
                <a:solidFill>
                  <a:srgbClr val="555555"/>
                </a:solidFill>
                <a:latin typeface="Calibri"/>
                <a:cs typeface="Calibri"/>
              </a:rPr>
              <a:t> </a:t>
            </a:r>
            <a:r>
              <a:rPr sz="1600" dirty="0">
                <a:solidFill>
                  <a:srgbClr val="555555"/>
                </a:solidFill>
                <a:latin typeface="Calibri"/>
                <a:cs typeface="Calibri"/>
              </a:rPr>
              <a:t>de</a:t>
            </a:r>
            <a:r>
              <a:rPr sz="1600" spc="-40" dirty="0">
                <a:solidFill>
                  <a:srgbClr val="555555"/>
                </a:solidFill>
                <a:latin typeface="Calibri"/>
                <a:cs typeface="Calibri"/>
              </a:rPr>
              <a:t> </a:t>
            </a:r>
            <a:r>
              <a:rPr sz="1600" dirty="0">
                <a:solidFill>
                  <a:srgbClr val="555555"/>
                </a:solidFill>
                <a:latin typeface="Calibri"/>
                <a:cs typeface="Calibri"/>
              </a:rPr>
              <a:t>création</a:t>
            </a:r>
            <a:r>
              <a:rPr sz="1600" spc="-15" dirty="0">
                <a:solidFill>
                  <a:srgbClr val="555555"/>
                </a:solidFill>
                <a:latin typeface="Calibri"/>
                <a:cs typeface="Calibri"/>
              </a:rPr>
              <a:t> </a:t>
            </a:r>
            <a:r>
              <a:rPr sz="1600" dirty="0">
                <a:solidFill>
                  <a:srgbClr val="555555"/>
                </a:solidFill>
                <a:latin typeface="Calibri"/>
                <a:cs typeface="Calibri"/>
              </a:rPr>
              <a:t>(16</a:t>
            </a:r>
            <a:r>
              <a:rPr sz="1600" spc="-5" dirty="0">
                <a:solidFill>
                  <a:srgbClr val="555555"/>
                </a:solidFill>
                <a:latin typeface="Calibri"/>
                <a:cs typeface="Calibri"/>
              </a:rPr>
              <a:t> </a:t>
            </a:r>
            <a:r>
              <a:rPr sz="1600" dirty="0">
                <a:solidFill>
                  <a:srgbClr val="555555"/>
                </a:solidFill>
                <a:latin typeface="Calibri"/>
                <a:cs typeface="Calibri"/>
              </a:rPr>
              <a:t>bits)</a:t>
            </a:r>
            <a:r>
              <a:rPr sz="1600" spc="-40" dirty="0">
                <a:solidFill>
                  <a:srgbClr val="555555"/>
                </a:solidFill>
                <a:latin typeface="Calibri"/>
                <a:cs typeface="Calibri"/>
              </a:rPr>
              <a:t> </a:t>
            </a:r>
            <a:r>
              <a:rPr sz="1600" spc="-50" dirty="0">
                <a:solidFill>
                  <a:srgbClr val="555555"/>
                </a:solidFill>
                <a:latin typeface="Calibri"/>
                <a:cs typeface="Calibri"/>
              </a:rPr>
              <a:t>;</a:t>
            </a:r>
            <a:endParaRPr sz="1600" dirty="0">
              <a:latin typeface="Calibri"/>
              <a:cs typeface="Calibri"/>
            </a:endParaRPr>
          </a:p>
          <a:p>
            <a:pPr marL="127635" indent="-81915">
              <a:lnSpc>
                <a:spcPct val="100000"/>
              </a:lnSpc>
              <a:spcBef>
                <a:spcPts val="1440"/>
              </a:spcBef>
              <a:buChar char="-"/>
              <a:tabLst>
                <a:tab pos="127635" algn="l"/>
              </a:tabLst>
            </a:pPr>
            <a:r>
              <a:rPr sz="1600" dirty="0">
                <a:solidFill>
                  <a:srgbClr val="555555"/>
                </a:solidFill>
                <a:latin typeface="Calibri"/>
                <a:cs typeface="Calibri"/>
              </a:rPr>
              <a:t>Date</a:t>
            </a:r>
            <a:r>
              <a:rPr sz="1600" spc="-35" dirty="0">
                <a:solidFill>
                  <a:srgbClr val="555555"/>
                </a:solidFill>
                <a:latin typeface="Calibri"/>
                <a:cs typeface="Calibri"/>
              </a:rPr>
              <a:t> </a:t>
            </a:r>
            <a:r>
              <a:rPr sz="1600" dirty="0">
                <a:solidFill>
                  <a:srgbClr val="555555"/>
                </a:solidFill>
                <a:latin typeface="Calibri"/>
                <a:cs typeface="Calibri"/>
              </a:rPr>
              <a:t>du</a:t>
            </a:r>
            <a:r>
              <a:rPr sz="1600" spc="-40" dirty="0">
                <a:solidFill>
                  <a:srgbClr val="555555"/>
                </a:solidFill>
                <a:latin typeface="Calibri"/>
                <a:cs typeface="Calibri"/>
              </a:rPr>
              <a:t> </a:t>
            </a:r>
            <a:r>
              <a:rPr sz="1600" dirty="0">
                <a:solidFill>
                  <a:srgbClr val="555555"/>
                </a:solidFill>
                <a:latin typeface="Calibri"/>
                <a:cs typeface="Calibri"/>
              </a:rPr>
              <a:t>dernier</a:t>
            </a:r>
            <a:r>
              <a:rPr sz="1600" spc="-5" dirty="0">
                <a:solidFill>
                  <a:srgbClr val="555555"/>
                </a:solidFill>
                <a:latin typeface="Calibri"/>
                <a:cs typeface="Calibri"/>
              </a:rPr>
              <a:t> </a:t>
            </a:r>
            <a:r>
              <a:rPr sz="1600" dirty="0">
                <a:solidFill>
                  <a:srgbClr val="555555"/>
                </a:solidFill>
                <a:latin typeface="Calibri"/>
                <a:cs typeface="Calibri"/>
              </a:rPr>
              <a:t>accès (16</a:t>
            </a:r>
            <a:r>
              <a:rPr sz="1600" spc="-20" dirty="0">
                <a:solidFill>
                  <a:srgbClr val="555555"/>
                </a:solidFill>
                <a:latin typeface="Calibri"/>
                <a:cs typeface="Calibri"/>
              </a:rPr>
              <a:t> </a:t>
            </a:r>
            <a:r>
              <a:rPr sz="1600" dirty="0">
                <a:solidFill>
                  <a:srgbClr val="555555"/>
                </a:solidFill>
                <a:latin typeface="Calibri"/>
                <a:cs typeface="Calibri"/>
              </a:rPr>
              <a:t>bits)</a:t>
            </a:r>
            <a:r>
              <a:rPr sz="1600" spc="-15" dirty="0">
                <a:solidFill>
                  <a:srgbClr val="555555"/>
                </a:solidFill>
                <a:latin typeface="Calibri"/>
                <a:cs typeface="Calibri"/>
              </a:rPr>
              <a:t> </a:t>
            </a:r>
            <a:r>
              <a:rPr sz="1600" spc="-50" dirty="0">
                <a:solidFill>
                  <a:srgbClr val="555555"/>
                </a:solidFill>
                <a:latin typeface="Calibri"/>
                <a:cs typeface="Calibri"/>
              </a:rPr>
              <a:t>;</a:t>
            </a:r>
            <a:endParaRPr sz="1600" dirty="0">
              <a:latin typeface="Calibri"/>
              <a:cs typeface="Calibri"/>
            </a:endParaRPr>
          </a:p>
          <a:p>
            <a:pPr marL="127635" indent="-81915">
              <a:lnSpc>
                <a:spcPct val="100000"/>
              </a:lnSpc>
              <a:spcBef>
                <a:spcPts val="1440"/>
              </a:spcBef>
              <a:buChar char="-"/>
              <a:tabLst>
                <a:tab pos="127635" algn="l"/>
              </a:tabLst>
            </a:pPr>
            <a:r>
              <a:rPr sz="1600" dirty="0">
                <a:solidFill>
                  <a:srgbClr val="555555"/>
                </a:solidFill>
                <a:latin typeface="Calibri"/>
                <a:cs typeface="Calibri"/>
              </a:rPr>
              <a:t>Heure</a:t>
            </a:r>
            <a:r>
              <a:rPr sz="1600" spc="-20" dirty="0">
                <a:solidFill>
                  <a:srgbClr val="555555"/>
                </a:solidFill>
                <a:latin typeface="Calibri"/>
                <a:cs typeface="Calibri"/>
              </a:rPr>
              <a:t> </a:t>
            </a:r>
            <a:r>
              <a:rPr sz="1600" dirty="0">
                <a:solidFill>
                  <a:srgbClr val="555555"/>
                </a:solidFill>
                <a:latin typeface="Calibri"/>
                <a:cs typeface="Calibri"/>
              </a:rPr>
              <a:t>de</a:t>
            </a:r>
            <a:r>
              <a:rPr sz="1600" spc="-15" dirty="0">
                <a:solidFill>
                  <a:srgbClr val="555555"/>
                </a:solidFill>
                <a:latin typeface="Calibri"/>
                <a:cs typeface="Calibri"/>
              </a:rPr>
              <a:t> </a:t>
            </a:r>
            <a:r>
              <a:rPr sz="1600" dirty="0">
                <a:solidFill>
                  <a:srgbClr val="555555"/>
                </a:solidFill>
                <a:latin typeface="Calibri"/>
                <a:cs typeface="Calibri"/>
              </a:rPr>
              <a:t>la</a:t>
            </a:r>
            <a:r>
              <a:rPr sz="1600" spc="-25" dirty="0">
                <a:solidFill>
                  <a:srgbClr val="555555"/>
                </a:solidFill>
                <a:latin typeface="Calibri"/>
                <a:cs typeface="Calibri"/>
              </a:rPr>
              <a:t> </a:t>
            </a:r>
            <a:r>
              <a:rPr sz="1600" spc="-10" dirty="0">
                <a:solidFill>
                  <a:srgbClr val="555555"/>
                </a:solidFill>
                <a:latin typeface="Calibri"/>
                <a:cs typeface="Calibri"/>
              </a:rPr>
              <a:t>dernière</a:t>
            </a:r>
            <a:r>
              <a:rPr sz="1600" spc="-20" dirty="0">
                <a:solidFill>
                  <a:srgbClr val="555555"/>
                </a:solidFill>
                <a:latin typeface="Calibri"/>
                <a:cs typeface="Calibri"/>
              </a:rPr>
              <a:t> </a:t>
            </a:r>
            <a:r>
              <a:rPr sz="1600" dirty="0">
                <a:solidFill>
                  <a:srgbClr val="555555"/>
                </a:solidFill>
                <a:latin typeface="Calibri"/>
                <a:cs typeface="Calibri"/>
              </a:rPr>
              <a:t>modification</a:t>
            </a:r>
            <a:r>
              <a:rPr sz="1600" spc="20" dirty="0">
                <a:solidFill>
                  <a:srgbClr val="555555"/>
                </a:solidFill>
                <a:latin typeface="Calibri"/>
                <a:cs typeface="Calibri"/>
              </a:rPr>
              <a:t> </a:t>
            </a:r>
            <a:r>
              <a:rPr sz="1600" dirty="0">
                <a:solidFill>
                  <a:srgbClr val="555555"/>
                </a:solidFill>
                <a:latin typeface="Calibri"/>
                <a:cs typeface="Calibri"/>
              </a:rPr>
              <a:t>(16</a:t>
            </a:r>
            <a:r>
              <a:rPr sz="1600" spc="-30" dirty="0">
                <a:solidFill>
                  <a:srgbClr val="555555"/>
                </a:solidFill>
                <a:latin typeface="Calibri"/>
                <a:cs typeface="Calibri"/>
              </a:rPr>
              <a:t> </a:t>
            </a:r>
            <a:r>
              <a:rPr sz="1600" dirty="0">
                <a:solidFill>
                  <a:srgbClr val="555555"/>
                </a:solidFill>
                <a:latin typeface="Calibri"/>
                <a:cs typeface="Calibri"/>
              </a:rPr>
              <a:t>bits)</a:t>
            </a:r>
            <a:r>
              <a:rPr sz="1600" spc="-25" dirty="0">
                <a:solidFill>
                  <a:srgbClr val="555555"/>
                </a:solidFill>
                <a:latin typeface="Calibri"/>
                <a:cs typeface="Calibri"/>
              </a:rPr>
              <a:t> </a:t>
            </a:r>
            <a:r>
              <a:rPr sz="1600" spc="-50" dirty="0">
                <a:solidFill>
                  <a:srgbClr val="555555"/>
                </a:solidFill>
                <a:latin typeface="Calibri"/>
                <a:cs typeface="Calibri"/>
              </a:rPr>
              <a:t>;</a:t>
            </a:r>
            <a:endParaRPr sz="1600" dirty="0">
              <a:latin typeface="Calibri"/>
              <a:cs typeface="Calibri"/>
            </a:endParaRPr>
          </a:p>
          <a:p>
            <a:pPr marL="127635" indent="-81915">
              <a:lnSpc>
                <a:spcPct val="100000"/>
              </a:lnSpc>
              <a:spcBef>
                <a:spcPts val="1445"/>
              </a:spcBef>
              <a:buChar char="-"/>
              <a:tabLst>
                <a:tab pos="127635" algn="l"/>
              </a:tabLst>
            </a:pPr>
            <a:r>
              <a:rPr sz="1600" dirty="0">
                <a:solidFill>
                  <a:srgbClr val="555555"/>
                </a:solidFill>
                <a:latin typeface="Calibri"/>
                <a:cs typeface="Calibri"/>
              </a:rPr>
              <a:t>Date</a:t>
            </a:r>
            <a:r>
              <a:rPr sz="1600" spc="-30" dirty="0">
                <a:solidFill>
                  <a:srgbClr val="555555"/>
                </a:solidFill>
                <a:latin typeface="Calibri"/>
                <a:cs typeface="Calibri"/>
              </a:rPr>
              <a:t> </a:t>
            </a:r>
            <a:r>
              <a:rPr sz="1600" dirty="0">
                <a:solidFill>
                  <a:srgbClr val="555555"/>
                </a:solidFill>
                <a:latin typeface="Calibri"/>
                <a:cs typeface="Calibri"/>
              </a:rPr>
              <a:t>de</a:t>
            </a:r>
            <a:r>
              <a:rPr sz="1600" spc="-35" dirty="0">
                <a:solidFill>
                  <a:srgbClr val="555555"/>
                </a:solidFill>
                <a:latin typeface="Calibri"/>
                <a:cs typeface="Calibri"/>
              </a:rPr>
              <a:t> </a:t>
            </a:r>
            <a:r>
              <a:rPr sz="1600" dirty="0">
                <a:solidFill>
                  <a:srgbClr val="555555"/>
                </a:solidFill>
                <a:latin typeface="Calibri"/>
                <a:cs typeface="Calibri"/>
              </a:rPr>
              <a:t>dernière</a:t>
            </a:r>
            <a:r>
              <a:rPr sz="1600" spc="5" dirty="0">
                <a:solidFill>
                  <a:srgbClr val="555555"/>
                </a:solidFill>
                <a:latin typeface="Calibri"/>
                <a:cs typeface="Calibri"/>
              </a:rPr>
              <a:t> </a:t>
            </a:r>
            <a:r>
              <a:rPr sz="1600" spc="-10" dirty="0">
                <a:solidFill>
                  <a:srgbClr val="555555"/>
                </a:solidFill>
                <a:latin typeface="Calibri"/>
                <a:cs typeface="Calibri"/>
              </a:rPr>
              <a:t>modification</a:t>
            </a:r>
            <a:r>
              <a:rPr sz="1600" spc="10" dirty="0">
                <a:solidFill>
                  <a:srgbClr val="555555"/>
                </a:solidFill>
                <a:latin typeface="Calibri"/>
                <a:cs typeface="Calibri"/>
              </a:rPr>
              <a:t> </a:t>
            </a:r>
            <a:r>
              <a:rPr sz="1600" dirty="0">
                <a:solidFill>
                  <a:srgbClr val="555555"/>
                </a:solidFill>
                <a:latin typeface="Calibri"/>
                <a:cs typeface="Calibri"/>
              </a:rPr>
              <a:t>(16</a:t>
            </a:r>
            <a:r>
              <a:rPr sz="1600" spc="5" dirty="0">
                <a:solidFill>
                  <a:srgbClr val="555555"/>
                </a:solidFill>
                <a:latin typeface="Calibri"/>
                <a:cs typeface="Calibri"/>
              </a:rPr>
              <a:t> </a:t>
            </a:r>
            <a:r>
              <a:rPr sz="1600" dirty="0">
                <a:solidFill>
                  <a:srgbClr val="555555"/>
                </a:solidFill>
                <a:latin typeface="Calibri"/>
                <a:cs typeface="Calibri"/>
              </a:rPr>
              <a:t>bits.)</a:t>
            </a:r>
            <a:r>
              <a:rPr sz="1600" spc="-35" dirty="0">
                <a:solidFill>
                  <a:srgbClr val="555555"/>
                </a:solidFill>
                <a:latin typeface="Calibri"/>
                <a:cs typeface="Calibri"/>
              </a:rPr>
              <a:t> </a:t>
            </a:r>
            <a:r>
              <a:rPr sz="1600" spc="-50" dirty="0">
                <a:solidFill>
                  <a:srgbClr val="555555"/>
                </a:solidFill>
                <a:latin typeface="Calibri"/>
                <a:cs typeface="Calibri"/>
              </a:rPr>
              <a:t>;</a:t>
            </a:r>
            <a:endParaRPr sz="1600" dirty="0">
              <a:latin typeface="Calibri"/>
              <a:cs typeface="Calibri"/>
            </a:endParaRPr>
          </a:p>
          <a:p>
            <a:pPr marL="127635" indent="-81915">
              <a:lnSpc>
                <a:spcPct val="100000"/>
              </a:lnSpc>
              <a:spcBef>
                <a:spcPts val="1440"/>
              </a:spcBef>
              <a:buChar char="-"/>
              <a:tabLst>
                <a:tab pos="127635" algn="l"/>
              </a:tabLst>
            </a:pPr>
            <a:r>
              <a:rPr sz="1600" dirty="0">
                <a:solidFill>
                  <a:srgbClr val="555555"/>
                </a:solidFill>
                <a:latin typeface="Calibri"/>
                <a:cs typeface="Calibri"/>
              </a:rPr>
              <a:t>Numéro</a:t>
            </a:r>
            <a:r>
              <a:rPr sz="1600" spc="-20" dirty="0">
                <a:solidFill>
                  <a:srgbClr val="555555"/>
                </a:solidFill>
                <a:latin typeface="Calibri"/>
                <a:cs typeface="Calibri"/>
              </a:rPr>
              <a:t> </a:t>
            </a:r>
            <a:r>
              <a:rPr sz="1600" dirty="0">
                <a:solidFill>
                  <a:srgbClr val="555555"/>
                </a:solidFill>
                <a:latin typeface="Calibri"/>
                <a:cs typeface="Calibri"/>
              </a:rPr>
              <a:t>de</a:t>
            </a:r>
            <a:r>
              <a:rPr sz="1600" spc="-45" dirty="0">
                <a:solidFill>
                  <a:srgbClr val="555555"/>
                </a:solidFill>
                <a:latin typeface="Calibri"/>
                <a:cs typeface="Calibri"/>
              </a:rPr>
              <a:t> </a:t>
            </a:r>
            <a:r>
              <a:rPr sz="1600" dirty="0">
                <a:solidFill>
                  <a:srgbClr val="555555"/>
                </a:solidFill>
                <a:latin typeface="Calibri"/>
                <a:cs typeface="Calibri"/>
              </a:rPr>
              <a:t>cluster</a:t>
            </a:r>
            <a:r>
              <a:rPr sz="1600" spc="-15" dirty="0">
                <a:solidFill>
                  <a:srgbClr val="555555"/>
                </a:solidFill>
                <a:latin typeface="Calibri"/>
                <a:cs typeface="Calibri"/>
              </a:rPr>
              <a:t> </a:t>
            </a:r>
            <a:r>
              <a:rPr sz="1600" dirty="0">
                <a:solidFill>
                  <a:srgbClr val="555555"/>
                </a:solidFill>
                <a:latin typeface="Calibri"/>
                <a:cs typeface="Calibri"/>
              </a:rPr>
              <a:t>de</a:t>
            </a:r>
            <a:r>
              <a:rPr sz="1600" spc="-30" dirty="0">
                <a:solidFill>
                  <a:srgbClr val="555555"/>
                </a:solidFill>
                <a:latin typeface="Calibri"/>
                <a:cs typeface="Calibri"/>
              </a:rPr>
              <a:t> </a:t>
            </a:r>
            <a:r>
              <a:rPr sz="1600" dirty="0">
                <a:solidFill>
                  <a:srgbClr val="555555"/>
                </a:solidFill>
                <a:latin typeface="Calibri"/>
                <a:cs typeface="Calibri"/>
              </a:rPr>
              <a:t>départ</a:t>
            </a:r>
            <a:r>
              <a:rPr sz="1600" spc="-45" dirty="0">
                <a:solidFill>
                  <a:srgbClr val="555555"/>
                </a:solidFill>
                <a:latin typeface="Calibri"/>
                <a:cs typeface="Calibri"/>
              </a:rPr>
              <a:t> </a:t>
            </a:r>
            <a:r>
              <a:rPr sz="1600" dirty="0">
                <a:solidFill>
                  <a:srgbClr val="555555"/>
                </a:solidFill>
                <a:latin typeface="Calibri"/>
                <a:cs typeface="Calibri"/>
              </a:rPr>
              <a:t>dans</a:t>
            </a:r>
            <a:r>
              <a:rPr sz="1600" spc="-40" dirty="0">
                <a:solidFill>
                  <a:srgbClr val="555555"/>
                </a:solidFill>
                <a:latin typeface="Calibri"/>
                <a:cs typeface="Calibri"/>
              </a:rPr>
              <a:t> </a:t>
            </a:r>
            <a:r>
              <a:rPr sz="1600" dirty="0">
                <a:solidFill>
                  <a:srgbClr val="555555"/>
                </a:solidFill>
                <a:latin typeface="Calibri"/>
                <a:cs typeface="Calibri"/>
              </a:rPr>
              <a:t>la</a:t>
            </a:r>
            <a:r>
              <a:rPr sz="1600" spc="-30" dirty="0">
                <a:solidFill>
                  <a:srgbClr val="555555"/>
                </a:solidFill>
                <a:latin typeface="Calibri"/>
                <a:cs typeface="Calibri"/>
              </a:rPr>
              <a:t> </a:t>
            </a:r>
            <a:r>
              <a:rPr sz="1600" dirty="0">
                <a:solidFill>
                  <a:srgbClr val="555555"/>
                </a:solidFill>
                <a:latin typeface="Calibri"/>
                <a:cs typeface="Calibri"/>
              </a:rPr>
              <a:t>table</a:t>
            </a:r>
            <a:r>
              <a:rPr sz="1600" spc="-25" dirty="0">
                <a:solidFill>
                  <a:srgbClr val="555555"/>
                </a:solidFill>
                <a:latin typeface="Calibri"/>
                <a:cs typeface="Calibri"/>
              </a:rPr>
              <a:t> </a:t>
            </a:r>
            <a:r>
              <a:rPr sz="1600" dirty="0">
                <a:solidFill>
                  <a:srgbClr val="555555"/>
                </a:solidFill>
                <a:latin typeface="Calibri"/>
                <a:cs typeface="Calibri"/>
              </a:rPr>
              <a:t>d'allocation</a:t>
            </a:r>
            <a:r>
              <a:rPr sz="1600" spc="-10" dirty="0">
                <a:solidFill>
                  <a:srgbClr val="555555"/>
                </a:solidFill>
                <a:latin typeface="Calibri"/>
                <a:cs typeface="Calibri"/>
              </a:rPr>
              <a:t> </a:t>
            </a:r>
            <a:r>
              <a:rPr sz="1600" dirty="0">
                <a:solidFill>
                  <a:srgbClr val="555555"/>
                </a:solidFill>
                <a:latin typeface="Calibri"/>
                <a:cs typeface="Calibri"/>
              </a:rPr>
              <a:t>de</a:t>
            </a:r>
            <a:r>
              <a:rPr sz="1600" spc="-30" dirty="0">
                <a:solidFill>
                  <a:srgbClr val="555555"/>
                </a:solidFill>
                <a:latin typeface="Calibri"/>
                <a:cs typeface="Calibri"/>
              </a:rPr>
              <a:t> </a:t>
            </a:r>
            <a:r>
              <a:rPr sz="1600" dirty="0">
                <a:solidFill>
                  <a:srgbClr val="555555"/>
                </a:solidFill>
                <a:latin typeface="Calibri"/>
                <a:cs typeface="Calibri"/>
              </a:rPr>
              <a:t>fichiers (16</a:t>
            </a:r>
            <a:r>
              <a:rPr sz="1600" spc="-35" dirty="0">
                <a:solidFill>
                  <a:srgbClr val="555555"/>
                </a:solidFill>
                <a:latin typeface="Calibri"/>
                <a:cs typeface="Calibri"/>
              </a:rPr>
              <a:t> </a:t>
            </a:r>
            <a:r>
              <a:rPr sz="1600" dirty="0">
                <a:solidFill>
                  <a:srgbClr val="555555"/>
                </a:solidFill>
                <a:latin typeface="Calibri"/>
                <a:cs typeface="Calibri"/>
              </a:rPr>
              <a:t>bits)</a:t>
            </a:r>
            <a:r>
              <a:rPr sz="1600" spc="-25" dirty="0">
                <a:solidFill>
                  <a:srgbClr val="555555"/>
                </a:solidFill>
                <a:latin typeface="Calibri"/>
                <a:cs typeface="Calibri"/>
              </a:rPr>
              <a:t> </a:t>
            </a:r>
            <a:r>
              <a:rPr sz="1600" spc="-50" dirty="0">
                <a:solidFill>
                  <a:srgbClr val="555555"/>
                </a:solidFill>
                <a:latin typeface="Calibri"/>
                <a:cs typeface="Calibri"/>
              </a:rPr>
              <a:t>;</a:t>
            </a:r>
            <a:endParaRPr sz="1600" dirty="0">
              <a:latin typeface="Calibri"/>
              <a:cs typeface="Calibri"/>
            </a:endParaRPr>
          </a:p>
          <a:p>
            <a:pPr marL="127635" indent="-81915">
              <a:lnSpc>
                <a:spcPct val="100000"/>
              </a:lnSpc>
              <a:spcBef>
                <a:spcPts val="1440"/>
              </a:spcBef>
              <a:buChar char="-"/>
              <a:tabLst>
                <a:tab pos="127635" algn="l"/>
              </a:tabLst>
            </a:pPr>
            <a:r>
              <a:rPr sz="1600" spc="-20" dirty="0">
                <a:solidFill>
                  <a:srgbClr val="555555"/>
                </a:solidFill>
                <a:latin typeface="Calibri"/>
                <a:cs typeface="Calibri"/>
              </a:rPr>
              <a:t>Taille</a:t>
            </a:r>
            <a:r>
              <a:rPr sz="1600" spc="5" dirty="0">
                <a:solidFill>
                  <a:srgbClr val="555555"/>
                </a:solidFill>
                <a:latin typeface="Calibri"/>
                <a:cs typeface="Calibri"/>
              </a:rPr>
              <a:t> </a:t>
            </a:r>
            <a:r>
              <a:rPr sz="1600" dirty="0">
                <a:solidFill>
                  <a:srgbClr val="555555"/>
                </a:solidFill>
                <a:latin typeface="Calibri"/>
                <a:cs typeface="Calibri"/>
              </a:rPr>
              <a:t>du</a:t>
            </a:r>
            <a:r>
              <a:rPr sz="1600" spc="-20" dirty="0">
                <a:solidFill>
                  <a:srgbClr val="555555"/>
                </a:solidFill>
                <a:latin typeface="Calibri"/>
                <a:cs typeface="Calibri"/>
              </a:rPr>
              <a:t> </a:t>
            </a:r>
            <a:r>
              <a:rPr sz="1600" dirty="0">
                <a:solidFill>
                  <a:srgbClr val="555555"/>
                </a:solidFill>
                <a:latin typeface="Calibri"/>
                <a:cs typeface="Calibri"/>
              </a:rPr>
              <a:t>fichier</a:t>
            </a:r>
            <a:r>
              <a:rPr sz="1600" spc="-10" dirty="0">
                <a:solidFill>
                  <a:srgbClr val="555555"/>
                </a:solidFill>
                <a:latin typeface="Calibri"/>
                <a:cs typeface="Calibri"/>
              </a:rPr>
              <a:t> </a:t>
            </a:r>
            <a:r>
              <a:rPr sz="1600" dirty="0">
                <a:solidFill>
                  <a:srgbClr val="555555"/>
                </a:solidFill>
                <a:latin typeface="Calibri"/>
                <a:cs typeface="Calibri"/>
              </a:rPr>
              <a:t>(32 </a:t>
            </a:r>
            <a:r>
              <a:rPr sz="1600" spc="-10" dirty="0">
                <a:solidFill>
                  <a:srgbClr val="555555"/>
                </a:solidFill>
                <a:latin typeface="Calibri"/>
                <a:cs typeface="Calibri"/>
              </a:rPr>
              <a:t>bits).</a:t>
            </a:r>
            <a:endParaRPr sz="160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22</a:t>
            </a:fld>
            <a:endParaRPr spc="-25" dirty="0"/>
          </a:p>
        </p:txBody>
      </p:sp>
      <p:sp>
        <p:nvSpPr>
          <p:cNvPr id="16"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7"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3846151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23</a:t>
            </a:fld>
            <a:endParaRPr spc="-25" dirty="0"/>
          </a:p>
        </p:txBody>
      </p:sp>
      <p:sp>
        <p:nvSpPr>
          <p:cNvPr id="12" name="object 12"/>
          <p:cNvSpPr txBox="1"/>
          <p:nvPr/>
        </p:nvSpPr>
        <p:spPr>
          <a:xfrm>
            <a:off x="663713" y="1464563"/>
            <a:ext cx="10858475" cy="4031873"/>
          </a:xfrm>
          <a:prstGeom prst="rect">
            <a:avLst/>
          </a:prstGeom>
        </p:spPr>
        <p:txBody>
          <a:bodyPr vert="horz" wrap="square" lIns="0" tIns="144780" rIns="0" bIns="0" rtlCol="0">
            <a:spAutoFit/>
          </a:bodyPr>
          <a:lstStyle/>
          <a:p>
            <a:pPr marL="12700">
              <a:lnSpc>
                <a:spcPct val="100000"/>
              </a:lnSpc>
              <a:spcBef>
                <a:spcPts val="1140"/>
              </a:spcBef>
            </a:pPr>
            <a:r>
              <a:rPr b="1" dirty="0">
                <a:solidFill>
                  <a:srgbClr val="FF7800"/>
                </a:solidFill>
                <a:latin typeface="Calibri"/>
                <a:cs typeface="Calibri"/>
              </a:rPr>
              <a:t>NTFS</a:t>
            </a:r>
            <a:r>
              <a:rPr b="1" spc="-35" dirty="0">
                <a:solidFill>
                  <a:srgbClr val="FF7800"/>
                </a:solidFill>
                <a:latin typeface="Calibri"/>
                <a:cs typeface="Calibri"/>
              </a:rPr>
              <a:t> </a:t>
            </a:r>
            <a:r>
              <a:rPr b="1" dirty="0">
                <a:solidFill>
                  <a:srgbClr val="FF7800"/>
                </a:solidFill>
                <a:latin typeface="Calibri"/>
                <a:cs typeface="Calibri"/>
              </a:rPr>
              <a:t>de</a:t>
            </a:r>
            <a:r>
              <a:rPr b="1" spc="-5" dirty="0">
                <a:solidFill>
                  <a:srgbClr val="FF7800"/>
                </a:solidFill>
                <a:latin typeface="Calibri"/>
                <a:cs typeface="Calibri"/>
              </a:rPr>
              <a:t> </a:t>
            </a:r>
            <a:r>
              <a:rPr b="1" spc="-10" dirty="0">
                <a:solidFill>
                  <a:srgbClr val="FF7800"/>
                </a:solidFill>
                <a:latin typeface="Calibri"/>
                <a:cs typeface="Calibri"/>
              </a:rPr>
              <a:t>l’anglais</a:t>
            </a:r>
            <a:r>
              <a:rPr b="1" spc="-35" dirty="0">
                <a:solidFill>
                  <a:srgbClr val="FF7800"/>
                </a:solidFill>
                <a:latin typeface="Calibri"/>
                <a:cs typeface="Calibri"/>
              </a:rPr>
              <a:t> </a:t>
            </a:r>
            <a:r>
              <a:rPr b="1" dirty="0">
                <a:solidFill>
                  <a:srgbClr val="FF7800"/>
                </a:solidFill>
                <a:latin typeface="Calibri"/>
                <a:cs typeface="Calibri"/>
              </a:rPr>
              <a:t>New</a:t>
            </a:r>
            <a:r>
              <a:rPr b="1" spc="-30" dirty="0">
                <a:solidFill>
                  <a:srgbClr val="FF7800"/>
                </a:solidFill>
                <a:latin typeface="Calibri"/>
                <a:cs typeface="Calibri"/>
              </a:rPr>
              <a:t> </a:t>
            </a:r>
            <a:r>
              <a:rPr b="1" spc="-20" dirty="0">
                <a:solidFill>
                  <a:srgbClr val="FF7800"/>
                </a:solidFill>
                <a:latin typeface="Calibri"/>
                <a:cs typeface="Calibri"/>
              </a:rPr>
              <a:t>Technology</a:t>
            </a:r>
            <a:r>
              <a:rPr b="1" spc="-45" dirty="0">
                <a:solidFill>
                  <a:srgbClr val="FF7800"/>
                </a:solidFill>
                <a:latin typeface="Calibri"/>
                <a:cs typeface="Calibri"/>
              </a:rPr>
              <a:t> </a:t>
            </a:r>
            <a:r>
              <a:rPr b="1" dirty="0">
                <a:solidFill>
                  <a:srgbClr val="FF7800"/>
                </a:solidFill>
                <a:latin typeface="Calibri"/>
                <a:cs typeface="Calibri"/>
              </a:rPr>
              <a:t>File</a:t>
            </a:r>
            <a:r>
              <a:rPr b="1" spc="-35" dirty="0">
                <a:solidFill>
                  <a:srgbClr val="FF7800"/>
                </a:solidFill>
                <a:latin typeface="Calibri"/>
                <a:cs typeface="Calibri"/>
              </a:rPr>
              <a:t> </a:t>
            </a:r>
            <a:r>
              <a:rPr b="1" spc="-10" dirty="0">
                <a:solidFill>
                  <a:srgbClr val="FF7800"/>
                </a:solidFill>
                <a:latin typeface="Calibri"/>
                <a:cs typeface="Calibri"/>
              </a:rPr>
              <a:t>System</a:t>
            </a:r>
            <a:endParaRPr dirty="0">
              <a:latin typeface="Calibri"/>
              <a:cs typeface="Calibri"/>
            </a:endParaRPr>
          </a:p>
          <a:p>
            <a:pPr marL="12700">
              <a:lnSpc>
                <a:spcPct val="100000"/>
              </a:lnSpc>
              <a:spcBef>
                <a:spcPts val="770"/>
              </a:spcBef>
            </a:pPr>
            <a:r>
              <a:rPr sz="1600" dirty="0">
                <a:solidFill>
                  <a:srgbClr val="585858"/>
                </a:solidFill>
                <a:latin typeface="Calibri"/>
                <a:cs typeface="Calibri"/>
              </a:rPr>
              <a:t>Il</a:t>
            </a:r>
            <a:r>
              <a:rPr sz="1600" spc="-25" dirty="0">
                <a:solidFill>
                  <a:srgbClr val="585858"/>
                </a:solidFill>
                <a:latin typeface="Calibri"/>
                <a:cs typeface="Calibri"/>
              </a:rPr>
              <a:t> </a:t>
            </a:r>
            <a:r>
              <a:rPr sz="1600" dirty="0">
                <a:solidFill>
                  <a:srgbClr val="585858"/>
                </a:solidFill>
                <a:latin typeface="Calibri"/>
                <a:cs typeface="Calibri"/>
              </a:rPr>
              <a:t>s'agit</a:t>
            </a:r>
            <a:r>
              <a:rPr sz="1600" spc="-10" dirty="0">
                <a:solidFill>
                  <a:srgbClr val="585858"/>
                </a:solidFill>
                <a:latin typeface="Calibri"/>
                <a:cs typeface="Calibri"/>
              </a:rPr>
              <a:t> </a:t>
            </a:r>
            <a:r>
              <a:rPr sz="1600" dirty="0">
                <a:solidFill>
                  <a:srgbClr val="585858"/>
                </a:solidFill>
                <a:latin typeface="Calibri"/>
                <a:cs typeface="Calibri"/>
              </a:rPr>
              <a:t>du</a:t>
            </a:r>
            <a:r>
              <a:rPr sz="1600" spc="5" dirty="0">
                <a:solidFill>
                  <a:srgbClr val="585858"/>
                </a:solidFill>
                <a:latin typeface="Calibri"/>
                <a:cs typeface="Calibri"/>
              </a:rPr>
              <a:t> </a:t>
            </a:r>
            <a:r>
              <a:rPr sz="1600" dirty="0">
                <a:solidFill>
                  <a:srgbClr val="585858"/>
                </a:solidFill>
                <a:latin typeface="Calibri"/>
                <a:cs typeface="Calibri"/>
              </a:rPr>
              <a:t>système</a:t>
            </a:r>
            <a:r>
              <a:rPr sz="1600" spc="-15" dirty="0">
                <a:solidFill>
                  <a:srgbClr val="585858"/>
                </a:solidFill>
                <a:latin typeface="Calibri"/>
                <a:cs typeface="Calibri"/>
              </a:rPr>
              <a:t> </a:t>
            </a:r>
            <a:r>
              <a:rPr sz="1600" dirty="0">
                <a:solidFill>
                  <a:srgbClr val="585858"/>
                </a:solidFill>
                <a:latin typeface="Calibri"/>
                <a:cs typeface="Calibri"/>
              </a:rPr>
              <a:t>de</a:t>
            </a:r>
            <a:r>
              <a:rPr sz="1600" spc="10" dirty="0">
                <a:solidFill>
                  <a:srgbClr val="585858"/>
                </a:solidFill>
                <a:latin typeface="Calibri"/>
                <a:cs typeface="Calibri"/>
              </a:rPr>
              <a:t> </a:t>
            </a:r>
            <a:r>
              <a:rPr sz="1600" dirty="0">
                <a:solidFill>
                  <a:srgbClr val="585858"/>
                </a:solidFill>
                <a:latin typeface="Calibri"/>
                <a:cs typeface="Calibri"/>
              </a:rPr>
              <a:t>fichiers</a:t>
            </a:r>
            <a:r>
              <a:rPr sz="1600" spc="20" dirty="0">
                <a:solidFill>
                  <a:srgbClr val="585858"/>
                </a:solidFill>
                <a:latin typeface="Calibri"/>
                <a:cs typeface="Calibri"/>
              </a:rPr>
              <a:t> </a:t>
            </a:r>
            <a:r>
              <a:rPr sz="1600" dirty="0">
                <a:solidFill>
                  <a:srgbClr val="585858"/>
                </a:solidFill>
                <a:latin typeface="Calibri"/>
                <a:cs typeface="Calibri"/>
              </a:rPr>
              <a:t>principal</a:t>
            </a:r>
            <a:r>
              <a:rPr sz="1600" spc="-10" dirty="0">
                <a:solidFill>
                  <a:srgbClr val="585858"/>
                </a:solidFill>
                <a:latin typeface="Calibri"/>
                <a:cs typeface="Calibri"/>
              </a:rPr>
              <a:t> </a:t>
            </a:r>
            <a:r>
              <a:rPr sz="1600" dirty="0">
                <a:solidFill>
                  <a:srgbClr val="585858"/>
                </a:solidFill>
                <a:latin typeface="Calibri"/>
                <a:cs typeface="Calibri"/>
              </a:rPr>
              <a:t>de</a:t>
            </a:r>
            <a:r>
              <a:rPr sz="1600" spc="10" dirty="0">
                <a:solidFill>
                  <a:srgbClr val="585858"/>
                </a:solidFill>
                <a:latin typeface="Calibri"/>
                <a:cs typeface="Calibri"/>
              </a:rPr>
              <a:t> </a:t>
            </a:r>
            <a:r>
              <a:rPr sz="1600" dirty="0">
                <a:solidFill>
                  <a:srgbClr val="585858"/>
                </a:solidFill>
                <a:latin typeface="Calibri"/>
                <a:cs typeface="Calibri"/>
              </a:rPr>
              <a:t>Microsoft. Ses structures</a:t>
            </a:r>
            <a:r>
              <a:rPr sz="1600" spc="25" dirty="0">
                <a:solidFill>
                  <a:srgbClr val="585858"/>
                </a:solidFill>
                <a:latin typeface="Calibri"/>
                <a:cs typeface="Calibri"/>
              </a:rPr>
              <a:t> </a:t>
            </a:r>
            <a:r>
              <a:rPr sz="1600" dirty="0">
                <a:solidFill>
                  <a:srgbClr val="585858"/>
                </a:solidFill>
                <a:latin typeface="Calibri"/>
                <a:cs typeface="Calibri"/>
              </a:rPr>
              <a:t>de</a:t>
            </a:r>
            <a:r>
              <a:rPr sz="1600" spc="-10" dirty="0">
                <a:solidFill>
                  <a:srgbClr val="585858"/>
                </a:solidFill>
                <a:latin typeface="Calibri"/>
                <a:cs typeface="Calibri"/>
              </a:rPr>
              <a:t> </a:t>
            </a:r>
            <a:r>
              <a:rPr sz="1600" dirty="0">
                <a:solidFill>
                  <a:srgbClr val="585858"/>
                </a:solidFill>
                <a:latin typeface="Calibri"/>
                <a:cs typeface="Calibri"/>
              </a:rPr>
              <a:t>données</a:t>
            </a:r>
            <a:r>
              <a:rPr sz="1600" spc="20" dirty="0">
                <a:solidFill>
                  <a:srgbClr val="585858"/>
                </a:solidFill>
                <a:latin typeface="Calibri"/>
                <a:cs typeface="Calibri"/>
              </a:rPr>
              <a:t> </a:t>
            </a:r>
            <a:r>
              <a:rPr sz="1600" dirty="0">
                <a:solidFill>
                  <a:srgbClr val="585858"/>
                </a:solidFill>
                <a:latin typeface="Calibri"/>
                <a:cs typeface="Calibri"/>
              </a:rPr>
              <a:t>ne</a:t>
            </a:r>
            <a:r>
              <a:rPr sz="1600" spc="10" dirty="0">
                <a:solidFill>
                  <a:srgbClr val="585858"/>
                </a:solidFill>
                <a:latin typeface="Calibri"/>
                <a:cs typeface="Calibri"/>
              </a:rPr>
              <a:t> </a:t>
            </a:r>
            <a:r>
              <a:rPr sz="1600" dirty="0">
                <a:solidFill>
                  <a:srgbClr val="585858"/>
                </a:solidFill>
                <a:latin typeface="Calibri"/>
                <a:cs typeface="Calibri"/>
              </a:rPr>
              <a:t>limitent pas</a:t>
            </a:r>
            <a:r>
              <a:rPr sz="1600" spc="20" dirty="0">
                <a:solidFill>
                  <a:srgbClr val="585858"/>
                </a:solidFill>
                <a:latin typeface="Calibri"/>
                <a:cs typeface="Calibri"/>
              </a:rPr>
              <a:t> </a:t>
            </a:r>
            <a:r>
              <a:rPr sz="1600" dirty="0">
                <a:solidFill>
                  <a:srgbClr val="585858"/>
                </a:solidFill>
                <a:latin typeface="Calibri"/>
                <a:cs typeface="Calibri"/>
              </a:rPr>
              <a:t>la</a:t>
            </a:r>
            <a:r>
              <a:rPr sz="1600" spc="10" dirty="0">
                <a:solidFill>
                  <a:srgbClr val="585858"/>
                </a:solidFill>
                <a:latin typeface="Calibri"/>
                <a:cs typeface="Calibri"/>
              </a:rPr>
              <a:t> </a:t>
            </a:r>
            <a:r>
              <a:rPr sz="1600" dirty="0">
                <a:solidFill>
                  <a:srgbClr val="585858"/>
                </a:solidFill>
                <a:latin typeface="Calibri"/>
                <a:cs typeface="Calibri"/>
              </a:rPr>
              <a:t>taille</a:t>
            </a:r>
            <a:r>
              <a:rPr sz="1600" spc="15" dirty="0">
                <a:solidFill>
                  <a:srgbClr val="585858"/>
                </a:solidFill>
                <a:latin typeface="Calibri"/>
                <a:cs typeface="Calibri"/>
              </a:rPr>
              <a:t> </a:t>
            </a:r>
            <a:r>
              <a:rPr sz="1600" dirty="0">
                <a:solidFill>
                  <a:srgbClr val="585858"/>
                </a:solidFill>
                <a:latin typeface="Calibri"/>
                <a:cs typeface="Calibri"/>
              </a:rPr>
              <a:t>maximale</a:t>
            </a:r>
            <a:r>
              <a:rPr sz="1600" spc="15" dirty="0">
                <a:solidFill>
                  <a:srgbClr val="585858"/>
                </a:solidFill>
                <a:latin typeface="Calibri"/>
                <a:cs typeface="Calibri"/>
              </a:rPr>
              <a:t> </a:t>
            </a:r>
            <a:r>
              <a:rPr sz="1600" dirty="0">
                <a:solidFill>
                  <a:srgbClr val="585858"/>
                </a:solidFill>
                <a:latin typeface="Calibri"/>
                <a:cs typeface="Calibri"/>
              </a:rPr>
              <a:t>du</a:t>
            </a:r>
            <a:r>
              <a:rPr sz="1600" spc="-15" dirty="0">
                <a:solidFill>
                  <a:srgbClr val="585858"/>
                </a:solidFill>
                <a:latin typeface="Calibri"/>
                <a:cs typeface="Calibri"/>
              </a:rPr>
              <a:t> </a:t>
            </a:r>
            <a:r>
              <a:rPr sz="1600" dirty="0">
                <a:solidFill>
                  <a:srgbClr val="585858"/>
                </a:solidFill>
                <a:latin typeface="Calibri"/>
                <a:cs typeface="Calibri"/>
              </a:rPr>
              <a:t>fichier</a:t>
            </a:r>
            <a:r>
              <a:rPr sz="1600" spc="5" dirty="0">
                <a:solidFill>
                  <a:srgbClr val="585858"/>
                </a:solidFill>
                <a:latin typeface="Calibri"/>
                <a:cs typeface="Calibri"/>
              </a:rPr>
              <a:t> </a:t>
            </a:r>
            <a:r>
              <a:rPr sz="1600" dirty="0">
                <a:solidFill>
                  <a:srgbClr val="585858"/>
                </a:solidFill>
                <a:latin typeface="Calibri"/>
                <a:cs typeface="Calibri"/>
              </a:rPr>
              <a:t>à</a:t>
            </a:r>
            <a:r>
              <a:rPr sz="1600" spc="15" dirty="0">
                <a:solidFill>
                  <a:srgbClr val="585858"/>
                </a:solidFill>
                <a:latin typeface="Calibri"/>
                <a:cs typeface="Calibri"/>
              </a:rPr>
              <a:t> </a:t>
            </a:r>
            <a:r>
              <a:rPr sz="1600" dirty="0">
                <a:solidFill>
                  <a:srgbClr val="585858"/>
                </a:solidFill>
                <a:latin typeface="Calibri"/>
                <a:cs typeface="Calibri"/>
              </a:rPr>
              <a:t>4 GO.</a:t>
            </a:r>
            <a:r>
              <a:rPr sz="1600" spc="15" dirty="0">
                <a:solidFill>
                  <a:srgbClr val="585858"/>
                </a:solidFill>
                <a:latin typeface="Calibri"/>
                <a:cs typeface="Calibri"/>
              </a:rPr>
              <a:t> </a:t>
            </a:r>
            <a:endParaRPr lang="fr-FR" sz="1600" spc="15" dirty="0" smtClean="0">
              <a:solidFill>
                <a:srgbClr val="585858"/>
              </a:solidFill>
              <a:latin typeface="Calibri"/>
              <a:cs typeface="Calibri"/>
            </a:endParaRPr>
          </a:p>
          <a:p>
            <a:pPr marL="12700">
              <a:lnSpc>
                <a:spcPct val="100000"/>
              </a:lnSpc>
              <a:spcBef>
                <a:spcPts val="770"/>
              </a:spcBef>
            </a:pPr>
            <a:endParaRPr dirty="0">
              <a:latin typeface="Calibri"/>
              <a:cs typeface="Calibri"/>
            </a:endParaRPr>
          </a:p>
          <a:p>
            <a:pPr marL="12700">
              <a:lnSpc>
                <a:spcPct val="100000"/>
              </a:lnSpc>
            </a:pPr>
            <a:r>
              <a:rPr b="1" spc="-10" dirty="0">
                <a:solidFill>
                  <a:srgbClr val="FF7800"/>
                </a:solidFill>
                <a:latin typeface="Calibri"/>
                <a:cs typeface="Calibri"/>
              </a:rPr>
              <a:t>Caractéristiques</a:t>
            </a:r>
            <a:r>
              <a:rPr b="1" spc="-35" dirty="0">
                <a:solidFill>
                  <a:srgbClr val="FF7800"/>
                </a:solidFill>
                <a:latin typeface="Calibri"/>
                <a:cs typeface="Calibri"/>
              </a:rPr>
              <a:t> </a:t>
            </a:r>
            <a:r>
              <a:rPr b="1" dirty="0">
                <a:solidFill>
                  <a:srgbClr val="FF7800"/>
                </a:solidFill>
                <a:latin typeface="Calibri"/>
                <a:cs typeface="Calibri"/>
              </a:rPr>
              <a:t>de</a:t>
            </a:r>
            <a:r>
              <a:rPr b="1" spc="-5" dirty="0">
                <a:solidFill>
                  <a:srgbClr val="FF7800"/>
                </a:solidFill>
                <a:latin typeface="Calibri"/>
                <a:cs typeface="Calibri"/>
              </a:rPr>
              <a:t> </a:t>
            </a:r>
            <a:r>
              <a:rPr b="1" spc="-20" dirty="0">
                <a:solidFill>
                  <a:srgbClr val="FF7800"/>
                </a:solidFill>
                <a:latin typeface="Calibri"/>
                <a:cs typeface="Calibri"/>
              </a:rPr>
              <a:t>NTFS</a:t>
            </a:r>
            <a:endParaRPr dirty="0">
              <a:latin typeface="Calibri"/>
              <a:cs typeface="Calibri"/>
            </a:endParaRPr>
          </a:p>
          <a:p>
            <a:pPr marL="12700">
              <a:lnSpc>
                <a:spcPct val="100000"/>
              </a:lnSpc>
              <a:spcBef>
                <a:spcPts val="600"/>
              </a:spcBef>
            </a:pPr>
            <a:r>
              <a:rPr sz="1600" dirty="0">
                <a:solidFill>
                  <a:srgbClr val="585858"/>
                </a:solidFill>
                <a:latin typeface="Calibri"/>
                <a:cs typeface="Calibri"/>
              </a:rPr>
              <a:t>NTFS</a:t>
            </a:r>
            <a:r>
              <a:rPr sz="1600" spc="-25" dirty="0">
                <a:solidFill>
                  <a:srgbClr val="585858"/>
                </a:solidFill>
                <a:latin typeface="Calibri"/>
                <a:cs typeface="Calibri"/>
              </a:rPr>
              <a:t> </a:t>
            </a:r>
            <a:r>
              <a:rPr sz="1600" dirty="0">
                <a:solidFill>
                  <a:srgbClr val="585858"/>
                </a:solidFill>
                <a:latin typeface="Calibri"/>
                <a:cs typeface="Calibri"/>
              </a:rPr>
              <a:t>présente</a:t>
            </a:r>
            <a:r>
              <a:rPr sz="1600" spc="-20" dirty="0">
                <a:solidFill>
                  <a:srgbClr val="585858"/>
                </a:solidFill>
                <a:latin typeface="Calibri"/>
                <a:cs typeface="Calibri"/>
              </a:rPr>
              <a:t> </a:t>
            </a:r>
            <a:r>
              <a:rPr sz="1600" dirty="0">
                <a:solidFill>
                  <a:srgbClr val="585858"/>
                </a:solidFill>
                <a:latin typeface="Calibri"/>
                <a:cs typeface="Calibri"/>
              </a:rPr>
              <a:t>les</a:t>
            </a:r>
            <a:r>
              <a:rPr sz="1600" spc="-10" dirty="0">
                <a:solidFill>
                  <a:srgbClr val="585858"/>
                </a:solidFill>
                <a:latin typeface="Calibri"/>
                <a:cs typeface="Calibri"/>
              </a:rPr>
              <a:t> caractéristiques suivantes</a:t>
            </a:r>
            <a:r>
              <a:rPr sz="1600" spc="-35" dirty="0">
                <a:solidFill>
                  <a:srgbClr val="585858"/>
                </a:solidFill>
                <a:latin typeface="Calibri"/>
                <a:cs typeface="Calibri"/>
              </a:rPr>
              <a:t> </a:t>
            </a:r>
            <a:r>
              <a:rPr sz="1600" spc="-50" dirty="0">
                <a:solidFill>
                  <a:srgbClr val="585858"/>
                </a:solidFill>
                <a:latin typeface="Calibri"/>
                <a:cs typeface="Calibri"/>
              </a:rPr>
              <a:t>:</a:t>
            </a:r>
            <a:endParaRPr sz="1600" dirty="0">
              <a:latin typeface="Calibri"/>
              <a:cs typeface="Calibri"/>
            </a:endParaRPr>
          </a:p>
          <a:p>
            <a:pPr marL="298450" indent="-285750">
              <a:lnSpc>
                <a:spcPct val="100000"/>
              </a:lnSpc>
              <a:spcBef>
                <a:spcPts val="1440"/>
              </a:spcBef>
              <a:buFont typeface="Wingdings" panose="05000000000000000000" pitchFamily="2" charset="2"/>
              <a:buChar char="§"/>
            </a:pPr>
            <a:r>
              <a:rPr sz="1600" b="1" spc="-10" dirty="0">
                <a:solidFill>
                  <a:srgbClr val="585858"/>
                </a:solidFill>
                <a:latin typeface="Calibri"/>
                <a:cs typeface="Calibri"/>
              </a:rPr>
              <a:t>Performance</a:t>
            </a:r>
            <a:r>
              <a:rPr sz="1600" b="1" spc="-55" dirty="0">
                <a:solidFill>
                  <a:srgbClr val="585858"/>
                </a:solidFill>
                <a:latin typeface="Calibri"/>
                <a:cs typeface="Calibri"/>
              </a:rPr>
              <a:t> </a:t>
            </a:r>
            <a:r>
              <a:rPr sz="1600" dirty="0">
                <a:solidFill>
                  <a:srgbClr val="585858"/>
                </a:solidFill>
                <a:latin typeface="Calibri"/>
                <a:cs typeface="Calibri"/>
              </a:rPr>
              <a:t>:</a:t>
            </a:r>
            <a:r>
              <a:rPr sz="1600" spc="-30" dirty="0">
                <a:solidFill>
                  <a:srgbClr val="585858"/>
                </a:solidFill>
                <a:latin typeface="Calibri"/>
                <a:cs typeface="Calibri"/>
              </a:rPr>
              <a:t> </a:t>
            </a:r>
            <a:r>
              <a:rPr sz="1600" dirty="0">
                <a:solidFill>
                  <a:srgbClr val="585858"/>
                </a:solidFill>
                <a:latin typeface="Calibri"/>
                <a:cs typeface="Calibri"/>
              </a:rPr>
              <a:t>NTFS</a:t>
            </a:r>
            <a:r>
              <a:rPr sz="1600" spc="-15" dirty="0">
                <a:solidFill>
                  <a:srgbClr val="585858"/>
                </a:solidFill>
                <a:latin typeface="Calibri"/>
                <a:cs typeface="Calibri"/>
              </a:rPr>
              <a:t> </a:t>
            </a:r>
            <a:r>
              <a:rPr sz="1600" dirty="0">
                <a:solidFill>
                  <a:srgbClr val="585858"/>
                </a:solidFill>
                <a:latin typeface="Calibri"/>
                <a:cs typeface="Calibri"/>
              </a:rPr>
              <a:t>assure</a:t>
            </a:r>
            <a:r>
              <a:rPr sz="1600" spc="-15" dirty="0">
                <a:solidFill>
                  <a:srgbClr val="585858"/>
                </a:solidFill>
                <a:latin typeface="Calibri"/>
                <a:cs typeface="Calibri"/>
              </a:rPr>
              <a:t> </a:t>
            </a:r>
            <a:r>
              <a:rPr sz="1600" dirty="0">
                <a:solidFill>
                  <a:srgbClr val="585858"/>
                </a:solidFill>
                <a:latin typeface="Calibri"/>
                <a:cs typeface="Calibri"/>
              </a:rPr>
              <a:t>la</a:t>
            </a:r>
            <a:r>
              <a:rPr sz="1600" spc="-40" dirty="0">
                <a:solidFill>
                  <a:srgbClr val="585858"/>
                </a:solidFill>
                <a:latin typeface="Calibri"/>
                <a:cs typeface="Calibri"/>
              </a:rPr>
              <a:t> </a:t>
            </a:r>
            <a:r>
              <a:rPr sz="1600" dirty="0">
                <a:solidFill>
                  <a:srgbClr val="585858"/>
                </a:solidFill>
                <a:latin typeface="Calibri"/>
                <a:cs typeface="Calibri"/>
              </a:rPr>
              <a:t>compression de</a:t>
            </a:r>
            <a:r>
              <a:rPr sz="1600" spc="-40" dirty="0">
                <a:solidFill>
                  <a:srgbClr val="585858"/>
                </a:solidFill>
                <a:latin typeface="Calibri"/>
                <a:cs typeface="Calibri"/>
              </a:rPr>
              <a:t> </a:t>
            </a:r>
            <a:r>
              <a:rPr sz="1600" dirty="0">
                <a:solidFill>
                  <a:srgbClr val="585858"/>
                </a:solidFill>
                <a:latin typeface="Calibri"/>
                <a:cs typeface="Calibri"/>
              </a:rPr>
              <a:t>fichiers,</a:t>
            </a:r>
            <a:r>
              <a:rPr sz="1600" spc="15" dirty="0">
                <a:solidFill>
                  <a:srgbClr val="585858"/>
                </a:solidFill>
                <a:latin typeface="Calibri"/>
                <a:cs typeface="Calibri"/>
              </a:rPr>
              <a:t> </a:t>
            </a:r>
            <a:r>
              <a:rPr sz="1600" dirty="0">
                <a:solidFill>
                  <a:srgbClr val="585858"/>
                </a:solidFill>
                <a:latin typeface="Calibri"/>
                <a:cs typeface="Calibri"/>
              </a:rPr>
              <a:t>ce</a:t>
            </a:r>
            <a:r>
              <a:rPr sz="1600" spc="-40" dirty="0">
                <a:solidFill>
                  <a:srgbClr val="585858"/>
                </a:solidFill>
                <a:latin typeface="Calibri"/>
                <a:cs typeface="Calibri"/>
              </a:rPr>
              <a:t> </a:t>
            </a:r>
            <a:r>
              <a:rPr sz="1600" dirty="0">
                <a:solidFill>
                  <a:srgbClr val="585858"/>
                </a:solidFill>
                <a:latin typeface="Calibri"/>
                <a:cs typeface="Calibri"/>
              </a:rPr>
              <a:t>qui</a:t>
            </a:r>
            <a:r>
              <a:rPr sz="1600" spc="-30" dirty="0">
                <a:solidFill>
                  <a:srgbClr val="585858"/>
                </a:solidFill>
                <a:latin typeface="Calibri"/>
                <a:cs typeface="Calibri"/>
              </a:rPr>
              <a:t> </a:t>
            </a:r>
            <a:r>
              <a:rPr sz="1600" dirty="0">
                <a:solidFill>
                  <a:srgbClr val="585858"/>
                </a:solidFill>
                <a:latin typeface="Calibri"/>
                <a:cs typeface="Calibri"/>
              </a:rPr>
              <a:t>offre</a:t>
            </a:r>
            <a:r>
              <a:rPr sz="1600" spc="5" dirty="0">
                <a:solidFill>
                  <a:srgbClr val="585858"/>
                </a:solidFill>
                <a:latin typeface="Calibri"/>
                <a:cs typeface="Calibri"/>
              </a:rPr>
              <a:t> </a:t>
            </a:r>
            <a:r>
              <a:rPr sz="1600" dirty="0">
                <a:solidFill>
                  <a:srgbClr val="585858"/>
                </a:solidFill>
                <a:latin typeface="Calibri"/>
                <a:cs typeface="Calibri"/>
              </a:rPr>
              <a:t>une</a:t>
            </a:r>
            <a:r>
              <a:rPr sz="1600" spc="-35" dirty="0">
                <a:solidFill>
                  <a:srgbClr val="585858"/>
                </a:solidFill>
                <a:latin typeface="Calibri"/>
                <a:cs typeface="Calibri"/>
              </a:rPr>
              <a:t> </a:t>
            </a:r>
            <a:r>
              <a:rPr sz="1600" spc="-10" dirty="0">
                <a:solidFill>
                  <a:srgbClr val="585858"/>
                </a:solidFill>
                <a:latin typeface="Calibri"/>
                <a:cs typeface="Calibri"/>
              </a:rPr>
              <a:t>meilleure</a:t>
            </a:r>
            <a:r>
              <a:rPr sz="1600" spc="25" dirty="0">
                <a:solidFill>
                  <a:srgbClr val="585858"/>
                </a:solidFill>
                <a:latin typeface="Calibri"/>
                <a:cs typeface="Calibri"/>
              </a:rPr>
              <a:t> </a:t>
            </a:r>
            <a:r>
              <a:rPr sz="1600" dirty="0">
                <a:solidFill>
                  <a:srgbClr val="585858"/>
                </a:solidFill>
                <a:latin typeface="Calibri"/>
                <a:cs typeface="Calibri"/>
              </a:rPr>
              <a:t>gestion</a:t>
            </a:r>
            <a:r>
              <a:rPr sz="1600" spc="-45" dirty="0">
                <a:solidFill>
                  <a:srgbClr val="585858"/>
                </a:solidFill>
                <a:latin typeface="Calibri"/>
                <a:cs typeface="Calibri"/>
              </a:rPr>
              <a:t> </a:t>
            </a:r>
            <a:r>
              <a:rPr sz="1600" dirty="0">
                <a:solidFill>
                  <a:srgbClr val="585858"/>
                </a:solidFill>
                <a:latin typeface="Calibri"/>
                <a:cs typeface="Calibri"/>
              </a:rPr>
              <a:t>de</a:t>
            </a:r>
            <a:r>
              <a:rPr sz="1600" spc="-20" dirty="0">
                <a:solidFill>
                  <a:srgbClr val="585858"/>
                </a:solidFill>
                <a:latin typeface="Calibri"/>
                <a:cs typeface="Calibri"/>
              </a:rPr>
              <a:t> </a:t>
            </a:r>
            <a:r>
              <a:rPr sz="1600" spc="-10" dirty="0">
                <a:solidFill>
                  <a:srgbClr val="585858"/>
                </a:solidFill>
                <a:latin typeface="Calibri"/>
                <a:cs typeface="Calibri"/>
              </a:rPr>
              <a:t>stockage.</a:t>
            </a:r>
            <a:endParaRPr sz="1600" dirty="0">
              <a:latin typeface="Calibri"/>
              <a:cs typeface="Calibri"/>
            </a:endParaRPr>
          </a:p>
          <a:p>
            <a:pPr marL="298450" indent="-285750">
              <a:lnSpc>
                <a:spcPct val="100000"/>
              </a:lnSpc>
              <a:spcBef>
                <a:spcPts val="1440"/>
              </a:spcBef>
              <a:buFont typeface="Wingdings" panose="05000000000000000000" pitchFamily="2" charset="2"/>
              <a:buChar char="§"/>
            </a:pPr>
            <a:r>
              <a:rPr sz="1600" b="1" dirty="0">
                <a:solidFill>
                  <a:srgbClr val="585858"/>
                </a:solidFill>
                <a:latin typeface="Calibri"/>
                <a:cs typeface="Calibri"/>
              </a:rPr>
              <a:t>Contrôle d'accès</a:t>
            </a:r>
            <a:r>
              <a:rPr sz="1600" b="1" spc="-55" dirty="0">
                <a:solidFill>
                  <a:srgbClr val="585858"/>
                </a:solidFill>
                <a:latin typeface="Calibri"/>
                <a:cs typeface="Calibri"/>
              </a:rPr>
              <a:t> </a:t>
            </a:r>
            <a:r>
              <a:rPr sz="1600" dirty="0">
                <a:solidFill>
                  <a:srgbClr val="585858"/>
                </a:solidFill>
                <a:latin typeface="Calibri"/>
                <a:cs typeface="Calibri"/>
              </a:rPr>
              <a:t>:</a:t>
            </a:r>
            <a:r>
              <a:rPr sz="1600" spc="-25" dirty="0">
                <a:solidFill>
                  <a:srgbClr val="585858"/>
                </a:solidFill>
                <a:latin typeface="Calibri"/>
                <a:cs typeface="Calibri"/>
              </a:rPr>
              <a:t> </a:t>
            </a:r>
            <a:r>
              <a:rPr sz="1600" dirty="0">
                <a:solidFill>
                  <a:srgbClr val="585858"/>
                </a:solidFill>
                <a:latin typeface="Calibri"/>
                <a:cs typeface="Calibri"/>
              </a:rPr>
              <a:t>NTFS</a:t>
            </a:r>
            <a:r>
              <a:rPr sz="1600" spc="-20" dirty="0">
                <a:solidFill>
                  <a:srgbClr val="585858"/>
                </a:solidFill>
                <a:latin typeface="Calibri"/>
                <a:cs typeface="Calibri"/>
              </a:rPr>
              <a:t> </a:t>
            </a:r>
            <a:r>
              <a:rPr sz="1600" dirty="0">
                <a:solidFill>
                  <a:srgbClr val="585858"/>
                </a:solidFill>
                <a:latin typeface="Calibri"/>
                <a:cs typeface="Calibri"/>
              </a:rPr>
              <a:t>permet</a:t>
            </a:r>
            <a:r>
              <a:rPr sz="1600" spc="-25" dirty="0">
                <a:solidFill>
                  <a:srgbClr val="585858"/>
                </a:solidFill>
                <a:latin typeface="Calibri"/>
                <a:cs typeface="Calibri"/>
              </a:rPr>
              <a:t> </a:t>
            </a:r>
            <a:r>
              <a:rPr sz="1600" dirty="0">
                <a:solidFill>
                  <a:srgbClr val="585858"/>
                </a:solidFill>
                <a:latin typeface="Calibri"/>
                <a:cs typeface="Calibri"/>
              </a:rPr>
              <a:t>de</a:t>
            </a:r>
            <a:r>
              <a:rPr sz="1600" spc="-15" dirty="0">
                <a:solidFill>
                  <a:srgbClr val="585858"/>
                </a:solidFill>
                <a:latin typeface="Calibri"/>
                <a:cs typeface="Calibri"/>
              </a:rPr>
              <a:t> </a:t>
            </a:r>
            <a:r>
              <a:rPr sz="1600" dirty="0">
                <a:solidFill>
                  <a:srgbClr val="585858"/>
                </a:solidFill>
                <a:latin typeface="Calibri"/>
                <a:cs typeface="Calibri"/>
              </a:rPr>
              <a:t>placer</a:t>
            </a:r>
            <a:r>
              <a:rPr sz="1600" spc="-25" dirty="0">
                <a:solidFill>
                  <a:srgbClr val="585858"/>
                </a:solidFill>
                <a:latin typeface="Calibri"/>
                <a:cs typeface="Calibri"/>
              </a:rPr>
              <a:t> </a:t>
            </a:r>
            <a:r>
              <a:rPr sz="1600" dirty="0">
                <a:solidFill>
                  <a:srgbClr val="585858"/>
                </a:solidFill>
                <a:latin typeface="Calibri"/>
                <a:cs typeface="Calibri"/>
              </a:rPr>
              <a:t>des</a:t>
            </a:r>
            <a:r>
              <a:rPr sz="1600" spc="-30" dirty="0">
                <a:solidFill>
                  <a:srgbClr val="585858"/>
                </a:solidFill>
                <a:latin typeface="Calibri"/>
                <a:cs typeface="Calibri"/>
              </a:rPr>
              <a:t> </a:t>
            </a:r>
            <a:r>
              <a:rPr sz="1600" spc="-10" dirty="0">
                <a:solidFill>
                  <a:srgbClr val="585858"/>
                </a:solidFill>
                <a:latin typeface="Calibri"/>
                <a:cs typeface="Calibri"/>
              </a:rPr>
              <a:t>autorisations</a:t>
            </a:r>
            <a:r>
              <a:rPr sz="1600" dirty="0">
                <a:solidFill>
                  <a:srgbClr val="585858"/>
                </a:solidFill>
                <a:latin typeface="Calibri"/>
                <a:cs typeface="Calibri"/>
              </a:rPr>
              <a:t> sur</a:t>
            </a:r>
            <a:r>
              <a:rPr sz="1600" spc="-50" dirty="0">
                <a:solidFill>
                  <a:srgbClr val="585858"/>
                </a:solidFill>
                <a:latin typeface="Calibri"/>
                <a:cs typeface="Calibri"/>
              </a:rPr>
              <a:t> </a:t>
            </a:r>
            <a:r>
              <a:rPr sz="1600" dirty="0">
                <a:solidFill>
                  <a:srgbClr val="585858"/>
                </a:solidFill>
                <a:latin typeface="Calibri"/>
                <a:cs typeface="Calibri"/>
              </a:rPr>
              <a:t>les</a:t>
            </a:r>
            <a:r>
              <a:rPr sz="1600" spc="-5" dirty="0">
                <a:solidFill>
                  <a:srgbClr val="585858"/>
                </a:solidFill>
                <a:latin typeface="Calibri"/>
                <a:cs typeface="Calibri"/>
              </a:rPr>
              <a:t> </a:t>
            </a:r>
            <a:r>
              <a:rPr sz="1600" dirty="0">
                <a:solidFill>
                  <a:srgbClr val="585858"/>
                </a:solidFill>
                <a:latin typeface="Calibri"/>
                <a:cs typeface="Calibri"/>
              </a:rPr>
              <a:t>fichiers</a:t>
            </a:r>
            <a:r>
              <a:rPr sz="1600" spc="15" dirty="0">
                <a:solidFill>
                  <a:srgbClr val="585858"/>
                </a:solidFill>
                <a:latin typeface="Calibri"/>
                <a:cs typeface="Calibri"/>
              </a:rPr>
              <a:t> </a:t>
            </a:r>
            <a:r>
              <a:rPr sz="1600" dirty="0">
                <a:solidFill>
                  <a:srgbClr val="585858"/>
                </a:solidFill>
                <a:latin typeface="Calibri"/>
                <a:cs typeface="Calibri"/>
              </a:rPr>
              <a:t>et</a:t>
            </a:r>
            <a:r>
              <a:rPr sz="1600" spc="-35" dirty="0">
                <a:solidFill>
                  <a:srgbClr val="585858"/>
                </a:solidFill>
                <a:latin typeface="Calibri"/>
                <a:cs typeface="Calibri"/>
              </a:rPr>
              <a:t> </a:t>
            </a:r>
            <a:r>
              <a:rPr sz="1600" dirty="0">
                <a:solidFill>
                  <a:srgbClr val="585858"/>
                </a:solidFill>
                <a:latin typeface="Calibri"/>
                <a:cs typeface="Calibri"/>
              </a:rPr>
              <a:t>les</a:t>
            </a:r>
            <a:r>
              <a:rPr sz="1600" spc="-5" dirty="0">
                <a:solidFill>
                  <a:srgbClr val="585858"/>
                </a:solidFill>
                <a:latin typeface="Calibri"/>
                <a:cs typeface="Calibri"/>
              </a:rPr>
              <a:t> </a:t>
            </a:r>
            <a:r>
              <a:rPr sz="1600" spc="-10" dirty="0">
                <a:solidFill>
                  <a:srgbClr val="585858"/>
                </a:solidFill>
                <a:latin typeface="Calibri"/>
                <a:cs typeface="Calibri"/>
              </a:rPr>
              <a:t>dossiers</a:t>
            </a:r>
            <a:r>
              <a:rPr sz="1600" spc="-5" dirty="0">
                <a:solidFill>
                  <a:srgbClr val="585858"/>
                </a:solidFill>
                <a:latin typeface="Calibri"/>
                <a:cs typeface="Calibri"/>
              </a:rPr>
              <a:t> </a:t>
            </a:r>
            <a:r>
              <a:rPr sz="1600" dirty="0">
                <a:solidFill>
                  <a:srgbClr val="585858"/>
                </a:solidFill>
                <a:latin typeface="Calibri"/>
                <a:cs typeface="Calibri"/>
              </a:rPr>
              <a:t>afin</a:t>
            </a:r>
            <a:r>
              <a:rPr sz="1600" spc="-30" dirty="0">
                <a:solidFill>
                  <a:srgbClr val="585858"/>
                </a:solidFill>
                <a:latin typeface="Calibri"/>
                <a:cs typeface="Calibri"/>
              </a:rPr>
              <a:t> </a:t>
            </a:r>
            <a:r>
              <a:rPr sz="1600" dirty="0">
                <a:solidFill>
                  <a:srgbClr val="585858"/>
                </a:solidFill>
                <a:latin typeface="Calibri"/>
                <a:cs typeface="Calibri"/>
              </a:rPr>
              <a:t>de</a:t>
            </a:r>
            <a:r>
              <a:rPr sz="1600" spc="-35" dirty="0">
                <a:solidFill>
                  <a:srgbClr val="585858"/>
                </a:solidFill>
                <a:latin typeface="Calibri"/>
                <a:cs typeface="Calibri"/>
              </a:rPr>
              <a:t> </a:t>
            </a:r>
            <a:r>
              <a:rPr sz="1600" spc="-10" dirty="0">
                <a:solidFill>
                  <a:srgbClr val="585858"/>
                </a:solidFill>
                <a:latin typeface="Calibri"/>
                <a:cs typeface="Calibri"/>
              </a:rPr>
              <a:t>restreindre</a:t>
            </a:r>
            <a:r>
              <a:rPr sz="1600" spc="25" dirty="0">
                <a:solidFill>
                  <a:srgbClr val="585858"/>
                </a:solidFill>
                <a:latin typeface="Calibri"/>
                <a:cs typeface="Calibri"/>
              </a:rPr>
              <a:t> </a:t>
            </a:r>
            <a:r>
              <a:rPr sz="1600" dirty="0">
                <a:solidFill>
                  <a:srgbClr val="585858"/>
                </a:solidFill>
                <a:latin typeface="Calibri"/>
                <a:cs typeface="Calibri"/>
              </a:rPr>
              <a:t>l'accès</a:t>
            </a:r>
            <a:r>
              <a:rPr sz="1600" spc="-15" dirty="0">
                <a:solidFill>
                  <a:srgbClr val="585858"/>
                </a:solidFill>
                <a:latin typeface="Calibri"/>
                <a:cs typeface="Calibri"/>
              </a:rPr>
              <a:t> </a:t>
            </a:r>
            <a:r>
              <a:rPr sz="1600" dirty="0">
                <a:solidFill>
                  <a:srgbClr val="585858"/>
                </a:solidFill>
                <a:latin typeface="Calibri"/>
                <a:cs typeface="Calibri"/>
              </a:rPr>
              <a:t>aux</a:t>
            </a:r>
            <a:r>
              <a:rPr sz="1600" spc="-30" dirty="0">
                <a:solidFill>
                  <a:srgbClr val="585858"/>
                </a:solidFill>
                <a:latin typeface="Calibri"/>
                <a:cs typeface="Calibri"/>
              </a:rPr>
              <a:t> </a:t>
            </a:r>
            <a:r>
              <a:rPr sz="1600" dirty="0">
                <a:solidFill>
                  <a:srgbClr val="585858"/>
                </a:solidFill>
                <a:latin typeface="Calibri"/>
                <a:cs typeface="Calibri"/>
              </a:rPr>
              <a:t>données </a:t>
            </a:r>
            <a:r>
              <a:rPr sz="1600" spc="-10" dirty="0">
                <a:solidFill>
                  <a:srgbClr val="585858"/>
                </a:solidFill>
                <a:latin typeface="Calibri"/>
                <a:cs typeface="Calibri"/>
              </a:rPr>
              <a:t>critiques.</a:t>
            </a:r>
            <a:endParaRPr sz="1600" dirty="0">
              <a:latin typeface="Calibri"/>
              <a:cs typeface="Calibri"/>
            </a:endParaRPr>
          </a:p>
          <a:p>
            <a:pPr marL="298450" indent="-285750">
              <a:lnSpc>
                <a:spcPct val="100000"/>
              </a:lnSpc>
              <a:spcBef>
                <a:spcPts val="1445"/>
              </a:spcBef>
              <a:buFont typeface="Wingdings" panose="05000000000000000000" pitchFamily="2" charset="2"/>
              <a:buChar char="§"/>
            </a:pPr>
            <a:r>
              <a:rPr sz="1600" b="1" dirty="0">
                <a:solidFill>
                  <a:srgbClr val="585858"/>
                </a:solidFill>
                <a:latin typeface="Calibri"/>
                <a:cs typeface="Calibri"/>
              </a:rPr>
              <a:t>Fiabilité</a:t>
            </a:r>
            <a:r>
              <a:rPr sz="1600" b="1" spc="20" dirty="0">
                <a:solidFill>
                  <a:srgbClr val="585858"/>
                </a:solidFill>
                <a:latin typeface="Calibri"/>
                <a:cs typeface="Calibri"/>
              </a:rPr>
              <a:t> </a:t>
            </a:r>
            <a:r>
              <a:rPr sz="1600" dirty="0">
                <a:solidFill>
                  <a:srgbClr val="585858"/>
                </a:solidFill>
                <a:latin typeface="Calibri"/>
                <a:cs typeface="Calibri"/>
              </a:rPr>
              <a:t>:</a:t>
            </a:r>
            <a:r>
              <a:rPr sz="1600" spc="-25" dirty="0">
                <a:solidFill>
                  <a:srgbClr val="585858"/>
                </a:solidFill>
                <a:latin typeface="Calibri"/>
                <a:cs typeface="Calibri"/>
              </a:rPr>
              <a:t> </a:t>
            </a:r>
            <a:r>
              <a:rPr sz="1600" dirty="0" smtClean="0">
                <a:solidFill>
                  <a:srgbClr val="585858"/>
                </a:solidFill>
                <a:latin typeface="Calibri"/>
                <a:cs typeface="Calibri"/>
              </a:rPr>
              <a:t>Gr</a:t>
            </a:r>
            <a:r>
              <a:rPr lang="fr-FR" sz="1600" dirty="0" err="1" smtClean="0">
                <a:solidFill>
                  <a:srgbClr val="585858"/>
                </a:solidFill>
                <a:latin typeface="Calibri"/>
                <a:cs typeface="Calibri"/>
              </a:rPr>
              <a:t>âc</a:t>
            </a:r>
            <a:r>
              <a:rPr sz="1600" dirty="0" smtClean="0">
                <a:solidFill>
                  <a:srgbClr val="585858"/>
                </a:solidFill>
                <a:latin typeface="Calibri"/>
                <a:cs typeface="Calibri"/>
              </a:rPr>
              <a:t>e</a:t>
            </a:r>
            <a:r>
              <a:rPr sz="1600" spc="-30" dirty="0" smtClean="0">
                <a:solidFill>
                  <a:srgbClr val="585858"/>
                </a:solidFill>
                <a:latin typeface="Calibri"/>
                <a:cs typeface="Calibri"/>
              </a:rPr>
              <a:t> </a:t>
            </a:r>
            <a:r>
              <a:rPr sz="1600" dirty="0">
                <a:solidFill>
                  <a:srgbClr val="585858"/>
                </a:solidFill>
                <a:latin typeface="Calibri"/>
                <a:cs typeface="Calibri"/>
              </a:rPr>
              <a:t>à</a:t>
            </a:r>
            <a:r>
              <a:rPr sz="1600" spc="-20" dirty="0">
                <a:solidFill>
                  <a:srgbClr val="585858"/>
                </a:solidFill>
                <a:latin typeface="Calibri"/>
                <a:cs typeface="Calibri"/>
              </a:rPr>
              <a:t> </a:t>
            </a:r>
            <a:r>
              <a:rPr sz="1600" spc="-10" dirty="0">
                <a:solidFill>
                  <a:srgbClr val="585858"/>
                </a:solidFill>
                <a:latin typeface="Calibri"/>
                <a:cs typeface="Calibri"/>
              </a:rPr>
              <a:t>cette</a:t>
            </a:r>
            <a:r>
              <a:rPr sz="1600" spc="-35" dirty="0">
                <a:solidFill>
                  <a:srgbClr val="585858"/>
                </a:solidFill>
                <a:latin typeface="Calibri"/>
                <a:cs typeface="Calibri"/>
              </a:rPr>
              <a:t> </a:t>
            </a:r>
            <a:r>
              <a:rPr sz="1600" spc="-10" dirty="0">
                <a:solidFill>
                  <a:srgbClr val="585858"/>
                </a:solidFill>
                <a:latin typeface="Calibri"/>
                <a:cs typeface="Calibri"/>
              </a:rPr>
              <a:t>fonctionnalité,</a:t>
            </a:r>
            <a:r>
              <a:rPr sz="1600" spc="45" dirty="0">
                <a:solidFill>
                  <a:srgbClr val="585858"/>
                </a:solidFill>
                <a:latin typeface="Calibri"/>
                <a:cs typeface="Calibri"/>
              </a:rPr>
              <a:t> </a:t>
            </a:r>
            <a:r>
              <a:rPr sz="1600" dirty="0">
                <a:solidFill>
                  <a:srgbClr val="585858"/>
                </a:solidFill>
                <a:latin typeface="Calibri"/>
                <a:cs typeface="Calibri"/>
              </a:rPr>
              <a:t>il</a:t>
            </a:r>
            <a:r>
              <a:rPr sz="1600" spc="-25" dirty="0">
                <a:solidFill>
                  <a:srgbClr val="585858"/>
                </a:solidFill>
                <a:latin typeface="Calibri"/>
                <a:cs typeface="Calibri"/>
              </a:rPr>
              <a:t> </a:t>
            </a:r>
            <a:r>
              <a:rPr sz="1600" dirty="0">
                <a:solidFill>
                  <a:srgbClr val="585858"/>
                </a:solidFill>
                <a:latin typeface="Calibri"/>
                <a:cs typeface="Calibri"/>
              </a:rPr>
              <a:t>est</a:t>
            </a:r>
            <a:r>
              <a:rPr sz="1600" spc="-10" dirty="0">
                <a:solidFill>
                  <a:srgbClr val="585858"/>
                </a:solidFill>
                <a:latin typeface="Calibri"/>
                <a:cs typeface="Calibri"/>
              </a:rPr>
              <a:t> </a:t>
            </a:r>
            <a:r>
              <a:rPr sz="1600" dirty="0">
                <a:solidFill>
                  <a:srgbClr val="585858"/>
                </a:solidFill>
                <a:latin typeface="Calibri"/>
                <a:cs typeface="Calibri"/>
              </a:rPr>
              <a:t>possible</a:t>
            </a:r>
            <a:r>
              <a:rPr sz="1600" spc="-15" dirty="0">
                <a:solidFill>
                  <a:srgbClr val="585858"/>
                </a:solidFill>
                <a:latin typeface="Calibri"/>
                <a:cs typeface="Calibri"/>
              </a:rPr>
              <a:t> </a:t>
            </a:r>
            <a:r>
              <a:rPr sz="1600" dirty="0">
                <a:solidFill>
                  <a:srgbClr val="585858"/>
                </a:solidFill>
                <a:latin typeface="Calibri"/>
                <a:cs typeface="Calibri"/>
              </a:rPr>
              <a:t>de</a:t>
            </a:r>
            <a:r>
              <a:rPr sz="1600" spc="-15" dirty="0">
                <a:solidFill>
                  <a:srgbClr val="585858"/>
                </a:solidFill>
                <a:latin typeface="Calibri"/>
                <a:cs typeface="Calibri"/>
              </a:rPr>
              <a:t> </a:t>
            </a:r>
            <a:r>
              <a:rPr sz="1600" spc="-10" dirty="0">
                <a:solidFill>
                  <a:srgbClr val="585858"/>
                </a:solidFill>
                <a:latin typeface="Calibri"/>
                <a:cs typeface="Calibri"/>
              </a:rPr>
              <a:t>restaurer</a:t>
            </a:r>
            <a:r>
              <a:rPr sz="1600" spc="-5" dirty="0">
                <a:solidFill>
                  <a:srgbClr val="585858"/>
                </a:solidFill>
                <a:latin typeface="Calibri"/>
                <a:cs typeface="Calibri"/>
              </a:rPr>
              <a:t> </a:t>
            </a:r>
            <a:r>
              <a:rPr sz="1600" spc="-10" dirty="0">
                <a:solidFill>
                  <a:srgbClr val="585858"/>
                </a:solidFill>
                <a:latin typeface="Calibri"/>
                <a:cs typeface="Calibri"/>
              </a:rPr>
              <a:t>rapidement</a:t>
            </a:r>
            <a:r>
              <a:rPr sz="1600" spc="-30" dirty="0">
                <a:solidFill>
                  <a:srgbClr val="585858"/>
                </a:solidFill>
                <a:latin typeface="Calibri"/>
                <a:cs typeface="Calibri"/>
              </a:rPr>
              <a:t> </a:t>
            </a:r>
            <a:r>
              <a:rPr sz="1600" dirty="0">
                <a:solidFill>
                  <a:srgbClr val="585858"/>
                </a:solidFill>
                <a:latin typeface="Calibri"/>
                <a:cs typeface="Calibri"/>
              </a:rPr>
              <a:t>les </a:t>
            </a:r>
            <a:r>
              <a:rPr sz="1600" spc="-10" dirty="0">
                <a:solidFill>
                  <a:srgbClr val="585858"/>
                </a:solidFill>
                <a:latin typeface="Calibri"/>
                <a:cs typeface="Calibri"/>
              </a:rPr>
              <a:t>données.</a:t>
            </a:r>
            <a:endParaRPr sz="1600" dirty="0">
              <a:latin typeface="Calibri"/>
              <a:cs typeface="Calibri"/>
            </a:endParaRPr>
          </a:p>
          <a:p>
            <a:pPr marL="298450" marR="5080" indent="-285750">
              <a:lnSpc>
                <a:spcPts val="2880"/>
              </a:lnSpc>
              <a:spcBef>
                <a:spcPts val="135"/>
              </a:spcBef>
              <a:buFont typeface="Wingdings" panose="05000000000000000000" pitchFamily="2" charset="2"/>
              <a:buChar char="§"/>
            </a:pPr>
            <a:r>
              <a:rPr sz="1600" b="1" dirty="0">
                <a:solidFill>
                  <a:srgbClr val="585858"/>
                </a:solidFill>
                <a:latin typeface="Calibri"/>
                <a:cs typeface="Calibri"/>
              </a:rPr>
              <a:t>Journalisation</a:t>
            </a:r>
            <a:r>
              <a:rPr sz="1600" b="1" spc="-5" dirty="0">
                <a:solidFill>
                  <a:srgbClr val="585858"/>
                </a:solidFill>
                <a:latin typeface="Calibri"/>
                <a:cs typeface="Calibri"/>
              </a:rPr>
              <a:t> </a:t>
            </a:r>
            <a:r>
              <a:rPr sz="1600" b="1" dirty="0">
                <a:solidFill>
                  <a:srgbClr val="585858"/>
                </a:solidFill>
                <a:latin typeface="Calibri"/>
                <a:cs typeface="Calibri"/>
              </a:rPr>
              <a:t>du</a:t>
            </a:r>
            <a:r>
              <a:rPr sz="1600" b="1" spc="-15" dirty="0">
                <a:solidFill>
                  <a:srgbClr val="585858"/>
                </a:solidFill>
                <a:latin typeface="Calibri"/>
                <a:cs typeface="Calibri"/>
              </a:rPr>
              <a:t> </a:t>
            </a:r>
            <a:r>
              <a:rPr sz="1600" b="1" dirty="0">
                <a:solidFill>
                  <a:srgbClr val="585858"/>
                </a:solidFill>
                <a:latin typeface="Calibri"/>
                <a:cs typeface="Calibri"/>
              </a:rPr>
              <a:t>système</a:t>
            </a:r>
            <a:r>
              <a:rPr sz="1600" b="1" spc="-15" dirty="0">
                <a:solidFill>
                  <a:srgbClr val="585858"/>
                </a:solidFill>
                <a:latin typeface="Calibri"/>
                <a:cs typeface="Calibri"/>
              </a:rPr>
              <a:t> </a:t>
            </a:r>
            <a:r>
              <a:rPr sz="1600" b="1" dirty="0">
                <a:solidFill>
                  <a:srgbClr val="585858"/>
                </a:solidFill>
                <a:latin typeface="Calibri"/>
                <a:cs typeface="Calibri"/>
              </a:rPr>
              <a:t>de</a:t>
            </a:r>
            <a:r>
              <a:rPr sz="1600" b="1" spc="-20" dirty="0">
                <a:solidFill>
                  <a:srgbClr val="585858"/>
                </a:solidFill>
                <a:latin typeface="Calibri"/>
                <a:cs typeface="Calibri"/>
              </a:rPr>
              <a:t> </a:t>
            </a:r>
            <a:r>
              <a:rPr sz="1600" b="1" dirty="0">
                <a:solidFill>
                  <a:srgbClr val="585858"/>
                </a:solidFill>
                <a:latin typeface="Calibri"/>
                <a:cs typeface="Calibri"/>
              </a:rPr>
              <a:t>fichiers</a:t>
            </a:r>
            <a:r>
              <a:rPr sz="1600" b="1" spc="-20" dirty="0">
                <a:solidFill>
                  <a:srgbClr val="585858"/>
                </a:solidFill>
                <a:latin typeface="Calibri"/>
                <a:cs typeface="Calibri"/>
              </a:rPr>
              <a:t> </a:t>
            </a:r>
            <a:r>
              <a:rPr sz="1600" dirty="0">
                <a:solidFill>
                  <a:srgbClr val="585858"/>
                </a:solidFill>
                <a:latin typeface="Calibri"/>
                <a:cs typeface="Calibri"/>
              </a:rPr>
              <a:t>:</a:t>
            </a:r>
            <a:r>
              <a:rPr sz="1600" spc="-25" dirty="0">
                <a:solidFill>
                  <a:srgbClr val="585858"/>
                </a:solidFill>
                <a:latin typeface="Calibri"/>
                <a:cs typeface="Calibri"/>
              </a:rPr>
              <a:t> </a:t>
            </a:r>
            <a:r>
              <a:rPr sz="1600" dirty="0">
                <a:solidFill>
                  <a:srgbClr val="585858"/>
                </a:solidFill>
                <a:latin typeface="Calibri"/>
                <a:cs typeface="Calibri"/>
              </a:rPr>
              <a:t>cela</a:t>
            </a:r>
            <a:r>
              <a:rPr sz="1600" spc="-20" dirty="0">
                <a:solidFill>
                  <a:srgbClr val="585858"/>
                </a:solidFill>
                <a:latin typeface="Calibri"/>
                <a:cs typeface="Calibri"/>
              </a:rPr>
              <a:t> </a:t>
            </a:r>
            <a:r>
              <a:rPr sz="1600" dirty="0">
                <a:solidFill>
                  <a:srgbClr val="585858"/>
                </a:solidFill>
                <a:latin typeface="Calibri"/>
                <a:cs typeface="Calibri"/>
              </a:rPr>
              <a:t>signifie</a:t>
            </a:r>
            <a:r>
              <a:rPr sz="1600" spc="-5" dirty="0">
                <a:solidFill>
                  <a:srgbClr val="585858"/>
                </a:solidFill>
                <a:latin typeface="Calibri"/>
                <a:cs typeface="Calibri"/>
              </a:rPr>
              <a:t> </a:t>
            </a:r>
            <a:r>
              <a:rPr sz="1600" dirty="0">
                <a:solidFill>
                  <a:srgbClr val="585858"/>
                </a:solidFill>
                <a:latin typeface="Calibri"/>
                <a:cs typeface="Calibri"/>
              </a:rPr>
              <a:t>qu’il</a:t>
            </a:r>
            <a:r>
              <a:rPr sz="1600" spc="-25" dirty="0">
                <a:solidFill>
                  <a:srgbClr val="585858"/>
                </a:solidFill>
                <a:latin typeface="Calibri"/>
                <a:cs typeface="Calibri"/>
              </a:rPr>
              <a:t> </a:t>
            </a:r>
            <a:r>
              <a:rPr sz="1600" dirty="0">
                <a:solidFill>
                  <a:srgbClr val="585858"/>
                </a:solidFill>
                <a:latin typeface="Calibri"/>
                <a:cs typeface="Calibri"/>
              </a:rPr>
              <a:t>possible</a:t>
            </a:r>
            <a:r>
              <a:rPr sz="1600" spc="-15" dirty="0">
                <a:solidFill>
                  <a:srgbClr val="585858"/>
                </a:solidFill>
                <a:latin typeface="Calibri"/>
                <a:cs typeface="Calibri"/>
              </a:rPr>
              <a:t> </a:t>
            </a:r>
            <a:r>
              <a:rPr sz="1600" dirty="0">
                <a:solidFill>
                  <a:srgbClr val="585858"/>
                </a:solidFill>
                <a:latin typeface="Calibri"/>
                <a:cs typeface="Calibri"/>
              </a:rPr>
              <a:t>de</a:t>
            </a:r>
            <a:r>
              <a:rPr sz="1600" spc="-15" dirty="0">
                <a:solidFill>
                  <a:srgbClr val="585858"/>
                </a:solidFill>
                <a:latin typeface="Calibri"/>
                <a:cs typeface="Calibri"/>
              </a:rPr>
              <a:t> </a:t>
            </a:r>
            <a:r>
              <a:rPr sz="1600" dirty="0">
                <a:solidFill>
                  <a:srgbClr val="585858"/>
                </a:solidFill>
                <a:latin typeface="Calibri"/>
                <a:cs typeface="Calibri"/>
              </a:rPr>
              <a:t>conserver</a:t>
            </a:r>
            <a:r>
              <a:rPr sz="1600" spc="-35" dirty="0">
                <a:solidFill>
                  <a:srgbClr val="585858"/>
                </a:solidFill>
                <a:latin typeface="Calibri"/>
                <a:cs typeface="Calibri"/>
              </a:rPr>
              <a:t> </a:t>
            </a:r>
            <a:r>
              <a:rPr sz="1600" dirty="0">
                <a:solidFill>
                  <a:srgbClr val="585858"/>
                </a:solidFill>
                <a:latin typeface="Calibri"/>
                <a:cs typeface="Calibri"/>
              </a:rPr>
              <a:t>un</a:t>
            </a:r>
            <a:r>
              <a:rPr sz="1600" spc="-20" dirty="0">
                <a:solidFill>
                  <a:srgbClr val="585858"/>
                </a:solidFill>
                <a:latin typeface="Calibri"/>
                <a:cs typeface="Calibri"/>
              </a:rPr>
              <a:t> </a:t>
            </a:r>
            <a:r>
              <a:rPr sz="1600" dirty="0">
                <a:solidFill>
                  <a:srgbClr val="585858"/>
                </a:solidFill>
                <a:latin typeface="Calibri"/>
                <a:cs typeface="Calibri"/>
              </a:rPr>
              <a:t>journal</a:t>
            </a:r>
            <a:r>
              <a:rPr sz="1600" spc="-5" dirty="0">
                <a:solidFill>
                  <a:srgbClr val="585858"/>
                </a:solidFill>
                <a:latin typeface="Calibri"/>
                <a:cs typeface="Calibri"/>
              </a:rPr>
              <a:t> </a:t>
            </a:r>
            <a:r>
              <a:rPr sz="1600" dirty="0">
                <a:solidFill>
                  <a:srgbClr val="585858"/>
                </a:solidFill>
                <a:latin typeface="Calibri"/>
                <a:cs typeface="Calibri"/>
              </a:rPr>
              <a:t>(et</a:t>
            </a:r>
            <a:r>
              <a:rPr sz="1600" spc="-10" dirty="0">
                <a:solidFill>
                  <a:srgbClr val="585858"/>
                </a:solidFill>
                <a:latin typeface="Calibri"/>
                <a:cs typeface="Calibri"/>
              </a:rPr>
              <a:t> </a:t>
            </a:r>
            <a:r>
              <a:rPr sz="1600" dirty="0">
                <a:solidFill>
                  <a:srgbClr val="585858"/>
                </a:solidFill>
                <a:latin typeface="Calibri"/>
                <a:cs typeface="Calibri"/>
              </a:rPr>
              <a:t>auditer)</a:t>
            </a:r>
            <a:r>
              <a:rPr sz="1600" spc="-25" dirty="0">
                <a:solidFill>
                  <a:srgbClr val="585858"/>
                </a:solidFill>
                <a:latin typeface="Calibri"/>
                <a:cs typeface="Calibri"/>
              </a:rPr>
              <a:t> </a:t>
            </a:r>
            <a:r>
              <a:rPr sz="1600" dirty="0">
                <a:solidFill>
                  <a:srgbClr val="585858"/>
                </a:solidFill>
                <a:latin typeface="Calibri"/>
                <a:cs typeface="Calibri"/>
              </a:rPr>
              <a:t>des fichiers</a:t>
            </a:r>
            <a:r>
              <a:rPr sz="1600" spc="-5" dirty="0">
                <a:solidFill>
                  <a:srgbClr val="585858"/>
                </a:solidFill>
                <a:latin typeface="Calibri"/>
                <a:cs typeface="Calibri"/>
              </a:rPr>
              <a:t> </a:t>
            </a:r>
            <a:r>
              <a:rPr sz="1600" dirty="0">
                <a:solidFill>
                  <a:srgbClr val="585858"/>
                </a:solidFill>
                <a:latin typeface="Calibri"/>
                <a:cs typeface="Calibri"/>
              </a:rPr>
              <a:t>ajoutés,</a:t>
            </a:r>
            <a:r>
              <a:rPr sz="1600" spc="-25" dirty="0">
                <a:solidFill>
                  <a:srgbClr val="585858"/>
                </a:solidFill>
                <a:latin typeface="Calibri"/>
                <a:cs typeface="Calibri"/>
              </a:rPr>
              <a:t> </a:t>
            </a:r>
            <a:r>
              <a:rPr sz="1600" dirty="0">
                <a:solidFill>
                  <a:srgbClr val="585858"/>
                </a:solidFill>
                <a:latin typeface="Calibri"/>
                <a:cs typeface="Calibri"/>
              </a:rPr>
              <a:t>modifiés ou</a:t>
            </a:r>
            <a:r>
              <a:rPr sz="1600" spc="-20" dirty="0">
                <a:solidFill>
                  <a:srgbClr val="585858"/>
                </a:solidFill>
                <a:latin typeface="Calibri"/>
                <a:cs typeface="Calibri"/>
              </a:rPr>
              <a:t> </a:t>
            </a:r>
            <a:r>
              <a:rPr sz="1600" dirty="0">
                <a:solidFill>
                  <a:srgbClr val="585858"/>
                </a:solidFill>
                <a:latin typeface="Calibri"/>
                <a:cs typeface="Calibri"/>
              </a:rPr>
              <a:t>supprimés</a:t>
            </a:r>
            <a:r>
              <a:rPr sz="1600" spc="-5" dirty="0">
                <a:solidFill>
                  <a:srgbClr val="585858"/>
                </a:solidFill>
                <a:latin typeface="Calibri"/>
                <a:cs typeface="Calibri"/>
              </a:rPr>
              <a:t> </a:t>
            </a:r>
            <a:r>
              <a:rPr sz="1600" dirty="0">
                <a:solidFill>
                  <a:srgbClr val="585858"/>
                </a:solidFill>
                <a:latin typeface="Calibri"/>
                <a:cs typeface="Calibri"/>
              </a:rPr>
              <a:t>sur un</a:t>
            </a:r>
            <a:r>
              <a:rPr sz="1600" spc="-25" dirty="0">
                <a:solidFill>
                  <a:srgbClr val="585858"/>
                </a:solidFill>
                <a:latin typeface="Calibri"/>
                <a:cs typeface="Calibri"/>
              </a:rPr>
              <a:t> </a:t>
            </a:r>
            <a:r>
              <a:rPr sz="1600" spc="-20" dirty="0">
                <a:solidFill>
                  <a:srgbClr val="585858"/>
                </a:solidFill>
                <a:latin typeface="Calibri"/>
                <a:cs typeface="Calibri"/>
              </a:rPr>
              <a:t>lecteur.</a:t>
            </a:r>
            <a:r>
              <a:rPr sz="1600" spc="-5" dirty="0">
                <a:solidFill>
                  <a:srgbClr val="585858"/>
                </a:solidFill>
                <a:latin typeface="Calibri"/>
                <a:cs typeface="Calibri"/>
              </a:rPr>
              <a:t> </a:t>
            </a:r>
            <a:r>
              <a:rPr sz="1600" dirty="0">
                <a:solidFill>
                  <a:srgbClr val="585858"/>
                </a:solidFill>
                <a:latin typeface="Calibri"/>
                <a:cs typeface="Calibri"/>
              </a:rPr>
              <a:t>Ce</a:t>
            </a:r>
            <a:r>
              <a:rPr sz="1600" spc="-20" dirty="0">
                <a:solidFill>
                  <a:srgbClr val="585858"/>
                </a:solidFill>
                <a:latin typeface="Calibri"/>
                <a:cs typeface="Calibri"/>
              </a:rPr>
              <a:t> </a:t>
            </a:r>
            <a:r>
              <a:rPr sz="1600" spc="-10" dirty="0">
                <a:solidFill>
                  <a:srgbClr val="585858"/>
                </a:solidFill>
                <a:latin typeface="Calibri"/>
                <a:cs typeface="Calibri"/>
              </a:rPr>
              <a:t>journal </a:t>
            </a:r>
            <a:r>
              <a:rPr sz="1600" dirty="0">
                <a:solidFill>
                  <a:srgbClr val="585858"/>
                </a:solidFill>
                <a:latin typeface="Calibri"/>
                <a:cs typeface="Calibri"/>
              </a:rPr>
              <a:t>est</a:t>
            </a:r>
            <a:r>
              <a:rPr sz="1600" spc="-55" dirty="0">
                <a:solidFill>
                  <a:srgbClr val="585858"/>
                </a:solidFill>
                <a:latin typeface="Calibri"/>
                <a:cs typeface="Calibri"/>
              </a:rPr>
              <a:t> </a:t>
            </a:r>
            <a:r>
              <a:rPr sz="1600" dirty="0">
                <a:solidFill>
                  <a:srgbClr val="585858"/>
                </a:solidFill>
                <a:latin typeface="Calibri"/>
                <a:cs typeface="Calibri"/>
              </a:rPr>
              <a:t>appelé</a:t>
            </a:r>
            <a:r>
              <a:rPr sz="1600" spc="-35" dirty="0">
                <a:solidFill>
                  <a:srgbClr val="585858"/>
                </a:solidFill>
                <a:latin typeface="Calibri"/>
                <a:cs typeface="Calibri"/>
              </a:rPr>
              <a:t> </a:t>
            </a:r>
            <a:r>
              <a:rPr sz="1600" dirty="0">
                <a:solidFill>
                  <a:srgbClr val="585858"/>
                </a:solidFill>
                <a:latin typeface="Calibri"/>
                <a:cs typeface="Calibri"/>
              </a:rPr>
              <a:t>Master</a:t>
            </a:r>
            <a:r>
              <a:rPr sz="1600" spc="-55" dirty="0">
                <a:solidFill>
                  <a:srgbClr val="585858"/>
                </a:solidFill>
                <a:latin typeface="Calibri"/>
                <a:cs typeface="Calibri"/>
              </a:rPr>
              <a:t> </a:t>
            </a:r>
            <a:r>
              <a:rPr sz="1600" dirty="0">
                <a:solidFill>
                  <a:srgbClr val="585858"/>
                </a:solidFill>
                <a:latin typeface="Calibri"/>
                <a:cs typeface="Calibri"/>
              </a:rPr>
              <a:t>File</a:t>
            </a:r>
            <a:r>
              <a:rPr sz="1600" spc="-35" dirty="0">
                <a:solidFill>
                  <a:srgbClr val="585858"/>
                </a:solidFill>
                <a:latin typeface="Calibri"/>
                <a:cs typeface="Calibri"/>
              </a:rPr>
              <a:t> </a:t>
            </a:r>
            <a:r>
              <a:rPr sz="1600" spc="-10" dirty="0">
                <a:solidFill>
                  <a:srgbClr val="585858"/>
                </a:solidFill>
                <a:latin typeface="Calibri"/>
                <a:cs typeface="Calibri"/>
              </a:rPr>
              <a:t>Table</a:t>
            </a:r>
            <a:r>
              <a:rPr sz="1600" spc="-20" dirty="0">
                <a:solidFill>
                  <a:srgbClr val="585858"/>
                </a:solidFill>
                <a:latin typeface="Calibri"/>
                <a:cs typeface="Calibri"/>
              </a:rPr>
              <a:t> </a:t>
            </a:r>
            <a:r>
              <a:rPr sz="1600" spc="-10" dirty="0">
                <a:solidFill>
                  <a:srgbClr val="585858"/>
                </a:solidFill>
                <a:latin typeface="Calibri"/>
                <a:cs typeface="Calibri"/>
              </a:rPr>
              <a:t>(MFT).</a:t>
            </a:r>
            <a:endParaRPr sz="1600" dirty="0">
              <a:latin typeface="Calibri"/>
              <a:cs typeface="Calibri"/>
            </a:endParaRPr>
          </a:p>
        </p:txBody>
      </p:sp>
      <p:sp>
        <p:nvSpPr>
          <p:cNvPr id="16"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7"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512807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pic>
        <p:nvPicPr>
          <p:cNvPr id="11" name="object 11"/>
          <p:cNvPicPr/>
          <p:nvPr/>
        </p:nvPicPr>
        <p:blipFill>
          <a:blip r:embed="rId4" cstate="print"/>
          <a:stretch>
            <a:fillRect/>
          </a:stretch>
        </p:blipFill>
        <p:spPr>
          <a:xfrm>
            <a:off x="1371600" y="2010157"/>
            <a:ext cx="9189720" cy="4095113"/>
          </a:xfrm>
          <a:prstGeom prst="rect">
            <a:avLst/>
          </a:prstGeom>
        </p:spPr>
      </p:pic>
      <p:sp>
        <p:nvSpPr>
          <p:cNvPr id="12" name="object 12"/>
          <p:cNvSpPr txBox="1"/>
          <p:nvPr/>
        </p:nvSpPr>
        <p:spPr>
          <a:xfrm>
            <a:off x="798982" y="3001772"/>
            <a:ext cx="3984625" cy="226985"/>
          </a:xfrm>
          <a:prstGeom prst="rect">
            <a:avLst/>
          </a:prstGeom>
        </p:spPr>
        <p:txBody>
          <a:bodyPr vert="horz" wrap="square" lIns="0" tIns="11430" rIns="0" bIns="0" rtlCol="0">
            <a:spAutoFit/>
          </a:bodyPr>
          <a:lstStyle/>
          <a:p>
            <a:pPr marL="12700">
              <a:lnSpc>
                <a:spcPct val="100000"/>
              </a:lnSpc>
              <a:spcBef>
                <a:spcPts val="90"/>
              </a:spcBef>
            </a:pPr>
            <a:r>
              <a:rPr sz="1400" spc="-10" dirty="0" smtClean="0">
                <a:solidFill>
                  <a:srgbClr val="585858"/>
                </a:solidFill>
                <a:latin typeface="Calibri"/>
                <a:cs typeface="Calibri"/>
              </a:rPr>
              <a:t>.</a:t>
            </a:r>
            <a:endParaRPr sz="1400" dirty="0">
              <a:latin typeface="Calibri"/>
              <a:cs typeface="Calibri"/>
            </a:endParaRP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24</a:t>
            </a:fld>
            <a:endParaRPr spc="-25" dirty="0"/>
          </a:p>
        </p:txBody>
      </p:sp>
      <p:sp>
        <p:nvSpPr>
          <p:cNvPr id="13" name="object 13"/>
          <p:cNvSpPr txBox="1"/>
          <p:nvPr/>
        </p:nvSpPr>
        <p:spPr>
          <a:xfrm>
            <a:off x="798982" y="1602105"/>
            <a:ext cx="4687418" cy="290464"/>
          </a:xfrm>
          <a:prstGeom prst="rect">
            <a:avLst/>
          </a:prstGeom>
        </p:spPr>
        <p:txBody>
          <a:bodyPr vert="horz" wrap="square" lIns="0" tIns="13335" rIns="0" bIns="0" rtlCol="0">
            <a:spAutoFit/>
          </a:bodyPr>
          <a:lstStyle/>
          <a:p>
            <a:pPr marL="12700">
              <a:lnSpc>
                <a:spcPct val="100000"/>
              </a:lnSpc>
              <a:spcBef>
                <a:spcPts val="105"/>
              </a:spcBef>
            </a:pPr>
            <a:r>
              <a:rPr b="1" spc="-10" dirty="0">
                <a:solidFill>
                  <a:srgbClr val="FF7800"/>
                </a:solidFill>
                <a:latin typeface="Calibri"/>
                <a:cs typeface="Calibri"/>
              </a:rPr>
              <a:t>Exemple</a:t>
            </a:r>
            <a:r>
              <a:rPr b="1" spc="-70" dirty="0">
                <a:solidFill>
                  <a:srgbClr val="FF7800"/>
                </a:solidFill>
                <a:latin typeface="Calibri"/>
                <a:cs typeface="Calibri"/>
              </a:rPr>
              <a:t> </a:t>
            </a:r>
            <a:r>
              <a:rPr b="1" dirty="0">
                <a:solidFill>
                  <a:srgbClr val="FF7800"/>
                </a:solidFill>
                <a:latin typeface="Calibri"/>
                <a:cs typeface="Calibri"/>
              </a:rPr>
              <a:t>de</a:t>
            </a:r>
            <a:r>
              <a:rPr b="1" spc="10" dirty="0">
                <a:solidFill>
                  <a:srgbClr val="FF7800"/>
                </a:solidFill>
                <a:latin typeface="Calibri"/>
                <a:cs typeface="Calibri"/>
              </a:rPr>
              <a:t> </a:t>
            </a:r>
            <a:r>
              <a:rPr b="1" spc="-10" dirty="0">
                <a:solidFill>
                  <a:srgbClr val="FF7800"/>
                </a:solidFill>
                <a:latin typeface="Calibri"/>
                <a:cs typeface="Calibri"/>
              </a:rPr>
              <a:t>configuration</a:t>
            </a:r>
            <a:r>
              <a:rPr b="1" spc="-25" dirty="0">
                <a:solidFill>
                  <a:srgbClr val="FF7800"/>
                </a:solidFill>
                <a:latin typeface="Calibri"/>
                <a:cs typeface="Calibri"/>
              </a:rPr>
              <a:t> </a:t>
            </a:r>
            <a:r>
              <a:rPr b="1" dirty="0">
                <a:solidFill>
                  <a:srgbClr val="FF7800"/>
                </a:solidFill>
                <a:latin typeface="Calibri"/>
                <a:cs typeface="Calibri"/>
              </a:rPr>
              <a:t>de</a:t>
            </a:r>
            <a:r>
              <a:rPr b="1" spc="-15" dirty="0">
                <a:solidFill>
                  <a:srgbClr val="FF7800"/>
                </a:solidFill>
                <a:latin typeface="Calibri"/>
                <a:cs typeface="Calibri"/>
              </a:rPr>
              <a:t> </a:t>
            </a:r>
            <a:r>
              <a:rPr b="1" spc="-20" dirty="0">
                <a:solidFill>
                  <a:srgbClr val="FF7800"/>
                </a:solidFill>
                <a:latin typeface="Calibri"/>
                <a:cs typeface="Calibri"/>
              </a:rPr>
              <a:t>NTFS</a:t>
            </a:r>
            <a:endParaRPr dirty="0">
              <a:latin typeface="Calibri"/>
              <a:cs typeface="Calibri"/>
            </a:endParaRPr>
          </a:p>
        </p:txBody>
      </p:sp>
      <p:sp>
        <p:nvSpPr>
          <p:cNvPr id="15" name="object 15"/>
          <p:cNvSpPr txBox="1"/>
          <p:nvPr/>
        </p:nvSpPr>
        <p:spPr>
          <a:xfrm>
            <a:off x="4638675" y="6174230"/>
            <a:ext cx="2655570" cy="197490"/>
          </a:xfrm>
          <a:prstGeom prst="rect">
            <a:avLst/>
          </a:prstGeom>
        </p:spPr>
        <p:txBody>
          <a:bodyPr vert="horz" wrap="square" lIns="0" tIns="12700" rIns="0" bIns="0" rtlCol="0">
            <a:spAutoFit/>
          </a:bodyPr>
          <a:lstStyle/>
          <a:p>
            <a:pPr marL="12700">
              <a:lnSpc>
                <a:spcPct val="100000"/>
              </a:lnSpc>
              <a:spcBef>
                <a:spcPts val="100"/>
              </a:spcBef>
            </a:pPr>
            <a:r>
              <a:rPr sz="1200" i="1" dirty="0" smtClean="0">
                <a:solidFill>
                  <a:srgbClr val="A6A6A6"/>
                </a:solidFill>
                <a:latin typeface="Calibri"/>
                <a:cs typeface="Calibri"/>
              </a:rPr>
              <a:t>Figure</a:t>
            </a:r>
            <a:r>
              <a:rPr sz="1200" i="1" spc="15" dirty="0" smtClean="0">
                <a:solidFill>
                  <a:srgbClr val="A6A6A6"/>
                </a:solidFill>
                <a:latin typeface="Calibri"/>
                <a:cs typeface="Calibri"/>
              </a:rPr>
              <a:t> </a:t>
            </a:r>
            <a:r>
              <a:rPr sz="1200" i="1" dirty="0">
                <a:solidFill>
                  <a:srgbClr val="A6A6A6"/>
                </a:solidFill>
                <a:latin typeface="Calibri"/>
                <a:cs typeface="Calibri"/>
              </a:rPr>
              <a:t>: Exemple</a:t>
            </a:r>
            <a:r>
              <a:rPr sz="1200" i="1" spc="-10" dirty="0">
                <a:solidFill>
                  <a:srgbClr val="A6A6A6"/>
                </a:solidFill>
                <a:latin typeface="Calibri"/>
                <a:cs typeface="Calibri"/>
              </a:rPr>
              <a:t> </a:t>
            </a:r>
            <a:r>
              <a:rPr sz="1200" i="1" dirty="0">
                <a:solidFill>
                  <a:srgbClr val="A6A6A6"/>
                </a:solidFill>
                <a:latin typeface="Calibri"/>
                <a:cs typeface="Calibri"/>
              </a:rPr>
              <a:t>de</a:t>
            </a:r>
            <a:r>
              <a:rPr sz="1200" i="1" spc="-10" dirty="0">
                <a:solidFill>
                  <a:srgbClr val="A6A6A6"/>
                </a:solidFill>
                <a:latin typeface="Calibri"/>
                <a:cs typeface="Calibri"/>
              </a:rPr>
              <a:t> configuration</a:t>
            </a:r>
            <a:r>
              <a:rPr sz="1200" i="1" spc="-75" dirty="0">
                <a:solidFill>
                  <a:srgbClr val="A6A6A6"/>
                </a:solidFill>
                <a:latin typeface="Calibri"/>
                <a:cs typeface="Calibri"/>
              </a:rPr>
              <a:t> </a:t>
            </a:r>
            <a:r>
              <a:rPr sz="1200" i="1" spc="-20" dirty="0">
                <a:solidFill>
                  <a:srgbClr val="A6A6A6"/>
                </a:solidFill>
                <a:latin typeface="Calibri"/>
                <a:cs typeface="Calibri"/>
              </a:rPr>
              <a:t>NTFS.</a:t>
            </a:r>
            <a:endParaRPr sz="1200" dirty="0">
              <a:latin typeface="Calibri"/>
              <a:cs typeface="Calibri"/>
            </a:endParaRPr>
          </a:p>
        </p:txBody>
      </p:sp>
      <p:sp>
        <p:nvSpPr>
          <p:cNvPr id="19"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20"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3127641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dirty="0"/>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25</a:t>
            </a:fld>
            <a:endParaRPr spc="-25" dirty="0"/>
          </a:p>
        </p:txBody>
      </p:sp>
      <p:sp>
        <p:nvSpPr>
          <p:cNvPr id="12" name="object 12"/>
          <p:cNvSpPr txBox="1"/>
          <p:nvPr/>
        </p:nvSpPr>
        <p:spPr>
          <a:xfrm>
            <a:off x="797368" y="1899376"/>
            <a:ext cx="10591165" cy="2298706"/>
          </a:xfrm>
          <a:prstGeom prst="rect">
            <a:avLst/>
          </a:prstGeom>
        </p:spPr>
        <p:txBody>
          <a:bodyPr vert="horz" wrap="square" lIns="0" tIns="13335" rIns="0" bIns="0" rtlCol="0">
            <a:spAutoFit/>
          </a:bodyPr>
          <a:lstStyle/>
          <a:p>
            <a:pPr marL="12700">
              <a:lnSpc>
                <a:spcPct val="100000"/>
              </a:lnSpc>
              <a:spcBef>
                <a:spcPts val="105"/>
              </a:spcBef>
            </a:pPr>
            <a:r>
              <a:rPr b="1" dirty="0">
                <a:solidFill>
                  <a:srgbClr val="FF7800"/>
                </a:solidFill>
                <a:latin typeface="+mj-lt"/>
                <a:cs typeface="Times New Roman"/>
              </a:rPr>
              <a:t>E</a:t>
            </a:r>
            <a:r>
              <a:rPr b="1" dirty="0">
                <a:solidFill>
                  <a:srgbClr val="FF7800"/>
                </a:solidFill>
                <a:latin typeface="+mj-lt"/>
                <a:cs typeface="Calibri"/>
              </a:rPr>
              <a:t>xt2,</a:t>
            </a:r>
            <a:r>
              <a:rPr b="1" spc="-45" dirty="0">
                <a:solidFill>
                  <a:srgbClr val="FF7800"/>
                </a:solidFill>
                <a:latin typeface="+mj-lt"/>
                <a:cs typeface="Calibri"/>
              </a:rPr>
              <a:t> </a:t>
            </a:r>
            <a:r>
              <a:rPr b="1" dirty="0">
                <a:solidFill>
                  <a:srgbClr val="FF7800"/>
                </a:solidFill>
                <a:latin typeface="+mj-lt"/>
                <a:cs typeface="Calibri"/>
              </a:rPr>
              <a:t>ext3</a:t>
            </a:r>
            <a:r>
              <a:rPr b="1" spc="-35" dirty="0">
                <a:solidFill>
                  <a:srgbClr val="FF7800"/>
                </a:solidFill>
                <a:latin typeface="+mj-lt"/>
                <a:cs typeface="Calibri"/>
              </a:rPr>
              <a:t> </a:t>
            </a:r>
            <a:r>
              <a:rPr b="1" dirty="0">
                <a:solidFill>
                  <a:srgbClr val="FF7800"/>
                </a:solidFill>
                <a:latin typeface="+mj-lt"/>
                <a:cs typeface="Calibri"/>
              </a:rPr>
              <a:t>and</a:t>
            </a:r>
            <a:r>
              <a:rPr b="1" spc="-5" dirty="0">
                <a:solidFill>
                  <a:srgbClr val="FF7800"/>
                </a:solidFill>
                <a:latin typeface="+mj-lt"/>
                <a:cs typeface="Calibri"/>
              </a:rPr>
              <a:t> </a:t>
            </a:r>
            <a:r>
              <a:rPr b="1" spc="-20" dirty="0">
                <a:solidFill>
                  <a:srgbClr val="FF7800"/>
                </a:solidFill>
                <a:latin typeface="+mj-lt"/>
                <a:cs typeface="Calibri"/>
              </a:rPr>
              <a:t>ext4</a:t>
            </a:r>
            <a:endParaRPr dirty="0">
              <a:latin typeface="+mj-lt"/>
              <a:cs typeface="Calibri"/>
            </a:endParaRPr>
          </a:p>
          <a:p>
            <a:pPr marL="12700">
              <a:lnSpc>
                <a:spcPct val="100000"/>
              </a:lnSpc>
              <a:spcBef>
                <a:spcPts val="1455"/>
              </a:spcBef>
            </a:pPr>
            <a:r>
              <a:rPr sz="1600" dirty="0">
                <a:solidFill>
                  <a:srgbClr val="585858"/>
                </a:solidFill>
                <a:latin typeface="+mj-lt"/>
                <a:cs typeface="Calibri"/>
              </a:rPr>
              <a:t>Les</a:t>
            </a:r>
            <a:r>
              <a:rPr sz="1600" spc="-30" dirty="0">
                <a:solidFill>
                  <a:srgbClr val="585858"/>
                </a:solidFill>
                <a:latin typeface="+mj-lt"/>
                <a:cs typeface="Calibri"/>
              </a:rPr>
              <a:t> </a:t>
            </a:r>
            <a:r>
              <a:rPr sz="1600" spc="-10" dirty="0">
                <a:solidFill>
                  <a:srgbClr val="585858"/>
                </a:solidFill>
                <a:latin typeface="+mj-lt"/>
                <a:cs typeface="Calibri"/>
              </a:rPr>
              <a:t>systèmes</a:t>
            </a:r>
            <a:r>
              <a:rPr sz="1600" spc="-25" dirty="0">
                <a:solidFill>
                  <a:srgbClr val="585858"/>
                </a:solidFill>
                <a:latin typeface="+mj-lt"/>
                <a:cs typeface="Calibri"/>
              </a:rPr>
              <a:t> </a:t>
            </a:r>
            <a:r>
              <a:rPr sz="1600" dirty="0">
                <a:solidFill>
                  <a:srgbClr val="585858"/>
                </a:solidFill>
                <a:latin typeface="+mj-lt"/>
                <a:cs typeface="Calibri"/>
              </a:rPr>
              <a:t>de</a:t>
            </a:r>
            <a:r>
              <a:rPr sz="1600" spc="-40" dirty="0">
                <a:solidFill>
                  <a:srgbClr val="585858"/>
                </a:solidFill>
                <a:latin typeface="+mj-lt"/>
                <a:cs typeface="Calibri"/>
              </a:rPr>
              <a:t> </a:t>
            </a:r>
            <a:r>
              <a:rPr sz="1600" dirty="0">
                <a:solidFill>
                  <a:srgbClr val="585858"/>
                </a:solidFill>
                <a:latin typeface="+mj-lt"/>
                <a:cs typeface="Calibri"/>
              </a:rPr>
              <a:t>fichiers</a:t>
            </a:r>
            <a:r>
              <a:rPr sz="1600" spc="15" dirty="0">
                <a:solidFill>
                  <a:srgbClr val="585858"/>
                </a:solidFill>
                <a:latin typeface="+mj-lt"/>
                <a:cs typeface="Calibri"/>
              </a:rPr>
              <a:t> </a:t>
            </a:r>
            <a:r>
              <a:rPr sz="1600" dirty="0">
                <a:solidFill>
                  <a:srgbClr val="585858"/>
                </a:solidFill>
                <a:latin typeface="+mj-lt"/>
                <a:cs typeface="Calibri"/>
              </a:rPr>
              <a:t>ext</a:t>
            </a:r>
            <a:r>
              <a:rPr sz="1600" spc="-10" dirty="0">
                <a:solidFill>
                  <a:srgbClr val="585858"/>
                </a:solidFill>
                <a:latin typeface="+mj-lt"/>
                <a:cs typeface="Calibri"/>
              </a:rPr>
              <a:t> </a:t>
            </a:r>
            <a:r>
              <a:rPr sz="1600" dirty="0">
                <a:solidFill>
                  <a:srgbClr val="585858"/>
                </a:solidFill>
                <a:latin typeface="+mj-lt"/>
                <a:cs typeface="Calibri"/>
              </a:rPr>
              <a:t>sont</a:t>
            </a:r>
            <a:r>
              <a:rPr sz="1600" spc="-30" dirty="0">
                <a:solidFill>
                  <a:srgbClr val="585858"/>
                </a:solidFill>
                <a:latin typeface="+mj-lt"/>
                <a:cs typeface="Calibri"/>
              </a:rPr>
              <a:t> </a:t>
            </a:r>
            <a:r>
              <a:rPr sz="1600" dirty="0">
                <a:solidFill>
                  <a:srgbClr val="585858"/>
                </a:solidFill>
                <a:latin typeface="+mj-lt"/>
                <a:cs typeface="Calibri"/>
              </a:rPr>
              <a:t>les</a:t>
            </a:r>
            <a:r>
              <a:rPr sz="1600" spc="-30" dirty="0">
                <a:solidFill>
                  <a:srgbClr val="585858"/>
                </a:solidFill>
                <a:latin typeface="+mj-lt"/>
                <a:cs typeface="Calibri"/>
              </a:rPr>
              <a:t> </a:t>
            </a:r>
            <a:r>
              <a:rPr sz="1600" spc="-10" dirty="0">
                <a:solidFill>
                  <a:srgbClr val="585858"/>
                </a:solidFill>
                <a:latin typeface="+mj-lt"/>
                <a:cs typeface="Calibri"/>
              </a:rPr>
              <a:t>systèmes</a:t>
            </a:r>
            <a:r>
              <a:rPr sz="1600" spc="-25" dirty="0">
                <a:solidFill>
                  <a:srgbClr val="585858"/>
                </a:solidFill>
                <a:latin typeface="+mj-lt"/>
                <a:cs typeface="Calibri"/>
              </a:rPr>
              <a:t> </a:t>
            </a:r>
            <a:r>
              <a:rPr sz="1600" dirty="0">
                <a:solidFill>
                  <a:srgbClr val="585858"/>
                </a:solidFill>
                <a:latin typeface="+mj-lt"/>
                <a:cs typeface="Calibri"/>
              </a:rPr>
              <a:t>de</a:t>
            </a:r>
            <a:r>
              <a:rPr sz="1600" spc="-40" dirty="0">
                <a:solidFill>
                  <a:srgbClr val="585858"/>
                </a:solidFill>
                <a:latin typeface="+mj-lt"/>
                <a:cs typeface="Calibri"/>
              </a:rPr>
              <a:t> </a:t>
            </a:r>
            <a:r>
              <a:rPr sz="1600" dirty="0">
                <a:solidFill>
                  <a:srgbClr val="585858"/>
                </a:solidFill>
                <a:latin typeface="+mj-lt"/>
                <a:cs typeface="Calibri"/>
              </a:rPr>
              <a:t>fichiers</a:t>
            </a:r>
            <a:r>
              <a:rPr sz="1600" spc="5" dirty="0">
                <a:solidFill>
                  <a:srgbClr val="585858"/>
                </a:solidFill>
                <a:latin typeface="+mj-lt"/>
                <a:cs typeface="Calibri"/>
              </a:rPr>
              <a:t> </a:t>
            </a:r>
            <a:r>
              <a:rPr sz="1600" dirty="0">
                <a:solidFill>
                  <a:srgbClr val="585858"/>
                </a:solidFill>
                <a:latin typeface="+mj-lt"/>
                <a:cs typeface="Calibri"/>
              </a:rPr>
              <a:t>principaux</a:t>
            </a:r>
            <a:r>
              <a:rPr sz="1600" spc="10" dirty="0">
                <a:solidFill>
                  <a:srgbClr val="585858"/>
                </a:solidFill>
                <a:latin typeface="+mj-lt"/>
                <a:cs typeface="Calibri"/>
              </a:rPr>
              <a:t> </a:t>
            </a:r>
            <a:r>
              <a:rPr sz="1600" dirty="0">
                <a:solidFill>
                  <a:srgbClr val="585858"/>
                </a:solidFill>
                <a:latin typeface="+mj-lt"/>
                <a:cs typeface="Calibri"/>
              </a:rPr>
              <a:t>de</a:t>
            </a:r>
            <a:r>
              <a:rPr sz="1600" spc="-10" dirty="0">
                <a:solidFill>
                  <a:srgbClr val="585858"/>
                </a:solidFill>
                <a:latin typeface="+mj-lt"/>
                <a:cs typeface="Calibri"/>
              </a:rPr>
              <a:t> </a:t>
            </a:r>
            <a:r>
              <a:rPr sz="1600" dirty="0">
                <a:solidFill>
                  <a:srgbClr val="585858"/>
                </a:solidFill>
                <a:latin typeface="+mj-lt"/>
                <a:cs typeface="Calibri"/>
              </a:rPr>
              <a:t>Linux</a:t>
            </a:r>
            <a:r>
              <a:rPr sz="1600" spc="-35" dirty="0">
                <a:solidFill>
                  <a:srgbClr val="585858"/>
                </a:solidFill>
                <a:latin typeface="+mj-lt"/>
                <a:cs typeface="Calibri"/>
              </a:rPr>
              <a:t> </a:t>
            </a:r>
            <a:r>
              <a:rPr sz="1600" spc="-35" dirty="0" smtClean="0">
                <a:solidFill>
                  <a:srgbClr val="585858"/>
                </a:solidFill>
                <a:latin typeface="+mj-lt"/>
                <a:cs typeface="Calibri"/>
              </a:rPr>
              <a:t> </a:t>
            </a:r>
            <a:r>
              <a:rPr sz="1600" spc="-50" dirty="0">
                <a:solidFill>
                  <a:srgbClr val="585858"/>
                </a:solidFill>
                <a:latin typeface="+mj-lt"/>
                <a:cs typeface="Calibri"/>
              </a:rPr>
              <a:t>:</a:t>
            </a:r>
            <a:endParaRPr sz="1600" dirty="0">
              <a:latin typeface="+mj-lt"/>
              <a:cs typeface="Calibri"/>
            </a:endParaRPr>
          </a:p>
          <a:p>
            <a:pPr marL="184150" indent="-171450">
              <a:lnSpc>
                <a:spcPct val="100000"/>
              </a:lnSpc>
              <a:spcBef>
                <a:spcPts val="725"/>
              </a:spcBef>
              <a:buFont typeface="Wingdings" panose="05000000000000000000" pitchFamily="2" charset="2"/>
              <a:buChar char="§"/>
            </a:pPr>
            <a:r>
              <a:rPr sz="1600" b="1" dirty="0">
                <a:solidFill>
                  <a:srgbClr val="585858"/>
                </a:solidFill>
                <a:latin typeface="+mj-lt"/>
                <a:cs typeface="Calibri"/>
              </a:rPr>
              <a:t>ext2</a:t>
            </a:r>
            <a:r>
              <a:rPr sz="1600" b="1" spc="-25" dirty="0">
                <a:solidFill>
                  <a:srgbClr val="585858"/>
                </a:solidFill>
                <a:latin typeface="+mj-lt"/>
                <a:cs typeface="Calibri"/>
              </a:rPr>
              <a:t> </a:t>
            </a:r>
            <a:r>
              <a:rPr sz="1600" dirty="0">
                <a:solidFill>
                  <a:srgbClr val="585858"/>
                </a:solidFill>
                <a:latin typeface="+mj-lt"/>
                <a:cs typeface="Calibri"/>
              </a:rPr>
              <a:t>est</a:t>
            </a:r>
            <a:r>
              <a:rPr sz="1600" spc="-5" dirty="0">
                <a:solidFill>
                  <a:srgbClr val="585858"/>
                </a:solidFill>
                <a:latin typeface="+mj-lt"/>
                <a:cs typeface="Calibri"/>
              </a:rPr>
              <a:t> </a:t>
            </a:r>
            <a:r>
              <a:rPr sz="1600" dirty="0">
                <a:solidFill>
                  <a:srgbClr val="585858"/>
                </a:solidFill>
                <a:latin typeface="+mj-lt"/>
                <a:cs typeface="Calibri"/>
              </a:rPr>
              <a:t>plutôt</a:t>
            </a:r>
            <a:r>
              <a:rPr sz="1600" spc="-25" dirty="0">
                <a:solidFill>
                  <a:srgbClr val="585858"/>
                </a:solidFill>
                <a:latin typeface="+mj-lt"/>
                <a:cs typeface="Calibri"/>
              </a:rPr>
              <a:t> </a:t>
            </a:r>
            <a:r>
              <a:rPr sz="1600" spc="-10" dirty="0">
                <a:solidFill>
                  <a:srgbClr val="585858"/>
                </a:solidFill>
                <a:latin typeface="+mj-lt"/>
                <a:cs typeface="Calibri"/>
              </a:rPr>
              <a:t>primitif,</a:t>
            </a:r>
            <a:r>
              <a:rPr sz="1600" dirty="0">
                <a:solidFill>
                  <a:srgbClr val="585858"/>
                </a:solidFill>
                <a:latin typeface="+mj-lt"/>
                <a:cs typeface="Calibri"/>
              </a:rPr>
              <a:t> utile</a:t>
            </a:r>
            <a:r>
              <a:rPr sz="1600" spc="10" dirty="0">
                <a:solidFill>
                  <a:srgbClr val="585858"/>
                </a:solidFill>
                <a:latin typeface="+mj-lt"/>
                <a:cs typeface="Calibri"/>
              </a:rPr>
              <a:t> </a:t>
            </a:r>
            <a:r>
              <a:rPr sz="1600" spc="-10" dirty="0">
                <a:solidFill>
                  <a:srgbClr val="585858"/>
                </a:solidFill>
                <a:latin typeface="+mj-lt"/>
                <a:cs typeface="Calibri"/>
              </a:rPr>
              <a:t>uniquement</a:t>
            </a:r>
            <a:r>
              <a:rPr sz="1600" spc="-25" dirty="0">
                <a:solidFill>
                  <a:srgbClr val="585858"/>
                </a:solidFill>
                <a:latin typeface="+mj-lt"/>
                <a:cs typeface="Calibri"/>
              </a:rPr>
              <a:t> </a:t>
            </a:r>
            <a:r>
              <a:rPr sz="1600" dirty="0">
                <a:solidFill>
                  <a:srgbClr val="585858"/>
                </a:solidFill>
                <a:latin typeface="+mj-lt"/>
                <a:cs typeface="Calibri"/>
              </a:rPr>
              <a:t>avec</a:t>
            </a:r>
            <a:r>
              <a:rPr sz="1600" spc="-30" dirty="0">
                <a:solidFill>
                  <a:srgbClr val="585858"/>
                </a:solidFill>
                <a:latin typeface="+mj-lt"/>
                <a:cs typeface="Calibri"/>
              </a:rPr>
              <a:t> </a:t>
            </a:r>
            <a:r>
              <a:rPr sz="1600" dirty="0">
                <a:solidFill>
                  <a:srgbClr val="585858"/>
                </a:solidFill>
                <a:latin typeface="+mj-lt"/>
                <a:cs typeface="Calibri"/>
              </a:rPr>
              <a:t>les anciens</a:t>
            </a:r>
            <a:r>
              <a:rPr sz="1600" spc="-15" dirty="0">
                <a:solidFill>
                  <a:srgbClr val="585858"/>
                </a:solidFill>
                <a:latin typeface="+mj-lt"/>
                <a:cs typeface="Calibri"/>
              </a:rPr>
              <a:t> </a:t>
            </a:r>
            <a:r>
              <a:rPr sz="1600" spc="-10" dirty="0">
                <a:solidFill>
                  <a:srgbClr val="585858"/>
                </a:solidFill>
                <a:latin typeface="+mj-lt"/>
                <a:cs typeface="Calibri"/>
              </a:rPr>
              <a:t>chargeurs</a:t>
            </a:r>
            <a:r>
              <a:rPr sz="1600" spc="-20" dirty="0">
                <a:solidFill>
                  <a:srgbClr val="585858"/>
                </a:solidFill>
                <a:latin typeface="+mj-lt"/>
                <a:cs typeface="Calibri"/>
              </a:rPr>
              <a:t> </a:t>
            </a:r>
            <a:r>
              <a:rPr sz="1600" dirty="0">
                <a:solidFill>
                  <a:srgbClr val="585858"/>
                </a:solidFill>
                <a:latin typeface="+mj-lt"/>
                <a:cs typeface="Calibri"/>
              </a:rPr>
              <a:t>de</a:t>
            </a:r>
            <a:r>
              <a:rPr sz="1600" spc="-10" dirty="0">
                <a:solidFill>
                  <a:srgbClr val="585858"/>
                </a:solidFill>
                <a:latin typeface="+mj-lt"/>
                <a:cs typeface="Calibri"/>
              </a:rPr>
              <a:t> démarrage</a:t>
            </a:r>
            <a:r>
              <a:rPr sz="1600" spc="-30" dirty="0">
                <a:solidFill>
                  <a:srgbClr val="585858"/>
                </a:solidFill>
                <a:latin typeface="+mj-lt"/>
                <a:cs typeface="Calibri"/>
              </a:rPr>
              <a:t> </a:t>
            </a:r>
            <a:r>
              <a:rPr sz="1600" spc="-50" dirty="0">
                <a:solidFill>
                  <a:srgbClr val="585858"/>
                </a:solidFill>
                <a:latin typeface="+mj-lt"/>
                <a:cs typeface="Calibri"/>
              </a:rPr>
              <a:t>;</a:t>
            </a:r>
            <a:endParaRPr sz="1600" dirty="0">
              <a:latin typeface="+mj-lt"/>
              <a:cs typeface="Calibri"/>
            </a:endParaRPr>
          </a:p>
          <a:p>
            <a:pPr marL="184150" indent="-171450">
              <a:lnSpc>
                <a:spcPct val="100000"/>
              </a:lnSpc>
              <a:spcBef>
                <a:spcPts val="720"/>
              </a:spcBef>
              <a:buFont typeface="Wingdings" panose="05000000000000000000" pitchFamily="2" charset="2"/>
              <a:buChar char="§"/>
            </a:pPr>
            <a:r>
              <a:rPr sz="1600" b="1" dirty="0">
                <a:solidFill>
                  <a:srgbClr val="585858"/>
                </a:solidFill>
                <a:latin typeface="+mj-lt"/>
                <a:cs typeface="Calibri"/>
              </a:rPr>
              <a:t>ext3</a:t>
            </a:r>
            <a:r>
              <a:rPr sz="1600" b="1" spc="-30" dirty="0">
                <a:solidFill>
                  <a:srgbClr val="585858"/>
                </a:solidFill>
                <a:latin typeface="+mj-lt"/>
                <a:cs typeface="Calibri"/>
              </a:rPr>
              <a:t> </a:t>
            </a:r>
            <a:r>
              <a:rPr sz="1600" dirty="0">
                <a:solidFill>
                  <a:srgbClr val="585858"/>
                </a:solidFill>
                <a:latin typeface="+mj-lt"/>
                <a:cs typeface="Calibri"/>
              </a:rPr>
              <a:t>est</a:t>
            </a:r>
            <a:r>
              <a:rPr sz="1600" spc="-15" dirty="0">
                <a:solidFill>
                  <a:srgbClr val="585858"/>
                </a:solidFill>
                <a:latin typeface="+mj-lt"/>
                <a:cs typeface="Calibri"/>
              </a:rPr>
              <a:t> </a:t>
            </a:r>
            <a:r>
              <a:rPr sz="1600" dirty="0">
                <a:solidFill>
                  <a:srgbClr val="585858"/>
                </a:solidFill>
                <a:latin typeface="+mj-lt"/>
                <a:cs typeface="Calibri"/>
              </a:rPr>
              <a:t>plus</a:t>
            </a:r>
            <a:r>
              <a:rPr sz="1600" spc="-30" dirty="0">
                <a:solidFill>
                  <a:srgbClr val="585858"/>
                </a:solidFill>
                <a:latin typeface="+mj-lt"/>
                <a:cs typeface="Calibri"/>
              </a:rPr>
              <a:t> </a:t>
            </a:r>
            <a:r>
              <a:rPr sz="1600" dirty="0">
                <a:solidFill>
                  <a:srgbClr val="585858"/>
                </a:solidFill>
                <a:latin typeface="+mj-lt"/>
                <a:cs typeface="Calibri"/>
              </a:rPr>
              <a:t>avancé.</a:t>
            </a:r>
            <a:r>
              <a:rPr sz="1600" spc="-10" dirty="0">
                <a:solidFill>
                  <a:srgbClr val="585858"/>
                </a:solidFill>
                <a:latin typeface="+mj-lt"/>
                <a:cs typeface="Calibri"/>
              </a:rPr>
              <a:t> </a:t>
            </a:r>
            <a:r>
              <a:rPr sz="1600" dirty="0">
                <a:solidFill>
                  <a:srgbClr val="585858"/>
                </a:solidFill>
                <a:latin typeface="+mj-lt"/>
                <a:cs typeface="Calibri"/>
              </a:rPr>
              <a:t>Après</a:t>
            </a:r>
            <a:r>
              <a:rPr sz="1600" spc="-10" dirty="0">
                <a:solidFill>
                  <a:srgbClr val="585858"/>
                </a:solidFill>
                <a:latin typeface="+mj-lt"/>
                <a:cs typeface="Calibri"/>
              </a:rPr>
              <a:t> différentes</a:t>
            </a:r>
            <a:r>
              <a:rPr sz="1600" spc="-30" dirty="0">
                <a:solidFill>
                  <a:srgbClr val="585858"/>
                </a:solidFill>
                <a:latin typeface="+mj-lt"/>
                <a:cs typeface="Calibri"/>
              </a:rPr>
              <a:t> </a:t>
            </a:r>
            <a:r>
              <a:rPr sz="1600" spc="-10" dirty="0">
                <a:solidFill>
                  <a:srgbClr val="585858"/>
                </a:solidFill>
                <a:latin typeface="+mj-lt"/>
                <a:cs typeface="Calibri"/>
              </a:rPr>
              <a:t>améliorations,</a:t>
            </a:r>
            <a:r>
              <a:rPr sz="1600" spc="15" dirty="0">
                <a:solidFill>
                  <a:srgbClr val="585858"/>
                </a:solidFill>
                <a:latin typeface="+mj-lt"/>
                <a:cs typeface="Calibri"/>
              </a:rPr>
              <a:t> </a:t>
            </a:r>
            <a:r>
              <a:rPr sz="1600" dirty="0">
                <a:solidFill>
                  <a:srgbClr val="585858"/>
                </a:solidFill>
                <a:latin typeface="+mj-lt"/>
                <a:cs typeface="Calibri"/>
              </a:rPr>
              <a:t>il</a:t>
            </a:r>
            <a:r>
              <a:rPr sz="1600" spc="-25" dirty="0">
                <a:solidFill>
                  <a:srgbClr val="585858"/>
                </a:solidFill>
                <a:latin typeface="+mj-lt"/>
                <a:cs typeface="Calibri"/>
              </a:rPr>
              <a:t> </a:t>
            </a:r>
            <a:r>
              <a:rPr sz="1600" dirty="0">
                <a:solidFill>
                  <a:srgbClr val="585858"/>
                </a:solidFill>
                <a:latin typeface="+mj-lt"/>
                <a:cs typeface="Calibri"/>
              </a:rPr>
              <a:t>est</a:t>
            </a:r>
            <a:r>
              <a:rPr sz="1600" spc="-40" dirty="0">
                <a:solidFill>
                  <a:srgbClr val="585858"/>
                </a:solidFill>
                <a:latin typeface="+mj-lt"/>
                <a:cs typeface="Calibri"/>
              </a:rPr>
              <a:t> </a:t>
            </a:r>
            <a:r>
              <a:rPr sz="1600" dirty="0">
                <a:solidFill>
                  <a:srgbClr val="585858"/>
                </a:solidFill>
                <a:latin typeface="+mj-lt"/>
                <a:cs typeface="Calibri"/>
              </a:rPr>
              <a:t>passé</a:t>
            </a:r>
            <a:r>
              <a:rPr sz="1600" spc="-40" dirty="0">
                <a:solidFill>
                  <a:srgbClr val="585858"/>
                </a:solidFill>
                <a:latin typeface="+mj-lt"/>
                <a:cs typeface="Calibri"/>
              </a:rPr>
              <a:t> </a:t>
            </a:r>
            <a:r>
              <a:rPr sz="1600" dirty="0">
                <a:solidFill>
                  <a:srgbClr val="585858"/>
                </a:solidFill>
                <a:latin typeface="+mj-lt"/>
                <a:cs typeface="Calibri"/>
              </a:rPr>
              <a:t>à</a:t>
            </a:r>
            <a:r>
              <a:rPr sz="1600" spc="-20" dirty="0">
                <a:solidFill>
                  <a:srgbClr val="585858"/>
                </a:solidFill>
                <a:latin typeface="+mj-lt"/>
                <a:cs typeface="Calibri"/>
              </a:rPr>
              <a:t> </a:t>
            </a:r>
            <a:r>
              <a:rPr sz="1600" dirty="0">
                <a:solidFill>
                  <a:srgbClr val="585858"/>
                </a:solidFill>
                <a:latin typeface="+mj-lt"/>
                <a:cs typeface="Calibri"/>
              </a:rPr>
              <a:t>ext4</a:t>
            </a:r>
            <a:r>
              <a:rPr sz="1600" spc="-25" dirty="0">
                <a:solidFill>
                  <a:srgbClr val="585858"/>
                </a:solidFill>
                <a:latin typeface="+mj-lt"/>
                <a:cs typeface="Calibri"/>
              </a:rPr>
              <a:t> </a:t>
            </a:r>
            <a:r>
              <a:rPr sz="1600" spc="-50" dirty="0">
                <a:solidFill>
                  <a:srgbClr val="585858"/>
                </a:solidFill>
                <a:latin typeface="+mj-lt"/>
                <a:cs typeface="Calibri"/>
              </a:rPr>
              <a:t>;</a:t>
            </a:r>
            <a:endParaRPr sz="1600" dirty="0">
              <a:latin typeface="+mj-lt"/>
              <a:cs typeface="Calibri"/>
            </a:endParaRPr>
          </a:p>
          <a:p>
            <a:pPr marL="182563" indent="-182563">
              <a:lnSpc>
                <a:spcPct val="100000"/>
              </a:lnSpc>
              <a:spcBef>
                <a:spcPts val="720"/>
              </a:spcBef>
              <a:buFont typeface="Wingdings" panose="05000000000000000000" pitchFamily="2" charset="2"/>
              <a:buChar char="§"/>
            </a:pPr>
            <a:r>
              <a:rPr sz="1600" b="1" dirty="0">
                <a:solidFill>
                  <a:srgbClr val="585858"/>
                </a:solidFill>
                <a:latin typeface="+mj-lt"/>
                <a:cs typeface="Calibri"/>
              </a:rPr>
              <a:t>ext4</a:t>
            </a:r>
            <a:r>
              <a:rPr sz="1600" b="1" spc="15" dirty="0">
                <a:solidFill>
                  <a:srgbClr val="585858"/>
                </a:solidFill>
                <a:latin typeface="+mj-lt"/>
                <a:cs typeface="Calibri"/>
              </a:rPr>
              <a:t> </a:t>
            </a:r>
            <a:r>
              <a:rPr sz="1600" dirty="0">
                <a:solidFill>
                  <a:srgbClr val="585858"/>
                </a:solidFill>
                <a:latin typeface="+mj-lt"/>
                <a:cs typeface="Calibri"/>
              </a:rPr>
              <a:t>prend</a:t>
            </a:r>
            <a:r>
              <a:rPr sz="1600" spc="20" dirty="0">
                <a:solidFill>
                  <a:srgbClr val="585858"/>
                </a:solidFill>
                <a:latin typeface="+mj-lt"/>
                <a:cs typeface="Calibri"/>
              </a:rPr>
              <a:t> </a:t>
            </a:r>
            <a:r>
              <a:rPr sz="1600" dirty="0">
                <a:solidFill>
                  <a:srgbClr val="585858"/>
                </a:solidFill>
                <a:latin typeface="+mj-lt"/>
                <a:cs typeface="Calibri"/>
              </a:rPr>
              <a:t>en</a:t>
            </a:r>
            <a:r>
              <a:rPr sz="1600" spc="40" dirty="0">
                <a:solidFill>
                  <a:srgbClr val="585858"/>
                </a:solidFill>
                <a:latin typeface="+mj-lt"/>
                <a:cs typeface="Calibri"/>
              </a:rPr>
              <a:t> </a:t>
            </a:r>
            <a:r>
              <a:rPr sz="1600" dirty="0">
                <a:solidFill>
                  <a:srgbClr val="585858"/>
                </a:solidFill>
                <a:latin typeface="+mj-lt"/>
                <a:cs typeface="Calibri"/>
              </a:rPr>
              <a:t>charge</a:t>
            </a:r>
            <a:r>
              <a:rPr sz="1600" spc="30" dirty="0">
                <a:solidFill>
                  <a:srgbClr val="585858"/>
                </a:solidFill>
                <a:latin typeface="+mj-lt"/>
                <a:cs typeface="Calibri"/>
              </a:rPr>
              <a:t> </a:t>
            </a:r>
            <a:r>
              <a:rPr sz="1600" dirty="0">
                <a:solidFill>
                  <a:srgbClr val="585858"/>
                </a:solidFill>
                <a:latin typeface="+mj-lt"/>
                <a:cs typeface="Calibri"/>
              </a:rPr>
              <a:t>la</a:t>
            </a:r>
            <a:r>
              <a:rPr sz="1600" spc="25" dirty="0">
                <a:solidFill>
                  <a:srgbClr val="585858"/>
                </a:solidFill>
                <a:latin typeface="+mj-lt"/>
                <a:cs typeface="Calibri"/>
              </a:rPr>
              <a:t> </a:t>
            </a:r>
            <a:r>
              <a:rPr sz="1600" dirty="0">
                <a:solidFill>
                  <a:srgbClr val="585858"/>
                </a:solidFill>
                <a:latin typeface="+mj-lt"/>
                <a:cs typeface="Calibri"/>
              </a:rPr>
              <a:t>journalisation,</a:t>
            </a:r>
            <a:r>
              <a:rPr sz="1600" spc="15" dirty="0">
                <a:solidFill>
                  <a:srgbClr val="585858"/>
                </a:solidFill>
                <a:latin typeface="+mj-lt"/>
                <a:cs typeface="Calibri"/>
              </a:rPr>
              <a:t> </a:t>
            </a:r>
            <a:r>
              <a:rPr sz="1600" dirty="0">
                <a:solidFill>
                  <a:srgbClr val="585858"/>
                </a:solidFill>
                <a:latin typeface="+mj-lt"/>
                <a:cs typeface="Calibri"/>
              </a:rPr>
              <a:t>utilise</a:t>
            </a:r>
            <a:r>
              <a:rPr sz="1600" spc="30" dirty="0">
                <a:solidFill>
                  <a:srgbClr val="585858"/>
                </a:solidFill>
                <a:latin typeface="+mj-lt"/>
                <a:cs typeface="Calibri"/>
              </a:rPr>
              <a:t> </a:t>
            </a:r>
            <a:r>
              <a:rPr sz="1600" dirty="0">
                <a:solidFill>
                  <a:srgbClr val="585858"/>
                </a:solidFill>
                <a:latin typeface="+mj-lt"/>
                <a:cs typeface="Calibri"/>
              </a:rPr>
              <a:t>des</a:t>
            </a:r>
            <a:r>
              <a:rPr sz="1600" spc="55" dirty="0">
                <a:solidFill>
                  <a:srgbClr val="585858"/>
                </a:solidFill>
                <a:latin typeface="+mj-lt"/>
                <a:cs typeface="Calibri"/>
              </a:rPr>
              <a:t> </a:t>
            </a:r>
            <a:r>
              <a:rPr sz="1600" dirty="0">
                <a:solidFill>
                  <a:srgbClr val="585858"/>
                </a:solidFill>
                <a:latin typeface="+mj-lt"/>
                <a:cs typeface="Calibri"/>
              </a:rPr>
              <a:t>extensions</a:t>
            </a:r>
            <a:r>
              <a:rPr sz="1600" spc="35" dirty="0">
                <a:solidFill>
                  <a:srgbClr val="585858"/>
                </a:solidFill>
                <a:latin typeface="+mj-lt"/>
                <a:cs typeface="Calibri"/>
              </a:rPr>
              <a:t> </a:t>
            </a:r>
            <a:r>
              <a:rPr sz="1600" dirty="0">
                <a:solidFill>
                  <a:srgbClr val="585858"/>
                </a:solidFill>
                <a:latin typeface="+mj-lt"/>
                <a:cs typeface="Calibri"/>
              </a:rPr>
              <a:t>pour</a:t>
            </a:r>
            <a:r>
              <a:rPr sz="1600" spc="35" dirty="0">
                <a:solidFill>
                  <a:srgbClr val="585858"/>
                </a:solidFill>
                <a:latin typeface="+mj-lt"/>
                <a:cs typeface="Calibri"/>
              </a:rPr>
              <a:t> </a:t>
            </a:r>
            <a:r>
              <a:rPr sz="1600" dirty="0">
                <a:solidFill>
                  <a:srgbClr val="585858"/>
                </a:solidFill>
                <a:latin typeface="+mj-lt"/>
                <a:cs typeface="Calibri"/>
              </a:rPr>
              <a:t>son</a:t>
            </a:r>
            <a:r>
              <a:rPr sz="1600" spc="20" dirty="0">
                <a:solidFill>
                  <a:srgbClr val="585858"/>
                </a:solidFill>
                <a:latin typeface="+mj-lt"/>
                <a:cs typeface="Calibri"/>
              </a:rPr>
              <a:t> </a:t>
            </a:r>
            <a:r>
              <a:rPr sz="1600" dirty="0">
                <a:solidFill>
                  <a:srgbClr val="585858"/>
                </a:solidFill>
                <a:latin typeface="+mj-lt"/>
                <a:cs typeface="Calibri"/>
              </a:rPr>
              <a:t>stockage</a:t>
            </a:r>
            <a:r>
              <a:rPr sz="1600" spc="35" dirty="0">
                <a:solidFill>
                  <a:srgbClr val="585858"/>
                </a:solidFill>
                <a:latin typeface="+mj-lt"/>
                <a:cs typeface="Calibri"/>
              </a:rPr>
              <a:t> </a:t>
            </a:r>
            <a:r>
              <a:rPr sz="1600" dirty="0">
                <a:solidFill>
                  <a:srgbClr val="585858"/>
                </a:solidFill>
                <a:latin typeface="+mj-lt"/>
                <a:cs typeface="Calibri"/>
              </a:rPr>
              <a:t>et</a:t>
            </a:r>
            <a:r>
              <a:rPr sz="1600" spc="30" dirty="0">
                <a:solidFill>
                  <a:srgbClr val="585858"/>
                </a:solidFill>
                <a:latin typeface="+mj-lt"/>
                <a:cs typeface="Calibri"/>
              </a:rPr>
              <a:t> </a:t>
            </a:r>
            <a:r>
              <a:rPr sz="1600" dirty="0">
                <a:solidFill>
                  <a:srgbClr val="585858"/>
                </a:solidFill>
                <a:latin typeface="+mj-lt"/>
                <a:cs typeface="Calibri"/>
              </a:rPr>
              <a:t>prend</a:t>
            </a:r>
            <a:r>
              <a:rPr sz="1600" spc="20" dirty="0">
                <a:solidFill>
                  <a:srgbClr val="585858"/>
                </a:solidFill>
                <a:latin typeface="+mj-lt"/>
                <a:cs typeface="Calibri"/>
              </a:rPr>
              <a:t> </a:t>
            </a:r>
            <a:r>
              <a:rPr sz="1600" dirty="0">
                <a:solidFill>
                  <a:srgbClr val="585858"/>
                </a:solidFill>
                <a:latin typeface="+mj-lt"/>
                <a:cs typeface="Calibri"/>
              </a:rPr>
              <a:t>en</a:t>
            </a:r>
            <a:r>
              <a:rPr sz="1600" spc="20" dirty="0">
                <a:solidFill>
                  <a:srgbClr val="585858"/>
                </a:solidFill>
                <a:latin typeface="+mj-lt"/>
                <a:cs typeface="Calibri"/>
              </a:rPr>
              <a:t> </a:t>
            </a:r>
            <a:r>
              <a:rPr sz="1600" dirty="0">
                <a:solidFill>
                  <a:srgbClr val="585858"/>
                </a:solidFill>
                <a:latin typeface="+mj-lt"/>
                <a:cs typeface="Calibri"/>
              </a:rPr>
              <a:t>charge</a:t>
            </a:r>
            <a:r>
              <a:rPr sz="1600" spc="25" dirty="0">
                <a:solidFill>
                  <a:srgbClr val="585858"/>
                </a:solidFill>
                <a:latin typeface="+mj-lt"/>
                <a:cs typeface="Calibri"/>
              </a:rPr>
              <a:t> </a:t>
            </a:r>
            <a:r>
              <a:rPr sz="1600" dirty="0">
                <a:solidFill>
                  <a:srgbClr val="585858"/>
                </a:solidFill>
                <a:latin typeface="+mj-lt"/>
                <a:cs typeface="Calibri"/>
              </a:rPr>
              <a:t>les</a:t>
            </a:r>
            <a:r>
              <a:rPr sz="1600" spc="35" dirty="0">
                <a:solidFill>
                  <a:srgbClr val="585858"/>
                </a:solidFill>
                <a:latin typeface="+mj-lt"/>
                <a:cs typeface="Calibri"/>
              </a:rPr>
              <a:t> </a:t>
            </a:r>
            <a:r>
              <a:rPr sz="1600" dirty="0">
                <a:solidFill>
                  <a:srgbClr val="585858"/>
                </a:solidFill>
                <a:latin typeface="+mj-lt"/>
                <a:cs typeface="Calibri"/>
              </a:rPr>
              <a:t>attributs</a:t>
            </a:r>
            <a:r>
              <a:rPr sz="1600" spc="40" dirty="0">
                <a:solidFill>
                  <a:srgbClr val="585858"/>
                </a:solidFill>
                <a:latin typeface="+mj-lt"/>
                <a:cs typeface="Calibri"/>
              </a:rPr>
              <a:t> </a:t>
            </a:r>
            <a:r>
              <a:rPr sz="1600" dirty="0">
                <a:solidFill>
                  <a:srgbClr val="585858"/>
                </a:solidFill>
                <a:latin typeface="+mj-lt"/>
                <a:cs typeface="Calibri"/>
              </a:rPr>
              <a:t>étendus,</a:t>
            </a:r>
            <a:r>
              <a:rPr sz="1600" spc="15" dirty="0">
                <a:solidFill>
                  <a:srgbClr val="585858"/>
                </a:solidFill>
                <a:latin typeface="+mj-lt"/>
                <a:cs typeface="Calibri"/>
              </a:rPr>
              <a:t> </a:t>
            </a:r>
            <a:r>
              <a:rPr sz="1600" dirty="0" err="1">
                <a:solidFill>
                  <a:srgbClr val="585858"/>
                </a:solidFill>
                <a:latin typeface="+mj-lt"/>
                <a:cs typeface="Calibri"/>
              </a:rPr>
              <a:t>où</a:t>
            </a:r>
            <a:r>
              <a:rPr sz="1600" spc="40" dirty="0">
                <a:solidFill>
                  <a:srgbClr val="585858"/>
                </a:solidFill>
                <a:latin typeface="+mj-lt"/>
                <a:cs typeface="Calibri"/>
              </a:rPr>
              <a:t> </a:t>
            </a:r>
            <a:r>
              <a:rPr lang="fr-FR" sz="1600" spc="40" dirty="0" smtClean="0">
                <a:solidFill>
                  <a:srgbClr val="585858"/>
                </a:solidFill>
                <a:latin typeface="+mj-lt"/>
                <a:cs typeface="Calibri"/>
              </a:rPr>
              <a:t>     </a:t>
            </a:r>
            <a:r>
              <a:rPr sz="1600" dirty="0" smtClean="0">
                <a:solidFill>
                  <a:srgbClr val="585858"/>
                </a:solidFill>
                <a:latin typeface="+mj-lt"/>
                <a:cs typeface="Calibri"/>
              </a:rPr>
              <a:t>des</a:t>
            </a:r>
            <a:r>
              <a:rPr sz="1600" spc="35" dirty="0" smtClean="0">
                <a:solidFill>
                  <a:srgbClr val="585858"/>
                </a:solidFill>
                <a:latin typeface="+mj-lt"/>
                <a:cs typeface="Calibri"/>
              </a:rPr>
              <a:t> </a:t>
            </a:r>
            <a:r>
              <a:rPr sz="1600" dirty="0">
                <a:solidFill>
                  <a:srgbClr val="585858"/>
                </a:solidFill>
                <a:latin typeface="+mj-lt"/>
                <a:cs typeface="Calibri"/>
              </a:rPr>
              <a:t>métadonnées</a:t>
            </a:r>
            <a:r>
              <a:rPr sz="1600" spc="35" dirty="0">
                <a:solidFill>
                  <a:srgbClr val="585858"/>
                </a:solidFill>
                <a:latin typeface="+mj-lt"/>
                <a:cs typeface="Calibri"/>
              </a:rPr>
              <a:t> </a:t>
            </a:r>
            <a:r>
              <a:rPr sz="1600" dirty="0" err="1">
                <a:solidFill>
                  <a:srgbClr val="585858"/>
                </a:solidFill>
                <a:latin typeface="+mj-lt"/>
                <a:cs typeface="Calibri"/>
              </a:rPr>
              <a:t>supplémentaires</a:t>
            </a:r>
            <a:r>
              <a:rPr sz="1600" spc="35" dirty="0">
                <a:solidFill>
                  <a:srgbClr val="585858"/>
                </a:solidFill>
                <a:latin typeface="+mj-lt"/>
                <a:cs typeface="Calibri"/>
              </a:rPr>
              <a:t> </a:t>
            </a:r>
            <a:r>
              <a:rPr sz="1600" spc="-10" dirty="0" err="1" smtClean="0">
                <a:solidFill>
                  <a:srgbClr val="585858"/>
                </a:solidFill>
                <a:latin typeface="+mj-lt"/>
                <a:cs typeface="Calibri"/>
              </a:rPr>
              <a:t>peuvent</a:t>
            </a:r>
            <a:r>
              <a:rPr lang="fr-FR" sz="1600" dirty="0" smtClean="0">
                <a:latin typeface="+mj-lt"/>
                <a:cs typeface="Calibri"/>
              </a:rPr>
              <a:t> </a:t>
            </a:r>
            <a:r>
              <a:rPr sz="1600" dirty="0" err="1" smtClean="0">
                <a:solidFill>
                  <a:srgbClr val="585858"/>
                </a:solidFill>
                <a:latin typeface="+mj-lt"/>
                <a:cs typeface="Calibri"/>
              </a:rPr>
              <a:t>être</a:t>
            </a:r>
            <a:r>
              <a:rPr sz="1600" spc="-25" dirty="0" smtClean="0">
                <a:solidFill>
                  <a:srgbClr val="585858"/>
                </a:solidFill>
                <a:latin typeface="+mj-lt"/>
                <a:cs typeface="Calibri"/>
              </a:rPr>
              <a:t> </a:t>
            </a:r>
            <a:r>
              <a:rPr sz="1600" spc="-10" dirty="0">
                <a:solidFill>
                  <a:srgbClr val="585858"/>
                </a:solidFill>
                <a:latin typeface="+mj-lt"/>
                <a:cs typeface="Calibri"/>
              </a:rPr>
              <a:t>attribuées</a:t>
            </a:r>
            <a:r>
              <a:rPr sz="1600" spc="-15" dirty="0">
                <a:solidFill>
                  <a:srgbClr val="585858"/>
                </a:solidFill>
                <a:latin typeface="+mj-lt"/>
                <a:cs typeface="Calibri"/>
              </a:rPr>
              <a:t> </a:t>
            </a:r>
            <a:r>
              <a:rPr sz="1600" dirty="0">
                <a:solidFill>
                  <a:srgbClr val="585858"/>
                </a:solidFill>
                <a:latin typeface="+mj-lt"/>
                <a:cs typeface="Calibri"/>
              </a:rPr>
              <a:t>à</a:t>
            </a:r>
            <a:r>
              <a:rPr sz="1600" spc="-5" dirty="0">
                <a:solidFill>
                  <a:srgbClr val="585858"/>
                </a:solidFill>
                <a:latin typeface="+mj-lt"/>
                <a:cs typeface="Calibri"/>
              </a:rPr>
              <a:t> </a:t>
            </a:r>
            <a:r>
              <a:rPr sz="1600" dirty="0">
                <a:solidFill>
                  <a:srgbClr val="585858"/>
                </a:solidFill>
                <a:latin typeface="+mj-lt"/>
                <a:cs typeface="Calibri"/>
              </a:rPr>
              <a:t>un</a:t>
            </a:r>
            <a:r>
              <a:rPr sz="1600" spc="-35" dirty="0">
                <a:solidFill>
                  <a:srgbClr val="585858"/>
                </a:solidFill>
                <a:latin typeface="+mj-lt"/>
                <a:cs typeface="Calibri"/>
              </a:rPr>
              <a:t> </a:t>
            </a:r>
            <a:r>
              <a:rPr sz="1600" dirty="0">
                <a:solidFill>
                  <a:srgbClr val="585858"/>
                </a:solidFill>
                <a:latin typeface="+mj-lt"/>
                <a:cs typeface="Calibri"/>
              </a:rPr>
              <a:t>fichier</a:t>
            </a:r>
            <a:r>
              <a:rPr sz="1600" spc="30" dirty="0">
                <a:solidFill>
                  <a:srgbClr val="585858"/>
                </a:solidFill>
                <a:latin typeface="+mj-lt"/>
                <a:cs typeface="Calibri"/>
              </a:rPr>
              <a:t> </a:t>
            </a:r>
            <a:r>
              <a:rPr sz="1600" spc="-50" dirty="0">
                <a:solidFill>
                  <a:srgbClr val="585858"/>
                </a:solidFill>
                <a:latin typeface="+mj-lt"/>
                <a:cs typeface="Calibri"/>
              </a:rPr>
              <a:t>;</a:t>
            </a:r>
            <a:endParaRPr sz="1600" dirty="0">
              <a:latin typeface="+mj-lt"/>
              <a:cs typeface="Calibri"/>
            </a:endParaRPr>
          </a:p>
          <a:p>
            <a:pPr>
              <a:lnSpc>
                <a:spcPct val="100000"/>
              </a:lnSpc>
              <a:spcBef>
                <a:spcPts val="305"/>
              </a:spcBef>
            </a:pPr>
            <a:endParaRPr dirty="0" smtClean="0">
              <a:latin typeface="+mj-lt"/>
              <a:cs typeface="Calibri"/>
            </a:endParaRPr>
          </a:p>
        </p:txBody>
      </p:sp>
      <p:sp>
        <p:nvSpPr>
          <p:cNvPr id="16"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7"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3611273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8982" y="1602105"/>
            <a:ext cx="10593070" cy="3963264"/>
          </a:xfrm>
          <a:prstGeom prst="rect">
            <a:avLst/>
          </a:prstGeom>
        </p:spPr>
        <p:txBody>
          <a:bodyPr vert="horz" wrap="square" lIns="0" tIns="13335" rIns="0" bIns="0" rtlCol="0">
            <a:spAutoFit/>
          </a:bodyPr>
          <a:lstStyle/>
          <a:p>
            <a:pPr marL="12700" algn="just">
              <a:lnSpc>
                <a:spcPct val="100000"/>
              </a:lnSpc>
              <a:spcBef>
                <a:spcPts val="105"/>
              </a:spcBef>
            </a:pPr>
            <a:r>
              <a:rPr b="1" dirty="0">
                <a:solidFill>
                  <a:srgbClr val="FF7800"/>
                </a:solidFill>
                <a:latin typeface="Calibri"/>
                <a:cs typeface="Calibri"/>
              </a:rPr>
              <a:t>Principales</a:t>
            </a:r>
            <a:r>
              <a:rPr b="1" spc="-25" dirty="0">
                <a:solidFill>
                  <a:srgbClr val="FF7800"/>
                </a:solidFill>
                <a:latin typeface="Calibri"/>
                <a:cs typeface="Calibri"/>
              </a:rPr>
              <a:t> </a:t>
            </a:r>
            <a:r>
              <a:rPr b="1" spc="-10" dirty="0">
                <a:solidFill>
                  <a:srgbClr val="FF7800"/>
                </a:solidFill>
                <a:latin typeface="Calibri"/>
                <a:cs typeface="Calibri"/>
              </a:rPr>
              <a:t>caractéristiques</a:t>
            </a:r>
            <a:r>
              <a:rPr b="1" spc="-70" dirty="0">
                <a:solidFill>
                  <a:srgbClr val="FF7800"/>
                </a:solidFill>
                <a:latin typeface="Calibri"/>
                <a:cs typeface="Calibri"/>
              </a:rPr>
              <a:t> </a:t>
            </a:r>
            <a:r>
              <a:rPr b="1" dirty="0">
                <a:solidFill>
                  <a:srgbClr val="FF7800"/>
                </a:solidFill>
                <a:latin typeface="Calibri"/>
                <a:cs typeface="Calibri"/>
              </a:rPr>
              <a:t>de</a:t>
            </a:r>
            <a:r>
              <a:rPr b="1" spc="-20" dirty="0">
                <a:solidFill>
                  <a:srgbClr val="FF7800"/>
                </a:solidFill>
                <a:latin typeface="Calibri"/>
                <a:cs typeface="Calibri"/>
              </a:rPr>
              <a:t> </a:t>
            </a:r>
            <a:r>
              <a:rPr b="1" spc="-20" dirty="0" smtClean="0">
                <a:solidFill>
                  <a:srgbClr val="FF7800"/>
                </a:solidFill>
                <a:latin typeface="Calibri"/>
                <a:cs typeface="Calibri"/>
              </a:rPr>
              <a:t>Ext2</a:t>
            </a:r>
            <a:endParaRPr lang="fr-FR" b="1" spc="-20" dirty="0" smtClean="0">
              <a:solidFill>
                <a:srgbClr val="FF7800"/>
              </a:solidFill>
              <a:latin typeface="Calibri"/>
              <a:cs typeface="Calibri"/>
            </a:endParaRPr>
          </a:p>
          <a:p>
            <a:pPr marL="298450" indent="-285750">
              <a:lnSpc>
                <a:spcPct val="100000"/>
              </a:lnSpc>
              <a:spcBef>
                <a:spcPts val="1350"/>
              </a:spcBef>
              <a:buFont typeface="Arial" panose="020B0604020202020204" pitchFamily="34" charset="0"/>
              <a:buChar char="•"/>
            </a:pPr>
            <a:r>
              <a:rPr lang="fr-FR" sz="1600" kern="1200" spc="-10" dirty="0">
                <a:solidFill>
                  <a:srgbClr val="585858"/>
                </a:solidFill>
                <a:latin typeface="+mn-lt"/>
                <a:cs typeface="Calibri"/>
              </a:rPr>
              <a:t>Introduit</a:t>
            </a:r>
            <a:r>
              <a:rPr lang="fr-FR" sz="1600" kern="1200" spc="-25" dirty="0">
                <a:solidFill>
                  <a:srgbClr val="585858"/>
                </a:solidFill>
                <a:latin typeface="+mn-lt"/>
                <a:cs typeface="Calibri"/>
              </a:rPr>
              <a:t> </a:t>
            </a:r>
            <a:r>
              <a:rPr lang="fr-FR" sz="1600" kern="1200" dirty="0">
                <a:solidFill>
                  <a:srgbClr val="585858"/>
                </a:solidFill>
                <a:latin typeface="+mn-lt"/>
                <a:cs typeface="Calibri"/>
              </a:rPr>
              <a:t>en</a:t>
            </a:r>
            <a:r>
              <a:rPr lang="fr-FR" sz="1600" kern="1200" spc="-10" dirty="0">
                <a:solidFill>
                  <a:srgbClr val="585858"/>
                </a:solidFill>
                <a:latin typeface="+mn-lt"/>
                <a:cs typeface="Calibri"/>
              </a:rPr>
              <a:t> </a:t>
            </a:r>
            <a:r>
              <a:rPr lang="fr-FR" sz="1600" kern="1200" dirty="0">
                <a:solidFill>
                  <a:srgbClr val="585858"/>
                </a:solidFill>
                <a:latin typeface="+mn-lt"/>
                <a:cs typeface="Calibri"/>
              </a:rPr>
              <a:t>1993.</a:t>
            </a:r>
            <a:r>
              <a:rPr lang="fr-FR" sz="1600" kern="1200" spc="20" dirty="0">
                <a:solidFill>
                  <a:srgbClr val="585858"/>
                </a:solidFill>
                <a:latin typeface="+mn-lt"/>
                <a:cs typeface="Calibri"/>
              </a:rPr>
              <a:t> </a:t>
            </a:r>
            <a:r>
              <a:rPr lang="fr-FR" sz="1600" kern="1200" dirty="0">
                <a:solidFill>
                  <a:srgbClr val="585858"/>
                </a:solidFill>
                <a:latin typeface="+mn-lt"/>
                <a:cs typeface="Calibri"/>
              </a:rPr>
              <a:t>Son</a:t>
            </a:r>
            <a:r>
              <a:rPr lang="fr-FR" sz="1600" kern="1200" spc="-15" dirty="0">
                <a:solidFill>
                  <a:srgbClr val="585858"/>
                </a:solidFill>
                <a:latin typeface="+mn-lt"/>
                <a:cs typeface="Calibri"/>
              </a:rPr>
              <a:t> </a:t>
            </a:r>
            <a:r>
              <a:rPr lang="fr-FR" sz="1600" kern="1200" spc="-10" dirty="0">
                <a:solidFill>
                  <a:srgbClr val="585858"/>
                </a:solidFill>
                <a:latin typeface="+mn-lt"/>
                <a:cs typeface="Calibri"/>
              </a:rPr>
              <a:t>développeur</a:t>
            </a:r>
            <a:r>
              <a:rPr lang="fr-FR" sz="1600" kern="1200" spc="-35" dirty="0">
                <a:solidFill>
                  <a:srgbClr val="585858"/>
                </a:solidFill>
                <a:latin typeface="+mn-lt"/>
                <a:cs typeface="Calibri"/>
              </a:rPr>
              <a:t> </a:t>
            </a:r>
            <a:r>
              <a:rPr lang="fr-FR" sz="1600" kern="1200" dirty="0">
                <a:solidFill>
                  <a:srgbClr val="585858"/>
                </a:solidFill>
                <a:latin typeface="+mn-lt"/>
                <a:cs typeface="Calibri"/>
              </a:rPr>
              <a:t>principal</a:t>
            </a:r>
            <a:r>
              <a:rPr lang="fr-FR" sz="1600" kern="1200" spc="25" dirty="0">
                <a:solidFill>
                  <a:srgbClr val="585858"/>
                </a:solidFill>
                <a:latin typeface="+mn-lt"/>
                <a:cs typeface="Calibri"/>
              </a:rPr>
              <a:t> </a:t>
            </a:r>
            <a:r>
              <a:rPr lang="fr-FR" sz="1600" kern="1200" dirty="0">
                <a:solidFill>
                  <a:srgbClr val="585858"/>
                </a:solidFill>
                <a:latin typeface="+mn-lt"/>
                <a:cs typeface="Calibri"/>
              </a:rPr>
              <a:t>est</a:t>
            </a:r>
            <a:r>
              <a:rPr lang="fr-FR" sz="1600" kern="1200" spc="-25" dirty="0">
                <a:solidFill>
                  <a:srgbClr val="585858"/>
                </a:solidFill>
                <a:latin typeface="+mn-lt"/>
                <a:cs typeface="Calibri"/>
              </a:rPr>
              <a:t> </a:t>
            </a:r>
            <a:r>
              <a:rPr lang="fr-FR" sz="1600" kern="1200" dirty="0">
                <a:solidFill>
                  <a:srgbClr val="585858"/>
                </a:solidFill>
                <a:latin typeface="+mn-lt"/>
                <a:cs typeface="Calibri"/>
              </a:rPr>
              <a:t>Rémy</a:t>
            </a:r>
            <a:r>
              <a:rPr lang="fr-FR" sz="1600" kern="1200" spc="-20" dirty="0">
                <a:solidFill>
                  <a:srgbClr val="585858"/>
                </a:solidFill>
                <a:latin typeface="+mn-lt"/>
                <a:cs typeface="Calibri"/>
              </a:rPr>
              <a:t> </a:t>
            </a:r>
            <a:r>
              <a:rPr lang="fr-FR" sz="1600" kern="1200" spc="-10" dirty="0" err="1" smtClean="0">
                <a:solidFill>
                  <a:srgbClr val="585858"/>
                </a:solidFill>
                <a:latin typeface="+mn-lt"/>
                <a:cs typeface="Calibri"/>
              </a:rPr>
              <a:t>Card</a:t>
            </a:r>
            <a:r>
              <a:rPr lang="fr-FR" sz="1600" kern="1200" spc="-10" dirty="0" smtClean="0">
                <a:solidFill>
                  <a:srgbClr val="585858"/>
                </a:solidFill>
                <a:latin typeface="+mn-lt"/>
                <a:cs typeface="Calibri"/>
              </a:rPr>
              <a:t>.</a:t>
            </a:r>
            <a:endParaRPr lang="fr-FR" sz="1600" kern="1200" dirty="0" smtClean="0">
              <a:solidFill>
                <a:schemeClr val="tx1"/>
              </a:solidFill>
              <a:latin typeface="+mn-lt"/>
              <a:cs typeface="Calibri"/>
            </a:endParaRPr>
          </a:p>
          <a:p>
            <a:pPr marL="298450" indent="-285750">
              <a:lnSpc>
                <a:spcPct val="100000"/>
              </a:lnSpc>
              <a:spcBef>
                <a:spcPts val="1350"/>
              </a:spcBef>
              <a:buFont typeface="Arial" panose="020B0604020202020204" pitchFamily="34" charset="0"/>
              <a:buChar char="•"/>
            </a:pPr>
            <a:r>
              <a:rPr lang="fr-FR" sz="1600" kern="1200" dirty="0" smtClean="0">
                <a:solidFill>
                  <a:srgbClr val="585858"/>
                </a:solidFill>
                <a:latin typeface="+mn-lt"/>
                <a:cs typeface="Calibri"/>
              </a:rPr>
              <a:t>La</a:t>
            </a:r>
            <a:r>
              <a:rPr lang="fr-FR" sz="1600" kern="1200" spc="-35" dirty="0" smtClean="0">
                <a:solidFill>
                  <a:srgbClr val="585858"/>
                </a:solidFill>
                <a:latin typeface="+mn-lt"/>
                <a:cs typeface="Calibri"/>
              </a:rPr>
              <a:t> </a:t>
            </a:r>
            <a:r>
              <a:rPr lang="fr-FR" sz="1600" kern="1200" dirty="0">
                <a:solidFill>
                  <a:srgbClr val="585858"/>
                </a:solidFill>
                <a:latin typeface="+mn-lt"/>
                <a:cs typeface="Calibri"/>
              </a:rPr>
              <a:t>taille</a:t>
            </a:r>
            <a:r>
              <a:rPr lang="fr-FR" sz="1600" kern="1200" spc="20" dirty="0">
                <a:solidFill>
                  <a:srgbClr val="585858"/>
                </a:solidFill>
                <a:latin typeface="+mn-lt"/>
                <a:cs typeface="Calibri"/>
              </a:rPr>
              <a:t> </a:t>
            </a:r>
            <a:r>
              <a:rPr lang="fr-FR" sz="1600" kern="1200" dirty="0">
                <a:solidFill>
                  <a:srgbClr val="585858"/>
                </a:solidFill>
                <a:latin typeface="+mn-lt"/>
                <a:cs typeface="Calibri"/>
              </a:rPr>
              <a:t>de</a:t>
            </a:r>
            <a:r>
              <a:rPr lang="fr-FR" sz="1600" kern="1200" spc="-10" dirty="0">
                <a:solidFill>
                  <a:srgbClr val="585858"/>
                </a:solidFill>
                <a:latin typeface="+mn-lt"/>
                <a:cs typeface="Calibri"/>
              </a:rPr>
              <a:t> </a:t>
            </a:r>
            <a:r>
              <a:rPr lang="fr-FR" sz="1600" kern="1200" dirty="0">
                <a:solidFill>
                  <a:srgbClr val="585858"/>
                </a:solidFill>
                <a:latin typeface="+mn-lt"/>
                <a:cs typeface="Calibri"/>
              </a:rPr>
              <a:t>fichier maximale </a:t>
            </a:r>
            <a:r>
              <a:rPr lang="fr-FR" sz="1600" kern="1200" spc="-10" dirty="0">
                <a:solidFill>
                  <a:srgbClr val="585858"/>
                </a:solidFill>
                <a:latin typeface="+mn-lt"/>
                <a:cs typeface="Calibri"/>
              </a:rPr>
              <a:t>autorisée</a:t>
            </a:r>
            <a:r>
              <a:rPr lang="fr-FR" sz="1600" kern="1200" spc="-25" dirty="0">
                <a:solidFill>
                  <a:srgbClr val="585858"/>
                </a:solidFill>
                <a:latin typeface="+mn-lt"/>
                <a:cs typeface="Calibri"/>
              </a:rPr>
              <a:t> </a:t>
            </a:r>
            <a:r>
              <a:rPr lang="fr-FR" sz="1600" kern="1200" dirty="0">
                <a:solidFill>
                  <a:srgbClr val="585858"/>
                </a:solidFill>
                <a:latin typeface="+mn-lt"/>
                <a:cs typeface="Calibri"/>
              </a:rPr>
              <a:t>est de</a:t>
            </a:r>
            <a:r>
              <a:rPr lang="fr-FR" sz="1600" kern="1200" spc="-30" dirty="0">
                <a:solidFill>
                  <a:srgbClr val="585858"/>
                </a:solidFill>
                <a:latin typeface="+mn-lt"/>
                <a:cs typeface="Calibri"/>
              </a:rPr>
              <a:t> </a:t>
            </a:r>
            <a:r>
              <a:rPr lang="fr-FR" sz="1600" kern="1200" dirty="0">
                <a:solidFill>
                  <a:srgbClr val="585858"/>
                </a:solidFill>
                <a:latin typeface="+mn-lt"/>
                <a:cs typeface="Calibri"/>
              </a:rPr>
              <a:t>16</a:t>
            </a:r>
            <a:r>
              <a:rPr lang="fr-FR" sz="1600" kern="1200" spc="5" dirty="0">
                <a:solidFill>
                  <a:srgbClr val="585858"/>
                </a:solidFill>
                <a:latin typeface="+mn-lt"/>
                <a:cs typeface="Calibri"/>
              </a:rPr>
              <a:t> </a:t>
            </a:r>
            <a:r>
              <a:rPr lang="fr-FR" sz="1600" kern="1200" dirty="0">
                <a:solidFill>
                  <a:srgbClr val="585858"/>
                </a:solidFill>
                <a:latin typeface="+mn-lt"/>
                <a:cs typeface="Calibri"/>
              </a:rPr>
              <a:t>Go</a:t>
            </a:r>
            <a:r>
              <a:rPr lang="fr-FR" sz="1600" kern="1200" spc="-35" dirty="0">
                <a:solidFill>
                  <a:srgbClr val="585858"/>
                </a:solidFill>
                <a:latin typeface="+mn-lt"/>
                <a:cs typeface="Calibri"/>
              </a:rPr>
              <a:t> </a:t>
            </a:r>
            <a:r>
              <a:rPr lang="fr-FR" sz="1600" kern="1200" dirty="0">
                <a:solidFill>
                  <a:srgbClr val="585858"/>
                </a:solidFill>
                <a:latin typeface="+mn-lt"/>
                <a:cs typeface="Calibri"/>
              </a:rPr>
              <a:t>à</a:t>
            </a:r>
            <a:r>
              <a:rPr lang="fr-FR" sz="1600" kern="1200" spc="-5" dirty="0">
                <a:solidFill>
                  <a:srgbClr val="585858"/>
                </a:solidFill>
                <a:latin typeface="+mn-lt"/>
                <a:cs typeface="Calibri"/>
              </a:rPr>
              <a:t> </a:t>
            </a:r>
            <a:r>
              <a:rPr lang="fr-FR" sz="1600" kern="1200" dirty="0">
                <a:solidFill>
                  <a:srgbClr val="585858"/>
                </a:solidFill>
                <a:latin typeface="+mn-lt"/>
                <a:cs typeface="Calibri"/>
              </a:rPr>
              <a:t>2</a:t>
            </a:r>
            <a:r>
              <a:rPr lang="fr-FR" sz="1600" kern="1200" spc="-20" dirty="0">
                <a:solidFill>
                  <a:srgbClr val="585858"/>
                </a:solidFill>
                <a:latin typeface="+mn-lt"/>
                <a:cs typeface="Calibri"/>
              </a:rPr>
              <a:t> </a:t>
            </a:r>
            <a:r>
              <a:rPr lang="fr-FR" sz="1600" kern="1200" spc="-25" dirty="0" smtClean="0">
                <a:solidFill>
                  <a:srgbClr val="585858"/>
                </a:solidFill>
                <a:latin typeface="+mn-lt"/>
                <a:cs typeface="Calibri"/>
              </a:rPr>
              <a:t>To.</a:t>
            </a:r>
            <a:endParaRPr lang="fr-FR" sz="1600" kern="1200" dirty="0" smtClean="0">
              <a:solidFill>
                <a:schemeClr val="tx1"/>
              </a:solidFill>
              <a:latin typeface="+mn-lt"/>
              <a:cs typeface="Calibri"/>
            </a:endParaRPr>
          </a:p>
          <a:p>
            <a:pPr marL="298450" indent="-285750">
              <a:lnSpc>
                <a:spcPct val="100000"/>
              </a:lnSpc>
              <a:spcBef>
                <a:spcPts val="1350"/>
              </a:spcBef>
              <a:buFont typeface="Arial" panose="020B0604020202020204" pitchFamily="34" charset="0"/>
              <a:buChar char="•"/>
            </a:pPr>
            <a:r>
              <a:rPr lang="fr-FR" sz="1600" kern="1200" dirty="0" smtClean="0">
                <a:solidFill>
                  <a:srgbClr val="585858"/>
                </a:solidFill>
                <a:latin typeface="+mn-lt"/>
                <a:cs typeface="Calibri"/>
              </a:rPr>
              <a:t>La</a:t>
            </a:r>
            <a:r>
              <a:rPr lang="fr-FR" sz="1600" kern="1200" spc="-50" dirty="0" smtClean="0">
                <a:solidFill>
                  <a:srgbClr val="585858"/>
                </a:solidFill>
                <a:latin typeface="+mn-lt"/>
                <a:cs typeface="Calibri"/>
              </a:rPr>
              <a:t> </a:t>
            </a:r>
            <a:r>
              <a:rPr lang="fr-FR" sz="1600" kern="1200" dirty="0">
                <a:solidFill>
                  <a:srgbClr val="585858"/>
                </a:solidFill>
                <a:latin typeface="+mn-lt"/>
                <a:cs typeface="Calibri"/>
              </a:rPr>
              <a:t>taille</a:t>
            </a:r>
            <a:r>
              <a:rPr lang="fr-FR" sz="1600" kern="1200" spc="5" dirty="0">
                <a:solidFill>
                  <a:srgbClr val="585858"/>
                </a:solidFill>
                <a:latin typeface="+mn-lt"/>
                <a:cs typeface="Calibri"/>
              </a:rPr>
              <a:t> </a:t>
            </a:r>
            <a:r>
              <a:rPr lang="fr-FR" sz="1600" kern="1200" dirty="0">
                <a:solidFill>
                  <a:srgbClr val="585858"/>
                </a:solidFill>
                <a:latin typeface="+mn-lt"/>
                <a:cs typeface="Calibri"/>
              </a:rPr>
              <a:t>totale</a:t>
            </a:r>
            <a:r>
              <a:rPr lang="fr-FR" sz="1600" kern="1200" spc="-10" dirty="0">
                <a:solidFill>
                  <a:srgbClr val="585858"/>
                </a:solidFill>
                <a:latin typeface="+mn-lt"/>
                <a:cs typeface="Calibri"/>
              </a:rPr>
              <a:t> </a:t>
            </a:r>
            <a:r>
              <a:rPr lang="fr-FR" sz="1600" kern="1200" dirty="0">
                <a:solidFill>
                  <a:srgbClr val="585858"/>
                </a:solidFill>
                <a:latin typeface="+mn-lt"/>
                <a:cs typeface="Calibri"/>
              </a:rPr>
              <a:t>du</a:t>
            </a:r>
            <a:r>
              <a:rPr lang="fr-FR" sz="1600" kern="1200" spc="-45" dirty="0">
                <a:solidFill>
                  <a:srgbClr val="585858"/>
                </a:solidFill>
                <a:latin typeface="+mn-lt"/>
                <a:cs typeface="Calibri"/>
              </a:rPr>
              <a:t> </a:t>
            </a:r>
            <a:r>
              <a:rPr lang="fr-FR" sz="1600" kern="1200" spc="-10" dirty="0">
                <a:solidFill>
                  <a:srgbClr val="585858"/>
                </a:solidFill>
                <a:latin typeface="+mn-lt"/>
                <a:cs typeface="Calibri"/>
              </a:rPr>
              <a:t>système</a:t>
            </a:r>
            <a:r>
              <a:rPr lang="fr-FR" sz="1600" kern="1200" spc="-30" dirty="0">
                <a:solidFill>
                  <a:srgbClr val="585858"/>
                </a:solidFill>
                <a:latin typeface="+mn-lt"/>
                <a:cs typeface="Calibri"/>
              </a:rPr>
              <a:t> </a:t>
            </a:r>
            <a:r>
              <a:rPr lang="fr-FR" sz="1600" kern="1200" dirty="0">
                <a:solidFill>
                  <a:srgbClr val="585858"/>
                </a:solidFill>
                <a:latin typeface="+mn-lt"/>
                <a:cs typeface="Calibri"/>
              </a:rPr>
              <a:t>de</a:t>
            </a:r>
            <a:r>
              <a:rPr lang="fr-FR" sz="1600" kern="1200" spc="-20" dirty="0">
                <a:solidFill>
                  <a:srgbClr val="585858"/>
                </a:solidFill>
                <a:latin typeface="+mn-lt"/>
                <a:cs typeface="Calibri"/>
              </a:rPr>
              <a:t> </a:t>
            </a:r>
            <a:r>
              <a:rPr lang="fr-FR" sz="1600" kern="1200" dirty="0">
                <a:solidFill>
                  <a:srgbClr val="585858"/>
                </a:solidFill>
                <a:latin typeface="+mn-lt"/>
                <a:cs typeface="Calibri"/>
              </a:rPr>
              <a:t>fichiers</a:t>
            </a:r>
            <a:r>
              <a:rPr lang="fr-FR" sz="1600" kern="1200" spc="5" dirty="0">
                <a:solidFill>
                  <a:srgbClr val="585858"/>
                </a:solidFill>
                <a:latin typeface="+mn-lt"/>
                <a:cs typeface="Calibri"/>
              </a:rPr>
              <a:t> </a:t>
            </a:r>
            <a:r>
              <a:rPr lang="fr-FR" sz="1600" kern="1200" dirty="0">
                <a:solidFill>
                  <a:srgbClr val="585858"/>
                </a:solidFill>
                <a:latin typeface="+mn-lt"/>
                <a:cs typeface="Calibri"/>
              </a:rPr>
              <a:t>est</a:t>
            </a:r>
            <a:r>
              <a:rPr lang="fr-FR" sz="1600" kern="1200" spc="-35" dirty="0">
                <a:solidFill>
                  <a:srgbClr val="585858"/>
                </a:solidFill>
                <a:latin typeface="+mn-lt"/>
                <a:cs typeface="Calibri"/>
              </a:rPr>
              <a:t> </a:t>
            </a:r>
            <a:r>
              <a:rPr lang="fr-FR" sz="1600" kern="1200" dirty="0">
                <a:solidFill>
                  <a:srgbClr val="585858"/>
                </a:solidFill>
                <a:latin typeface="+mn-lt"/>
                <a:cs typeface="Calibri"/>
              </a:rPr>
              <a:t>comprise</a:t>
            </a:r>
            <a:r>
              <a:rPr lang="fr-FR" sz="1600" kern="1200" spc="-10" dirty="0">
                <a:solidFill>
                  <a:srgbClr val="585858"/>
                </a:solidFill>
                <a:latin typeface="+mn-lt"/>
                <a:cs typeface="Calibri"/>
              </a:rPr>
              <a:t> </a:t>
            </a:r>
            <a:r>
              <a:rPr lang="fr-FR" sz="1600" kern="1200" dirty="0">
                <a:solidFill>
                  <a:srgbClr val="585858"/>
                </a:solidFill>
                <a:latin typeface="+mn-lt"/>
                <a:cs typeface="Calibri"/>
              </a:rPr>
              <a:t>entre</a:t>
            </a:r>
            <a:r>
              <a:rPr lang="fr-FR" sz="1600" kern="1200" spc="-10" dirty="0">
                <a:solidFill>
                  <a:srgbClr val="585858"/>
                </a:solidFill>
                <a:latin typeface="+mn-lt"/>
                <a:cs typeface="Calibri"/>
              </a:rPr>
              <a:t> </a:t>
            </a:r>
            <a:r>
              <a:rPr lang="fr-FR" sz="1600" kern="1200" dirty="0">
                <a:solidFill>
                  <a:srgbClr val="585858"/>
                </a:solidFill>
                <a:latin typeface="+mn-lt"/>
                <a:cs typeface="Calibri"/>
              </a:rPr>
              <a:t>2</a:t>
            </a:r>
            <a:r>
              <a:rPr lang="fr-FR" sz="1600" kern="1200" spc="-30" dirty="0">
                <a:solidFill>
                  <a:srgbClr val="585858"/>
                </a:solidFill>
                <a:latin typeface="+mn-lt"/>
                <a:cs typeface="Calibri"/>
              </a:rPr>
              <a:t> </a:t>
            </a:r>
            <a:r>
              <a:rPr lang="fr-FR" sz="1600" kern="1200" spc="-50" dirty="0">
                <a:solidFill>
                  <a:srgbClr val="585858"/>
                </a:solidFill>
                <a:latin typeface="+mn-lt"/>
                <a:cs typeface="Calibri"/>
              </a:rPr>
              <a:t>To</a:t>
            </a:r>
            <a:r>
              <a:rPr lang="fr-FR" sz="1600" kern="1200" spc="-15" dirty="0">
                <a:solidFill>
                  <a:srgbClr val="585858"/>
                </a:solidFill>
                <a:latin typeface="+mn-lt"/>
                <a:cs typeface="Calibri"/>
              </a:rPr>
              <a:t> </a:t>
            </a:r>
            <a:r>
              <a:rPr lang="fr-FR" sz="1600" kern="1200" dirty="0">
                <a:solidFill>
                  <a:srgbClr val="585858"/>
                </a:solidFill>
                <a:latin typeface="+mn-lt"/>
                <a:cs typeface="Calibri"/>
              </a:rPr>
              <a:t>et</a:t>
            </a:r>
            <a:r>
              <a:rPr lang="fr-FR" sz="1600" kern="1200" spc="-35" dirty="0">
                <a:solidFill>
                  <a:srgbClr val="585858"/>
                </a:solidFill>
                <a:latin typeface="+mn-lt"/>
                <a:cs typeface="Calibri"/>
              </a:rPr>
              <a:t> </a:t>
            </a:r>
            <a:r>
              <a:rPr lang="fr-FR" sz="1600" kern="1200" dirty="0">
                <a:solidFill>
                  <a:srgbClr val="585858"/>
                </a:solidFill>
                <a:latin typeface="+mn-lt"/>
                <a:cs typeface="Calibri"/>
              </a:rPr>
              <a:t>32</a:t>
            </a:r>
            <a:r>
              <a:rPr lang="fr-FR" sz="1600" kern="1200" spc="-25" dirty="0">
                <a:solidFill>
                  <a:srgbClr val="585858"/>
                </a:solidFill>
                <a:latin typeface="+mn-lt"/>
                <a:cs typeface="Calibri"/>
              </a:rPr>
              <a:t> </a:t>
            </a:r>
            <a:r>
              <a:rPr lang="fr-FR" sz="1600" kern="1200" spc="-25" dirty="0" smtClean="0">
                <a:solidFill>
                  <a:srgbClr val="585858"/>
                </a:solidFill>
                <a:latin typeface="+mn-lt"/>
                <a:cs typeface="Calibri"/>
              </a:rPr>
              <a:t>To.</a:t>
            </a:r>
            <a:endParaRPr lang="fr-FR" sz="1600" kern="1200" dirty="0" smtClean="0">
              <a:solidFill>
                <a:schemeClr val="tx1"/>
              </a:solidFill>
              <a:latin typeface="+mn-lt"/>
              <a:cs typeface="Calibri"/>
            </a:endParaRPr>
          </a:p>
          <a:p>
            <a:pPr marL="298450" indent="-285750">
              <a:lnSpc>
                <a:spcPct val="100000"/>
              </a:lnSpc>
              <a:spcBef>
                <a:spcPts val="1350"/>
              </a:spcBef>
              <a:buFont typeface="Arial" panose="020B0604020202020204" pitchFamily="34" charset="0"/>
              <a:buChar char="•"/>
            </a:pPr>
            <a:r>
              <a:rPr lang="fr-FR" sz="1600" kern="1200" dirty="0" smtClean="0">
                <a:solidFill>
                  <a:srgbClr val="585858"/>
                </a:solidFill>
                <a:latin typeface="+mn-lt"/>
                <a:cs typeface="Calibri"/>
              </a:rPr>
              <a:t>Un</a:t>
            </a:r>
            <a:r>
              <a:rPr lang="fr-FR" sz="1600" kern="1200" spc="-5" dirty="0" smtClean="0">
                <a:solidFill>
                  <a:srgbClr val="585858"/>
                </a:solidFill>
                <a:latin typeface="+mn-lt"/>
                <a:cs typeface="Calibri"/>
              </a:rPr>
              <a:t> </a:t>
            </a:r>
            <a:r>
              <a:rPr lang="fr-FR" sz="1600" kern="1200" spc="-10" dirty="0">
                <a:solidFill>
                  <a:srgbClr val="585858"/>
                </a:solidFill>
                <a:latin typeface="+mn-lt"/>
                <a:cs typeface="Calibri"/>
              </a:rPr>
              <a:t>répertoire</a:t>
            </a:r>
            <a:r>
              <a:rPr lang="fr-FR" sz="1600" kern="1200" spc="25" dirty="0">
                <a:solidFill>
                  <a:srgbClr val="585858"/>
                </a:solidFill>
                <a:latin typeface="+mn-lt"/>
                <a:cs typeface="Calibri"/>
              </a:rPr>
              <a:t> </a:t>
            </a:r>
            <a:r>
              <a:rPr lang="fr-FR" sz="1600" kern="1200" dirty="0">
                <a:solidFill>
                  <a:srgbClr val="585858"/>
                </a:solidFill>
                <a:latin typeface="+mn-lt"/>
                <a:cs typeface="Calibri"/>
              </a:rPr>
              <a:t>peut</a:t>
            </a:r>
            <a:r>
              <a:rPr lang="fr-FR" sz="1600" kern="1200" spc="-15" dirty="0">
                <a:solidFill>
                  <a:srgbClr val="585858"/>
                </a:solidFill>
                <a:latin typeface="+mn-lt"/>
                <a:cs typeface="Calibri"/>
              </a:rPr>
              <a:t> </a:t>
            </a:r>
            <a:r>
              <a:rPr lang="fr-FR" sz="1600" kern="1200" spc="-10" dirty="0">
                <a:solidFill>
                  <a:srgbClr val="585858"/>
                </a:solidFill>
                <a:latin typeface="+mn-lt"/>
                <a:cs typeface="Calibri"/>
              </a:rPr>
              <a:t>contenir </a:t>
            </a:r>
            <a:r>
              <a:rPr lang="fr-FR" sz="1600" kern="1200" dirty="0">
                <a:solidFill>
                  <a:srgbClr val="585858"/>
                </a:solidFill>
                <a:latin typeface="+mn-lt"/>
                <a:cs typeface="Calibri"/>
              </a:rPr>
              <a:t>32</a:t>
            </a:r>
            <a:r>
              <a:rPr lang="fr-FR" sz="1600" kern="1200" spc="15" dirty="0">
                <a:solidFill>
                  <a:srgbClr val="585858"/>
                </a:solidFill>
                <a:latin typeface="+mn-lt"/>
                <a:cs typeface="Calibri"/>
              </a:rPr>
              <a:t> </a:t>
            </a:r>
            <a:r>
              <a:rPr lang="fr-FR" sz="1600" kern="1200" dirty="0">
                <a:solidFill>
                  <a:srgbClr val="585858"/>
                </a:solidFill>
                <a:latin typeface="+mn-lt"/>
                <a:cs typeface="Calibri"/>
              </a:rPr>
              <a:t>000</a:t>
            </a:r>
            <a:r>
              <a:rPr lang="fr-FR" sz="1600" kern="1200" spc="15" dirty="0">
                <a:solidFill>
                  <a:srgbClr val="585858"/>
                </a:solidFill>
                <a:latin typeface="+mn-lt"/>
                <a:cs typeface="Calibri"/>
              </a:rPr>
              <a:t> </a:t>
            </a:r>
            <a:r>
              <a:rPr lang="fr-FR" sz="1600" kern="1200" spc="-10" dirty="0" smtClean="0">
                <a:solidFill>
                  <a:srgbClr val="585858"/>
                </a:solidFill>
                <a:latin typeface="+mn-lt"/>
                <a:cs typeface="Calibri"/>
              </a:rPr>
              <a:t>sous-répertoires.</a:t>
            </a:r>
            <a:endParaRPr lang="fr-FR" sz="1600" kern="1200" dirty="0" smtClean="0">
              <a:solidFill>
                <a:schemeClr val="tx1"/>
              </a:solidFill>
              <a:latin typeface="+mn-lt"/>
              <a:cs typeface="Calibri"/>
            </a:endParaRPr>
          </a:p>
          <a:p>
            <a:pPr marL="298450" indent="-285750">
              <a:lnSpc>
                <a:spcPct val="100000"/>
              </a:lnSpc>
              <a:spcBef>
                <a:spcPts val="1350"/>
              </a:spcBef>
              <a:buFont typeface="Arial" panose="020B0604020202020204" pitchFamily="34" charset="0"/>
              <a:buChar char="•"/>
            </a:pPr>
            <a:r>
              <a:rPr lang="fr-FR" sz="1600" kern="1200" dirty="0" smtClean="0">
                <a:solidFill>
                  <a:srgbClr val="585858"/>
                </a:solidFill>
                <a:latin typeface="+mn-lt"/>
                <a:cs typeface="Calibri"/>
              </a:rPr>
              <a:t>Il</a:t>
            </a:r>
            <a:r>
              <a:rPr lang="fr-FR" sz="1600" kern="1200" spc="-45" dirty="0" smtClean="0">
                <a:solidFill>
                  <a:srgbClr val="585858"/>
                </a:solidFill>
                <a:latin typeface="+mn-lt"/>
                <a:cs typeface="Calibri"/>
              </a:rPr>
              <a:t> </a:t>
            </a:r>
            <a:r>
              <a:rPr lang="fr-FR" sz="1600" kern="1200" dirty="0">
                <a:solidFill>
                  <a:srgbClr val="585858"/>
                </a:solidFill>
                <a:latin typeface="+mn-lt"/>
                <a:cs typeface="Calibri"/>
              </a:rPr>
              <a:t>est</a:t>
            </a:r>
            <a:r>
              <a:rPr lang="fr-FR" sz="1600" kern="1200" spc="-5" dirty="0">
                <a:solidFill>
                  <a:srgbClr val="585858"/>
                </a:solidFill>
                <a:latin typeface="+mn-lt"/>
                <a:cs typeface="Calibri"/>
              </a:rPr>
              <a:t> </a:t>
            </a:r>
            <a:r>
              <a:rPr lang="fr-FR" sz="1600" kern="1200" dirty="0">
                <a:solidFill>
                  <a:srgbClr val="585858"/>
                </a:solidFill>
                <a:latin typeface="+mn-lt"/>
                <a:cs typeface="Calibri"/>
              </a:rPr>
              <a:t>recommandé</a:t>
            </a:r>
            <a:r>
              <a:rPr lang="fr-FR" sz="1600" kern="1200" spc="15" dirty="0">
                <a:solidFill>
                  <a:srgbClr val="585858"/>
                </a:solidFill>
                <a:latin typeface="+mn-lt"/>
                <a:cs typeface="Calibri"/>
              </a:rPr>
              <a:t> </a:t>
            </a:r>
            <a:r>
              <a:rPr lang="fr-FR" sz="1600" kern="1200" dirty="0">
                <a:solidFill>
                  <a:srgbClr val="585858"/>
                </a:solidFill>
                <a:latin typeface="+mn-lt"/>
                <a:cs typeface="Calibri"/>
              </a:rPr>
              <a:t>sur</a:t>
            </a:r>
            <a:r>
              <a:rPr lang="fr-FR" sz="1600" kern="1200" spc="-40" dirty="0">
                <a:solidFill>
                  <a:srgbClr val="585858"/>
                </a:solidFill>
                <a:latin typeface="+mn-lt"/>
                <a:cs typeface="Calibri"/>
              </a:rPr>
              <a:t> </a:t>
            </a:r>
            <a:r>
              <a:rPr lang="fr-FR" sz="1600" kern="1200" dirty="0">
                <a:solidFill>
                  <a:srgbClr val="585858"/>
                </a:solidFill>
                <a:latin typeface="+mn-lt"/>
                <a:cs typeface="Calibri"/>
              </a:rPr>
              <a:t>les clés</a:t>
            </a:r>
            <a:r>
              <a:rPr lang="fr-FR" sz="1600" kern="1200" spc="5" dirty="0">
                <a:solidFill>
                  <a:srgbClr val="585858"/>
                </a:solidFill>
                <a:latin typeface="+mn-lt"/>
                <a:cs typeface="Calibri"/>
              </a:rPr>
              <a:t> </a:t>
            </a:r>
            <a:r>
              <a:rPr lang="fr-FR" sz="1600" kern="1200" dirty="0" smtClean="0">
                <a:solidFill>
                  <a:srgbClr val="585858"/>
                </a:solidFill>
                <a:latin typeface="+mn-lt"/>
                <a:cs typeface="Calibri"/>
              </a:rPr>
              <a:t>USB</a:t>
            </a:r>
            <a:r>
              <a:rPr lang="fr-FR" sz="1600" kern="1200" spc="-10" dirty="0" smtClean="0">
                <a:solidFill>
                  <a:srgbClr val="585858"/>
                </a:solidFill>
                <a:latin typeface="+mn-lt"/>
                <a:cs typeface="Calibri"/>
              </a:rPr>
              <a:t>.</a:t>
            </a:r>
            <a:endParaRPr lang="fr-FR" sz="1600" kern="1200" dirty="0" smtClean="0">
              <a:solidFill>
                <a:schemeClr val="tx1"/>
              </a:solidFill>
              <a:latin typeface="+mn-lt"/>
              <a:cs typeface="Calibri"/>
            </a:endParaRPr>
          </a:p>
          <a:p>
            <a:pPr marL="298450" indent="-285750">
              <a:lnSpc>
                <a:spcPct val="100000"/>
              </a:lnSpc>
              <a:spcBef>
                <a:spcPts val="1350"/>
              </a:spcBef>
              <a:buFont typeface="Arial" panose="020B0604020202020204" pitchFamily="34" charset="0"/>
              <a:buChar char="•"/>
            </a:pPr>
            <a:r>
              <a:rPr lang="fr-FR" sz="1600" kern="1200" dirty="0" smtClean="0">
                <a:solidFill>
                  <a:srgbClr val="585858"/>
                </a:solidFill>
                <a:latin typeface="+mn-lt"/>
                <a:cs typeface="Calibri"/>
              </a:rPr>
              <a:t>Une</a:t>
            </a:r>
            <a:r>
              <a:rPr lang="fr-FR" sz="1600" kern="1200" spc="-15" dirty="0" smtClean="0">
                <a:solidFill>
                  <a:srgbClr val="585858"/>
                </a:solidFill>
                <a:latin typeface="+mn-lt"/>
                <a:cs typeface="Calibri"/>
              </a:rPr>
              <a:t> </a:t>
            </a:r>
            <a:r>
              <a:rPr lang="fr-FR" sz="1600" kern="1200" dirty="0">
                <a:solidFill>
                  <a:srgbClr val="585858"/>
                </a:solidFill>
                <a:latin typeface="+mn-lt"/>
                <a:cs typeface="Calibri"/>
              </a:rPr>
              <a:t>extension de</a:t>
            </a:r>
            <a:r>
              <a:rPr lang="fr-FR" sz="1600" kern="1200" spc="-35" dirty="0">
                <a:solidFill>
                  <a:srgbClr val="585858"/>
                </a:solidFill>
                <a:latin typeface="+mn-lt"/>
                <a:cs typeface="Calibri"/>
              </a:rPr>
              <a:t> </a:t>
            </a:r>
            <a:r>
              <a:rPr lang="fr-FR" sz="1600" kern="1200" dirty="0">
                <a:solidFill>
                  <a:srgbClr val="585858"/>
                </a:solidFill>
                <a:latin typeface="+mn-lt"/>
                <a:cs typeface="Calibri"/>
              </a:rPr>
              <a:t>journalisation à</a:t>
            </a:r>
            <a:r>
              <a:rPr lang="fr-FR" sz="1600" kern="1200" spc="-15" dirty="0">
                <a:solidFill>
                  <a:srgbClr val="585858"/>
                </a:solidFill>
                <a:latin typeface="+mn-lt"/>
                <a:cs typeface="Calibri"/>
              </a:rPr>
              <a:t> </a:t>
            </a:r>
            <a:r>
              <a:rPr lang="fr-FR" sz="1600" kern="1200" dirty="0">
                <a:solidFill>
                  <a:srgbClr val="585858"/>
                </a:solidFill>
                <a:latin typeface="+mn-lt"/>
                <a:cs typeface="Calibri"/>
              </a:rPr>
              <a:t>ext2</a:t>
            </a:r>
            <a:r>
              <a:rPr lang="fr-FR" sz="1600" kern="1200" spc="-20" dirty="0">
                <a:solidFill>
                  <a:srgbClr val="585858"/>
                </a:solidFill>
                <a:latin typeface="+mn-lt"/>
                <a:cs typeface="Calibri"/>
              </a:rPr>
              <a:t> </a:t>
            </a:r>
            <a:r>
              <a:rPr lang="fr-FR" sz="1600" kern="1200" dirty="0">
                <a:solidFill>
                  <a:srgbClr val="585858"/>
                </a:solidFill>
                <a:latin typeface="+mn-lt"/>
                <a:cs typeface="Calibri"/>
              </a:rPr>
              <a:t>a</a:t>
            </a:r>
            <a:r>
              <a:rPr lang="fr-FR" sz="1600" kern="1200" spc="-40" dirty="0">
                <a:solidFill>
                  <a:srgbClr val="585858"/>
                </a:solidFill>
                <a:latin typeface="+mn-lt"/>
                <a:cs typeface="Calibri"/>
              </a:rPr>
              <a:t> </a:t>
            </a:r>
            <a:r>
              <a:rPr lang="fr-FR" sz="1600" kern="1200" dirty="0">
                <a:solidFill>
                  <a:srgbClr val="585858"/>
                </a:solidFill>
                <a:latin typeface="+mn-lt"/>
                <a:cs typeface="Calibri"/>
              </a:rPr>
              <a:t>été</a:t>
            </a:r>
            <a:r>
              <a:rPr lang="fr-FR" sz="1600" kern="1200" spc="-30" dirty="0">
                <a:solidFill>
                  <a:srgbClr val="585858"/>
                </a:solidFill>
                <a:latin typeface="+mn-lt"/>
                <a:cs typeface="Calibri"/>
              </a:rPr>
              <a:t> </a:t>
            </a:r>
            <a:r>
              <a:rPr lang="fr-FR" sz="1600" kern="1200" dirty="0">
                <a:solidFill>
                  <a:srgbClr val="585858"/>
                </a:solidFill>
                <a:latin typeface="+mn-lt"/>
                <a:cs typeface="Calibri"/>
              </a:rPr>
              <a:t>développée.</a:t>
            </a:r>
            <a:r>
              <a:rPr lang="fr-FR" sz="1600" kern="1200" spc="-30" dirty="0">
                <a:solidFill>
                  <a:srgbClr val="585858"/>
                </a:solidFill>
                <a:latin typeface="+mn-lt"/>
                <a:cs typeface="Calibri"/>
              </a:rPr>
              <a:t> </a:t>
            </a:r>
            <a:r>
              <a:rPr lang="fr-FR" sz="1600" kern="1200" dirty="0">
                <a:solidFill>
                  <a:srgbClr val="585858"/>
                </a:solidFill>
                <a:latin typeface="+mn-lt"/>
                <a:cs typeface="Calibri"/>
              </a:rPr>
              <a:t>Par</a:t>
            </a:r>
            <a:r>
              <a:rPr lang="fr-FR" sz="1600" kern="1200" spc="-25" dirty="0">
                <a:solidFill>
                  <a:srgbClr val="585858"/>
                </a:solidFill>
                <a:latin typeface="+mn-lt"/>
                <a:cs typeface="Calibri"/>
              </a:rPr>
              <a:t> </a:t>
            </a:r>
            <a:r>
              <a:rPr lang="fr-FR" sz="1600" kern="1200" spc="-10" dirty="0">
                <a:solidFill>
                  <a:srgbClr val="585858"/>
                </a:solidFill>
                <a:latin typeface="+mn-lt"/>
                <a:cs typeface="Calibri"/>
              </a:rPr>
              <a:t>conséquent,</a:t>
            </a:r>
            <a:r>
              <a:rPr lang="fr-FR" sz="1600" kern="1200" spc="-40" dirty="0">
                <a:solidFill>
                  <a:srgbClr val="585858"/>
                </a:solidFill>
                <a:latin typeface="+mn-lt"/>
                <a:cs typeface="Calibri"/>
              </a:rPr>
              <a:t> </a:t>
            </a:r>
            <a:r>
              <a:rPr lang="fr-FR" sz="1600" kern="1200" dirty="0">
                <a:solidFill>
                  <a:srgbClr val="585858"/>
                </a:solidFill>
                <a:latin typeface="+mn-lt"/>
                <a:cs typeface="Calibri"/>
              </a:rPr>
              <a:t>il</a:t>
            </a:r>
            <a:r>
              <a:rPr lang="fr-FR" sz="1600" kern="1200" spc="-5" dirty="0">
                <a:solidFill>
                  <a:srgbClr val="585858"/>
                </a:solidFill>
                <a:latin typeface="+mn-lt"/>
                <a:cs typeface="Calibri"/>
              </a:rPr>
              <a:t> </a:t>
            </a:r>
            <a:r>
              <a:rPr lang="fr-FR" sz="1600" kern="1200" dirty="0">
                <a:solidFill>
                  <a:srgbClr val="585858"/>
                </a:solidFill>
                <a:latin typeface="+mn-lt"/>
                <a:cs typeface="Calibri"/>
              </a:rPr>
              <a:t>est</a:t>
            </a:r>
            <a:r>
              <a:rPr lang="fr-FR" sz="1600" kern="1200" spc="-35" dirty="0">
                <a:solidFill>
                  <a:srgbClr val="585858"/>
                </a:solidFill>
                <a:latin typeface="+mn-lt"/>
                <a:cs typeface="Calibri"/>
              </a:rPr>
              <a:t> </a:t>
            </a:r>
            <a:r>
              <a:rPr lang="fr-FR" sz="1600" kern="1200" dirty="0">
                <a:solidFill>
                  <a:srgbClr val="585858"/>
                </a:solidFill>
                <a:latin typeface="+mn-lt"/>
                <a:cs typeface="Calibri"/>
              </a:rPr>
              <a:t>possible</a:t>
            </a:r>
            <a:r>
              <a:rPr lang="fr-FR" sz="1600" kern="1200" spc="10" dirty="0">
                <a:solidFill>
                  <a:srgbClr val="585858"/>
                </a:solidFill>
                <a:latin typeface="+mn-lt"/>
                <a:cs typeface="Calibri"/>
              </a:rPr>
              <a:t> </a:t>
            </a:r>
            <a:r>
              <a:rPr lang="fr-FR" sz="1600" kern="1200" spc="-10" dirty="0">
                <a:solidFill>
                  <a:srgbClr val="585858"/>
                </a:solidFill>
                <a:latin typeface="+mn-lt"/>
                <a:cs typeface="Calibri"/>
              </a:rPr>
              <a:t>d’ajouter</a:t>
            </a:r>
            <a:r>
              <a:rPr lang="fr-FR" sz="1600" kern="1200" spc="-5" dirty="0">
                <a:solidFill>
                  <a:srgbClr val="585858"/>
                </a:solidFill>
                <a:latin typeface="+mn-lt"/>
                <a:cs typeface="Calibri"/>
              </a:rPr>
              <a:t> </a:t>
            </a:r>
            <a:r>
              <a:rPr lang="fr-FR" sz="1600" kern="1200" dirty="0">
                <a:solidFill>
                  <a:srgbClr val="585858"/>
                </a:solidFill>
                <a:latin typeface="+mn-lt"/>
                <a:cs typeface="Calibri"/>
              </a:rPr>
              <a:t>un</a:t>
            </a:r>
            <a:r>
              <a:rPr lang="fr-FR" sz="1600" kern="1200" spc="-40" dirty="0">
                <a:solidFill>
                  <a:srgbClr val="585858"/>
                </a:solidFill>
                <a:latin typeface="+mn-lt"/>
                <a:cs typeface="Calibri"/>
              </a:rPr>
              <a:t> </a:t>
            </a:r>
            <a:r>
              <a:rPr lang="fr-FR" sz="1600" kern="1200" dirty="0">
                <a:solidFill>
                  <a:srgbClr val="585858"/>
                </a:solidFill>
                <a:latin typeface="+mn-lt"/>
                <a:cs typeface="Calibri"/>
              </a:rPr>
              <a:t>journal à</a:t>
            </a:r>
            <a:r>
              <a:rPr lang="fr-FR" sz="1600" kern="1200" spc="-40" dirty="0">
                <a:solidFill>
                  <a:srgbClr val="585858"/>
                </a:solidFill>
                <a:latin typeface="+mn-lt"/>
                <a:cs typeface="Calibri"/>
              </a:rPr>
              <a:t> </a:t>
            </a:r>
            <a:r>
              <a:rPr lang="fr-FR" sz="1600" kern="1200" dirty="0">
                <a:solidFill>
                  <a:srgbClr val="585858"/>
                </a:solidFill>
                <a:latin typeface="+mn-lt"/>
                <a:cs typeface="Calibri"/>
              </a:rPr>
              <a:t>un</a:t>
            </a:r>
            <a:r>
              <a:rPr lang="fr-FR" sz="1600" kern="1200" spc="-25" dirty="0">
                <a:solidFill>
                  <a:srgbClr val="585858"/>
                </a:solidFill>
                <a:latin typeface="+mn-lt"/>
                <a:cs typeface="Calibri"/>
              </a:rPr>
              <a:t> </a:t>
            </a:r>
            <a:r>
              <a:rPr lang="fr-FR" sz="1600" kern="1200" spc="-10" dirty="0">
                <a:solidFill>
                  <a:srgbClr val="585858"/>
                </a:solidFill>
                <a:latin typeface="+mn-lt"/>
                <a:cs typeface="Calibri"/>
              </a:rPr>
              <a:t>système</a:t>
            </a:r>
            <a:r>
              <a:rPr lang="fr-FR" sz="1600" kern="1200" spc="-30" dirty="0">
                <a:solidFill>
                  <a:srgbClr val="585858"/>
                </a:solidFill>
                <a:latin typeface="+mn-lt"/>
                <a:cs typeface="Calibri"/>
              </a:rPr>
              <a:t> </a:t>
            </a:r>
            <a:r>
              <a:rPr lang="fr-FR" sz="1600" kern="1200" dirty="0">
                <a:solidFill>
                  <a:srgbClr val="585858"/>
                </a:solidFill>
                <a:latin typeface="+mn-lt"/>
                <a:cs typeface="Calibri"/>
              </a:rPr>
              <a:t>de</a:t>
            </a:r>
            <a:r>
              <a:rPr lang="fr-FR" sz="1600" kern="1200" spc="-40" dirty="0">
                <a:solidFill>
                  <a:srgbClr val="585858"/>
                </a:solidFill>
                <a:latin typeface="+mn-lt"/>
                <a:cs typeface="Calibri"/>
              </a:rPr>
              <a:t> </a:t>
            </a:r>
            <a:endParaRPr lang="fr-FR" sz="1600" kern="1200" spc="-40" dirty="0" smtClean="0">
              <a:solidFill>
                <a:srgbClr val="585858"/>
              </a:solidFill>
              <a:latin typeface="+mn-lt"/>
              <a:cs typeface="Calibri"/>
            </a:endParaRPr>
          </a:p>
          <a:p>
            <a:pPr marL="12700">
              <a:lnSpc>
                <a:spcPct val="100000"/>
              </a:lnSpc>
              <a:spcBef>
                <a:spcPts val="1350"/>
              </a:spcBef>
            </a:pPr>
            <a:r>
              <a:rPr lang="fr-FR" sz="1600" kern="1200" spc="-40" dirty="0">
                <a:solidFill>
                  <a:srgbClr val="585858"/>
                </a:solidFill>
                <a:latin typeface="+mn-lt"/>
                <a:cs typeface="Calibri"/>
              </a:rPr>
              <a:t> </a:t>
            </a:r>
            <a:r>
              <a:rPr lang="fr-FR" sz="1600" kern="1200" spc="-40" dirty="0" smtClean="0">
                <a:solidFill>
                  <a:srgbClr val="585858"/>
                </a:solidFill>
                <a:latin typeface="+mn-lt"/>
                <a:cs typeface="Calibri"/>
              </a:rPr>
              <a:t>      </a:t>
            </a:r>
            <a:r>
              <a:rPr lang="fr-FR" sz="1600" kern="1200" dirty="0" smtClean="0">
                <a:solidFill>
                  <a:srgbClr val="585858"/>
                </a:solidFill>
                <a:latin typeface="+mn-lt"/>
                <a:cs typeface="Calibri"/>
              </a:rPr>
              <a:t>fichiers</a:t>
            </a:r>
            <a:r>
              <a:rPr lang="fr-FR" sz="1600" kern="1200" spc="20" dirty="0" smtClean="0">
                <a:solidFill>
                  <a:srgbClr val="585858"/>
                </a:solidFill>
                <a:latin typeface="+mn-lt"/>
                <a:cs typeface="Calibri"/>
              </a:rPr>
              <a:t> </a:t>
            </a:r>
            <a:r>
              <a:rPr lang="fr-FR" sz="1600" kern="1200" dirty="0">
                <a:solidFill>
                  <a:srgbClr val="585858"/>
                </a:solidFill>
                <a:latin typeface="+mn-lt"/>
                <a:cs typeface="Calibri"/>
              </a:rPr>
              <a:t>ext2</a:t>
            </a:r>
            <a:r>
              <a:rPr lang="fr-FR" sz="1600" kern="1200" spc="-25" dirty="0">
                <a:solidFill>
                  <a:srgbClr val="585858"/>
                </a:solidFill>
                <a:latin typeface="+mn-lt"/>
                <a:cs typeface="Calibri"/>
              </a:rPr>
              <a:t> </a:t>
            </a:r>
            <a:r>
              <a:rPr lang="fr-FR" sz="1600" kern="1200" spc="-10" dirty="0">
                <a:solidFill>
                  <a:srgbClr val="585858"/>
                </a:solidFill>
                <a:latin typeface="+mn-lt"/>
                <a:cs typeface="Calibri"/>
              </a:rPr>
              <a:t>existant.</a:t>
            </a:r>
            <a:endParaRPr lang="fr-FR" sz="1600" kern="1200" dirty="0">
              <a:solidFill>
                <a:schemeClr val="tx1"/>
              </a:solidFill>
              <a:latin typeface="+mn-lt"/>
              <a:cs typeface="Calibri"/>
            </a:endParaRPr>
          </a:p>
          <a:p>
            <a:pPr marL="12700" algn="just">
              <a:lnSpc>
                <a:spcPct val="100000"/>
              </a:lnSpc>
              <a:spcBef>
                <a:spcPts val="105"/>
              </a:spcBef>
            </a:pPr>
            <a:endParaRPr sz="1600" dirty="0">
              <a:latin typeface="Calibri"/>
              <a:cs typeface="Calibri"/>
            </a:endParaRPr>
          </a:p>
          <a:p>
            <a:pPr>
              <a:lnSpc>
                <a:spcPct val="100000"/>
              </a:lnSpc>
              <a:spcBef>
                <a:spcPts val="1664"/>
              </a:spcBef>
            </a:pPr>
            <a:endParaRPr sz="160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26</a:t>
            </a:fld>
            <a:endParaRPr spc="-25" dirty="0"/>
          </a:p>
        </p:txBody>
      </p:sp>
      <p:sp>
        <p:nvSpPr>
          <p:cNvPr id="16"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7"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26706959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8982" y="1602105"/>
            <a:ext cx="10593070" cy="4088940"/>
          </a:xfrm>
          <a:prstGeom prst="rect">
            <a:avLst/>
          </a:prstGeom>
        </p:spPr>
        <p:txBody>
          <a:bodyPr vert="horz" wrap="square" lIns="0" tIns="13335" rIns="0" bIns="0" rtlCol="0">
            <a:spAutoFit/>
          </a:bodyPr>
          <a:lstStyle/>
          <a:p>
            <a:pPr marL="12700">
              <a:lnSpc>
                <a:spcPct val="100000"/>
              </a:lnSpc>
              <a:spcBef>
                <a:spcPts val="105"/>
              </a:spcBef>
            </a:pPr>
            <a:r>
              <a:rPr b="1" dirty="0">
                <a:solidFill>
                  <a:srgbClr val="FF7800"/>
                </a:solidFill>
                <a:latin typeface="Calibri"/>
                <a:cs typeface="Calibri"/>
              </a:rPr>
              <a:t>Ext3</a:t>
            </a:r>
            <a:r>
              <a:rPr b="1" spc="320" dirty="0">
                <a:solidFill>
                  <a:srgbClr val="FF7800"/>
                </a:solidFill>
                <a:latin typeface="Calibri"/>
                <a:cs typeface="Calibri"/>
              </a:rPr>
              <a:t> </a:t>
            </a:r>
            <a:r>
              <a:rPr b="1" dirty="0">
                <a:solidFill>
                  <a:srgbClr val="FF7800"/>
                </a:solidFill>
                <a:latin typeface="Calibri"/>
                <a:cs typeface="Calibri"/>
              </a:rPr>
              <a:t>(Third</a:t>
            </a:r>
            <a:r>
              <a:rPr b="1" spc="-10" dirty="0">
                <a:solidFill>
                  <a:srgbClr val="FF7800"/>
                </a:solidFill>
                <a:latin typeface="Calibri"/>
                <a:cs typeface="Calibri"/>
              </a:rPr>
              <a:t> </a:t>
            </a:r>
            <a:r>
              <a:rPr b="1" dirty="0">
                <a:solidFill>
                  <a:srgbClr val="FF7800"/>
                </a:solidFill>
                <a:latin typeface="Calibri"/>
                <a:cs typeface="Calibri"/>
              </a:rPr>
              <a:t>Extended</a:t>
            </a:r>
            <a:r>
              <a:rPr b="1" spc="-55" dirty="0">
                <a:solidFill>
                  <a:srgbClr val="FF7800"/>
                </a:solidFill>
                <a:latin typeface="Calibri"/>
                <a:cs typeface="Calibri"/>
              </a:rPr>
              <a:t> </a:t>
            </a:r>
            <a:r>
              <a:rPr b="1" dirty="0">
                <a:solidFill>
                  <a:srgbClr val="FF7800"/>
                </a:solidFill>
                <a:latin typeface="Calibri"/>
                <a:cs typeface="Calibri"/>
              </a:rPr>
              <a:t>File</a:t>
            </a:r>
            <a:r>
              <a:rPr b="1" spc="-35" dirty="0">
                <a:solidFill>
                  <a:srgbClr val="FF7800"/>
                </a:solidFill>
                <a:latin typeface="Calibri"/>
                <a:cs typeface="Calibri"/>
              </a:rPr>
              <a:t> </a:t>
            </a:r>
            <a:r>
              <a:rPr b="1" spc="-10" dirty="0">
                <a:solidFill>
                  <a:srgbClr val="FF7800"/>
                </a:solidFill>
                <a:latin typeface="Calibri"/>
                <a:cs typeface="Calibri"/>
              </a:rPr>
              <a:t>System)</a:t>
            </a:r>
            <a:r>
              <a:rPr b="1" spc="-55" dirty="0">
                <a:solidFill>
                  <a:srgbClr val="FF7800"/>
                </a:solidFill>
                <a:latin typeface="Calibri"/>
                <a:cs typeface="Calibri"/>
              </a:rPr>
              <a:t> </a:t>
            </a:r>
            <a:r>
              <a:rPr b="1" spc="-50" dirty="0" smtClean="0">
                <a:solidFill>
                  <a:srgbClr val="FF7800"/>
                </a:solidFill>
                <a:latin typeface="Calibri"/>
                <a:cs typeface="Calibri"/>
              </a:rPr>
              <a:t>:</a:t>
            </a:r>
            <a:endParaRPr lang="fr-FR" b="1" spc="-50" dirty="0" smtClean="0">
              <a:solidFill>
                <a:srgbClr val="FF7800"/>
              </a:solidFill>
              <a:latin typeface="Calibri"/>
              <a:cs typeface="Calibri"/>
            </a:endParaRPr>
          </a:p>
          <a:p>
            <a:pPr marL="12700">
              <a:lnSpc>
                <a:spcPct val="100000"/>
              </a:lnSpc>
              <a:spcBef>
                <a:spcPts val="105"/>
              </a:spcBef>
            </a:pPr>
            <a:endParaRPr dirty="0">
              <a:latin typeface="Calibri"/>
              <a:cs typeface="Calibri"/>
            </a:endParaRPr>
          </a:p>
          <a:p>
            <a:pPr marL="298450" indent="-285750" algn="just">
              <a:lnSpc>
                <a:spcPct val="100000"/>
              </a:lnSpc>
              <a:spcBef>
                <a:spcPts val="1455"/>
              </a:spcBef>
              <a:buFont typeface="Arial" panose="020B0604020202020204" pitchFamily="34" charset="0"/>
              <a:buChar char="•"/>
            </a:pPr>
            <a:r>
              <a:rPr lang="fr-FR" sz="1600" dirty="0" smtClean="0">
                <a:solidFill>
                  <a:srgbClr val="585858"/>
                </a:solidFill>
                <a:latin typeface="Calibri"/>
                <a:cs typeface="Calibri"/>
              </a:rPr>
              <a:t>Il a été introduit en 2001 puis retiré en 2015. Le développeur principal est </a:t>
            </a:r>
            <a:r>
              <a:rPr lang="fr-FR" sz="1600" dirty="0" err="1" smtClean="0">
                <a:solidFill>
                  <a:srgbClr val="585858"/>
                </a:solidFill>
                <a:latin typeface="Calibri"/>
                <a:cs typeface="Calibri"/>
              </a:rPr>
              <a:t>StephenTweed</a:t>
            </a:r>
            <a:r>
              <a:rPr lang="fr-FR" sz="1600" dirty="0" smtClean="0">
                <a:solidFill>
                  <a:srgbClr val="585858"/>
                </a:solidFill>
                <a:latin typeface="Calibri"/>
                <a:cs typeface="Calibri"/>
              </a:rPr>
              <a:t>.</a:t>
            </a:r>
          </a:p>
          <a:p>
            <a:pPr marL="298450" indent="-285750" algn="just">
              <a:lnSpc>
                <a:spcPct val="100000"/>
              </a:lnSpc>
              <a:spcBef>
                <a:spcPts val="1455"/>
              </a:spcBef>
              <a:buFont typeface="Arial" panose="020B0604020202020204" pitchFamily="34" charset="0"/>
              <a:buChar char="•"/>
            </a:pPr>
            <a:r>
              <a:rPr lang="fr-FR" sz="1600" dirty="0" smtClean="0">
                <a:solidFill>
                  <a:srgbClr val="585858"/>
                </a:solidFill>
                <a:latin typeface="Calibri"/>
                <a:cs typeface="Calibri"/>
              </a:rPr>
              <a:t> Il est disponible depuis la version du noyau 2.4.15.</a:t>
            </a:r>
          </a:p>
          <a:p>
            <a:pPr marL="298450" indent="-285750" algn="just">
              <a:lnSpc>
                <a:spcPct val="100000"/>
              </a:lnSpc>
              <a:spcBef>
                <a:spcPts val="1455"/>
              </a:spcBef>
              <a:buFont typeface="Arial" panose="020B0604020202020204" pitchFamily="34" charset="0"/>
              <a:buChar char="•"/>
            </a:pPr>
            <a:r>
              <a:rPr lang="fr-FR" sz="1600" dirty="0" smtClean="0">
                <a:solidFill>
                  <a:srgbClr val="585858"/>
                </a:solidFill>
                <a:latin typeface="Calibri"/>
                <a:cs typeface="Calibri"/>
              </a:rPr>
              <a:t>Le principal avantage d'ext3 est qu'il permet la journalisation. </a:t>
            </a:r>
          </a:p>
          <a:p>
            <a:pPr marL="298450" indent="-285750" algn="just">
              <a:lnSpc>
                <a:spcPct val="100000"/>
              </a:lnSpc>
              <a:spcBef>
                <a:spcPts val="1455"/>
              </a:spcBef>
              <a:buFont typeface="Arial" panose="020B0604020202020204" pitchFamily="34" charset="0"/>
              <a:buChar char="•"/>
            </a:pPr>
            <a:r>
              <a:rPr lang="fr-FR" sz="1600" dirty="0" smtClean="0">
                <a:solidFill>
                  <a:srgbClr val="585858"/>
                </a:solidFill>
                <a:latin typeface="Calibri"/>
                <a:cs typeface="Calibri"/>
              </a:rPr>
              <a:t>La taille maximale des fichiers individuels peut aller de 16 Go à 2 To. </a:t>
            </a:r>
          </a:p>
          <a:p>
            <a:pPr marL="298450" indent="-285750" algn="just">
              <a:lnSpc>
                <a:spcPct val="100000"/>
              </a:lnSpc>
              <a:spcBef>
                <a:spcPts val="1455"/>
              </a:spcBef>
              <a:buFont typeface="Arial" panose="020B0604020202020204" pitchFamily="34" charset="0"/>
              <a:buChar char="•"/>
            </a:pPr>
            <a:r>
              <a:rPr lang="fr-FR" sz="1600" dirty="0" smtClean="0">
                <a:solidFill>
                  <a:srgbClr val="585858"/>
                </a:solidFill>
                <a:latin typeface="Calibri"/>
                <a:cs typeface="Calibri"/>
              </a:rPr>
              <a:t>La taille globale du système de fichiers ext3 peut aller de 4 To à 32 To. </a:t>
            </a:r>
          </a:p>
          <a:p>
            <a:pPr marL="298450" indent="-285750" algn="just">
              <a:lnSpc>
                <a:spcPct val="100000"/>
              </a:lnSpc>
              <a:spcBef>
                <a:spcPts val="1455"/>
              </a:spcBef>
              <a:buFont typeface="Arial" panose="020B0604020202020204" pitchFamily="34" charset="0"/>
              <a:buChar char="•"/>
            </a:pPr>
            <a:r>
              <a:rPr lang="fr-FR" sz="1600" dirty="0" smtClean="0">
                <a:solidFill>
                  <a:srgbClr val="585858"/>
                </a:solidFill>
                <a:latin typeface="Calibri"/>
                <a:cs typeface="Calibri"/>
              </a:rPr>
              <a:t>Un répertoire peut contenir 32 000 sous-répertoires.</a:t>
            </a:r>
          </a:p>
          <a:p>
            <a:pPr marL="298450" indent="-285750" algn="just">
              <a:lnSpc>
                <a:spcPct val="100000"/>
              </a:lnSpc>
              <a:spcBef>
                <a:spcPts val="1455"/>
              </a:spcBef>
              <a:buFont typeface="Arial" panose="020B0604020202020204" pitchFamily="34" charset="0"/>
              <a:buChar char="•"/>
            </a:pPr>
            <a:r>
              <a:rPr lang="fr-FR" sz="1600" dirty="0" smtClean="0">
                <a:solidFill>
                  <a:srgbClr val="585858"/>
                </a:solidFill>
                <a:latin typeface="Calibri"/>
                <a:cs typeface="Calibri"/>
              </a:rPr>
              <a:t>Il est possible de convertir le système de fichiers ext2 en système de fichiers ext3 directement sans restauration et  </a:t>
            </a:r>
          </a:p>
          <a:p>
            <a:pPr marL="12700" algn="just">
              <a:lnSpc>
                <a:spcPct val="100000"/>
              </a:lnSpc>
              <a:spcBef>
                <a:spcPts val="1455"/>
              </a:spcBef>
            </a:pPr>
            <a:r>
              <a:rPr lang="fr-FR" sz="1600" dirty="0">
                <a:solidFill>
                  <a:srgbClr val="585858"/>
                </a:solidFill>
                <a:latin typeface="Calibri"/>
                <a:cs typeface="Calibri"/>
              </a:rPr>
              <a:t> </a:t>
            </a:r>
            <a:r>
              <a:rPr lang="fr-FR" sz="1600" dirty="0" smtClean="0">
                <a:solidFill>
                  <a:srgbClr val="585858"/>
                </a:solidFill>
                <a:latin typeface="Calibri"/>
                <a:cs typeface="Calibri"/>
              </a:rPr>
              <a:t>      sauvegarde.</a:t>
            </a:r>
            <a:endParaRPr sz="1600" dirty="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27</a:t>
            </a:fld>
            <a:endParaRPr spc="-25" dirty="0"/>
          </a:p>
        </p:txBody>
      </p:sp>
      <p:sp>
        <p:nvSpPr>
          <p:cNvPr id="16"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7"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890708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661834" y="2142472"/>
            <a:ext cx="10768165" cy="3108543"/>
          </a:xfrm>
          <a:prstGeom prst="rect">
            <a:avLst/>
          </a:prstGeom>
        </p:spPr>
        <p:txBody>
          <a:bodyPr vert="horz" wrap="square" lIns="0" tIns="12700" rIns="0" bIns="0" rtlCol="0">
            <a:spAutoFit/>
          </a:bodyPr>
          <a:lstStyle/>
          <a:p>
            <a:pPr marL="298450" indent="-285750">
              <a:lnSpc>
                <a:spcPct val="100000"/>
              </a:lnSpc>
              <a:spcBef>
                <a:spcPts val="100"/>
              </a:spcBef>
              <a:buFont typeface="Wingdings" panose="05000000000000000000" pitchFamily="2" charset="2"/>
              <a:buChar char="§"/>
            </a:pPr>
            <a:r>
              <a:rPr sz="1600" dirty="0">
                <a:solidFill>
                  <a:srgbClr val="585858"/>
                </a:solidFill>
                <a:latin typeface="Calibri"/>
                <a:cs typeface="Calibri"/>
              </a:rPr>
              <a:t>Il</a:t>
            </a:r>
            <a:r>
              <a:rPr sz="1600" spc="-40" dirty="0">
                <a:solidFill>
                  <a:srgbClr val="585858"/>
                </a:solidFill>
                <a:latin typeface="Calibri"/>
                <a:cs typeface="Calibri"/>
              </a:rPr>
              <a:t> </a:t>
            </a:r>
            <a:r>
              <a:rPr sz="1600" dirty="0">
                <a:solidFill>
                  <a:srgbClr val="585858"/>
                </a:solidFill>
                <a:latin typeface="Calibri"/>
                <a:cs typeface="Calibri"/>
              </a:rPr>
              <a:t>a</a:t>
            </a:r>
            <a:r>
              <a:rPr sz="1600" spc="-10" dirty="0">
                <a:solidFill>
                  <a:srgbClr val="585858"/>
                </a:solidFill>
                <a:latin typeface="Calibri"/>
                <a:cs typeface="Calibri"/>
              </a:rPr>
              <a:t> </a:t>
            </a:r>
            <a:r>
              <a:rPr sz="1600" dirty="0">
                <a:solidFill>
                  <a:srgbClr val="585858"/>
                </a:solidFill>
                <a:latin typeface="Calibri"/>
                <a:cs typeface="Calibri"/>
              </a:rPr>
              <a:t>été</a:t>
            </a:r>
            <a:r>
              <a:rPr sz="1600" spc="-25" dirty="0">
                <a:solidFill>
                  <a:srgbClr val="585858"/>
                </a:solidFill>
                <a:latin typeface="Calibri"/>
                <a:cs typeface="Calibri"/>
              </a:rPr>
              <a:t> </a:t>
            </a:r>
            <a:r>
              <a:rPr sz="1600" spc="-10" dirty="0">
                <a:solidFill>
                  <a:srgbClr val="585858"/>
                </a:solidFill>
                <a:latin typeface="Calibri"/>
                <a:cs typeface="Calibri"/>
              </a:rPr>
              <a:t>introduit</a:t>
            </a:r>
            <a:r>
              <a:rPr sz="1600" dirty="0">
                <a:solidFill>
                  <a:srgbClr val="585858"/>
                </a:solidFill>
                <a:latin typeface="Calibri"/>
                <a:cs typeface="Calibri"/>
              </a:rPr>
              <a:t> en</a:t>
            </a:r>
            <a:r>
              <a:rPr sz="1600" spc="-10" dirty="0">
                <a:solidFill>
                  <a:srgbClr val="585858"/>
                </a:solidFill>
                <a:latin typeface="Calibri"/>
                <a:cs typeface="Calibri"/>
              </a:rPr>
              <a:t> </a:t>
            </a:r>
            <a:r>
              <a:rPr sz="1600" dirty="0">
                <a:solidFill>
                  <a:srgbClr val="585858"/>
                </a:solidFill>
                <a:latin typeface="Calibri"/>
                <a:cs typeface="Calibri"/>
              </a:rPr>
              <a:t>2008</a:t>
            </a:r>
            <a:r>
              <a:rPr sz="1600" spc="25" dirty="0">
                <a:solidFill>
                  <a:srgbClr val="585858"/>
                </a:solidFill>
                <a:latin typeface="Calibri"/>
                <a:cs typeface="Calibri"/>
              </a:rPr>
              <a:t> </a:t>
            </a:r>
            <a:r>
              <a:rPr sz="1600" spc="-10" dirty="0" smtClean="0">
                <a:solidFill>
                  <a:srgbClr val="585858"/>
                </a:solidFill>
                <a:latin typeface="Calibri"/>
                <a:cs typeface="Calibri"/>
              </a:rPr>
              <a:t>(</a:t>
            </a:r>
            <a:r>
              <a:rPr lang="fr-FR" sz="1600" spc="-10" dirty="0" smtClean="0">
                <a:solidFill>
                  <a:srgbClr val="585858"/>
                </a:solidFill>
                <a:latin typeface="Calibri"/>
                <a:cs typeface="Calibri"/>
              </a:rPr>
              <a:t>version améliorée</a:t>
            </a:r>
            <a:r>
              <a:rPr sz="1600" spc="10" dirty="0" smtClean="0">
                <a:solidFill>
                  <a:srgbClr val="585858"/>
                </a:solidFill>
                <a:latin typeface="Calibri"/>
                <a:cs typeface="Calibri"/>
              </a:rPr>
              <a:t> </a:t>
            </a:r>
            <a:r>
              <a:rPr sz="1600" dirty="0">
                <a:solidFill>
                  <a:srgbClr val="585858"/>
                </a:solidFill>
                <a:latin typeface="Calibri"/>
                <a:cs typeface="Calibri"/>
              </a:rPr>
              <a:t>de</a:t>
            </a:r>
            <a:r>
              <a:rPr sz="1600" spc="-10" dirty="0">
                <a:solidFill>
                  <a:srgbClr val="585858"/>
                </a:solidFill>
                <a:latin typeface="Calibri"/>
                <a:cs typeface="Calibri"/>
              </a:rPr>
              <a:t> ext3</a:t>
            </a:r>
            <a:r>
              <a:rPr sz="1600" spc="-10" dirty="0" smtClean="0">
                <a:solidFill>
                  <a:srgbClr val="585858"/>
                </a:solidFill>
                <a:latin typeface="Calibri"/>
                <a:cs typeface="Calibri"/>
              </a:rPr>
              <a:t>).</a:t>
            </a:r>
            <a:endParaRPr lang="fr-FR" sz="1600" dirty="0">
              <a:latin typeface="Calibri"/>
              <a:cs typeface="Calibri"/>
            </a:endParaRPr>
          </a:p>
          <a:p>
            <a:pPr marL="298450" indent="-285750">
              <a:lnSpc>
                <a:spcPct val="100000"/>
              </a:lnSpc>
              <a:spcBef>
                <a:spcPts val="100"/>
              </a:spcBef>
              <a:buFont typeface="Wingdings" panose="05000000000000000000" pitchFamily="2" charset="2"/>
              <a:buChar char="§"/>
            </a:pPr>
            <a:endParaRPr lang="fr-FR" sz="1600" dirty="0">
              <a:solidFill>
                <a:srgbClr val="585858"/>
              </a:solidFill>
              <a:latin typeface="Calibri"/>
              <a:cs typeface="Calibri"/>
            </a:endParaRPr>
          </a:p>
          <a:p>
            <a:pPr marL="298450" indent="-285750">
              <a:lnSpc>
                <a:spcPct val="100000"/>
              </a:lnSpc>
              <a:spcBef>
                <a:spcPts val="100"/>
              </a:spcBef>
              <a:buFont typeface="Wingdings" panose="05000000000000000000" pitchFamily="2" charset="2"/>
              <a:buChar char="§"/>
            </a:pPr>
            <a:r>
              <a:rPr sz="1600" dirty="0" err="1" smtClean="0">
                <a:solidFill>
                  <a:srgbClr val="585858"/>
                </a:solidFill>
                <a:latin typeface="Calibri"/>
                <a:cs typeface="Calibri"/>
              </a:rPr>
              <a:t>Disponible</a:t>
            </a:r>
            <a:r>
              <a:rPr sz="1600" dirty="0" smtClean="0">
                <a:solidFill>
                  <a:srgbClr val="585858"/>
                </a:solidFill>
                <a:latin typeface="Calibri"/>
                <a:cs typeface="Calibri"/>
              </a:rPr>
              <a:t> </a:t>
            </a:r>
            <a:r>
              <a:rPr sz="1600" dirty="0">
                <a:solidFill>
                  <a:srgbClr val="585858"/>
                </a:solidFill>
                <a:latin typeface="Calibri"/>
                <a:cs typeface="Calibri"/>
              </a:rPr>
              <a:t>depuis</a:t>
            </a:r>
            <a:r>
              <a:rPr sz="1600" spc="-15" dirty="0">
                <a:solidFill>
                  <a:srgbClr val="585858"/>
                </a:solidFill>
                <a:latin typeface="Calibri"/>
                <a:cs typeface="Calibri"/>
              </a:rPr>
              <a:t> </a:t>
            </a:r>
            <a:r>
              <a:rPr sz="1600" dirty="0">
                <a:solidFill>
                  <a:srgbClr val="585858"/>
                </a:solidFill>
                <a:latin typeface="Calibri"/>
                <a:cs typeface="Calibri"/>
              </a:rPr>
              <a:t>la</a:t>
            </a:r>
            <a:r>
              <a:rPr sz="1600" spc="-20" dirty="0">
                <a:solidFill>
                  <a:srgbClr val="585858"/>
                </a:solidFill>
                <a:latin typeface="Calibri"/>
                <a:cs typeface="Calibri"/>
              </a:rPr>
              <a:t> </a:t>
            </a:r>
            <a:r>
              <a:rPr sz="1600" spc="-10" dirty="0">
                <a:solidFill>
                  <a:srgbClr val="585858"/>
                </a:solidFill>
                <a:latin typeface="Calibri"/>
                <a:cs typeface="Calibri"/>
              </a:rPr>
              <a:t>version</a:t>
            </a:r>
            <a:r>
              <a:rPr sz="1600" spc="-50" dirty="0">
                <a:solidFill>
                  <a:srgbClr val="585858"/>
                </a:solidFill>
                <a:latin typeface="Calibri"/>
                <a:cs typeface="Calibri"/>
              </a:rPr>
              <a:t> </a:t>
            </a:r>
            <a:r>
              <a:rPr sz="1600" dirty="0">
                <a:solidFill>
                  <a:srgbClr val="585858"/>
                </a:solidFill>
                <a:latin typeface="Calibri"/>
                <a:cs typeface="Calibri"/>
              </a:rPr>
              <a:t>2.6.19</a:t>
            </a:r>
            <a:r>
              <a:rPr sz="1600" spc="-5" dirty="0">
                <a:solidFill>
                  <a:srgbClr val="585858"/>
                </a:solidFill>
                <a:latin typeface="Calibri"/>
                <a:cs typeface="Calibri"/>
              </a:rPr>
              <a:t> </a:t>
            </a:r>
            <a:r>
              <a:rPr sz="1600" dirty="0">
                <a:solidFill>
                  <a:srgbClr val="585858"/>
                </a:solidFill>
                <a:latin typeface="Calibri"/>
                <a:cs typeface="Calibri"/>
              </a:rPr>
              <a:t>du</a:t>
            </a:r>
            <a:r>
              <a:rPr sz="1600" spc="-50" dirty="0">
                <a:solidFill>
                  <a:srgbClr val="585858"/>
                </a:solidFill>
                <a:latin typeface="Calibri"/>
                <a:cs typeface="Calibri"/>
              </a:rPr>
              <a:t> </a:t>
            </a:r>
            <a:r>
              <a:rPr sz="1600" spc="-10" dirty="0" err="1" smtClean="0">
                <a:solidFill>
                  <a:srgbClr val="585858"/>
                </a:solidFill>
                <a:latin typeface="Calibri"/>
                <a:cs typeface="Calibri"/>
              </a:rPr>
              <a:t>noyau</a:t>
            </a:r>
            <a:r>
              <a:rPr sz="1600" spc="-10" dirty="0" smtClean="0">
                <a:solidFill>
                  <a:srgbClr val="585858"/>
                </a:solidFill>
                <a:latin typeface="Calibri"/>
                <a:cs typeface="Calibri"/>
              </a:rPr>
              <a:t>.</a:t>
            </a:r>
            <a:endParaRPr lang="fr-FR" sz="1600" dirty="0">
              <a:latin typeface="Calibri"/>
              <a:cs typeface="Calibri"/>
            </a:endParaRPr>
          </a:p>
          <a:p>
            <a:pPr marL="298450" indent="-285750">
              <a:lnSpc>
                <a:spcPct val="100000"/>
              </a:lnSpc>
              <a:spcBef>
                <a:spcPts val="100"/>
              </a:spcBef>
              <a:buFont typeface="Wingdings" panose="05000000000000000000" pitchFamily="2" charset="2"/>
              <a:buChar char="§"/>
            </a:pPr>
            <a:endParaRPr lang="fr-FR" sz="1600" dirty="0">
              <a:solidFill>
                <a:srgbClr val="585858"/>
              </a:solidFill>
              <a:latin typeface="Calibri"/>
              <a:cs typeface="Calibri"/>
            </a:endParaRPr>
          </a:p>
          <a:p>
            <a:pPr marL="298450" indent="-285750">
              <a:lnSpc>
                <a:spcPct val="100000"/>
              </a:lnSpc>
              <a:spcBef>
                <a:spcPts val="100"/>
              </a:spcBef>
              <a:buFont typeface="Wingdings" panose="05000000000000000000" pitchFamily="2" charset="2"/>
              <a:buChar char="§"/>
            </a:pPr>
            <a:r>
              <a:rPr sz="1600" dirty="0" smtClean="0">
                <a:solidFill>
                  <a:srgbClr val="585858"/>
                </a:solidFill>
                <a:latin typeface="Calibri"/>
                <a:cs typeface="Calibri"/>
              </a:rPr>
              <a:t>La</a:t>
            </a:r>
            <a:r>
              <a:rPr sz="1600" spc="-45" dirty="0" smtClean="0">
                <a:solidFill>
                  <a:srgbClr val="585858"/>
                </a:solidFill>
                <a:latin typeface="Calibri"/>
                <a:cs typeface="Calibri"/>
              </a:rPr>
              <a:t> </a:t>
            </a:r>
            <a:r>
              <a:rPr sz="1600" dirty="0">
                <a:solidFill>
                  <a:srgbClr val="585858"/>
                </a:solidFill>
                <a:latin typeface="Calibri"/>
                <a:cs typeface="Calibri"/>
              </a:rPr>
              <a:t>taille</a:t>
            </a:r>
            <a:r>
              <a:rPr sz="1600" spc="5" dirty="0">
                <a:solidFill>
                  <a:srgbClr val="585858"/>
                </a:solidFill>
                <a:latin typeface="Calibri"/>
                <a:cs typeface="Calibri"/>
              </a:rPr>
              <a:t> </a:t>
            </a:r>
            <a:r>
              <a:rPr sz="1600" dirty="0">
                <a:solidFill>
                  <a:srgbClr val="585858"/>
                </a:solidFill>
                <a:latin typeface="Calibri"/>
                <a:cs typeface="Calibri"/>
              </a:rPr>
              <a:t>maximale</a:t>
            </a:r>
            <a:r>
              <a:rPr sz="1600" spc="-15" dirty="0">
                <a:solidFill>
                  <a:srgbClr val="585858"/>
                </a:solidFill>
                <a:latin typeface="Calibri"/>
                <a:cs typeface="Calibri"/>
              </a:rPr>
              <a:t> </a:t>
            </a:r>
            <a:r>
              <a:rPr sz="1600" dirty="0">
                <a:solidFill>
                  <a:srgbClr val="585858"/>
                </a:solidFill>
                <a:latin typeface="Calibri"/>
                <a:cs typeface="Calibri"/>
              </a:rPr>
              <a:t>des</a:t>
            </a:r>
            <a:r>
              <a:rPr sz="1600" spc="-35" dirty="0">
                <a:solidFill>
                  <a:srgbClr val="585858"/>
                </a:solidFill>
                <a:latin typeface="Calibri"/>
                <a:cs typeface="Calibri"/>
              </a:rPr>
              <a:t> </a:t>
            </a:r>
            <a:r>
              <a:rPr sz="1600" dirty="0">
                <a:solidFill>
                  <a:srgbClr val="585858"/>
                </a:solidFill>
                <a:latin typeface="Calibri"/>
                <a:cs typeface="Calibri"/>
              </a:rPr>
              <a:t>fichiers</a:t>
            </a:r>
            <a:r>
              <a:rPr sz="1600" spc="15" dirty="0">
                <a:solidFill>
                  <a:srgbClr val="585858"/>
                </a:solidFill>
                <a:latin typeface="Calibri"/>
                <a:cs typeface="Calibri"/>
              </a:rPr>
              <a:t> </a:t>
            </a:r>
            <a:r>
              <a:rPr sz="1600" dirty="0">
                <a:solidFill>
                  <a:srgbClr val="585858"/>
                </a:solidFill>
                <a:latin typeface="Calibri"/>
                <a:cs typeface="Calibri"/>
              </a:rPr>
              <a:t>individuels</a:t>
            </a:r>
            <a:r>
              <a:rPr sz="1600" spc="-5" dirty="0">
                <a:solidFill>
                  <a:srgbClr val="585858"/>
                </a:solidFill>
                <a:latin typeface="Calibri"/>
                <a:cs typeface="Calibri"/>
              </a:rPr>
              <a:t> </a:t>
            </a:r>
            <a:r>
              <a:rPr sz="1600" dirty="0">
                <a:solidFill>
                  <a:srgbClr val="585858"/>
                </a:solidFill>
                <a:latin typeface="Calibri"/>
                <a:cs typeface="Calibri"/>
              </a:rPr>
              <a:t>peut</a:t>
            </a:r>
            <a:r>
              <a:rPr sz="1600" spc="-35" dirty="0">
                <a:solidFill>
                  <a:srgbClr val="585858"/>
                </a:solidFill>
                <a:latin typeface="Calibri"/>
                <a:cs typeface="Calibri"/>
              </a:rPr>
              <a:t> </a:t>
            </a:r>
            <a:r>
              <a:rPr sz="1600" dirty="0">
                <a:solidFill>
                  <a:srgbClr val="585858"/>
                </a:solidFill>
                <a:latin typeface="Calibri"/>
                <a:cs typeface="Calibri"/>
              </a:rPr>
              <a:t>aller</a:t>
            </a:r>
            <a:r>
              <a:rPr sz="1600" spc="-10" dirty="0">
                <a:solidFill>
                  <a:srgbClr val="585858"/>
                </a:solidFill>
                <a:latin typeface="Calibri"/>
                <a:cs typeface="Calibri"/>
              </a:rPr>
              <a:t> </a:t>
            </a:r>
            <a:r>
              <a:rPr sz="1600" dirty="0">
                <a:solidFill>
                  <a:srgbClr val="585858"/>
                </a:solidFill>
                <a:latin typeface="Calibri"/>
                <a:cs typeface="Calibri"/>
              </a:rPr>
              <a:t>de</a:t>
            </a:r>
            <a:r>
              <a:rPr sz="1600" spc="-40" dirty="0">
                <a:solidFill>
                  <a:srgbClr val="585858"/>
                </a:solidFill>
                <a:latin typeface="Calibri"/>
                <a:cs typeface="Calibri"/>
              </a:rPr>
              <a:t> </a:t>
            </a:r>
            <a:r>
              <a:rPr sz="1600" dirty="0">
                <a:solidFill>
                  <a:srgbClr val="585858"/>
                </a:solidFill>
                <a:latin typeface="Calibri"/>
                <a:cs typeface="Calibri"/>
              </a:rPr>
              <a:t>16</a:t>
            </a:r>
            <a:r>
              <a:rPr sz="1600" spc="-5" dirty="0">
                <a:solidFill>
                  <a:srgbClr val="585858"/>
                </a:solidFill>
                <a:latin typeface="Calibri"/>
                <a:cs typeface="Calibri"/>
              </a:rPr>
              <a:t> </a:t>
            </a:r>
            <a:r>
              <a:rPr sz="1600" dirty="0">
                <a:solidFill>
                  <a:srgbClr val="585858"/>
                </a:solidFill>
                <a:latin typeface="Calibri"/>
                <a:cs typeface="Calibri"/>
              </a:rPr>
              <a:t>Go</a:t>
            </a:r>
            <a:r>
              <a:rPr sz="1600" spc="-50" dirty="0">
                <a:solidFill>
                  <a:srgbClr val="585858"/>
                </a:solidFill>
                <a:latin typeface="Calibri"/>
                <a:cs typeface="Calibri"/>
              </a:rPr>
              <a:t> </a:t>
            </a:r>
            <a:r>
              <a:rPr sz="1600" dirty="0">
                <a:solidFill>
                  <a:srgbClr val="585858"/>
                </a:solidFill>
                <a:latin typeface="Calibri"/>
                <a:cs typeface="Calibri"/>
              </a:rPr>
              <a:t>à</a:t>
            </a:r>
            <a:r>
              <a:rPr sz="1600" spc="-20" dirty="0">
                <a:solidFill>
                  <a:srgbClr val="585858"/>
                </a:solidFill>
                <a:latin typeface="Calibri"/>
                <a:cs typeface="Calibri"/>
              </a:rPr>
              <a:t> </a:t>
            </a:r>
            <a:r>
              <a:rPr sz="1600" dirty="0">
                <a:solidFill>
                  <a:srgbClr val="585858"/>
                </a:solidFill>
                <a:latin typeface="Calibri"/>
                <a:cs typeface="Calibri"/>
              </a:rPr>
              <a:t>16</a:t>
            </a:r>
            <a:r>
              <a:rPr sz="1600" spc="-30" dirty="0">
                <a:solidFill>
                  <a:srgbClr val="585858"/>
                </a:solidFill>
                <a:latin typeface="Calibri"/>
                <a:cs typeface="Calibri"/>
              </a:rPr>
              <a:t> </a:t>
            </a:r>
            <a:r>
              <a:rPr sz="1600" spc="-25" dirty="0" smtClean="0">
                <a:solidFill>
                  <a:srgbClr val="585858"/>
                </a:solidFill>
                <a:latin typeface="Calibri"/>
                <a:cs typeface="Calibri"/>
              </a:rPr>
              <a:t>To.</a:t>
            </a:r>
            <a:endParaRPr lang="fr-FR" sz="1600" dirty="0">
              <a:latin typeface="Calibri"/>
              <a:cs typeface="Calibri"/>
            </a:endParaRPr>
          </a:p>
          <a:p>
            <a:pPr marL="298450" indent="-285750">
              <a:lnSpc>
                <a:spcPct val="100000"/>
              </a:lnSpc>
              <a:spcBef>
                <a:spcPts val="100"/>
              </a:spcBef>
              <a:buFont typeface="Wingdings" panose="05000000000000000000" pitchFamily="2" charset="2"/>
              <a:buChar char="§"/>
            </a:pPr>
            <a:endParaRPr lang="fr-FR" sz="1600" dirty="0">
              <a:solidFill>
                <a:srgbClr val="585858"/>
              </a:solidFill>
              <a:latin typeface="Calibri"/>
              <a:cs typeface="Calibri"/>
            </a:endParaRPr>
          </a:p>
          <a:p>
            <a:pPr marL="298450" indent="-285750">
              <a:spcBef>
                <a:spcPts val="100"/>
              </a:spcBef>
              <a:buFont typeface="Wingdings" panose="05000000000000000000" pitchFamily="2" charset="2"/>
              <a:buChar char="§"/>
            </a:pPr>
            <a:r>
              <a:rPr sz="1600" dirty="0">
                <a:solidFill>
                  <a:srgbClr val="585858"/>
                </a:solidFill>
                <a:latin typeface="Calibri"/>
                <a:cs typeface="Calibri"/>
              </a:rPr>
              <a:t>La taille globale du système de fichiers peut être de 1 EB (exaoctet).1 EB = 1024 Po (pétaoctet), 1 Po = 1024 To (</a:t>
            </a:r>
            <a:r>
              <a:rPr sz="1600" dirty="0" err="1">
                <a:solidFill>
                  <a:srgbClr val="585858"/>
                </a:solidFill>
                <a:latin typeface="Calibri"/>
                <a:cs typeface="Calibri"/>
              </a:rPr>
              <a:t>téraoctet</a:t>
            </a:r>
            <a:r>
              <a:rPr sz="1600" dirty="0">
                <a:solidFill>
                  <a:srgbClr val="585858"/>
                </a:solidFill>
                <a:latin typeface="Calibri"/>
                <a:cs typeface="Calibri"/>
              </a:rPr>
              <a:t>).</a:t>
            </a:r>
            <a:endParaRPr lang="fr-FR" sz="1600" dirty="0">
              <a:solidFill>
                <a:srgbClr val="585858"/>
              </a:solidFill>
              <a:latin typeface="Calibri"/>
              <a:cs typeface="Calibri"/>
            </a:endParaRPr>
          </a:p>
          <a:p>
            <a:pPr marL="298450" indent="-285750">
              <a:spcBef>
                <a:spcPts val="100"/>
              </a:spcBef>
              <a:buFont typeface="Wingdings" panose="05000000000000000000" pitchFamily="2" charset="2"/>
              <a:buChar char="§"/>
            </a:pPr>
            <a:endParaRPr lang="fr-FR" sz="1600" dirty="0">
              <a:solidFill>
                <a:srgbClr val="585858"/>
              </a:solidFill>
              <a:latin typeface="Calibri"/>
              <a:cs typeface="Calibri"/>
            </a:endParaRPr>
          </a:p>
          <a:p>
            <a:pPr marL="298450" indent="-285750">
              <a:spcBef>
                <a:spcPts val="100"/>
              </a:spcBef>
              <a:buFont typeface="Wingdings" panose="05000000000000000000" pitchFamily="2" charset="2"/>
              <a:buChar char="§"/>
            </a:pPr>
            <a:r>
              <a:rPr sz="1600" dirty="0">
                <a:solidFill>
                  <a:srgbClr val="585858"/>
                </a:solidFill>
                <a:latin typeface="Calibri"/>
                <a:cs typeface="Calibri"/>
              </a:rPr>
              <a:t>Un répertoire peut contenir 64 000 sous-</a:t>
            </a:r>
            <a:r>
              <a:rPr sz="1600" dirty="0" err="1">
                <a:solidFill>
                  <a:srgbClr val="585858"/>
                </a:solidFill>
                <a:latin typeface="Calibri"/>
                <a:cs typeface="Calibri"/>
              </a:rPr>
              <a:t>répertoires</a:t>
            </a:r>
            <a:r>
              <a:rPr sz="1600" dirty="0" smtClean="0">
                <a:solidFill>
                  <a:srgbClr val="585858"/>
                </a:solidFill>
                <a:latin typeface="Calibri"/>
                <a:cs typeface="Calibri"/>
              </a:rPr>
              <a:t>.</a:t>
            </a:r>
            <a:endParaRPr lang="fr-FR" sz="1600" dirty="0" smtClean="0">
              <a:solidFill>
                <a:srgbClr val="585858"/>
              </a:solidFill>
              <a:latin typeface="Calibri"/>
              <a:cs typeface="Calibri"/>
            </a:endParaRPr>
          </a:p>
          <a:p>
            <a:pPr marL="12700">
              <a:spcBef>
                <a:spcPts val="100"/>
              </a:spcBef>
            </a:pPr>
            <a:endParaRPr lang="fr-FR" sz="1600" dirty="0">
              <a:solidFill>
                <a:srgbClr val="585858"/>
              </a:solidFill>
              <a:latin typeface="Calibri"/>
              <a:cs typeface="Calibri"/>
            </a:endParaRPr>
          </a:p>
          <a:p>
            <a:pPr marL="298450" indent="-285750">
              <a:spcBef>
                <a:spcPts val="100"/>
              </a:spcBef>
              <a:buFont typeface="Wingdings" panose="05000000000000000000" pitchFamily="2" charset="2"/>
              <a:buChar char="§"/>
            </a:pPr>
            <a:r>
              <a:rPr lang="fr-FR" sz="1600" dirty="0">
                <a:solidFill>
                  <a:srgbClr val="585858"/>
                </a:solidFill>
                <a:latin typeface="Calibri"/>
                <a:cs typeface="Calibri"/>
              </a:rPr>
              <a:t>Un ext3 existant peut être monté comme ext4 (sans avoir à le mettre à niveau).</a:t>
            </a:r>
          </a:p>
          <a:p>
            <a:pPr marL="298450" indent="-285750">
              <a:lnSpc>
                <a:spcPct val="100000"/>
              </a:lnSpc>
              <a:spcBef>
                <a:spcPts val="100"/>
              </a:spcBef>
              <a:buFont typeface="Wingdings" panose="05000000000000000000" pitchFamily="2" charset="2"/>
              <a:buChar char="§"/>
            </a:pPr>
            <a:endParaRPr sz="1600" dirty="0">
              <a:latin typeface="Calibri"/>
              <a:cs typeface="Calibri"/>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28</a:t>
            </a:fld>
            <a:endParaRPr spc="-25" dirty="0"/>
          </a:p>
        </p:txBody>
      </p:sp>
      <p:sp>
        <p:nvSpPr>
          <p:cNvPr id="12" name="object 12"/>
          <p:cNvSpPr txBox="1"/>
          <p:nvPr/>
        </p:nvSpPr>
        <p:spPr>
          <a:xfrm>
            <a:off x="661835" y="1615643"/>
            <a:ext cx="4230218" cy="290464"/>
          </a:xfrm>
          <a:prstGeom prst="rect">
            <a:avLst/>
          </a:prstGeom>
        </p:spPr>
        <p:txBody>
          <a:bodyPr vert="horz" wrap="square" lIns="0" tIns="13335" rIns="0" bIns="0" rtlCol="0">
            <a:spAutoFit/>
          </a:bodyPr>
          <a:lstStyle/>
          <a:p>
            <a:pPr marL="12700">
              <a:lnSpc>
                <a:spcPct val="100000"/>
              </a:lnSpc>
              <a:spcBef>
                <a:spcPts val="105"/>
              </a:spcBef>
            </a:pPr>
            <a:r>
              <a:rPr b="1" dirty="0">
                <a:solidFill>
                  <a:srgbClr val="FF7800"/>
                </a:solidFill>
                <a:latin typeface="Calibri"/>
                <a:cs typeface="Calibri"/>
              </a:rPr>
              <a:t>Ext4</a:t>
            </a:r>
            <a:r>
              <a:rPr b="1" spc="-40" dirty="0">
                <a:solidFill>
                  <a:srgbClr val="FF7800"/>
                </a:solidFill>
                <a:latin typeface="Calibri"/>
                <a:cs typeface="Calibri"/>
              </a:rPr>
              <a:t> </a:t>
            </a:r>
            <a:r>
              <a:rPr b="1" dirty="0">
                <a:solidFill>
                  <a:srgbClr val="FF7800"/>
                </a:solidFill>
                <a:latin typeface="Calibri"/>
                <a:cs typeface="Calibri"/>
              </a:rPr>
              <a:t>(Fourth</a:t>
            </a:r>
            <a:r>
              <a:rPr b="1" spc="-30" dirty="0">
                <a:solidFill>
                  <a:srgbClr val="FF7800"/>
                </a:solidFill>
                <a:latin typeface="Calibri"/>
                <a:cs typeface="Calibri"/>
              </a:rPr>
              <a:t> </a:t>
            </a:r>
            <a:r>
              <a:rPr b="1" dirty="0">
                <a:solidFill>
                  <a:srgbClr val="FF7800"/>
                </a:solidFill>
                <a:latin typeface="Calibri"/>
                <a:cs typeface="Calibri"/>
              </a:rPr>
              <a:t>Extended</a:t>
            </a:r>
            <a:r>
              <a:rPr b="1" spc="-60" dirty="0">
                <a:solidFill>
                  <a:srgbClr val="FF7800"/>
                </a:solidFill>
                <a:latin typeface="Calibri"/>
                <a:cs typeface="Calibri"/>
              </a:rPr>
              <a:t> </a:t>
            </a:r>
            <a:r>
              <a:rPr b="1" dirty="0">
                <a:solidFill>
                  <a:srgbClr val="FF7800"/>
                </a:solidFill>
                <a:latin typeface="Calibri"/>
                <a:cs typeface="Calibri"/>
              </a:rPr>
              <a:t>File </a:t>
            </a:r>
            <a:r>
              <a:rPr b="1" spc="-10" dirty="0">
                <a:solidFill>
                  <a:srgbClr val="FF7800"/>
                </a:solidFill>
                <a:latin typeface="Calibri"/>
                <a:cs typeface="Calibri"/>
              </a:rPr>
              <a:t>system</a:t>
            </a:r>
            <a:r>
              <a:rPr sz="1600" b="1" spc="-10" dirty="0">
                <a:solidFill>
                  <a:srgbClr val="FF7800"/>
                </a:solidFill>
                <a:latin typeface="Calibri"/>
                <a:cs typeface="Calibri"/>
              </a:rPr>
              <a:t>)</a:t>
            </a:r>
            <a:endParaRPr sz="1600" dirty="0">
              <a:latin typeface="Calibri"/>
              <a:cs typeface="Calibri"/>
            </a:endParaRPr>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8"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18579796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29</a:t>
            </a:fld>
            <a:endParaRPr spc="-25" dirty="0"/>
          </a:p>
        </p:txBody>
      </p:sp>
      <p:sp>
        <p:nvSpPr>
          <p:cNvPr id="12" name="object 12"/>
          <p:cNvSpPr txBox="1">
            <a:spLocks noGrp="1"/>
          </p:cNvSpPr>
          <p:nvPr>
            <p:ph type="body" idx="1"/>
          </p:nvPr>
        </p:nvSpPr>
        <p:spPr>
          <a:xfrm>
            <a:off x="798982" y="1605152"/>
            <a:ext cx="10590530" cy="4009431"/>
          </a:xfrm>
          <a:prstGeom prst="rect">
            <a:avLst/>
          </a:prstGeom>
        </p:spPr>
        <p:txBody>
          <a:bodyPr vert="horz" wrap="square" lIns="0" tIns="13335" rIns="0" bIns="0" rtlCol="0">
            <a:spAutoFit/>
          </a:bodyPr>
          <a:lstStyle/>
          <a:p>
            <a:pPr marL="12700">
              <a:lnSpc>
                <a:spcPct val="100000"/>
              </a:lnSpc>
              <a:spcBef>
                <a:spcPts val="105"/>
              </a:spcBef>
            </a:pPr>
            <a:r>
              <a:rPr sz="1800" dirty="0">
                <a:solidFill>
                  <a:srgbClr val="FF7800"/>
                </a:solidFill>
                <a:latin typeface="+mj-lt"/>
                <a:cs typeface="Times New Roman"/>
              </a:rPr>
              <a:t>Xfs</a:t>
            </a:r>
            <a:r>
              <a:rPr sz="1800" spc="-30" dirty="0">
                <a:solidFill>
                  <a:srgbClr val="FF7800"/>
                </a:solidFill>
                <a:latin typeface="+mj-lt"/>
                <a:cs typeface="Times New Roman"/>
              </a:rPr>
              <a:t> </a:t>
            </a:r>
            <a:r>
              <a:rPr sz="1800" dirty="0">
                <a:solidFill>
                  <a:srgbClr val="FF7800"/>
                </a:solidFill>
                <a:latin typeface="+mj-lt"/>
                <a:cs typeface="Times New Roman"/>
              </a:rPr>
              <a:t>(Extents</a:t>
            </a:r>
            <a:r>
              <a:rPr sz="1800" spc="-20" dirty="0">
                <a:solidFill>
                  <a:srgbClr val="FF7800"/>
                </a:solidFill>
                <a:latin typeface="+mj-lt"/>
                <a:cs typeface="Times New Roman"/>
              </a:rPr>
              <a:t> </a:t>
            </a:r>
            <a:r>
              <a:rPr sz="1800" dirty="0">
                <a:solidFill>
                  <a:srgbClr val="FF7800"/>
                </a:solidFill>
                <a:latin typeface="+mj-lt"/>
                <a:cs typeface="Times New Roman"/>
              </a:rPr>
              <a:t>File</a:t>
            </a:r>
            <a:r>
              <a:rPr sz="1800" spc="-45" dirty="0">
                <a:solidFill>
                  <a:srgbClr val="FF7800"/>
                </a:solidFill>
                <a:latin typeface="+mj-lt"/>
                <a:cs typeface="Times New Roman"/>
              </a:rPr>
              <a:t> </a:t>
            </a:r>
            <a:r>
              <a:rPr sz="1800" spc="-10" dirty="0">
                <a:solidFill>
                  <a:srgbClr val="FF7800"/>
                </a:solidFill>
                <a:latin typeface="+mj-lt"/>
                <a:cs typeface="Times New Roman"/>
              </a:rPr>
              <a:t>System)</a:t>
            </a:r>
            <a:endParaRPr sz="1800" dirty="0">
              <a:latin typeface="+mj-lt"/>
              <a:cs typeface="Times New Roman"/>
            </a:endParaRPr>
          </a:p>
          <a:p>
            <a:pPr marL="298450" indent="-285750">
              <a:lnSpc>
                <a:spcPct val="100000"/>
              </a:lnSpc>
              <a:spcBef>
                <a:spcPts val="1435"/>
              </a:spcBef>
              <a:buFont typeface="Arial" panose="020B0604020202020204" pitchFamily="34" charset="0"/>
              <a:buChar char="•"/>
            </a:pPr>
            <a:r>
              <a:rPr lang="fr-FR" sz="1600" b="0" dirty="0"/>
              <a:t>U</a:t>
            </a:r>
            <a:r>
              <a:rPr sz="1600" b="0" dirty="0" smtClean="0"/>
              <a:t>n</a:t>
            </a:r>
            <a:r>
              <a:rPr sz="1600" b="0" spc="-25" dirty="0" smtClean="0"/>
              <a:t> </a:t>
            </a:r>
            <a:r>
              <a:rPr sz="1600" b="0" spc="-10" dirty="0"/>
              <a:t>système</a:t>
            </a:r>
            <a:r>
              <a:rPr sz="1600" b="0" spc="-55" dirty="0"/>
              <a:t> </a:t>
            </a:r>
            <a:r>
              <a:rPr sz="1600" b="0" dirty="0"/>
              <a:t>de</a:t>
            </a:r>
            <a:r>
              <a:rPr sz="1600" b="0" spc="-25" dirty="0"/>
              <a:t> </a:t>
            </a:r>
            <a:r>
              <a:rPr sz="1600" b="0" dirty="0"/>
              <a:t>fichiers</a:t>
            </a:r>
            <a:r>
              <a:rPr sz="1600" b="0" spc="10" dirty="0"/>
              <a:t> </a:t>
            </a:r>
            <a:r>
              <a:rPr sz="1600" b="0" dirty="0"/>
              <a:t>hautement</a:t>
            </a:r>
            <a:r>
              <a:rPr sz="1600" b="0" spc="-55" dirty="0"/>
              <a:t> </a:t>
            </a:r>
            <a:r>
              <a:rPr sz="1600" b="0" dirty="0"/>
              <a:t>évolutif</a:t>
            </a:r>
            <a:r>
              <a:rPr sz="1600" b="0" spc="-45" dirty="0"/>
              <a:t> </a:t>
            </a:r>
            <a:r>
              <a:rPr sz="1600" b="0" dirty="0"/>
              <a:t>et</a:t>
            </a:r>
            <a:r>
              <a:rPr sz="1600" b="0" spc="-40" dirty="0"/>
              <a:t> </a:t>
            </a:r>
            <a:r>
              <a:rPr sz="1600" b="0" dirty="0"/>
              <a:t>à</a:t>
            </a:r>
            <a:r>
              <a:rPr sz="1600" b="0" spc="-40" dirty="0"/>
              <a:t> </a:t>
            </a:r>
            <a:r>
              <a:rPr sz="1600" b="0" dirty="0"/>
              <a:t>haute</a:t>
            </a:r>
            <a:r>
              <a:rPr sz="1600" b="0" spc="-20" dirty="0"/>
              <a:t> </a:t>
            </a:r>
            <a:r>
              <a:rPr sz="1600" b="0" dirty="0"/>
              <a:t>performance</a:t>
            </a:r>
            <a:r>
              <a:rPr sz="1600" b="0" spc="5" dirty="0"/>
              <a:t> </a:t>
            </a:r>
            <a:r>
              <a:rPr sz="1600" b="0" dirty="0"/>
              <a:t>qui</a:t>
            </a:r>
            <a:r>
              <a:rPr sz="1600" b="0" spc="-30" dirty="0"/>
              <a:t> </a:t>
            </a:r>
            <a:r>
              <a:rPr sz="1600" b="0" dirty="0"/>
              <a:t>a</a:t>
            </a:r>
            <a:r>
              <a:rPr sz="1600" b="0" spc="-45" dirty="0"/>
              <a:t> </a:t>
            </a:r>
            <a:r>
              <a:rPr sz="1600" b="0" dirty="0"/>
              <a:t>été</a:t>
            </a:r>
            <a:r>
              <a:rPr sz="1600" b="0" spc="-15" dirty="0"/>
              <a:t> </a:t>
            </a:r>
            <a:r>
              <a:rPr sz="1600" b="0" dirty="0"/>
              <a:t>conçu</a:t>
            </a:r>
            <a:r>
              <a:rPr sz="1600" b="0" spc="-25" dirty="0"/>
              <a:t> </a:t>
            </a:r>
            <a:r>
              <a:rPr sz="1600" b="0" dirty="0"/>
              <a:t>à</a:t>
            </a:r>
            <a:r>
              <a:rPr sz="1600" b="0" spc="-20" dirty="0"/>
              <a:t> </a:t>
            </a:r>
            <a:r>
              <a:rPr sz="1600" b="0" dirty="0"/>
              <a:t>l'origine</a:t>
            </a:r>
            <a:r>
              <a:rPr sz="1600" b="0" spc="5" dirty="0"/>
              <a:t> </a:t>
            </a:r>
            <a:r>
              <a:rPr sz="1600" b="0" dirty="0"/>
              <a:t>par</a:t>
            </a:r>
            <a:r>
              <a:rPr sz="1600" b="0" spc="-55" dirty="0"/>
              <a:t> </a:t>
            </a:r>
            <a:r>
              <a:rPr sz="1600" b="0" dirty="0"/>
              <a:t>Silicon</a:t>
            </a:r>
            <a:r>
              <a:rPr sz="1600" b="0" spc="20" dirty="0"/>
              <a:t> </a:t>
            </a:r>
            <a:r>
              <a:rPr sz="1600" b="0" spc="-10" dirty="0"/>
              <a:t>Graphics,</a:t>
            </a:r>
            <a:r>
              <a:rPr sz="1600" b="0" spc="-30" dirty="0"/>
              <a:t> </a:t>
            </a:r>
            <a:r>
              <a:rPr sz="1600" b="0" spc="-20" dirty="0"/>
              <a:t>Inc.</a:t>
            </a:r>
          </a:p>
          <a:p>
            <a:pPr marL="298450" marR="5080" indent="-285750">
              <a:lnSpc>
                <a:spcPct val="150000"/>
              </a:lnSpc>
              <a:buFont typeface="Arial" panose="020B0604020202020204" pitchFamily="34" charset="0"/>
              <a:buChar char="•"/>
            </a:pPr>
            <a:r>
              <a:rPr sz="1600" b="0" dirty="0"/>
              <a:t>Il</a:t>
            </a:r>
            <a:r>
              <a:rPr sz="1600" b="0" spc="10" dirty="0"/>
              <a:t> </a:t>
            </a:r>
            <a:r>
              <a:rPr sz="1600" b="0" dirty="0"/>
              <a:t>a</a:t>
            </a:r>
            <a:r>
              <a:rPr sz="1600" b="0" spc="30" dirty="0"/>
              <a:t> </a:t>
            </a:r>
            <a:r>
              <a:rPr sz="1600" b="0" dirty="0"/>
              <a:t>été</a:t>
            </a:r>
            <a:r>
              <a:rPr sz="1600" b="0" spc="30" dirty="0"/>
              <a:t> </a:t>
            </a:r>
            <a:r>
              <a:rPr sz="1600" b="0" dirty="0"/>
              <a:t>créé</a:t>
            </a:r>
            <a:r>
              <a:rPr sz="1600" b="0" spc="30" dirty="0"/>
              <a:t> </a:t>
            </a:r>
            <a:r>
              <a:rPr sz="1600" b="0" dirty="0"/>
              <a:t>pour</a:t>
            </a:r>
            <a:r>
              <a:rPr sz="1600" b="0" spc="20" dirty="0"/>
              <a:t> </a:t>
            </a:r>
            <a:r>
              <a:rPr sz="1600" b="0" dirty="0"/>
              <a:t>prendre</a:t>
            </a:r>
            <a:r>
              <a:rPr sz="1600" b="0" spc="25" dirty="0"/>
              <a:t> </a:t>
            </a:r>
            <a:r>
              <a:rPr sz="1600" b="0" dirty="0"/>
              <a:t>en</a:t>
            </a:r>
            <a:r>
              <a:rPr sz="1600" b="0" spc="45" dirty="0"/>
              <a:t> </a:t>
            </a:r>
            <a:r>
              <a:rPr sz="1600" b="0" dirty="0"/>
              <a:t>charge</a:t>
            </a:r>
            <a:r>
              <a:rPr sz="1600" b="0" spc="20" dirty="0"/>
              <a:t> </a:t>
            </a:r>
            <a:r>
              <a:rPr sz="1600" b="0" dirty="0"/>
              <a:t>des</a:t>
            </a:r>
            <a:r>
              <a:rPr sz="1600" b="0" spc="40" dirty="0"/>
              <a:t> </a:t>
            </a:r>
            <a:r>
              <a:rPr sz="1600" b="0" dirty="0"/>
              <a:t>systèmes</a:t>
            </a:r>
            <a:r>
              <a:rPr sz="1600" b="0" spc="35" dirty="0"/>
              <a:t> </a:t>
            </a:r>
            <a:r>
              <a:rPr sz="1600" b="0" dirty="0"/>
              <a:t>de</a:t>
            </a:r>
            <a:r>
              <a:rPr sz="1600" b="0" spc="30" dirty="0"/>
              <a:t> </a:t>
            </a:r>
            <a:r>
              <a:rPr sz="1600" b="0" dirty="0"/>
              <a:t>fichiers</a:t>
            </a:r>
            <a:r>
              <a:rPr sz="1600" b="0" spc="55" dirty="0"/>
              <a:t> </a:t>
            </a:r>
            <a:r>
              <a:rPr sz="1600" b="0" dirty="0"/>
              <a:t>extrêmement</a:t>
            </a:r>
            <a:r>
              <a:rPr sz="1600" b="0" spc="35" dirty="0"/>
              <a:t> </a:t>
            </a:r>
            <a:r>
              <a:rPr sz="1600" b="0" dirty="0"/>
              <a:t>volumineux</a:t>
            </a:r>
            <a:r>
              <a:rPr sz="1600" b="0" spc="35" dirty="0"/>
              <a:t> </a:t>
            </a:r>
            <a:r>
              <a:rPr sz="1600" b="0" dirty="0"/>
              <a:t>(jusqu'à</a:t>
            </a:r>
            <a:r>
              <a:rPr sz="1600" b="0" spc="50" dirty="0"/>
              <a:t> </a:t>
            </a:r>
            <a:r>
              <a:rPr sz="1600" b="0" dirty="0"/>
              <a:t>16</a:t>
            </a:r>
            <a:r>
              <a:rPr sz="1600" b="0" spc="20" dirty="0"/>
              <a:t> </a:t>
            </a:r>
            <a:r>
              <a:rPr sz="1600" b="0" dirty="0"/>
              <a:t>exaoctets),</a:t>
            </a:r>
            <a:r>
              <a:rPr sz="1600" b="0" spc="20" dirty="0"/>
              <a:t> </a:t>
            </a:r>
            <a:r>
              <a:rPr sz="1600" b="0" dirty="0"/>
              <a:t>des</a:t>
            </a:r>
            <a:r>
              <a:rPr sz="1600" b="0" spc="35" dirty="0"/>
              <a:t> </a:t>
            </a:r>
            <a:r>
              <a:rPr sz="1600" b="0" dirty="0"/>
              <a:t>fichiers</a:t>
            </a:r>
            <a:r>
              <a:rPr sz="1600" b="0" spc="35" dirty="0"/>
              <a:t> </a:t>
            </a:r>
            <a:r>
              <a:rPr sz="1600" b="0" dirty="0"/>
              <a:t>(8</a:t>
            </a:r>
            <a:r>
              <a:rPr sz="1600" b="0" spc="20" dirty="0"/>
              <a:t> </a:t>
            </a:r>
            <a:r>
              <a:rPr sz="1600" b="0" dirty="0"/>
              <a:t>exaoctets)</a:t>
            </a:r>
            <a:r>
              <a:rPr sz="1600" b="0" spc="10" dirty="0"/>
              <a:t> </a:t>
            </a:r>
            <a:r>
              <a:rPr sz="1600" b="0" dirty="0"/>
              <a:t>et</a:t>
            </a:r>
            <a:r>
              <a:rPr sz="1600" b="0" spc="35" dirty="0"/>
              <a:t> </a:t>
            </a:r>
            <a:r>
              <a:rPr sz="1600" b="0" dirty="0"/>
              <a:t>des</a:t>
            </a:r>
            <a:r>
              <a:rPr sz="1600" b="0" spc="35" dirty="0"/>
              <a:t> </a:t>
            </a:r>
            <a:r>
              <a:rPr sz="1600" b="0" dirty="0"/>
              <a:t>structures</a:t>
            </a:r>
            <a:r>
              <a:rPr sz="1600" b="0" spc="40" dirty="0"/>
              <a:t> </a:t>
            </a:r>
            <a:r>
              <a:rPr sz="1600" b="0" dirty="0"/>
              <a:t>de</a:t>
            </a:r>
            <a:r>
              <a:rPr sz="1600" b="0" spc="50" dirty="0"/>
              <a:t> </a:t>
            </a:r>
            <a:r>
              <a:rPr sz="1600" b="0" spc="-10" dirty="0"/>
              <a:t>répertoires </a:t>
            </a:r>
            <a:r>
              <a:rPr sz="1600" b="0" dirty="0"/>
              <a:t>(des</a:t>
            </a:r>
            <a:r>
              <a:rPr sz="1600" b="0" spc="-55" dirty="0"/>
              <a:t> </a:t>
            </a:r>
            <a:r>
              <a:rPr sz="1600" b="0" dirty="0"/>
              <a:t>dizaines</a:t>
            </a:r>
            <a:r>
              <a:rPr sz="1600" b="0" spc="-10" dirty="0"/>
              <a:t> </a:t>
            </a:r>
            <a:r>
              <a:rPr sz="1600" b="0" dirty="0"/>
              <a:t>de</a:t>
            </a:r>
            <a:r>
              <a:rPr sz="1600" b="0" spc="-60" dirty="0"/>
              <a:t> </a:t>
            </a:r>
            <a:r>
              <a:rPr sz="1600" b="0" dirty="0"/>
              <a:t>millions</a:t>
            </a:r>
            <a:r>
              <a:rPr sz="1600" b="0" spc="5" dirty="0"/>
              <a:t> </a:t>
            </a:r>
            <a:r>
              <a:rPr sz="1600" b="0" spc="-10" dirty="0"/>
              <a:t>d'entrées).</a:t>
            </a:r>
          </a:p>
          <a:p>
            <a:pPr marL="298450" indent="-285750">
              <a:lnSpc>
                <a:spcPct val="100000"/>
              </a:lnSpc>
              <a:spcBef>
                <a:spcPts val="720"/>
              </a:spcBef>
              <a:buFont typeface="Arial" panose="020B0604020202020204" pitchFamily="34" charset="0"/>
              <a:buChar char="•"/>
            </a:pPr>
            <a:r>
              <a:rPr lang="fr-FR" sz="1600" b="0" dirty="0" smtClean="0"/>
              <a:t>Il p</a:t>
            </a:r>
            <a:r>
              <a:rPr sz="1600" b="0" dirty="0" smtClean="0"/>
              <a:t>rend</a:t>
            </a:r>
            <a:r>
              <a:rPr sz="1600" b="0" spc="-15" dirty="0" smtClean="0"/>
              <a:t> </a:t>
            </a:r>
            <a:r>
              <a:rPr sz="1600" b="0" dirty="0"/>
              <a:t>en</a:t>
            </a:r>
            <a:r>
              <a:rPr sz="1600" b="0" spc="-40" dirty="0"/>
              <a:t> </a:t>
            </a:r>
            <a:r>
              <a:rPr sz="1600" b="0" dirty="0"/>
              <a:t>charge</a:t>
            </a:r>
            <a:r>
              <a:rPr sz="1600" b="0" spc="-10" dirty="0"/>
              <a:t> </a:t>
            </a:r>
            <a:r>
              <a:rPr sz="1600" b="0" dirty="0"/>
              <a:t>la</a:t>
            </a:r>
            <a:r>
              <a:rPr sz="1600" b="0" spc="-35" dirty="0"/>
              <a:t> </a:t>
            </a:r>
            <a:r>
              <a:rPr sz="1600" b="0" dirty="0"/>
              <a:t>journalisation</a:t>
            </a:r>
            <a:r>
              <a:rPr sz="1600" b="0" spc="25" dirty="0"/>
              <a:t> </a:t>
            </a:r>
            <a:r>
              <a:rPr sz="1600" b="0" dirty="0"/>
              <a:t>des</a:t>
            </a:r>
            <a:r>
              <a:rPr sz="1600" b="0" spc="-25" dirty="0"/>
              <a:t> </a:t>
            </a:r>
            <a:r>
              <a:rPr sz="1600" b="0" spc="-10" dirty="0"/>
              <a:t>métadonnées,</a:t>
            </a:r>
            <a:r>
              <a:rPr sz="1600" b="0" spc="-15" dirty="0"/>
              <a:t> </a:t>
            </a:r>
            <a:r>
              <a:rPr sz="1600" b="0" dirty="0"/>
              <a:t>ce</a:t>
            </a:r>
            <a:r>
              <a:rPr sz="1600" b="0" spc="-15" dirty="0"/>
              <a:t> </a:t>
            </a:r>
            <a:r>
              <a:rPr sz="1600" b="0" dirty="0"/>
              <a:t>qui</a:t>
            </a:r>
            <a:r>
              <a:rPr sz="1600" b="0" spc="-25" dirty="0"/>
              <a:t> </a:t>
            </a:r>
            <a:r>
              <a:rPr sz="1600" b="0" spc="-10" dirty="0"/>
              <a:t>facilite</a:t>
            </a:r>
            <a:r>
              <a:rPr sz="1600" b="0" spc="10" dirty="0"/>
              <a:t> </a:t>
            </a:r>
            <a:r>
              <a:rPr sz="1600" b="0" dirty="0"/>
              <a:t>une</a:t>
            </a:r>
            <a:r>
              <a:rPr sz="1600" b="0" spc="-10" dirty="0"/>
              <a:t> récupération</a:t>
            </a:r>
            <a:r>
              <a:rPr sz="1600" b="0" spc="5" dirty="0"/>
              <a:t> </a:t>
            </a:r>
            <a:r>
              <a:rPr sz="1600" b="0" dirty="0"/>
              <a:t>plus</a:t>
            </a:r>
            <a:r>
              <a:rPr sz="1600" b="0" spc="-5" dirty="0"/>
              <a:t> </a:t>
            </a:r>
            <a:r>
              <a:rPr sz="1600" b="0" dirty="0"/>
              <a:t>rapide</a:t>
            </a:r>
            <a:r>
              <a:rPr sz="1600" b="0" spc="-15" dirty="0"/>
              <a:t> </a:t>
            </a:r>
            <a:r>
              <a:rPr sz="1600" b="0" dirty="0"/>
              <a:t>suite</a:t>
            </a:r>
            <a:r>
              <a:rPr sz="1600" b="0" spc="-10" dirty="0"/>
              <a:t> </a:t>
            </a:r>
            <a:r>
              <a:rPr sz="1600" b="0" dirty="0"/>
              <a:t>à</a:t>
            </a:r>
            <a:r>
              <a:rPr sz="1600" b="0" spc="-35" dirty="0"/>
              <a:t> </a:t>
            </a:r>
            <a:r>
              <a:rPr sz="1600" b="0" dirty="0"/>
              <a:t>un</a:t>
            </a:r>
            <a:r>
              <a:rPr sz="1600" b="0" spc="-15" dirty="0"/>
              <a:t> </a:t>
            </a:r>
            <a:r>
              <a:rPr sz="1600" b="0" spc="-10" dirty="0"/>
              <a:t>incident</a:t>
            </a:r>
            <a:r>
              <a:rPr sz="1400" b="0" spc="-10" dirty="0">
                <a:latin typeface="Calibri"/>
                <a:cs typeface="Calibri"/>
              </a:rPr>
              <a:t>.</a:t>
            </a:r>
          </a:p>
          <a:p>
            <a:pPr>
              <a:lnSpc>
                <a:spcPct val="100000"/>
              </a:lnSpc>
              <a:spcBef>
                <a:spcPts val="260"/>
              </a:spcBef>
            </a:pPr>
            <a:endParaRPr lang="fr-FR" sz="1400" b="0" spc="-10" dirty="0" smtClean="0">
              <a:latin typeface="Calibri"/>
              <a:cs typeface="Calibri"/>
            </a:endParaRPr>
          </a:p>
          <a:p>
            <a:pPr>
              <a:lnSpc>
                <a:spcPct val="100000"/>
              </a:lnSpc>
              <a:spcBef>
                <a:spcPts val="260"/>
              </a:spcBef>
            </a:pPr>
            <a:endParaRPr sz="1400" b="0" spc="-10" dirty="0">
              <a:latin typeface="Calibri"/>
              <a:cs typeface="Calibri"/>
            </a:endParaRPr>
          </a:p>
          <a:p>
            <a:pPr marL="12700">
              <a:lnSpc>
                <a:spcPct val="100000"/>
              </a:lnSpc>
              <a:spcBef>
                <a:spcPts val="5"/>
              </a:spcBef>
            </a:pPr>
            <a:r>
              <a:rPr sz="1800" spc="-25" dirty="0" err="1" smtClean="0">
                <a:solidFill>
                  <a:srgbClr val="FF7800"/>
                </a:solidFill>
                <a:latin typeface="+mj-lt"/>
              </a:rPr>
              <a:t>Zfs</a:t>
            </a:r>
            <a:endParaRPr sz="1800" spc="-25" dirty="0" smtClean="0">
              <a:solidFill>
                <a:srgbClr val="FF7800"/>
              </a:solidFill>
              <a:latin typeface="+mj-lt"/>
            </a:endParaRPr>
          </a:p>
          <a:p>
            <a:pPr marL="298450" indent="-285750">
              <a:lnSpc>
                <a:spcPct val="100000"/>
              </a:lnSpc>
              <a:spcBef>
                <a:spcPts val="1390"/>
              </a:spcBef>
              <a:buFont typeface="Arial" panose="020B0604020202020204" pitchFamily="34" charset="0"/>
              <a:buChar char="•"/>
            </a:pPr>
            <a:r>
              <a:rPr lang="fr-FR" sz="1600" b="0" dirty="0"/>
              <a:t>U</a:t>
            </a:r>
            <a:r>
              <a:rPr sz="1600" b="0" dirty="0" smtClean="0"/>
              <a:t>n</a:t>
            </a:r>
            <a:r>
              <a:rPr sz="1600" b="0" spc="-25" dirty="0" smtClean="0"/>
              <a:t> </a:t>
            </a:r>
            <a:r>
              <a:rPr sz="1600" b="0" dirty="0" err="1" smtClean="0"/>
              <a:t>produit</a:t>
            </a:r>
            <a:r>
              <a:rPr sz="1600" b="0" dirty="0" smtClean="0"/>
              <a:t> de</a:t>
            </a:r>
            <a:r>
              <a:rPr sz="1600" b="0" spc="-45" dirty="0" smtClean="0"/>
              <a:t> </a:t>
            </a:r>
            <a:r>
              <a:rPr sz="1600" b="0" dirty="0" smtClean="0"/>
              <a:t>Sun</a:t>
            </a:r>
            <a:r>
              <a:rPr sz="1600" b="0" spc="-25" dirty="0" smtClean="0"/>
              <a:t> </a:t>
            </a:r>
            <a:r>
              <a:rPr sz="1600" b="0" spc="-10" dirty="0" smtClean="0"/>
              <a:t>Microsystems,</a:t>
            </a:r>
            <a:r>
              <a:rPr sz="1600" b="0" spc="-25" dirty="0" smtClean="0"/>
              <a:t> </a:t>
            </a:r>
            <a:r>
              <a:rPr sz="1600" b="0" dirty="0" err="1" smtClean="0"/>
              <a:t>racheté</a:t>
            </a:r>
            <a:r>
              <a:rPr sz="1600" b="0" spc="-20" dirty="0" smtClean="0"/>
              <a:t> </a:t>
            </a:r>
            <a:r>
              <a:rPr sz="1600" b="0" dirty="0" smtClean="0"/>
              <a:t>plus</a:t>
            </a:r>
            <a:r>
              <a:rPr sz="1600" b="0" spc="-20" dirty="0" smtClean="0"/>
              <a:t> </a:t>
            </a:r>
            <a:r>
              <a:rPr sz="1600" b="0" dirty="0" err="1" smtClean="0"/>
              <a:t>tard</a:t>
            </a:r>
            <a:r>
              <a:rPr sz="1600" b="0" spc="-30" dirty="0" smtClean="0"/>
              <a:t> </a:t>
            </a:r>
            <a:r>
              <a:rPr sz="1600" b="0" dirty="0" smtClean="0"/>
              <a:t>par</a:t>
            </a:r>
            <a:r>
              <a:rPr sz="1600" b="0" spc="-50" dirty="0" smtClean="0"/>
              <a:t> </a:t>
            </a:r>
            <a:r>
              <a:rPr sz="1600" b="0" spc="-10" dirty="0" smtClean="0"/>
              <a:t>Oracle.</a:t>
            </a:r>
          </a:p>
          <a:p>
            <a:pPr marL="298450" indent="-285750">
              <a:lnSpc>
                <a:spcPct val="100000"/>
              </a:lnSpc>
              <a:spcBef>
                <a:spcPts val="720"/>
              </a:spcBef>
              <a:buFont typeface="Arial" panose="020B0604020202020204" pitchFamily="34" charset="0"/>
              <a:buChar char="•"/>
            </a:pPr>
            <a:r>
              <a:rPr sz="1600" b="0" dirty="0" smtClean="0"/>
              <a:t>Il</a:t>
            </a:r>
            <a:r>
              <a:rPr sz="1600" b="0" spc="15" dirty="0" smtClean="0"/>
              <a:t> </a:t>
            </a:r>
            <a:r>
              <a:rPr sz="1600" b="0" dirty="0" err="1" smtClean="0"/>
              <a:t>s'agit</a:t>
            </a:r>
            <a:r>
              <a:rPr sz="1600" b="0" spc="35" dirty="0" smtClean="0"/>
              <a:t> </a:t>
            </a:r>
            <a:r>
              <a:rPr sz="1600" b="0" dirty="0" smtClean="0"/>
              <a:t>d'un</a:t>
            </a:r>
            <a:r>
              <a:rPr sz="1600" b="0" spc="30" dirty="0" smtClean="0"/>
              <a:t> </a:t>
            </a:r>
            <a:r>
              <a:rPr sz="1600" b="0" dirty="0" err="1" smtClean="0"/>
              <a:t>système</a:t>
            </a:r>
            <a:r>
              <a:rPr sz="1600" b="0" spc="30" dirty="0" smtClean="0"/>
              <a:t> </a:t>
            </a:r>
            <a:r>
              <a:rPr sz="1600" b="0" dirty="0" smtClean="0"/>
              <a:t>de</a:t>
            </a:r>
            <a:r>
              <a:rPr sz="1600" b="0" spc="30" dirty="0" smtClean="0"/>
              <a:t> </a:t>
            </a:r>
            <a:r>
              <a:rPr sz="1600" b="0" dirty="0" err="1" smtClean="0"/>
              <a:t>fichiers</a:t>
            </a:r>
            <a:r>
              <a:rPr sz="1600" b="0" spc="40" dirty="0" smtClean="0"/>
              <a:t> </a:t>
            </a:r>
            <a:r>
              <a:rPr sz="1600" b="0" dirty="0" smtClean="0"/>
              <a:t>copy</a:t>
            </a:r>
            <a:r>
              <a:rPr sz="1600" b="0" spc="40" dirty="0" smtClean="0"/>
              <a:t> </a:t>
            </a:r>
            <a:r>
              <a:rPr sz="1600" b="0" dirty="0" smtClean="0"/>
              <a:t>on</a:t>
            </a:r>
            <a:r>
              <a:rPr sz="1600" b="0" spc="20" dirty="0" smtClean="0"/>
              <a:t> </a:t>
            </a:r>
            <a:r>
              <a:rPr sz="1600" b="0" dirty="0" smtClean="0"/>
              <a:t>write.</a:t>
            </a:r>
            <a:r>
              <a:rPr sz="1600" b="0" spc="35" dirty="0" smtClean="0"/>
              <a:t> </a:t>
            </a:r>
            <a:r>
              <a:rPr sz="1600" b="0" dirty="0" err="1" smtClean="0"/>
              <a:t>Ceci</a:t>
            </a:r>
            <a:r>
              <a:rPr sz="1600" b="0" spc="20" dirty="0" smtClean="0"/>
              <a:t> </a:t>
            </a:r>
            <a:r>
              <a:rPr sz="1600" b="0" dirty="0" smtClean="0"/>
              <a:t>assure</a:t>
            </a:r>
            <a:r>
              <a:rPr sz="1600" b="0" spc="55" dirty="0" smtClean="0"/>
              <a:t> </a:t>
            </a:r>
            <a:r>
              <a:rPr sz="1600" b="0" dirty="0" smtClean="0"/>
              <a:t>la</a:t>
            </a:r>
            <a:r>
              <a:rPr sz="1600" b="0" spc="30" dirty="0" smtClean="0"/>
              <a:t> </a:t>
            </a:r>
            <a:r>
              <a:rPr sz="1600" b="0" dirty="0" err="1" smtClean="0"/>
              <a:t>déduplication</a:t>
            </a:r>
            <a:r>
              <a:rPr sz="1600" b="0" dirty="0" smtClean="0"/>
              <a:t>,</a:t>
            </a:r>
            <a:r>
              <a:rPr sz="1600" b="0" spc="45" dirty="0" smtClean="0"/>
              <a:t> </a:t>
            </a:r>
            <a:r>
              <a:rPr sz="1600" b="0" dirty="0" smtClean="0"/>
              <a:t>car</a:t>
            </a:r>
            <a:r>
              <a:rPr sz="1600" b="0" spc="20" dirty="0" smtClean="0"/>
              <a:t> </a:t>
            </a:r>
            <a:r>
              <a:rPr sz="1600" b="0" dirty="0" err="1" smtClean="0"/>
              <a:t>si</a:t>
            </a:r>
            <a:r>
              <a:rPr sz="1600" b="0" spc="15" dirty="0" smtClean="0"/>
              <a:t> </a:t>
            </a:r>
            <a:r>
              <a:rPr sz="1600" b="0" dirty="0" err="1" smtClean="0"/>
              <a:t>plusieurs</a:t>
            </a:r>
            <a:r>
              <a:rPr sz="1600" b="0" spc="40" dirty="0" smtClean="0"/>
              <a:t> </a:t>
            </a:r>
            <a:r>
              <a:rPr sz="1600" b="0" dirty="0" err="1" smtClean="0"/>
              <a:t>fichiers</a:t>
            </a:r>
            <a:r>
              <a:rPr sz="1600" b="0" spc="45" dirty="0" smtClean="0"/>
              <a:t> </a:t>
            </a:r>
            <a:r>
              <a:rPr sz="1600" b="0" dirty="0" err="1" smtClean="0"/>
              <a:t>ont</a:t>
            </a:r>
            <a:r>
              <a:rPr sz="1600" b="0" spc="30" dirty="0" smtClean="0"/>
              <a:t> </a:t>
            </a:r>
            <a:r>
              <a:rPr sz="1600" b="0" dirty="0" smtClean="0"/>
              <a:t>les</a:t>
            </a:r>
            <a:r>
              <a:rPr sz="1600" b="0" spc="40" dirty="0" smtClean="0"/>
              <a:t> </a:t>
            </a:r>
            <a:r>
              <a:rPr sz="1600" b="0" dirty="0" err="1" smtClean="0"/>
              <a:t>mêmes</a:t>
            </a:r>
            <a:r>
              <a:rPr sz="1600" b="0" spc="40" dirty="0" smtClean="0"/>
              <a:t> </a:t>
            </a:r>
            <a:r>
              <a:rPr sz="1600" b="0" dirty="0" err="1" smtClean="0"/>
              <a:t>données</a:t>
            </a:r>
            <a:r>
              <a:rPr sz="1600" b="0" dirty="0" smtClean="0"/>
              <a:t>,</a:t>
            </a:r>
            <a:r>
              <a:rPr sz="1600" b="0" spc="40" dirty="0" smtClean="0"/>
              <a:t> </a:t>
            </a:r>
            <a:endParaRPr lang="fr-FR" sz="1600" b="0" spc="40" dirty="0" smtClean="0"/>
          </a:p>
          <a:p>
            <a:pPr marL="12700">
              <a:lnSpc>
                <a:spcPct val="100000"/>
              </a:lnSpc>
              <a:spcBef>
                <a:spcPts val="720"/>
              </a:spcBef>
            </a:pPr>
            <a:r>
              <a:rPr lang="fr-FR" sz="1600" b="0" spc="40" dirty="0"/>
              <a:t> </a:t>
            </a:r>
            <a:r>
              <a:rPr lang="fr-FR" sz="1600" b="0" spc="40" dirty="0" smtClean="0"/>
              <a:t>    </a:t>
            </a:r>
            <a:r>
              <a:rPr sz="1600" b="0" dirty="0" smtClean="0"/>
              <a:t>le</a:t>
            </a:r>
            <a:r>
              <a:rPr sz="1600" b="0" spc="35" dirty="0" smtClean="0"/>
              <a:t> </a:t>
            </a:r>
            <a:r>
              <a:rPr sz="1600" b="0" dirty="0" err="1" smtClean="0"/>
              <a:t>système</a:t>
            </a:r>
            <a:r>
              <a:rPr sz="1600" b="0" spc="30" dirty="0" smtClean="0"/>
              <a:t> </a:t>
            </a:r>
            <a:r>
              <a:rPr sz="1600" b="0" dirty="0" smtClean="0"/>
              <a:t>de</a:t>
            </a:r>
            <a:r>
              <a:rPr sz="1600" b="0" spc="30" dirty="0" smtClean="0"/>
              <a:t> </a:t>
            </a:r>
            <a:r>
              <a:rPr sz="1600" b="0" dirty="0" err="1" smtClean="0"/>
              <a:t>fichiers</a:t>
            </a:r>
            <a:r>
              <a:rPr sz="1600" b="0" spc="65" dirty="0" smtClean="0"/>
              <a:t> </a:t>
            </a:r>
            <a:r>
              <a:rPr sz="1600" b="0" dirty="0" err="1" smtClean="0"/>
              <a:t>peut</a:t>
            </a:r>
            <a:r>
              <a:rPr sz="1600" b="0" spc="35" dirty="0" smtClean="0"/>
              <a:t> </a:t>
            </a:r>
            <a:r>
              <a:rPr sz="1600" b="0" dirty="0" smtClean="0"/>
              <a:t>pointer</a:t>
            </a:r>
            <a:r>
              <a:rPr sz="1600" b="0" spc="20" dirty="0" smtClean="0"/>
              <a:t> </a:t>
            </a:r>
            <a:r>
              <a:rPr sz="1600" b="0" dirty="0" smtClean="0"/>
              <a:t>les</a:t>
            </a:r>
            <a:r>
              <a:rPr sz="1600" b="0" spc="40" dirty="0" smtClean="0"/>
              <a:t> </a:t>
            </a:r>
            <a:r>
              <a:rPr sz="1600" b="0" spc="-20" dirty="0" err="1" smtClean="0"/>
              <a:t>deux</a:t>
            </a:r>
            <a:r>
              <a:rPr lang="fr-FR" sz="1600" b="0" spc="-20" dirty="0"/>
              <a:t> </a:t>
            </a:r>
            <a:r>
              <a:rPr sz="1600" b="0" dirty="0" err="1" smtClean="0"/>
              <a:t>fichiers</a:t>
            </a:r>
            <a:r>
              <a:rPr sz="1600" b="0" spc="-15" dirty="0" smtClean="0"/>
              <a:t> </a:t>
            </a:r>
            <a:r>
              <a:rPr sz="1600" b="0" dirty="0" smtClean="0"/>
              <a:t>aux</a:t>
            </a:r>
            <a:r>
              <a:rPr sz="1600" b="0" spc="-50" dirty="0" smtClean="0"/>
              <a:t> </a:t>
            </a:r>
            <a:r>
              <a:rPr sz="1600" b="0" dirty="0" err="1" smtClean="0"/>
              <a:t>mêmes</a:t>
            </a:r>
            <a:r>
              <a:rPr sz="1600" b="0" spc="-25" dirty="0" smtClean="0"/>
              <a:t> </a:t>
            </a:r>
            <a:r>
              <a:rPr sz="1600" b="0" spc="-10" dirty="0" err="1" smtClean="0"/>
              <a:t>données</a:t>
            </a:r>
            <a:r>
              <a:rPr sz="1600" b="0" spc="-10" dirty="0" smtClean="0"/>
              <a:t>.</a:t>
            </a:r>
          </a:p>
          <a:p>
            <a:pPr marL="298450" indent="-285750">
              <a:lnSpc>
                <a:spcPct val="100000"/>
              </a:lnSpc>
              <a:spcBef>
                <a:spcPts val="720"/>
              </a:spcBef>
              <a:buFont typeface="Arial" panose="020B0604020202020204" pitchFamily="34" charset="0"/>
              <a:buChar char="•"/>
            </a:pPr>
            <a:r>
              <a:rPr sz="1600" b="0" dirty="0" err="1" smtClean="0"/>
              <a:t>Malgré</a:t>
            </a:r>
            <a:r>
              <a:rPr sz="1600" b="0" spc="-20" dirty="0" smtClean="0"/>
              <a:t> </a:t>
            </a:r>
            <a:r>
              <a:rPr sz="1600" b="0" dirty="0" err="1" smtClean="0"/>
              <a:t>sa</a:t>
            </a:r>
            <a:r>
              <a:rPr sz="1600" b="0" spc="-40" dirty="0" smtClean="0"/>
              <a:t> </a:t>
            </a:r>
            <a:r>
              <a:rPr sz="1600" b="0" spc="-10" dirty="0" err="1" smtClean="0"/>
              <a:t>complexité</a:t>
            </a:r>
            <a:r>
              <a:rPr sz="1600" b="0" spc="-10" dirty="0" smtClean="0"/>
              <a:t>,</a:t>
            </a:r>
            <a:r>
              <a:rPr sz="1600" b="0" dirty="0" smtClean="0"/>
              <a:t> ZFS</a:t>
            </a:r>
            <a:r>
              <a:rPr sz="1600" b="0" spc="-20" dirty="0" smtClean="0"/>
              <a:t> </a:t>
            </a:r>
            <a:r>
              <a:rPr sz="1600" b="0" dirty="0" err="1" smtClean="0"/>
              <a:t>est</a:t>
            </a:r>
            <a:r>
              <a:rPr sz="1600" b="0" spc="-35" dirty="0" smtClean="0"/>
              <a:t> </a:t>
            </a:r>
            <a:r>
              <a:rPr sz="1600" b="0" dirty="0" err="1" smtClean="0"/>
              <a:t>également</a:t>
            </a:r>
            <a:r>
              <a:rPr sz="1600" b="0" spc="-50" dirty="0" smtClean="0"/>
              <a:t> </a:t>
            </a:r>
            <a:r>
              <a:rPr sz="1600" b="0" dirty="0" err="1" smtClean="0"/>
              <a:t>disponible</a:t>
            </a:r>
            <a:r>
              <a:rPr sz="1600" b="0" dirty="0" smtClean="0"/>
              <a:t> sur</a:t>
            </a:r>
            <a:r>
              <a:rPr sz="1600" b="0" spc="-50" dirty="0" smtClean="0"/>
              <a:t> </a:t>
            </a:r>
            <a:r>
              <a:rPr sz="1600" b="0" dirty="0" smtClean="0"/>
              <a:t>Unix</a:t>
            </a:r>
            <a:r>
              <a:rPr lang="fr-FR" sz="1600" b="0" spc="5" dirty="0" smtClean="0"/>
              <a:t>, </a:t>
            </a:r>
            <a:r>
              <a:rPr sz="1600" b="0" dirty="0" smtClean="0"/>
              <a:t>Solaris</a:t>
            </a:r>
            <a:r>
              <a:rPr sz="1600" b="0" spc="10" dirty="0" smtClean="0"/>
              <a:t> </a:t>
            </a:r>
            <a:r>
              <a:rPr sz="1600" b="0" dirty="0" smtClean="0"/>
              <a:t>et</a:t>
            </a:r>
            <a:r>
              <a:rPr sz="1600" b="0" spc="-35" dirty="0" smtClean="0"/>
              <a:t> </a:t>
            </a:r>
            <a:r>
              <a:rPr sz="1600" b="0" spc="-20" dirty="0" smtClean="0"/>
              <a:t>BSD</a:t>
            </a:r>
            <a:r>
              <a:rPr lang="fr-FR" sz="1600" b="0" spc="-20" dirty="0" smtClean="0"/>
              <a:t>, </a:t>
            </a:r>
            <a:r>
              <a:rPr lang="fr-FR" sz="1600" b="0" dirty="0" err="1" smtClean="0"/>
              <a:t>macOS</a:t>
            </a:r>
            <a:endParaRPr sz="1600" b="0" spc="-20" dirty="0"/>
          </a:p>
        </p:txBody>
      </p:sp>
      <p:sp>
        <p:nvSpPr>
          <p:cNvPr id="16"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7"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7180733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8982" y="2373629"/>
            <a:ext cx="10591165" cy="1854354"/>
          </a:xfrm>
          <a:prstGeom prst="rect">
            <a:avLst/>
          </a:prstGeom>
        </p:spPr>
        <p:txBody>
          <a:bodyPr vert="horz" wrap="square" lIns="0" tIns="12700" rIns="0" bIns="0" rtlCol="0">
            <a:spAutoFit/>
          </a:bodyPr>
          <a:lstStyle/>
          <a:p>
            <a:pPr marL="298450" indent="-285750" algn="just">
              <a:lnSpc>
                <a:spcPct val="100000"/>
              </a:lnSpc>
              <a:spcBef>
                <a:spcPts val="100"/>
              </a:spcBef>
              <a:buFont typeface="Wingdings" panose="05000000000000000000" pitchFamily="2" charset="2"/>
              <a:buChar char="§"/>
            </a:pPr>
            <a:r>
              <a:rPr lang="fr-FR" sz="1600" dirty="0">
                <a:solidFill>
                  <a:srgbClr val="585858"/>
                </a:solidFill>
                <a:latin typeface="Calibri"/>
                <a:cs typeface="Calibri"/>
              </a:rPr>
              <a:t>U</a:t>
            </a:r>
            <a:r>
              <a:rPr sz="1600" dirty="0" smtClean="0">
                <a:solidFill>
                  <a:srgbClr val="585858"/>
                </a:solidFill>
                <a:latin typeface="Calibri"/>
                <a:cs typeface="Calibri"/>
              </a:rPr>
              <a:t>n</a:t>
            </a:r>
            <a:r>
              <a:rPr sz="1600" spc="-45" dirty="0" smtClean="0">
                <a:solidFill>
                  <a:srgbClr val="585858"/>
                </a:solidFill>
                <a:latin typeface="Calibri"/>
                <a:cs typeface="Calibri"/>
              </a:rPr>
              <a:t> </a:t>
            </a:r>
            <a:r>
              <a:rPr sz="1600" spc="-10" dirty="0">
                <a:solidFill>
                  <a:srgbClr val="585858"/>
                </a:solidFill>
                <a:latin typeface="Calibri"/>
                <a:cs typeface="Calibri"/>
              </a:rPr>
              <a:t>système</a:t>
            </a:r>
            <a:r>
              <a:rPr sz="1600" spc="-35" dirty="0">
                <a:solidFill>
                  <a:srgbClr val="585858"/>
                </a:solidFill>
                <a:latin typeface="Calibri"/>
                <a:cs typeface="Calibri"/>
              </a:rPr>
              <a:t> </a:t>
            </a:r>
            <a:r>
              <a:rPr sz="1600" dirty="0">
                <a:solidFill>
                  <a:srgbClr val="585858"/>
                </a:solidFill>
                <a:latin typeface="Calibri"/>
                <a:cs typeface="Calibri"/>
              </a:rPr>
              <a:t>de</a:t>
            </a:r>
            <a:r>
              <a:rPr sz="1600" spc="-40" dirty="0">
                <a:solidFill>
                  <a:srgbClr val="585858"/>
                </a:solidFill>
                <a:latin typeface="Calibri"/>
                <a:cs typeface="Calibri"/>
              </a:rPr>
              <a:t> </a:t>
            </a:r>
            <a:r>
              <a:rPr sz="1600" dirty="0">
                <a:solidFill>
                  <a:srgbClr val="585858"/>
                </a:solidFill>
                <a:latin typeface="Calibri"/>
                <a:cs typeface="Calibri"/>
              </a:rPr>
              <a:t>fichiers</a:t>
            </a:r>
            <a:r>
              <a:rPr sz="1600" spc="15" dirty="0">
                <a:solidFill>
                  <a:srgbClr val="585858"/>
                </a:solidFill>
                <a:latin typeface="Calibri"/>
                <a:cs typeface="Calibri"/>
              </a:rPr>
              <a:t> </a:t>
            </a:r>
            <a:r>
              <a:rPr sz="1600" dirty="0">
                <a:solidFill>
                  <a:srgbClr val="585858"/>
                </a:solidFill>
                <a:latin typeface="Calibri"/>
                <a:cs typeface="Calibri"/>
              </a:rPr>
              <a:t>moderne</a:t>
            </a:r>
            <a:r>
              <a:rPr sz="1600" spc="5" dirty="0">
                <a:solidFill>
                  <a:srgbClr val="585858"/>
                </a:solidFill>
                <a:latin typeface="Calibri"/>
                <a:cs typeface="Calibri"/>
              </a:rPr>
              <a:t> </a:t>
            </a:r>
            <a:r>
              <a:rPr sz="1600" dirty="0">
                <a:solidFill>
                  <a:srgbClr val="585858"/>
                </a:solidFill>
                <a:latin typeface="Calibri"/>
                <a:cs typeface="Calibri"/>
              </a:rPr>
              <a:t>pour</a:t>
            </a:r>
            <a:r>
              <a:rPr sz="1600" spc="-30" dirty="0">
                <a:solidFill>
                  <a:srgbClr val="585858"/>
                </a:solidFill>
                <a:latin typeface="Calibri"/>
                <a:cs typeface="Calibri"/>
              </a:rPr>
              <a:t> </a:t>
            </a:r>
            <a:r>
              <a:rPr sz="1600" dirty="0">
                <a:solidFill>
                  <a:srgbClr val="585858"/>
                </a:solidFill>
                <a:latin typeface="Calibri"/>
                <a:cs typeface="Calibri"/>
              </a:rPr>
              <a:t>Linux</a:t>
            </a:r>
            <a:r>
              <a:rPr sz="1600" spc="-10" dirty="0">
                <a:solidFill>
                  <a:srgbClr val="585858"/>
                </a:solidFill>
                <a:latin typeface="Calibri"/>
                <a:cs typeface="Calibri"/>
              </a:rPr>
              <a:t> </a:t>
            </a:r>
            <a:r>
              <a:rPr sz="1600" dirty="0">
                <a:solidFill>
                  <a:srgbClr val="585858"/>
                </a:solidFill>
                <a:latin typeface="Calibri"/>
                <a:cs typeface="Calibri"/>
              </a:rPr>
              <a:t>de</a:t>
            </a:r>
            <a:r>
              <a:rPr sz="1600" spc="-40" dirty="0">
                <a:solidFill>
                  <a:srgbClr val="585858"/>
                </a:solidFill>
                <a:latin typeface="Calibri"/>
                <a:cs typeface="Calibri"/>
              </a:rPr>
              <a:t> </a:t>
            </a:r>
            <a:r>
              <a:rPr sz="1600" dirty="0">
                <a:solidFill>
                  <a:srgbClr val="585858"/>
                </a:solidFill>
                <a:latin typeface="Calibri"/>
                <a:cs typeface="Calibri"/>
              </a:rPr>
              <a:t>type</a:t>
            </a:r>
            <a:r>
              <a:rPr sz="1600" spc="-35" dirty="0">
                <a:solidFill>
                  <a:srgbClr val="585858"/>
                </a:solidFill>
                <a:latin typeface="Calibri"/>
                <a:cs typeface="Calibri"/>
              </a:rPr>
              <a:t> </a:t>
            </a:r>
            <a:r>
              <a:rPr sz="1600" dirty="0">
                <a:solidFill>
                  <a:srgbClr val="585858"/>
                </a:solidFill>
                <a:latin typeface="Calibri"/>
                <a:cs typeface="Calibri"/>
              </a:rPr>
              <a:t>copy</a:t>
            </a:r>
            <a:r>
              <a:rPr sz="1600" spc="-30" dirty="0">
                <a:solidFill>
                  <a:srgbClr val="585858"/>
                </a:solidFill>
                <a:latin typeface="Calibri"/>
                <a:cs typeface="Calibri"/>
              </a:rPr>
              <a:t> </a:t>
            </a:r>
            <a:r>
              <a:rPr sz="1600" dirty="0">
                <a:solidFill>
                  <a:srgbClr val="585858"/>
                </a:solidFill>
                <a:latin typeface="Calibri"/>
                <a:cs typeface="Calibri"/>
              </a:rPr>
              <a:t>on</a:t>
            </a:r>
            <a:r>
              <a:rPr sz="1600" spc="-25" dirty="0">
                <a:solidFill>
                  <a:srgbClr val="585858"/>
                </a:solidFill>
                <a:latin typeface="Calibri"/>
                <a:cs typeface="Calibri"/>
              </a:rPr>
              <a:t> </a:t>
            </a:r>
            <a:r>
              <a:rPr sz="1600" spc="-10" dirty="0">
                <a:solidFill>
                  <a:srgbClr val="585858"/>
                </a:solidFill>
                <a:latin typeface="Calibri"/>
                <a:cs typeface="Calibri"/>
              </a:rPr>
              <a:t>write.</a:t>
            </a:r>
            <a:endParaRPr sz="1600" dirty="0">
              <a:latin typeface="Calibri"/>
              <a:cs typeface="Calibri"/>
            </a:endParaRPr>
          </a:p>
          <a:p>
            <a:pPr marL="298450" marR="10160" indent="-285750" algn="just">
              <a:lnSpc>
                <a:spcPts val="2880"/>
              </a:lnSpc>
              <a:spcBef>
                <a:spcPts val="335"/>
              </a:spcBef>
              <a:buFont typeface="Wingdings" panose="05000000000000000000" pitchFamily="2" charset="2"/>
              <a:buChar char="§"/>
            </a:pPr>
            <a:r>
              <a:rPr lang="fr-FR" sz="1600" dirty="0" smtClean="0">
                <a:solidFill>
                  <a:srgbClr val="585858"/>
                </a:solidFill>
                <a:latin typeface="Calibri"/>
                <a:cs typeface="Calibri"/>
              </a:rPr>
              <a:t>Il v</a:t>
            </a:r>
            <a:r>
              <a:rPr sz="1600" dirty="0" err="1" smtClean="0">
                <a:solidFill>
                  <a:srgbClr val="585858"/>
                </a:solidFill>
                <a:latin typeface="Calibri"/>
                <a:cs typeface="Calibri"/>
              </a:rPr>
              <a:t>ise</a:t>
            </a:r>
            <a:r>
              <a:rPr sz="1600" spc="50" dirty="0" smtClean="0">
                <a:solidFill>
                  <a:srgbClr val="585858"/>
                </a:solidFill>
                <a:latin typeface="Calibri"/>
                <a:cs typeface="Calibri"/>
              </a:rPr>
              <a:t> </a:t>
            </a:r>
            <a:r>
              <a:rPr sz="1600" dirty="0">
                <a:solidFill>
                  <a:srgbClr val="585858"/>
                </a:solidFill>
                <a:latin typeface="Calibri"/>
                <a:cs typeface="Calibri"/>
              </a:rPr>
              <a:t>à</a:t>
            </a:r>
            <a:r>
              <a:rPr sz="1600" spc="75" dirty="0">
                <a:solidFill>
                  <a:srgbClr val="585858"/>
                </a:solidFill>
                <a:latin typeface="Calibri"/>
                <a:cs typeface="Calibri"/>
              </a:rPr>
              <a:t> </a:t>
            </a:r>
            <a:r>
              <a:rPr sz="1600" dirty="0">
                <a:solidFill>
                  <a:srgbClr val="585858"/>
                </a:solidFill>
                <a:latin typeface="Calibri"/>
                <a:cs typeface="Calibri"/>
              </a:rPr>
              <a:t>implémenter</a:t>
            </a:r>
            <a:r>
              <a:rPr sz="1600" spc="40" dirty="0">
                <a:solidFill>
                  <a:srgbClr val="585858"/>
                </a:solidFill>
                <a:latin typeface="Calibri"/>
                <a:cs typeface="Calibri"/>
              </a:rPr>
              <a:t> </a:t>
            </a:r>
            <a:r>
              <a:rPr sz="1600" dirty="0">
                <a:solidFill>
                  <a:srgbClr val="585858"/>
                </a:solidFill>
                <a:latin typeface="Calibri"/>
                <a:cs typeface="Calibri"/>
              </a:rPr>
              <a:t>de</a:t>
            </a:r>
            <a:r>
              <a:rPr sz="1600" spc="70" dirty="0">
                <a:solidFill>
                  <a:srgbClr val="585858"/>
                </a:solidFill>
                <a:latin typeface="Calibri"/>
                <a:cs typeface="Calibri"/>
              </a:rPr>
              <a:t> </a:t>
            </a:r>
            <a:r>
              <a:rPr sz="1600" dirty="0">
                <a:solidFill>
                  <a:srgbClr val="585858"/>
                </a:solidFill>
                <a:latin typeface="Calibri"/>
                <a:cs typeface="Calibri"/>
              </a:rPr>
              <a:t>nombreuses</a:t>
            </a:r>
            <a:r>
              <a:rPr sz="1600" spc="80" dirty="0">
                <a:solidFill>
                  <a:srgbClr val="585858"/>
                </a:solidFill>
                <a:latin typeface="Calibri"/>
                <a:cs typeface="Calibri"/>
              </a:rPr>
              <a:t> </a:t>
            </a:r>
            <a:r>
              <a:rPr sz="1600" dirty="0">
                <a:solidFill>
                  <a:srgbClr val="585858"/>
                </a:solidFill>
                <a:latin typeface="Calibri"/>
                <a:cs typeface="Calibri"/>
              </a:rPr>
              <a:t>fonctionnalités</a:t>
            </a:r>
            <a:r>
              <a:rPr sz="1600" spc="90" dirty="0">
                <a:solidFill>
                  <a:srgbClr val="585858"/>
                </a:solidFill>
                <a:latin typeface="Calibri"/>
                <a:cs typeface="Calibri"/>
              </a:rPr>
              <a:t> </a:t>
            </a:r>
            <a:r>
              <a:rPr sz="1600" dirty="0">
                <a:solidFill>
                  <a:srgbClr val="585858"/>
                </a:solidFill>
                <a:latin typeface="Calibri"/>
                <a:cs typeface="Calibri"/>
              </a:rPr>
              <a:t>avancées</a:t>
            </a:r>
            <a:r>
              <a:rPr sz="1600" spc="60" dirty="0">
                <a:solidFill>
                  <a:srgbClr val="585858"/>
                </a:solidFill>
                <a:latin typeface="Calibri"/>
                <a:cs typeface="Calibri"/>
              </a:rPr>
              <a:t> </a:t>
            </a:r>
            <a:r>
              <a:rPr sz="1600" dirty="0">
                <a:solidFill>
                  <a:srgbClr val="585858"/>
                </a:solidFill>
                <a:latin typeface="Calibri"/>
                <a:cs typeface="Calibri"/>
              </a:rPr>
              <a:t>du</a:t>
            </a:r>
            <a:r>
              <a:rPr sz="1600" spc="65" dirty="0">
                <a:solidFill>
                  <a:srgbClr val="585858"/>
                </a:solidFill>
                <a:latin typeface="Calibri"/>
                <a:cs typeface="Calibri"/>
              </a:rPr>
              <a:t> </a:t>
            </a:r>
            <a:r>
              <a:rPr sz="1600" dirty="0">
                <a:solidFill>
                  <a:srgbClr val="585858"/>
                </a:solidFill>
                <a:latin typeface="Calibri"/>
                <a:cs typeface="Calibri"/>
              </a:rPr>
              <a:t>système</a:t>
            </a:r>
            <a:r>
              <a:rPr sz="1600" spc="55" dirty="0">
                <a:solidFill>
                  <a:srgbClr val="585858"/>
                </a:solidFill>
                <a:latin typeface="Calibri"/>
                <a:cs typeface="Calibri"/>
              </a:rPr>
              <a:t> </a:t>
            </a:r>
            <a:r>
              <a:rPr sz="1600" dirty="0">
                <a:solidFill>
                  <a:srgbClr val="585858"/>
                </a:solidFill>
                <a:latin typeface="Calibri"/>
                <a:cs typeface="Calibri"/>
              </a:rPr>
              <a:t>de</a:t>
            </a:r>
            <a:r>
              <a:rPr sz="1600" spc="70" dirty="0">
                <a:solidFill>
                  <a:srgbClr val="585858"/>
                </a:solidFill>
                <a:latin typeface="Calibri"/>
                <a:cs typeface="Calibri"/>
              </a:rPr>
              <a:t> </a:t>
            </a:r>
            <a:r>
              <a:rPr sz="1600" dirty="0">
                <a:solidFill>
                  <a:srgbClr val="585858"/>
                </a:solidFill>
                <a:latin typeface="Calibri"/>
                <a:cs typeface="Calibri"/>
              </a:rPr>
              <a:t>fichiers</a:t>
            </a:r>
            <a:r>
              <a:rPr sz="1600" spc="60" dirty="0">
                <a:solidFill>
                  <a:srgbClr val="585858"/>
                </a:solidFill>
                <a:latin typeface="Calibri"/>
                <a:cs typeface="Calibri"/>
              </a:rPr>
              <a:t> </a:t>
            </a:r>
            <a:r>
              <a:rPr sz="1600" dirty="0">
                <a:solidFill>
                  <a:srgbClr val="585858"/>
                </a:solidFill>
                <a:latin typeface="Calibri"/>
                <a:cs typeface="Calibri"/>
              </a:rPr>
              <a:t>tout</a:t>
            </a:r>
            <a:r>
              <a:rPr sz="1600" spc="55" dirty="0">
                <a:solidFill>
                  <a:srgbClr val="585858"/>
                </a:solidFill>
                <a:latin typeface="Calibri"/>
                <a:cs typeface="Calibri"/>
              </a:rPr>
              <a:t> </a:t>
            </a:r>
            <a:r>
              <a:rPr sz="1600" dirty="0">
                <a:solidFill>
                  <a:srgbClr val="585858"/>
                </a:solidFill>
                <a:latin typeface="Calibri"/>
                <a:cs typeface="Calibri"/>
              </a:rPr>
              <a:t>en</a:t>
            </a:r>
            <a:r>
              <a:rPr sz="1600" spc="65" dirty="0">
                <a:solidFill>
                  <a:srgbClr val="585858"/>
                </a:solidFill>
                <a:latin typeface="Calibri"/>
                <a:cs typeface="Calibri"/>
              </a:rPr>
              <a:t> </a:t>
            </a:r>
            <a:r>
              <a:rPr sz="1600" dirty="0">
                <a:solidFill>
                  <a:srgbClr val="585858"/>
                </a:solidFill>
                <a:latin typeface="Calibri"/>
                <a:cs typeface="Calibri"/>
              </a:rPr>
              <a:t>se</a:t>
            </a:r>
            <a:r>
              <a:rPr sz="1600" spc="50" dirty="0">
                <a:solidFill>
                  <a:srgbClr val="585858"/>
                </a:solidFill>
                <a:latin typeface="Calibri"/>
                <a:cs typeface="Calibri"/>
              </a:rPr>
              <a:t> </a:t>
            </a:r>
            <a:r>
              <a:rPr sz="1600" dirty="0">
                <a:solidFill>
                  <a:srgbClr val="585858"/>
                </a:solidFill>
                <a:latin typeface="Calibri"/>
                <a:cs typeface="Calibri"/>
              </a:rPr>
              <a:t>concentrant</a:t>
            </a:r>
            <a:r>
              <a:rPr sz="1600" spc="60" dirty="0">
                <a:solidFill>
                  <a:srgbClr val="585858"/>
                </a:solidFill>
                <a:latin typeface="Calibri"/>
                <a:cs typeface="Calibri"/>
              </a:rPr>
              <a:t> </a:t>
            </a:r>
            <a:r>
              <a:rPr sz="1600" dirty="0">
                <a:solidFill>
                  <a:srgbClr val="585858"/>
                </a:solidFill>
                <a:latin typeface="Calibri"/>
                <a:cs typeface="Calibri"/>
              </a:rPr>
              <a:t>sur</a:t>
            </a:r>
            <a:r>
              <a:rPr sz="1600" spc="60" dirty="0">
                <a:solidFill>
                  <a:srgbClr val="585858"/>
                </a:solidFill>
                <a:latin typeface="Calibri"/>
                <a:cs typeface="Calibri"/>
              </a:rPr>
              <a:t> </a:t>
            </a:r>
            <a:r>
              <a:rPr sz="1600" dirty="0">
                <a:solidFill>
                  <a:srgbClr val="585858"/>
                </a:solidFill>
                <a:latin typeface="Calibri"/>
                <a:cs typeface="Calibri"/>
              </a:rPr>
              <a:t>la</a:t>
            </a:r>
            <a:r>
              <a:rPr sz="1600" spc="50" dirty="0">
                <a:solidFill>
                  <a:srgbClr val="585858"/>
                </a:solidFill>
                <a:latin typeface="Calibri"/>
                <a:cs typeface="Calibri"/>
              </a:rPr>
              <a:t> </a:t>
            </a:r>
            <a:r>
              <a:rPr sz="1600" dirty="0">
                <a:solidFill>
                  <a:srgbClr val="585858"/>
                </a:solidFill>
                <a:latin typeface="Calibri"/>
                <a:cs typeface="Calibri"/>
              </a:rPr>
              <a:t>tolérance</a:t>
            </a:r>
            <a:r>
              <a:rPr sz="1600" spc="80" dirty="0">
                <a:solidFill>
                  <a:srgbClr val="585858"/>
                </a:solidFill>
                <a:latin typeface="Calibri"/>
                <a:cs typeface="Calibri"/>
              </a:rPr>
              <a:t> </a:t>
            </a:r>
            <a:r>
              <a:rPr sz="1600" dirty="0">
                <a:solidFill>
                  <a:srgbClr val="585858"/>
                </a:solidFill>
                <a:latin typeface="Calibri"/>
                <a:cs typeface="Calibri"/>
              </a:rPr>
              <a:t>aux</a:t>
            </a:r>
            <a:r>
              <a:rPr sz="1600" spc="80" dirty="0">
                <a:solidFill>
                  <a:srgbClr val="585858"/>
                </a:solidFill>
                <a:latin typeface="Calibri"/>
                <a:cs typeface="Calibri"/>
              </a:rPr>
              <a:t> </a:t>
            </a:r>
            <a:r>
              <a:rPr sz="1600" dirty="0">
                <a:solidFill>
                  <a:srgbClr val="585858"/>
                </a:solidFill>
                <a:latin typeface="Calibri"/>
                <a:cs typeface="Calibri"/>
              </a:rPr>
              <a:t>pannes,</a:t>
            </a:r>
            <a:r>
              <a:rPr sz="1600" spc="60" dirty="0">
                <a:solidFill>
                  <a:srgbClr val="585858"/>
                </a:solidFill>
                <a:latin typeface="Calibri"/>
                <a:cs typeface="Calibri"/>
              </a:rPr>
              <a:t> </a:t>
            </a:r>
            <a:r>
              <a:rPr sz="1600" dirty="0">
                <a:solidFill>
                  <a:srgbClr val="585858"/>
                </a:solidFill>
                <a:latin typeface="Calibri"/>
                <a:cs typeface="Calibri"/>
              </a:rPr>
              <a:t>la</a:t>
            </a:r>
            <a:r>
              <a:rPr sz="1600" spc="70" dirty="0">
                <a:solidFill>
                  <a:srgbClr val="585858"/>
                </a:solidFill>
                <a:latin typeface="Calibri"/>
                <a:cs typeface="Calibri"/>
              </a:rPr>
              <a:t> </a:t>
            </a:r>
            <a:r>
              <a:rPr sz="1600" dirty="0">
                <a:solidFill>
                  <a:srgbClr val="585858"/>
                </a:solidFill>
                <a:latin typeface="Calibri"/>
                <a:cs typeface="Calibri"/>
              </a:rPr>
              <a:t>réparation</a:t>
            </a:r>
            <a:r>
              <a:rPr sz="1600" spc="45" dirty="0">
                <a:solidFill>
                  <a:srgbClr val="585858"/>
                </a:solidFill>
                <a:latin typeface="Calibri"/>
                <a:cs typeface="Calibri"/>
              </a:rPr>
              <a:t> </a:t>
            </a:r>
            <a:r>
              <a:rPr sz="1600" dirty="0">
                <a:solidFill>
                  <a:srgbClr val="585858"/>
                </a:solidFill>
                <a:latin typeface="Calibri"/>
                <a:cs typeface="Calibri"/>
              </a:rPr>
              <a:t>et</a:t>
            </a:r>
            <a:r>
              <a:rPr sz="1600" spc="75" dirty="0">
                <a:solidFill>
                  <a:srgbClr val="585858"/>
                </a:solidFill>
                <a:latin typeface="Calibri"/>
                <a:cs typeface="Calibri"/>
              </a:rPr>
              <a:t> </a:t>
            </a:r>
            <a:r>
              <a:rPr sz="1600" dirty="0">
                <a:solidFill>
                  <a:srgbClr val="585858"/>
                </a:solidFill>
                <a:latin typeface="Calibri"/>
                <a:cs typeface="Calibri"/>
              </a:rPr>
              <a:t>la</a:t>
            </a:r>
            <a:r>
              <a:rPr sz="1600" spc="65" dirty="0">
                <a:solidFill>
                  <a:srgbClr val="585858"/>
                </a:solidFill>
                <a:latin typeface="Calibri"/>
                <a:cs typeface="Calibri"/>
              </a:rPr>
              <a:t> </a:t>
            </a:r>
            <a:r>
              <a:rPr sz="1600" spc="-10" dirty="0">
                <a:solidFill>
                  <a:srgbClr val="585858"/>
                </a:solidFill>
                <a:latin typeface="Calibri"/>
                <a:cs typeface="Calibri"/>
              </a:rPr>
              <a:t>facilité d'administration.</a:t>
            </a:r>
            <a:endParaRPr sz="1600" dirty="0">
              <a:latin typeface="Calibri"/>
              <a:cs typeface="Calibri"/>
            </a:endParaRPr>
          </a:p>
          <a:p>
            <a:pPr marL="298450" indent="-285750" algn="just">
              <a:lnSpc>
                <a:spcPct val="100000"/>
              </a:lnSpc>
              <a:spcBef>
                <a:spcPts val="1105"/>
              </a:spcBef>
              <a:buFont typeface="Wingdings" panose="05000000000000000000" pitchFamily="2" charset="2"/>
              <a:buChar char="§"/>
            </a:pPr>
            <a:r>
              <a:rPr lang="fr-FR" sz="1600" dirty="0" smtClean="0">
                <a:solidFill>
                  <a:srgbClr val="585858"/>
                </a:solidFill>
                <a:latin typeface="Calibri"/>
                <a:cs typeface="Calibri"/>
              </a:rPr>
              <a:t>Il </a:t>
            </a:r>
            <a:r>
              <a:rPr sz="1600" dirty="0" err="1" smtClean="0">
                <a:solidFill>
                  <a:srgbClr val="585858"/>
                </a:solidFill>
                <a:latin typeface="Calibri"/>
                <a:cs typeface="Calibri"/>
              </a:rPr>
              <a:t>est</a:t>
            </a:r>
            <a:r>
              <a:rPr sz="1600" spc="-30" dirty="0" smtClean="0">
                <a:solidFill>
                  <a:srgbClr val="585858"/>
                </a:solidFill>
                <a:latin typeface="Calibri"/>
                <a:cs typeface="Calibri"/>
              </a:rPr>
              <a:t> </a:t>
            </a:r>
            <a:r>
              <a:rPr sz="1600" dirty="0">
                <a:solidFill>
                  <a:srgbClr val="585858"/>
                </a:solidFill>
                <a:latin typeface="Calibri"/>
                <a:cs typeface="Calibri"/>
              </a:rPr>
              <a:t>conçu pour</a:t>
            </a:r>
            <a:r>
              <a:rPr sz="1600" spc="-25" dirty="0">
                <a:solidFill>
                  <a:srgbClr val="585858"/>
                </a:solidFill>
                <a:latin typeface="Calibri"/>
                <a:cs typeface="Calibri"/>
              </a:rPr>
              <a:t> </a:t>
            </a:r>
            <a:r>
              <a:rPr sz="1600" spc="-10" dirty="0">
                <a:solidFill>
                  <a:srgbClr val="585858"/>
                </a:solidFill>
                <a:latin typeface="Calibri"/>
                <a:cs typeface="Calibri"/>
              </a:rPr>
              <a:t>répondre</a:t>
            </a:r>
            <a:r>
              <a:rPr sz="1600" spc="10" dirty="0">
                <a:solidFill>
                  <a:srgbClr val="585858"/>
                </a:solidFill>
                <a:latin typeface="Calibri"/>
                <a:cs typeface="Calibri"/>
              </a:rPr>
              <a:t> </a:t>
            </a:r>
            <a:r>
              <a:rPr sz="1600" dirty="0">
                <a:solidFill>
                  <a:srgbClr val="585858"/>
                </a:solidFill>
                <a:latin typeface="Calibri"/>
                <a:cs typeface="Calibri"/>
              </a:rPr>
              <a:t>aux</a:t>
            </a:r>
            <a:r>
              <a:rPr sz="1600" spc="-30" dirty="0">
                <a:solidFill>
                  <a:srgbClr val="585858"/>
                </a:solidFill>
                <a:latin typeface="Calibri"/>
                <a:cs typeface="Calibri"/>
              </a:rPr>
              <a:t> </a:t>
            </a:r>
            <a:r>
              <a:rPr sz="1600" dirty="0">
                <a:solidFill>
                  <a:srgbClr val="585858"/>
                </a:solidFill>
                <a:latin typeface="Calibri"/>
                <a:cs typeface="Calibri"/>
              </a:rPr>
              <a:t>exigences</a:t>
            </a:r>
            <a:r>
              <a:rPr sz="1600" spc="-5" dirty="0">
                <a:solidFill>
                  <a:srgbClr val="585858"/>
                </a:solidFill>
                <a:latin typeface="Calibri"/>
                <a:cs typeface="Calibri"/>
              </a:rPr>
              <a:t> </a:t>
            </a:r>
            <a:r>
              <a:rPr sz="1600" dirty="0">
                <a:solidFill>
                  <a:srgbClr val="585858"/>
                </a:solidFill>
                <a:latin typeface="Calibri"/>
                <a:cs typeface="Calibri"/>
              </a:rPr>
              <a:t>de</a:t>
            </a:r>
            <a:r>
              <a:rPr sz="1600" spc="-30" dirty="0">
                <a:solidFill>
                  <a:srgbClr val="585858"/>
                </a:solidFill>
                <a:latin typeface="Calibri"/>
                <a:cs typeface="Calibri"/>
              </a:rPr>
              <a:t> </a:t>
            </a:r>
            <a:r>
              <a:rPr sz="1600" dirty="0">
                <a:solidFill>
                  <a:srgbClr val="585858"/>
                </a:solidFill>
                <a:latin typeface="Calibri"/>
                <a:cs typeface="Calibri"/>
              </a:rPr>
              <a:t>hautes</a:t>
            </a:r>
            <a:r>
              <a:rPr sz="1600" spc="-10" dirty="0">
                <a:solidFill>
                  <a:srgbClr val="585858"/>
                </a:solidFill>
                <a:latin typeface="Calibri"/>
                <a:cs typeface="Calibri"/>
              </a:rPr>
              <a:t> performances</a:t>
            </a:r>
            <a:r>
              <a:rPr sz="1600" dirty="0">
                <a:solidFill>
                  <a:srgbClr val="585858"/>
                </a:solidFill>
                <a:latin typeface="Calibri"/>
                <a:cs typeface="Calibri"/>
              </a:rPr>
              <a:t> et</a:t>
            </a:r>
            <a:r>
              <a:rPr sz="1600" spc="-35" dirty="0">
                <a:solidFill>
                  <a:srgbClr val="585858"/>
                </a:solidFill>
                <a:latin typeface="Calibri"/>
                <a:cs typeface="Calibri"/>
              </a:rPr>
              <a:t> </a:t>
            </a:r>
            <a:r>
              <a:rPr sz="1600" dirty="0">
                <a:solidFill>
                  <a:srgbClr val="585858"/>
                </a:solidFill>
                <a:latin typeface="Calibri"/>
                <a:cs typeface="Calibri"/>
              </a:rPr>
              <a:t>de</a:t>
            </a:r>
            <a:r>
              <a:rPr sz="1600" spc="-15" dirty="0">
                <a:solidFill>
                  <a:srgbClr val="585858"/>
                </a:solidFill>
                <a:latin typeface="Calibri"/>
                <a:cs typeface="Calibri"/>
              </a:rPr>
              <a:t> </a:t>
            </a:r>
            <a:r>
              <a:rPr sz="1600" dirty="0">
                <a:solidFill>
                  <a:srgbClr val="585858"/>
                </a:solidFill>
                <a:latin typeface="Calibri"/>
                <a:cs typeface="Calibri"/>
              </a:rPr>
              <a:t>grands</a:t>
            </a:r>
            <a:r>
              <a:rPr sz="1600" spc="-30" dirty="0">
                <a:solidFill>
                  <a:srgbClr val="585858"/>
                </a:solidFill>
                <a:latin typeface="Calibri"/>
                <a:cs typeface="Calibri"/>
              </a:rPr>
              <a:t> </a:t>
            </a:r>
            <a:r>
              <a:rPr sz="1600" dirty="0">
                <a:solidFill>
                  <a:srgbClr val="585858"/>
                </a:solidFill>
                <a:latin typeface="Calibri"/>
                <a:cs typeface="Calibri"/>
              </a:rPr>
              <a:t>serveurs</a:t>
            </a:r>
            <a:r>
              <a:rPr sz="1600" spc="-20" dirty="0">
                <a:solidFill>
                  <a:srgbClr val="585858"/>
                </a:solidFill>
                <a:latin typeface="Calibri"/>
                <a:cs typeface="Calibri"/>
              </a:rPr>
              <a:t> </a:t>
            </a:r>
            <a:r>
              <a:rPr sz="1600" dirty="0">
                <a:solidFill>
                  <a:srgbClr val="585858"/>
                </a:solidFill>
                <a:latin typeface="Calibri"/>
                <a:cs typeface="Calibri"/>
              </a:rPr>
              <a:t>de</a:t>
            </a:r>
            <a:r>
              <a:rPr sz="1600" spc="-40" dirty="0">
                <a:solidFill>
                  <a:srgbClr val="585858"/>
                </a:solidFill>
                <a:latin typeface="Calibri"/>
                <a:cs typeface="Calibri"/>
              </a:rPr>
              <a:t> </a:t>
            </a:r>
            <a:r>
              <a:rPr sz="1600" spc="-10" dirty="0">
                <a:solidFill>
                  <a:srgbClr val="585858"/>
                </a:solidFill>
                <a:latin typeface="Calibri"/>
                <a:cs typeface="Calibri"/>
              </a:rPr>
              <a:t>stockage.</a:t>
            </a:r>
            <a:endParaRPr sz="1600" dirty="0">
              <a:latin typeface="Calibri"/>
              <a:cs typeface="Calibri"/>
            </a:endParaRPr>
          </a:p>
          <a:p>
            <a:pPr marL="298450" indent="-285750" algn="just">
              <a:lnSpc>
                <a:spcPct val="100000"/>
              </a:lnSpc>
              <a:spcBef>
                <a:spcPts val="1445"/>
              </a:spcBef>
              <a:buFont typeface="Wingdings" panose="05000000000000000000" pitchFamily="2" charset="2"/>
              <a:buChar char="§"/>
            </a:pPr>
            <a:r>
              <a:rPr sz="1600" dirty="0">
                <a:solidFill>
                  <a:srgbClr val="585858"/>
                </a:solidFill>
                <a:latin typeface="Calibri"/>
                <a:cs typeface="Calibri"/>
              </a:rPr>
              <a:t>Il</a:t>
            </a:r>
            <a:r>
              <a:rPr sz="1600" spc="-60" dirty="0">
                <a:solidFill>
                  <a:srgbClr val="585858"/>
                </a:solidFill>
                <a:latin typeface="Calibri"/>
                <a:cs typeface="Calibri"/>
              </a:rPr>
              <a:t> </a:t>
            </a:r>
            <a:r>
              <a:rPr sz="1600" dirty="0">
                <a:solidFill>
                  <a:srgbClr val="585858"/>
                </a:solidFill>
                <a:latin typeface="Calibri"/>
                <a:cs typeface="Calibri"/>
              </a:rPr>
              <a:t>convient</a:t>
            </a:r>
            <a:r>
              <a:rPr sz="1600" spc="-25" dirty="0">
                <a:solidFill>
                  <a:srgbClr val="585858"/>
                </a:solidFill>
                <a:latin typeface="Calibri"/>
                <a:cs typeface="Calibri"/>
              </a:rPr>
              <a:t> </a:t>
            </a:r>
            <a:r>
              <a:rPr sz="1600" dirty="0">
                <a:solidFill>
                  <a:srgbClr val="585858"/>
                </a:solidFill>
                <a:latin typeface="Calibri"/>
                <a:cs typeface="Calibri"/>
              </a:rPr>
              <a:t>aux</a:t>
            </a:r>
            <a:r>
              <a:rPr sz="1600" spc="-45" dirty="0">
                <a:solidFill>
                  <a:srgbClr val="585858"/>
                </a:solidFill>
                <a:latin typeface="Calibri"/>
                <a:cs typeface="Calibri"/>
              </a:rPr>
              <a:t> </a:t>
            </a:r>
            <a:r>
              <a:rPr sz="1600" dirty="0">
                <a:solidFill>
                  <a:srgbClr val="585858"/>
                </a:solidFill>
                <a:latin typeface="Calibri"/>
                <a:cs typeface="Calibri"/>
              </a:rPr>
              <a:t>centres</a:t>
            </a:r>
            <a:r>
              <a:rPr sz="1600" spc="-40" dirty="0">
                <a:solidFill>
                  <a:srgbClr val="585858"/>
                </a:solidFill>
                <a:latin typeface="Calibri"/>
                <a:cs typeface="Calibri"/>
              </a:rPr>
              <a:t> </a:t>
            </a:r>
            <a:r>
              <a:rPr sz="1600" dirty="0">
                <a:solidFill>
                  <a:srgbClr val="585858"/>
                </a:solidFill>
                <a:latin typeface="Calibri"/>
                <a:cs typeface="Calibri"/>
              </a:rPr>
              <a:t>de</a:t>
            </a:r>
            <a:r>
              <a:rPr sz="1600" spc="-30" dirty="0">
                <a:solidFill>
                  <a:srgbClr val="585858"/>
                </a:solidFill>
                <a:latin typeface="Calibri"/>
                <a:cs typeface="Calibri"/>
              </a:rPr>
              <a:t> </a:t>
            </a:r>
            <a:r>
              <a:rPr sz="1600" dirty="0">
                <a:solidFill>
                  <a:srgbClr val="585858"/>
                </a:solidFill>
                <a:latin typeface="Calibri"/>
                <a:cs typeface="Calibri"/>
              </a:rPr>
              <a:t>données</a:t>
            </a:r>
            <a:r>
              <a:rPr sz="1600" spc="-15" dirty="0">
                <a:solidFill>
                  <a:srgbClr val="585858"/>
                </a:solidFill>
                <a:latin typeface="Calibri"/>
                <a:cs typeface="Calibri"/>
              </a:rPr>
              <a:t> </a:t>
            </a:r>
            <a:r>
              <a:rPr sz="1600" dirty="0">
                <a:solidFill>
                  <a:srgbClr val="585858"/>
                </a:solidFill>
                <a:latin typeface="Calibri"/>
                <a:cs typeface="Calibri"/>
              </a:rPr>
              <a:t>à</a:t>
            </a:r>
            <a:r>
              <a:rPr sz="1600" spc="-50" dirty="0">
                <a:solidFill>
                  <a:srgbClr val="585858"/>
                </a:solidFill>
                <a:latin typeface="Calibri"/>
                <a:cs typeface="Calibri"/>
              </a:rPr>
              <a:t> </a:t>
            </a:r>
            <a:r>
              <a:rPr sz="1600" dirty="0">
                <a:solidFill>
                  <a:srgbClr val="585858"/>
                </a:solidFill>
                <a:latin typeface="Calibri"/>
                <a:cs typeface="Calibri"/>
              </a:rPr>
              <a:t>grande</a:t>
            </a:r>
            <a:r>
              <a:rPr sz="1600" spc="-45" dirty="0">
                <a:solidFill>
                  <a:srgbClr val="585858"/>
                </a:solidFill>
                <a:latin typeface="Calibri"/>
                <a:cs typeface="Calibri"/>
              </a:rPr>
              <a:t> </a:t>
            </a:r>
            <a:r>
              <a:rPr sz="1600" dirty="0">
                <a:solidFill>
                  <a:srgbClr val="585858"/>
                </a:solidFill>
                <a:latin typeface="Calibri"/>
                <a:cs typeface="Calibri"/>
              </a:rPr>
              <a:t>échelle</a:t>
            </a:r>
            <a:r>
              <a:rPr sz="1600" spc="-5" dirty="0">
                <a:solidFill>
                  <a:srgbClr val="585858"/>
                </a:solidFill>
                <a:latin typeface="Calibri"/>
                <a:cs typeface="Calibri"/>
              </a:rPr>
              <a:t> </a:t>
            </a:r>
            <a:r>
              <a:rPr sz="1600" dirty="0">
                <a:solidFill>
                  <a:srgbClr val="585858"/>
                </a:solidFill>
                <a:latin typeface="Calibri"/>
                <a:cs typeface="Calibri"/>
              </a:rPr>
              <a:t>ainsi</a:t>
            </a:r>
            <a:r>
              <a:rPr sz="1600" spc="-35" dirty="0">
                <a:solidFill>
                  <a:srgbClr val="585858"/>
                </a:solidFill>
                <a:latin typeface="Calibri"/>
                <a:cs typeface="Calibri"/>
              </a:rPr>
              <a:t> </a:t>
            </a:r>
            <a:r>
              <a:rPr sz="1600" dirty="0">
                <a:solidFill>
                  <a:srgbClr val="585858"/>
                </a:solidFill>
                <a:latin typeface="Calibri"/>
                <a:cs typeface="Calibri"/>
              </a:rPr>
              <a:t>qu'aux</a:t>
            </a:r>
            <a:r>
              <a:rPr sz="1600" spc="-20" dirty="0">
                <a:solidFill>
                  <a:srgbClr val="585858"/>
                </a:solidFill>
                <a:latin typeface="Calibri"/>
                <a:cs typeface="Calibri"/>
              </a:rPr>
              <a:t> </a:t>
            </a:r>
            <a:r>
              <a:rPr sz="1600" dirty="0">
                <a:solidFill>
                  <a:srgbClr val="585858"/>
                </a:solidFill>
                <a:latin typeface="Calibri"/>
                <a:cs typeface="Calibri"/>
              </a:rPr>
              <a:t>smartphones</a:t>
            </a:r>
            <a:r>
              <a:rPr sz="1600" spc="-35" dirty="0">
                <a:solidFill>
                  <a:srgbClr val="585858"/>
                </a:solidFill>
                <a:latin typeface="Calibri"/>
                <a:cs typeface="Calibri"/>
              </a:rPr>
              <a:t> </a:t>
            </a:r>
            <a:r>
              <a:rPr sz="1600" spc="-10" dirty="0" err="1">
                <a:solidFill>
                  <a:srgbClr val="585858"/>
                </a:solidFill>
                <a:latin typeface="Calibri"/>
                <a:cs typeface="Calibri"/>
              </a:rPr>
              <a:t>cellulaires</a:t>
            </a:r>
            <a:r>
              <a:rPr sz="1600" spc="-10" dirty="0" smtClean="0">
                <a:solidFill>
                  <a:srgbClr val="585858"/>
                </a:solidFill>
                <a:latin typeface="Calibri"/>
                <a:cs typeface="Calibri"/>
              </a:rPr>
              <a:t>.</a:t>
            </a:r>
            <a:endParaRPr sz="1600" dirty="0">
              <a:latin typeface="Calibri"/>
              <a:cs typeface="Calibri"/>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30</a:t>
            </a:fld>
            <a:endParaRPr spc="-25" dirty="0"/>
          </a:p>
        </p:txBody>
      </p:sp>
      <p:sp>
        <p:nvSpPr>
          <p:cNvPr id="12" name="object 12"/>
          <p:cNvSpPr txBox="1"/>
          <p:nvPr/>
        </p:nvSpPr>
        <p:spPr>
          <a:xfrm>
            <a:off x="798982" y="1602105"/>
            <a:ext cx="3392018" cy="290464"/>
          </a:xfrm>
          <a:prstGeom prst="rect">
            <a:avLst/>
          </a:prstGeom>
        </p:spPr>
        <p:txBody>
          <a:bodyPr vert="horz" wrap="square" lIns="0" tIns="13335" rIns="0" bIns="0" rtlCol="0">
            <a:spAutoFit/>
          </a:bodyPr>
          <a:lstStyle/>
          <a:p>
            <a:pPr marL="12700">
              <a:lnSpc>
                <a:spcPct val="100000"/>
              </a:lnSpc>
              <a:spcBef>
                <a:spcPts val="105"/>
              </a:spcBef>
            </a:pPr>
            <a:r>
              <a:rPr b="1" dirty="0">
                <a:solidFill>
                  <a:srgbClr val="FF7800"/>
                </a:solidFill>
                <a:latin typeface="Calibri"/>
                <a:cs typeface="Calibri"/>
              </a:rPr>
              <a:t>Btrfs</a:t>
            </a:r>
            <a:r>
              <a:rPr b="1" spc="-30" dirty="0">
                <a:solidFill>
                  <a:srgbClr val="FF7800"/>
                </a:solidFill>
                <a:latin typeface="Calibri"/>
                <a:cs typeface="Calibri"/>
              </a:rPr>
              <a:t> </a:t>
            </a:r>
            <a:r>
              <a:rPr b="1" dirty="0">
                <a:solidFill>
                  <a:srgbClr val="FF7800"/>
                </a:solidFill>
                <a:latin typeface="Calibri"/>
                <a:cs typeface="Calibri"/>
              </a:rPr>
              <a:t>(B-</a:t>
            </a:r>
            <a:r>
              <a:rPr b="1" spc="-20" dirty="0">
                <a:solidFill>
                  <a:srgbClr val="FF7800"/>
                </a:solidFill>
                <a:latin typeface="Calibri"/>
                <a:cs typeface="Calibri"/>
              </a:rPr>
              <a:t>Tree</a:t>
            </a:r>
            <a:r>
              <a:rPr b="1" spc="-70" dirty="0">
                <a:solidFill>
                  <a:srgbClr val="FF7800"/>
                </a:solidFill>
                <a:latin typeface="Calibri"/>
                <a:cs typeface="Calibri"/>
              </a:rPr>
              <a:t> </a:t>
            </a:r>
            <a:r>
              <a:rPr b="1" spc="-10" dirty="0">
                <a:solidFill>
                  <a:srgbClr val="FF7800"/>
                </a:solidFill>
                <a:latin typeface="Calibri"/>
                <a:cs typeface="Calibri"/>
              </a:rPr>
              <a:t>Filesystem</a:t>
            </a:r>
            <a:r>
              <a:rPr sz="1600" b="1" spc="-10" dirty="0">
                <a:solidFill>
                  <a:srgbClr val="FF7800"/>
                </a:solidFill>
                <a:latin typeface="Calibri"/>
                <a:cs typeface="Calibri"/>
              </a:rPr>
              <a:t>)</a:t>
            </a:r>
            <a:endParaRPr sz="1600" dirty="0">
              <a:latin typeface="Calibri"/>
              <a:cs typeface="Calibri"/>
            </a:endParaRPr>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8"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3683998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8982" y="2373629"/>
            <a:ext cx="10591165" cy="3952364"/>
          </a:xfrm>
          <a:prstGeom prst="rect">
            <a:avLst/>
          </a:prstGeom>
        </p:spPr>
        <p:txBody>
          <a:bodyPr vert="horz" wrap="square" lIns="0" tIns="12700" rIns="0" bIns="0" rtlCol="0">
            <a:spAutoFit/>
          </a:bodyPr>
          <a:lstStyle/>
          <a:p>
            <a:pPr marL="298450" indent="-285750" algn="just">
              <a:lnSpc>
                <a:spcPct val="100000"/>
              </a:lnSpc>
              <a:spcBef>
                <a:spcPts val="100"/>
              </a:spcBef>
              <a:buFont typeface="Wingdings" panose="05000000000000000000" pitchFamily="2" charset="2"/>
              <a:buChar char="§"/>
            </a:pPr>
            <a:r>
              <a:rPr lang="fr-FR" sz="1600" dirty="0">
                <a:solidFill>
                  <a:srgbClr val="585858"/>
                </a:solidFill>
                <a:latin typeface="Calibri"/>
                <a:cs typeface="Calibri"/>
              </a:rPr>
              <a:t>U</a:t>
            </a:r>
            <a:r>
              <a:rPr sz="1600" dirty="0" smtClean="0">
                <a:solidFill>
                  <a:srgbClr val="585858"/>
                </a:solidFill>
                <a:latin typeface="Calibri"/>
                <a:cs typeface="Calibri"/>
              </a:rPr>
              <a:t>n</a:t>
            </a:r>
            <a:r>
              <a:rPr sz="1600" spc="-45" dirty="0" smtClean="0">
                <a:solidFill>
                  <a:srgbClr val="585858"/>
                </a:solidFill>
                <a:latin typeface="Calibri"/>
                <a:cs typeface="Calibri"/>
              </a:rPr>
              <a:t> </a:t>
            </a:r>
            <a:r>
              <a:rPr sz="1600" spc="-10" dirty="0">
                <a:solidFill>
                  <a:srgbClr val="585858"/>
                </a:solidFill>
                <a:latin typeface="Calibri"/>
                <a:cs typeface="Calibri"/>
              </a:rPr>
              <a:t>système</a:t>
            </a:r>
            <a:r>
              <a:rPr sz="1600" spc="-35" dirty="0">
                <a:solidFill>
                  <a:srgbClr val="585858"/>
                </a:solidFill>
                <a:latin typeface="Calibri"/>
                <a:cs typeface="Calibri"/>
              </a:rPr>
              <a:t> </a:t>
            </a:r>
            <a:r>
              <a:rPr sz="1600" dirty="0">
                <a:solidFill>
                  <a:srgbClr val="585858"/>
                </a:solidFill>
                <a:latin typeface="Calibri"/>
                <a:cs typeface="Calibri"/>
              </a:rPr>
              <a:t>de</a:t>
            </a:r>
            <a:r>
              <a:rPr sz="1600" spc="-40" dirty="0">
                <a:solidFill>
                  <a:srgbClr val="585858"/>
                </a:solidFill>
                <a:latin typeface="Calibri"/>
                <a:cs typeface="Calibri"/>
              </a:rPr>
              <a:t> </a:t>
            </a:r>
            <a:r>
              <a:rPr sz="1600" dirty="0">
                <a:solidFill>
                  <a:srgbClr val="585858"/>
                </a:solidFill>
                <a:latin typeface="Calibri"/>
                <a:cs typeface="Calibri"/>
              </a:rPr>
              <a:t>fichiers</a:t>
            </a:r>
            <a:r>
              <a:rPr sz="1600" spc="15" dirty="0">
                <a:solidFill>
                  <a:srgbClr val="585858"/>
                </a:solidFill>
                <a:latin typeface="Calibri"/>
                <a:cs typeface="Calibri"/>
              </a:rPr>
              <a:t> </a:t>
            </a:r>
            <a:r>
              <a:rPr sz="1600" dirty="0">
                <a:solidFill>
                  <a:srgbClr val="585858"/>
                </a:solidFill>
                <a:latin typeface="Calibri"/>
                <a:cs typeface="Calibri"/>
              </a:rPr>
              <a:t>moderne</a:t>
            </a:r>
            <a:r>
              <a:rPr sz="1600" spc="5" dirty="0">
                <a:solidFill>
                  <a:srgbClr val="585858"/>
                </a:solidFill>
                <a:latin typeface="Calibri"/>
                <a:cs typeface="Calibri"/>
              </a:rPr>
              <a:t> </a:t>
            </a:r>
            <a:r>
              <a:rPr sz="1600" dirty="0">
                <a:solidFill>
                  <a:srgbClr val="585858"/>
                </a:solidFill>
                <a:latin typeface="Calibri"/>
                <a:cs typeface="Calibri"/>
              </a:rPr>
              <a:t>pour</a:t>
            </a:r>
            <a:r>
              <a:rPr sz="1600" spc="-30" dirty="0">
                <a:solidFill>
                  <a:srgbClr val="585858"/>
                </a:solidFill>
                <a:latin typeface="Calibri"/>
                <a:cs typeface="Calibri"/>
              </a:rPr>
              <a:t> </a:t>
            </a:r>
            <a:r>
              <a:rPr sz="1600" dirty="0">
                <a:solidFill>
                  <a:srgbClr val="585858"/>
                </a:solidFill>
                <a:latin typeface="Calibri"/>
                <a:cs typeface="Calibri"/>
              </a:rPr>
              <a:t>Linux</a:t>
            </a:r>
            <a:r>
              <a:rPr sz="1600" spc="-10" dirty="0">
                <a:solidFill>
                  <a:srgbClr val="585858"/>
                </a:solidFill>
                <a:latin typeface="Calibri"/>
                <a:cs typeface="Calibri"/>
              </a:rPr>
              <a:t> </a:t>
            </a:r>
            <a:r>
              <a:rPr sz="1600" dirty="0">
                <a:solidFill>
                  <a:srgbClr val="585858"/>
                </a:solidFill>
                <a:latin typeface="Calibri"/>
                <a:cs typeface="Calibri"/>
              </a:rPr>
              <a:t>de</a:t>
            </a:r>
            <a:r>
              <a:rPr sz="1600" spc="-40" dirty="0">
                <a:solidFill>
                  <a:srgbClr val="585858"/>
                </a:solidFill>
                <a:latin typeface="Calibri"/>
                <a:cs typeface="Calibri"/>
              </a:rPr>
              <a:t> </a:t>
            </a:r>
            <a:r>
              <a:rPr sz="1600" dirty="0">
                <a:solidFill>
                  <a:srgbClr val="585858"/>
                </a:solidFill>
                <a:latin typeface="Calibri"/>
                <a:cs typeface="Calibri"/>
              </a:rPr>
              <a:t>type</a:t>
            </a:r>
            <a:r>
              <a:rPr sz="1600" spc="-35" dirty="0">
                <a:solidFill>
                  <a:srgbClr val="585858"/>
                </a:solidFill>
                <a:latin typeface="Calibri"/>
                <a:cs typeface="Calibri"/>
              </a:rPr>
              <a:t> </a:t>
            </a:r>
            <a:r>
              <a:rPr sz="1600" dirty="0">
                <a:solidFill>
                  <a:srgbClr val="585858"/>
                </a:solidFill>
                <a:latin typeface="Calibri"/>
                <a:cs typeface="Calibri"/>
              </a:rPr>
              <a:t>copy</a:t>
            </a:r>
            <a:r>
              <a:rPr sz="1600" spc="-30" dirty="0">
                <a:solidFill>
                  <a:srgbClr val="585858"/>
                </a:solidFill>
                <a:latin typeface="Calibri"/>
                <a:cs typeface="Calibri"/>
              </a:rPr>
              <a:t> </a:t>
            </a:r>
            <a:r>
              <a:rPr sz="1600" dirty="0">
                <a:solidFill>
                  <a:srgbClr val="585858"/>
                </a:solidFill>
                <a:latin typeface="Calibri"/>
                <a:cs typeface="Calibri"/>
              </a:rPr>
              <a:t>on</a:t>
            </a:r>
            <a:r>
              <a:rPr sz="1600" spc="-25" dirty="0">
                <a:solidFill>
                  <a:srgbClr val="585858"/>
                </a:solidFill>
                <a:latin typeface="Calibri"/>
                <a:cs typeface="Calibri"/>
              </a:rPr>
              <a:t> </a:t>
            </a:r>
            <a:r>
              <a:rPr sz="1600" spc="-10" dirty="0">
                <a:solidFill>
                  <a:srgbClr val="585858"/>
                </a:solidFill>
                <a:latin typeface="Calibri"/>
                <a:cs typeface="Calibri"/>
              </a:rPr>
              <a:t>write.</a:t>
            </a:r>
            <a:endParaRPr sz="1600" dirty="0">
              <a:latin typeface="Calibri"/>
              <a:cs typeface="Calibri"/>
            </a:endParaRPr>
          </a:p>
          <a:p>
            <a:pPr marL="298450" marR="10160" indent="-285750" algn="just">
              <a:lnSpc>
                <a:spcPts val="2880"/>
              </a:lnSpc>
              <a:spcBef>
                <a:spcPts val="335"/>
              </a:spcBef>
              <a:buFont typeface="Wingdings" panose="05000000000000000000" pitchFamily="2" charset="2"/>
              <a:buChar char="§"/>
            </a:pPr>
            <a:r>
              <a:rPr lang="fr-FR" sz="1600" dirty="0" smtClean="0">
                <a:solidFill>
                  <a:srgbClr val="585858"/>
                </a:solidFill>
                <a:latin typeface="Calibri"/>
                <a:cs typeface="Calibri"/>
              </a:rPr>
              <a:t>Il v</a:t>
            </a:r>
            <a:r>
              <a:rPr sz="1600" dirty="0" err="1" smtClean="0">
                <a:solidFill>
                  <a:srgbClr val="585858"/>
                </a:solidFill>
                <a:latin typeface="Calibri"/>
                <a:cs typeface="Calibri"/>
              </a:rPr>
              <a:t>ise</a:t>
            </a:r>
            <a:r>
              <a:rPr sz="1600" spc="50" dirty="0" smtClean="0">
                <a:solidFill>
                  <a:srgbClr val="585858"/>
                </a:solidFill>
                <a:latin typeface="Calibri"/>
                <a:cs typeface="Calibri"/>
              </a:rPr>
              <a:t> </a:t>
            </a:r>
            <a:r>
              <a:rPr sz="1600" dirty="0">
                <a:solidFill>
                  <a:srgbClr val="585858"/>
                </a:solidFill>
                <a:latin typeface="Calibri"/>
                <a:cs typeface="Calibri"/>
              </a:rPr>
              <a:t>à</a:t>
            </a:r>
            <a:r>
              <a:rPr sz="1600" spc="75" dirty="0">
                <a:solidFill>
                  <a:srgbClr val="585858"/>
                </a:solidFill>
                <a:latin typeface="Calibri"/>
                <a:cs typeface="Calibri"/>
              </a:rPr>
              <a:t> </a:t>
            </a:r>
            <a:r>
              <a:rPr sz="1600" dirty="0">
                <a:solidFill>
                  <a:srgbClr val="585858"/>
                </a:solidFill>
                <a:latin typeface="Calibri"/>
                <a:cs typeface="Calibri"/>
              </a:rPr>
              <a:t>implémenter</a:t>
            </a:r>
            <a:r>
              <a:rPr sz="1600" spc="40" dirty="0">
                <a:solidFill>
                  <a:srgbClr val="585858"/>
                </a:solidFill>
                <a:latin typeface="Calibri"/>
                <a:cs typeface="Calibri"/>
              </a:rPr>
              <a:t> </a:t>
            </a:r>
            <a:r>
              <a:rPr sz="1600" dirty="0">
                <a:solidFill>
                  <a:srgbClr val="585858"/>
                </a:solidFill>
                <a:latin typeface="Calibri"/>
                <a:cs typeface="Calibri"/>
              </a:rPr>
              <a:t>de</a:t>
            </a:r>
            <a:r>
              <a:rPr sz="1600" spc="70" dirty="0">
                <a:solidFill>
                  <a:srgbClr val="585858"/>
                </a:solidFill>
                <a:latin typeface="Calibri"/>
                <a:cs typeface="Calibri"/>
              </a:rPr>
              <a:t> </a:t>
            </a:r>
            <a:r>
              <a:rPr sz="1600" dirty="0">
                <a:solidFill>
                  <a:srgbClr val="585858"/>
                </a:solidFill>
                <a:latin typeface="Calibri"/>
                <a:cs typeface="Calibri"/>
              </a:rPr>
              <a:t>nombreuses</a:t>
            </a:r>
            <a:r>
              <a:rPr sz="1600" spc="80" dirty="0">
                <a:solidFill>
                  <a:srgbClr val="585858"/>
                </a:solidFill>
                <a:latin typeface="Calibri"/>
                <a:cs typeface="Calibri"/>
              </a:rPr>
              <a:t> </a:t>
            </a:r>
            <a:r>
              <a:rPr sz="1600" dirty="0">
                <a:solidFill>
                  <a:srgbClr val="585858"/>
                </a:solidFill>
                <a:latin typeface="Calibri"/>
                <a:cs typeface="Calibri"/>
              </a:rPr>
              <a:t>fonctionnalités</a:t>
            </a:r>
            <a:r>
              <a:rPr sz="1600" spc="90" dirty="0">
                <a:solidFill>
                  <a:srgbClr val="585858"/>
                </a:solidFill>
                <a:latin typeface="Calibri"/>
                <a:cs typeface="Calibri"/>
              </a:rPr>
              <a:t> </a:t>
            </a:r>
            <a:r>
              <a:rPr sz="1600" dirty="0">
                <a:solidFill>
                  <a:srgbClr val="585858"/>
                </a:solidFill>
                <a:latin typeface="Calibri"/>
                <a:cs typeface="Calibri"/>
              </a:rPr>
              <a:t>avancées</a:t>
            </a:r>
            <a:r>
              <a:rPr sz="1600" spc="60" dirty="0">
                <a:solidFill>
                  <a:srgbClr val="585858"/>
                </a:solidFill>
                <a:latin typeface="Calibri"/>
                <a:cs typeface="Calibri"/>
              </a:rPr>
              <a:t> </a:t>
            </a:r>
            <a:r>
              <a:rPr sz="1600" dirty="0">
                <a:solidFill>
                  <a:srgbClr val="585858"/>
                </a:solidFill>
                <a:latin typeface="Calibri"/>
                <a:cs typeface="Calibri"/>
              </a:rPr>
              <a:t>du</a:t>
            </a:r>
            <a:r>
              <a:rPr sz="1600" spc="65" dirty="0">
                <a:solidFill>
                  <a:srgbClr val="585858"/>
                </a:solidFill>
                <a:latin typeface="Calibri"/>
                <a:cs typeface="Calibri"/>
              </a:rPr>
              <a:t> </a:t>
            </a:r>
            <a:r>
              <a:rPr sz="1600" dirty="0">
                <a:solidFill>
                  <a:srgbClr val="585858"/>
                </a:solidFill>
                <a:latin typeface="Calibri"/>
                <a:cs typeface="Calibri"/>
              </a:rPr>
              <a:t>système</a:t>
            </a:r>
            <a:r>
              <a:rPr sz="1600" spc="55" dirty="0">
                <a:solidFill>
                  <a:srgbClr val="585858"/>
                </a:solidFill>
                <a:latin typeface="Calibri"/>
                <a:cs typeface="Calibri"/>
              </a:rPr>
              <a:t> </a:t>
            </a:r>
            <a:r>
              <a:rPr sz="1600" dirty="0">
                <a:solidFill>
                  <a:srgbClr val="585858"/>
                </a:solidFill>
                <a:latin typeface="Calibri"/>
                <a:cs typeface="Calibri"/>
              </a:rPr>
              <a:t>de</a:t>
            </a:r>
            <a:r>
              <a:rPr sz="1600" spc="70" dirty="0">
                <a:solidFill>
                  <a:srgbClr val="585858"/>
                </a:solidFill>
                <a:latin typeface="Calibri"/>
                <a:cs typeface="Calibri"/>
              </a:rPr>
              <a:t> </a:t>
            </a:r>
            <a:r>
              <a:rPr sz="1600" dirty="0">
                <a:solidFill>
                  <a:srgbClr val="585858"/>
                </a:solidFill>
                <a:latin typeface="Calibri"/>
                <a:cs typeface="Calibri"/>
              </a:rPr>
              <a:t>fichiers</a:t>
            </a:r>
            <a:r>
              <a:rPr sz="1600" spc="60" dirty="0">
                <a:solidFill>
                  <a:srgbClr val="585858"/>
                </a:solidFill>
                <a:latin typeface="Calibri"/>
                <a:cs typeface="Calibri"/>
              </a:rPr>
              <a:t> </a:t>
            </a:r>
            <a:r>
              <a:rPr sz="1600" dirty="0">
                <a:solidFill>
                  <a:srgbClr val="585858"/>
                </a:solidFill>
                <a:latin typeface="Calibri"/>
                <a:cs typeface="Calibri"/>
              </a:rPr>
              <a:t>tout</a:t>
            </a:r>
            <a:r>
              <a:rPr sz="1600" spc="55" dirty="0">
                <a:solidFill>
                  <a:srgbClr val="585858"/>
                </a:solidFill>
                <a:latin typeface="Calibri"/>
                <a:cs typeface="Calibri"/>
              </a:rPr>
              <a:t> </a:t>
            </a:r>
            <a:r>
              <a:rPr sz="1600" dirty="0">
                <a:solidFill>
                  <a:srgbClr val="585858"/>
                </a:solidFill>
                <a:latin typeface="Calibri"/>
                <a:cs typeface="Calibri"/>
              </a:rPr>
              <a:t>en</a:t>
            </a:r>
            <a:r>
              <a:rPr sz="1600" spc="65" dirty="0">
                <a:solidFill>
                  <a:srgbClr val="585858"/>
                </a:solidFill>
                <a:latin typeface="Calibri"/>
                <a:cs typeface="Calibri"/>
              </a:rPr>
              <a:t> </a:t>
            </a:r>
            <a:r>
              <a:rPr sz="1600" dirty="0">
                <a:solidFill>
                  <a:srgbClr val="585858"/>
                </a:solidFill>
                <a:latin typeface="Calibri"/>
                <a:cs typeface="Calibri"/>
              </a:rPr>
              <a:t>se</a:t>
            </a:r>
            <a:r>
              <a:rPr sz="1600" spc="50" dirty="0">
                <a:solidFill>
                  <a:srgbClr val="585858"/>
                </a:solidFill>
                <a:latin typeface="Calibri"/>
                <a:cs typeface="Calibri"/>
              </a:rPr>
              <a:t> </a:t>
            </a:r>
            <a:r>
              <a:rPr sz="1600" dirty="0">
                <a:solidFill>
                  <a:srgbClr val="585858"/>
                </a:solidFill>
                <a:latin typeface="Calibri"/>
                <a:cs typeface="Calibri"/>
              </a:rPr>
              <a:t>concentrant</a:t>
            </a:r>
            <a:r>
              <a:rPr sz="1600" spc="60" dirty="0">
                <a:solidFill>
                  <a:srgbClr val="585858"/>
                </a:solidFill>
                <a:latin typeface="Calibri"/>
                <a:cs typeface="Calibri"/>
              </a:rPr>
              <a:t> </a:t>
            </a:r>
            <a:r>
              <a:rPr sz="1600" dirty="0">
                <a:solidFill>
                  <a:srgbClr val="585858"/>
                </a:solidFill>
                <a:latin typeface="Calibri"/>
                <a:cs typeface="Calibri"/>
              </a:rPr>
              <a:t>sur</a:t>
            </a:r>
            <a:r>
              <a:rPr sz="1600" spc="60" dirty="0">
                <a:solidFill>
                  <a:srgbClr val="585858"/>
                </a:solidFill>
                <a:latin typeface="Calibri"/>
                <a:cs typeface="Calibri"/>
              </a:rPr>
              <a:t> </a:t>
            </a:r>
            <a:r>
              <a:rPr sz="1600" dirty="0">
                <a:solidFill>
                  <a:srgbClr val="585858"/>
                </a:solidFill>
                <a:latin typeface="Calibri"/>
                <a:cs typeface="Calibri"/>
              </a:rPr>
              <a:t>la</a:t>
            </a:r>
            <a:r>
              <a:rPr sz="1600" spc="50" dirty="0">
                <a:solidFill>
                  <a:srgbClr val="585858"/>
                </a:solidFill>
                <a:latin typeface="Calibri"/>
                <a:cs typeface="Calibri"/>
              </a:rPr>
              <a:t> </a:t>
            </a:r>
            <a:r>
              <a:rPr sz="1600" dirty="0">
                <a:solidFill>
                  <a:srgbClr val="585858"/>
                </a:solidFill>
                <a:latin typeface="Calibri"/>
                <a:cs typeface="Calibri"/>
              </a:rPr>
              <a:t>tolérance</a:t>
            </a:r>
            <a:r>
              <a:rPr sz="1600" spc="80" dirty="0">
                <a:solidFill>
                  <a:srgbClr val="585858"/>
                </a:solidFill>
                <a:latin typeface="Calibri"/>
                <a:cs typeface="Calibri"/>
              </a:rPr>
              <a:t> </a:t>
            </a:r>
            <a:r>
              <a:rPr sz="1600" dirty="0">
                <a:solidFill>
                  <a:srgbClr val="585858"/>
                </a:solidFill>
                <a:latin typeface="Calibri"/>
                <a:cs typeface="Calibri"/>
              </a:rPr>
              <a:t>aux</a:t>
            </a:r>
            <a:r>
              <a:rPr sz="1600" spc="80" dirty="0">
                <a:solidFill>
                  <a:srgbClr val="585858"/>
                </a:solidFill>
                <a:latin typeface="Calibri"/>
                <a:cs typeface="Calibri"/>
              </a:rPr>
              <a:t> </a:t>
            </a:r>
            <a:r>
              <a:rPr sz="1600" dirty="0">
                <a:solidFill>
                  <a:srgbClr val="585858"/>
                </a:solidFill>
                <a:latin typeface="Calibri"/>
                <a:cs typeface="Calibri"/>
              </a:rPr>
              <a:t>pannes,</a:t>
            </a:r>
            <a:r>
              <a:rPr sz="1600" spc="60" dirty="0">
                <a:solidFill>
                  <a:srgbClr val="585858"/>
                </a:solidFill>
                <a:latin typeface="Calibri"/>
                <a:cs typeface="Calibri"/>
              </a:rPr>
              <a:t> </a:t>
            </a:r>
            <a:r>
              <a:rPr sz="1600" dirty="0">
                <a:solidFill>
                  <a:srgbClr val="585858"/>
                </a:solidFill>
                <a:latin typeface="Calibri"/>
                <a:cs typeface="Calibri"/>
              </a:rPr>
              <a:t>la</a:t>
            </a:r>
            <a:r>
              <a:rPr sz="1600" spc="70" dirty="0">
                <a:solidFill>
                  <a:srgbClr val="585858"/>
                </a:solidFill>
                <a:latin typeface="Calibri"/>
                <a:cs typeface="Calibri"/>
              </a:rPr>
              <a:t> </a:t>
            </a:r>
            <a:r>
              <a:rPr sz="1600" dirty="0">
                <a:solidFill>
                  <a:srgbClr val="585858"/>
                </a:solidFill>
                <a:latin typeface="Calibri"/>
                <a:cs typeface="Calibri"/>
              </a:rPr>
              <a:t>réparation</a:t>
            </a:r>
            <a:r>
              <a:rPr sz="1600" spc="45" dirty="0">
                <a:solidFill>
                  <a:srgbClr val="585858"/>
                </a:solidFill>
                <a:latin typeface="Calibri"/>
                <a:cs typeface="Calibri"/>
              </a:rPr>
              <a:t> </a:t>
            </a:r>
            <a:r>
              <a:rPr sz="1600" dirty="0">
                <a:solidFill>
                  <a:srgbClr val="585858"/>
                </a:solidFill>
                <a:latin typeface="Calibri"/>
                <a:cs typeface="Calibri"/>
              </a:rPr>
              <a:t>et</a:t>
            </a:r>
            <a:r>
              <a:rPr sz="1600" spc="75" dirty="0">
                <a:solidFill>
                  <a:srgbClr val="585858"/>
                </a:solidFill>
                <a:latin typeface="Calibri"/>
                <a:cs typeface="Calibri"/>
              </a:rPr>
              <a:t> </a:t>
            </a:r>
            <a:r>
              <a:rPr sz="1600" dirty="0">
                <a:solidFill>
                  <a:srgbClr val="585858"/>
                </a:solidFill>
                <a:latin typeface="Calibri"/>
                <a:cs typeface="Calibri"/>
              </a:rPr>
              <a:t>la</a:t>
            </a:r>
            <a:r>
              <a:rPr sz="1600" spc="65" dirty="0">
                <a:solidFill>
                  <a:srgbClr val="585858"/>
                </a:solidFill>
                <a:latin typeface="Calibri"/>
                <a:cs typeface="Calibri"/>
              </a:rPr>
              <a:t> </a:t>
            </a:r>
            <a:r>
              <a:rPr sz="1600" spc="-10" dirty="0">
                <a:solidFill>
                  <a:srgbClr val="585858"/>
                </a:solidFill>
                <a:latin typeface="Calibri"/>
                <a:cs typeface="Calibri"/>
              </a:rPr>
              <a:t>facilité </a:t>
            </a:r>
            <a:r>
              <a:rPr sz="1600" spc="-10" dirty="0" err="1">
                <a:solidFill>
                  <a:srgbClr val="585858"/>
                </a:solidFill>
                <a:latin typeface="Calibri"/>
                <a:cs typeface="Calibri"/>
              </a:rPr>
              <a:t>d'administration</a:t>
            </a:r>
            <a:r>
              <a:rPr sz="1600" spc="-10" dirty="0" smtClean="0">
                <a:solidFill>
                  <a:srgbClr val="585858"/>
                </a:solidFill>
                <a:latin typeface="Calibri"/>
                <a:cs typeface="Calibri"/>
              </a:rPr>
              <a:t>.</a:t>
            </a:r>
            <a:endParaRPr lang="fr-FR" sz="1600" spc="-10" dirty="0" smtClean="0">
              <a:solidFill>
                <a:srgbClr val="585858"/>
              </a:solidFill>
              <a:latin typeface="Calibri"/>
              <a:cs typeface="Calibri"/>
            </a:endParaRPr>
          </a:p>
          <a:p>
            <a:pPr marL="298450" marR="10160" indent="-285750" algn="just">
              <a:lnSpc>
                <a:spcPts val="2880"/>
              </a:lnSpc>
              <a:spcBef>
                <a:spcPts val="335"/>
              </a:spcBef>
              <a:buFont typeface="Wingdings" panose="05000000000000000000" pitchFamily="2" charset="2"/>
              <a:buChar char="§"/>
            </a:pPr>
            <a:r>
              <a:rPr lang="fr-FR" sz="1600" dirty="0" smtClean="0">
                <a:solidFill>
                  <a:srgbClr val="585858"/>
                </a:solidFill>
                <a:latin typeface="Calibri"/>
                <a:cs typeface="Calibri"/>
              </a:rPr>
              <a:t>Il prend en charge des fichiers de taille</a:t>
            </a:r>
            <a:r>
              <a:rPr lang="fr-FR" sz="1600" spc="10" dirty="0" smtClean="0">
                <a:solidFill>
                  <a:srgbClr val="585858"/>
                </a:solidFill>
                <a:latin typeface="Calibri"/>
                <a:cs typeface="Calibri"/>
              </a:rPr>
              <a:t> </a:t>
            </a:r>
            <a:r>
              <a:rPr lang="fr-FR" sz="1600" spc="-10" dirty="0" smtClean="0">
                <a:solidFill>
                  <a:srgbClr val="585858"/>
                </a:solidFill>
                <a:latin typeface="Calibri"/>
                <a:cs typeface="Calibri"/>
              </a:rPr>
              <a:t>d'environ</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16</a:t>
            </a:r>
            <a:r>
              <a:rPr lang="fr-FR" sz="1600" spc="-5" dirty="0" smtClean="0">
                <a:solidFill>
                  <a:srgbClr val="585858"/>
                </a:solidFill>
                <a:latin typeface="Calibri"/>
                <a:cs typeface="Calibri"/>
              </a:rPr>
              <a:t> </a:t>
            </a:r>
            <a:r>
              <a:rPr lang="fr-FR" sz="1600" dirty="0" err="1" smtClean="0">
                <a:solidFill>
                  <a:srgbClr val="585858"/>
                </a:solidFill>
                <a:latin typeface="Calibri"/>
                <a:cs typeface="Calibri"/>
              </a:rPr>
              <a:t>EiB</a:t>
            </a:r>
            <a:r>
              <a:rPr lang="fr-FR" sz="1600" spc="-20" dirty="0" smtClean="0">
                <a:solidFill>
                  <a:srgbClr val="585858"/>
                </a:solidFill>
                <a:latin typeface="Calibri"/>
                <a:cs typeface="Calibri"/>
              </a:rPr>
              <a:t> </a:t>
            </a:r>
            <a:r>
              <a:rPr lang="fr-FR" sz="1600" spc="-10" dirty="0" smtClean="0">
                <a:solidFill>
                  <a:srgbClr val="585858"/>
                </a:solidFill>
                <a:latin typeface="Calibri"/>
                <a:cs typeface="Calibri"/>
              </a:rPr>
              <a:t>(</a:t>
            </a:r>
            <a:r>
              <a:rPr lang="fr-FR" sz="1600" spc="-10" dirty="0" err="1" smtClean="0">
                <a:solidFill>
                  <a:srgbClr val="585858"/>
                </a:solidFill>
                <a:latin typeface="Calibri"/>
                <a:cs typeface="Calibri"/>
              </a:rPr>
              <a:t>exbioctets</a:t>
            </a:r>
            <a:r>
              <a:rPr lang="fr-FR" sz="1600" spc="-10" dirty="0" smtClean="0">
                <a:solidFill>
                  <a:srgbClr val="585858"/>
                </a:solidFill>
                <a:latin typeface="Calibri"/>
                <a:cs typeface="Calibri"/>
              </a:rPr>
              <a:t>).</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Il </a:t>
            </a:r>
            <a:r>
              <a:rPr sz="1600" dirty="0" err="1" smtClean="0">
                <a:solidFill>
                  <a:srgbClr val="585858"/>
                </a:solidFill>
                <a:latin typeface="Calibri"/>
                <a:cs typeface="Calibri"/>
              </a:rPr>
              <a:t>est</a:t>
            </a:r>
            <a:r>
              <a:rPr sz="1600" spc="-30" dirty="0" smtClean="0">
                <a:solidFill>
                  <a:srgbClr val="585858"/>
                </a:solidFill>
                <a:latin typeface="Calibri"/>
                <a:cs typeface="Calibri"/>
              </a:rPr>
              <a:t> </a:t>
            </a:r>
            <a:r>
              <a:rPr sz="1600" dirty="0">
                <a:solidFill>
                  <a:srgbClr val="585858"/>
                </a:solidFill>
                <a:latin typeface="Calibri"/>
                <a:cs typeface="Calibri"/>
              </a:rPr>
              <a:t>conçu pour</a:t>
            </a:r>
            <a:r>
              <a:rPr sz="1600" spc="-25" dirty="0">
                <a:solidFill>
                  <a:srgbClr val="585858"/>
                </a:solidFill>
                <a:latin typeface="Calibri"/>
                <a:cs typeface="Calibri"/>
              </a:rPr>
              <a:t> </a:t>
            </a:r>
            <a:r>
              <a:rPr sz="1600" spc="-10" dirty="0">
                <a:solidFill>
                  <a:srgbClr val="585858"/>
                </a:solidFill>
                <a:latin typeface="Calibri"/>
                <a:cs typeface="Calibri"/>
              </a:rPr>
              <a:t>répondre</a:t>
            </a:r>
            <a:r>
              <a:rPr sz="1600" spc="10" dirty="0">
                <a:solidFill>
                  <a:srgbClr val="585858"/>
                </a:solidFill>
                <a:latin typeface="Calibri"/>
                <a:cs typeface="Calibri"/>
              </a:rPr>
              <a:t> </a:t>
            </a:r>
            <a:r>
              <a:rPr sz="1600" dirty="0">
                <a:solidFill>
                  <a:srgbClr val="585858"/>
                </a:solidFill>
                <a:latin typeface="Calibri"/>
                <a:cs typeface="Calibri"/>
              </a:rPr>
              <a:t>aux</a:t>
            </a:r>
            <a:r>
              <a:rPr sz="1600" spc="-30" dirty="0">
                <a:solidFill>
                  <a:srgbClr val="585858"/>
                </a:solidFill>
                <a:latin typeface="Calibri"/>
                <a:cs typeface="Calibri"/>
              </a:rPr>
              <a:t> </a:t>
            </a:r>
            <a:r>
              <a:rPr sz="1600" dirty="0">
                <a:solidFill>
                  <a:srgbClr val="585858"/>
                </a:solidFill>
                <a:latin typeface="Calibri"/>
                <a:cs typeface="Calibri"/>
              </a:rPr>
              <a:t>exigences</a:t>
            </a:r>
            <a:r>
              <a:rPr sz="1600" spc="-5" dirty="0">
                <a:solidFill>
                  <a:srgbClr val="585858"/>
                </a:solidFill>
                <a:latin typeface="Calibri"/>
                <a:cs typeface="Calibri"/>
              </a:rPr>
              <a:t> </a:t>
            </a:r>
            <a:r>
              <a:rPr sz="1600" dirty="0">
                <a:solidFill>
                  <a:srgbClr val="585858"/>
                </a:solidFill>
                <a:latin typeface="Calibri"/>
                <a:cs typeface="Calibri"/>
              </a:rPr>
              <a:t>de</a:t>
            </a:r>
            <a:r>
              <a:rPr sz="1600" spc="-30" dirty="0">
                <a:solidFill>
                  <a:srgbClr val="585858"/>
                </a:solidFill>
                <a:latin typeface="Calibri"/>
                <a:cs typeface="Calibri"/>
              </a:rPr>
              <a:t> </a:t>
            </a:r>
            <a:r>
              <a:rPr sz="1600" dirty="0">
                <a:solidFill>
                  <a:srgbClr val="585858"/>
                </a:solidFill>
                <a:latin typeface="Calibri"/>
                <a:cs typeface="Calibri"/>
              </a:rPr>
              <a:t>hautes</a:t>
            </a:r>
            <a:r>
              <a:rPr sz="1600" spc="-10" dirty="0">
                <a:solidFill>
                  <a:srgbClr val="585858"/>
                </a:solidFill>
                <a:latin typeface="Calibri"/>
                <a:cs typeface="Calibri"/>
              </a:rPr>
              <a:t> performances</a:t>
            </a:r>
            <a:r>
              <a:rPr sz="1600" dirty="0">
                <a:solidFill>
                  <a:srgbClr val="585858"/>
                </a:solidFill>
                <a:latin typeface="Calibri"/>
                <a:cs typeface="Calibri"/>
              </a:rPr>
              <a:t> et</a:t>
            </a:r>
            <a:r>
              <a:rPr sz="1600" spc="-35" dirty="0">
                <a:solidFill>
                  <a:srgbClr val="585858"/>
                </a:solidFill>
                <a:latin typeface="Calibri"/>
                <a:cs typeface="Calibri"/>
              </a:rPr>
              <a:t> </a:t>
            </a:r>
            <a:r>
              <a:rPr sz="1600" dirty="0">
                <a:solidFill>
                  <a:srgbClr val="585858"/>
                </a:solidFill>
                <a:latin typeface="Calibri"/>
                <a:cs typeface="Calibri"/>
              </a:rPr>
              <a:t>de</a:t>
            </a:r>
            <a:r>
              <a:rPr sz="1600" spc="-15" dirty="0">
                <a:solidFill>
                  <a:srgbClr val="585858"/>
                </a:solidFill>
                <a:latin typeface="Calibri"/>
                <a:cs typeface="Calibri"/>
              </a:rPr>
              <a:t> </a:t>
            </a:r>
            <a:r>
              <a:rPr sz="1600" dirty="0">
                <a:solidFill>
                  <a:srgbClr val="585858"/>
                </a:solidFill>
                <a:latin typeface="Calibri"/>
                <a:cs typeface="Calibri"/>
              </a:rPr>
              <a:t>grands</a:t>
            </a:r>
            <a:r>
              <a:rPr sz="1600" spc="-30" dirty="0">
                <a:solidFill>
                  <a:srgbClr val="585858"/>
                </a:solidFill>
                <a:latin typeface="Calibri"/>
                <a:cs typeface="Calibri"/>
              </a:rPr>
              <a:t> </a:t>
            </a:r>
            <a:r>
              <a:rPr sz="1600" dirty="0">
                <a:solidFill>
                  <a:srgbClr val="585858"/>
                </a:solidFill>
                <a:latin typeface="Calibri"/>
                <a:cs typeface="Calibri"/>
              </a:rPr>
              <a:t>serveurs</a:t>
            </a:r>
            <a:r>
              <a:rPr sz="1600" spc="-20" dirty="0">
                <a:solidFill>
                  <a:srgbClr val="585858"/>
                </a:solidFill>
                <a:latin typeface="Calibri"/>
                <a:cs typeface="Calibri"/>
              </a:rPr>
              <a:t> </a:t>
            </a:r>
            <a:r>
              <a:rPr sz="1600" dirty="0">
                <a:solidFill>
                  <a:srgbClr val="585858"/>
                </a:solidFill>
                <a:latin typeface="Calibri"/>
                <a:cs typeface="Calibri"/>
              </a:rPr>
              <a:t>de</a:t>
            </a:r>
            <a:r>
              <a:rPr sz="1600" spc="-40" dirty="0">
                <a:solidFill>
                  <a:srgbClr val="585858"/>
                </a:solidFill>
                <a:latin typeface="Calibri"/>
                <a:cs typeface="Calibri"/>
              </a:rPr>
              <a:t> </a:t>
            </a:r>
            <a:r>
              <a:rPr sz="1600" spc="-10" dirty="0">
                <a:solidFill>
                  <a:srgbClr val="585858"/>
                </a:solidFill>
                <a:latin typeface="Calibri"/>
                <a:cs typeface="Calibri"/>
              </a:rPr>
              <a:t>stockage.</a:t>
            </a:r>
            <a:endParaRPr sz="1600" dirty="0">
              <a:latin typeface="Calibri"/>
              <a:cs typeface="Calibri"/>
            </a:endParaRPr>
          </a:p>
          <a:p>
            <a:pPr marL="298450" indent="-285750" algn="just">
              <a:lnSpc>
                <a:spcPct val="100000"/>
              </a:lnSpc>
              <a:spcBef>
                <a:spcPts val="1445"/>
              </a:spcBef>
              <a:buFont typeface="Wingdings" panose="05000000000000000000" pitchFamily="2" charset="2"/>
              <a:buChar char="§"/>
            </a:pPr>
            <a:r>
              <a:rPr sz="1600" dirty="0">
                <a:solidFill>
                  <a:srgbClr val="585858"/>
                </a:solidFill>
                <a:latin typeface="Calibri"/>
                <a:cs typeface="Calibri"/>
              </a:rPr>
              <a:t>Il</a:t>
            </a:r>
            <a:r>
              <a:rPr sz="1600" spc="-60" dirty="0">
                <a:solidFill>
                  <a:srgbClr val="585858"/>
                </a:solidFill>
                <a:latin typeface="Calibri"/>
                <a:cs typeface="Calibri"/>
              </a:rPr>
              <a:t> </a:t>
            </a:r>
            <a:r>
              <a:rPr sz="1600" dirty="0">
                <a:solidFill>
                  <a:srgbClr val="585858"/>
                </a:solidFill>
                <a:latin typeface="Calibri"/>
                <a:cs typeface="Calibri"/>
              </a:rPr>
              <a:t>convient</a:t>
            </a:r>
            <a:r>
              <a:rPr sz="1600" spc="-25" dirty="0">
                <a:solidFill>
                  <a:srgbClr val="585858"/>
                </a:solidFill>
                <a:latin typeface="Calibri"/>
                <a:cs typeface="Calibri"/>
              </a:rPr>
              <a:t> </a:t>
            </a:r>
            <a:r>
              <a:rPr sz="1600" dirty="0">
                <a:solidFill>
                  <a:srgbClr val="585858"/>
                </a:solidFill>
                <a:latin typeface="Calibri"/>
                <a:cs typeface="Calibri"/>
              </a:rPr>
              <a:t>aux</a:t>
            </a:r>
            <a:r>
              <a:rPr sz="1600" spc="-45" dirty="0">
                <a:solidFill>
                  <a:srgbClr val="585858"/>
                </a:solidFill>
                <a:latin typeface="Calibri"/>
                <a:cs typeface="Calibri"/>
              </a:rPr>
              <a:t> </a:t>
            </a:r>
            <a:r>
              <a:rPr sz="1600" dirty="0">
                <a:solidFill>
                  <a:srgbClr val="585858"/>
                </a:solidFill>
                <a:latin typeface="Calibri"/>
                <a:cs typeface="Calibri"/>
              </a:rPr>
              <a:t>centres</a:t>
            </a:r>
            <a:r>
              <a:rPr sz="1600" spc="-40" dirty="0">
                <a:solidFill>
                  <a:srgbClr val="585858"/>
                </a:solidFill>
                <a:latin typeface="Calibri"/>
                <a:cs typeface="Calibri"/>
              </a:rPr>
              <a:t> </a:t>
            </a:r>
            <a:r>
              <a:rPr sz="1600" dirty="0">
                <a:solidFill>
                  <a:srgbClr val="585858"/>
                </a:solidFill>
                <a:latin typeface="Calibri"/>
                <a:cs typeface="Calibri"/>
              </a:rPr>
              <a:t>de</a:t>
            </a:r>
            <a:r>
              <a:rPr sz="1600" spc="-30" dirty="0">
                <a:solidFill>
                  <a:srgbClr val="585858"/>
                </a:solidFill>
                <a:latin typeface="Calibri"/>
                <a:cs typeface="Calibri"/>
              </a:rPr>
              <a:t> </a:t>
            </a:r>
            <a:r>
              <a:rPr sz="1600" dirty="0">
                <a:solidFill>
                  <a:srgbClr val="585858"/>
                </a:solidFill>
                <a:latin typeface="Calibri"/>
                <a:cs typeface="Calibri"/>
              </a:rPr>
              <a:t>données</a:t>
            </a:r>
            <a:r>
              <a:rPr sz="1600" spc="-15" dirty="0">
                <a:solidFill>
                  <a:srgbClr val="585858"/>
                </a:solidFill>
                <a:latin typeface="Calibri"/>
                <a:cs typeface="Calibri"/>
              </a:rPr>
              <a:t> </a:t>
            </a:r>
            <a:r>
              <a:rPr sz="1600" dirty="0">
                <a:solidFill>
                  <a:srgbClr val="585858"/>
                </a:solidFill>
                <a:latin typeface="Calibri"/>
                <a:cs typeface="Calibri"/>
              </a:rPr>
              <a:t>à</a:t>
            </a:r>
            <a:r>
              <a:rPr sz="1600" spc="-50" dirty="0">
                <a:solidFill>
                  <a:srgbClr val="585858"/>
                </a:solidFill>
                <a:latin typeface="Calibri"/>
                <a:cs typeface="Calibri"/>
              </a:rPr>
              <a:t> </a:t>
            </a:r>
            <a:r>
              <a:rPr sz="1600" dirty="0">
                <a:solidFill>
                  <a:srgbClr val="585858"/>
                </a:solidFill>
                <a:latin typeface="Calibri"/>
                <a:cs typeface="Calibri"/>
              </a:rPr>
              <a:t>grande</a:t>
            </a:r>
            <a:r>
              <a:rPr sz="1600" spc="-45" dirty="0">
                <a:solidFill>
                  <a:srgbClr val="585858"/>
                </a:solidFill>
                <a:latin typeface="Calibri"/>
                <a:cs typeface="Calibri"/>
              </a:rPr>
              <a:t> </a:t>
            </a:r>
            <a:r>
              <a:rPr sz="1600" dirty="0">
                <a:solidFill>
                  <a:srgbClr val="585858"/>
                </a:solidFill>
                <a:latin typeface="Calibri"/>
                <a:cs typeface="Calibri"/>
              </a:rPr>
              <a:t>échelle</a:t>
            </a:r>
            <a:r>
              <a:rPr sz="1600" spc="-5" dirty="0">
                <a:solidFill>
                  <a:srgbClr val="585858"/>
                </a:solidFill>
                <a:latin typeface="Calibri"/>
                <a:cs typeface="Calibri"/>
              </a:rPr>
              <a:t> </a:t>
            </a:r>
            <a:r>
              <a:rPr sz="1600" dirty="0">
                <a:solidFill>
                  <a:srgbClr val="585858"/>
                </a:solidFill>
                <a:latin typeface="Calibri"/>
                <a:cs typeface="Calibri"/>
              </a:rPr>
              <a:t>ainsi</a:t>
            </a:r>
            <a:r>
              <a:rPr sz="1600" spc="-35" dirty="0">
                <a:solidFill>
                  <a:srgbClr val="585858"/>
                </a:solidFill>
                <a:latin typeface="Calibri"/>
                <a:cs typeface="Calibri"/>
              </a:rPr>
              <a:t> </a:t>
            </a:r>
            <a:r>
              <a:rPr sz="1600" dirty="0">
                <a:solidFill>
                  <a:srgbClr val="585858"/>
                </a:solidFill>
                <a:latin typeface="Calibri"/>
                <a:cs typeface="Calibri"/>
              </a:rPr>
              <a:t>qu'aux</a:t>
            </a:r>
            <a:r>
              <a:rPr sz="1600" spc="-20" dirty="0">
                <a:solidFill>
                  <a:srgbClr val="585858"/>
                </a:solidFill>
                <a:latin typeface="Calibri"/>
                <a:cs typeface="Calibri"/>
              </a:rPr>
              <a:t> </a:t>
            </a:r>
            <a:r>
              <a:rPr sz="1600" dirty="0">
                <a:solidFill>
                  <a:srgbClr val="585858"/>
                </a:solidFill>
                <a:latin typeface="Calibri"/>
                <a:cs typeface="Calibri"/>
              </a:rPr>
              <a:t>smartphones</a:t>
            </a:r>
            <a:r>
              <a:rPr sz="1600" spc="-35" dirty="0">
                <a:solidFill>
                  <a:srgbClr val="585858"/>
                </a:solidFill>
                <a:latin typeface="Calibri"/>
                <a:cs typeface="Calibri"/>
              </a:rPr>
              <a:t> </a:t>
            </a:r>
            <a:r>
              <a:rPr sz="1600" spc="-10" dirty="0" err="1">
                <a:solidFill>
                  <a:srgbClr val="585858"/>
                </a:solidFill>
                <a:latin typeface="Calibri"/>
                <a:cs typeface="Calibri"/>
              </a:rPr>
              <a:t>cellulaires</a:t>
            </a:r>
            <a:r>
              <a:rPr sz="1600" spc="-10" dirty="0" smtClean="0">
                <a:solidFill>
                  <a:srgbClr val="585858"/>
                </a:solidFill>
                <a:latin typeface="Calibri"/>
                <a:cs typeface="Calibri"/>
              </a:rPr>
              <a:t>.</a:t>
            </a:r>
            <a:endParaRPr lang="fr-FR" sz="1600" spc="-10" dirty="0" smtClean="0">
              <a:solidFill>
                <a:srgbClr val="585858"/>
              </a:solidFill>
              <a:latin typeface="Calibri"/>
              <a:cs typeface="Calibri"/>
            </a:endParaRPr>
          </a:p>
          <a:p>
            <a:pPr marL="298450" indent="-285750" algn="just">
              <a:lnSpc>
                <a:spcPct val="100000"/>
              </a:lnSpc>
              <a:spcBef>
                <a:spcPts val="1445"/>
              </a:spcBef>
              <a:buFont typeface="Wingdings" panose="05000000000000000000" pitchFamily="2" charset="2"/>
              <a:buChar char="§"/>
            </a:pPr>
            <a:r>
              <a:rPr lang="fr-FR" sz="1600" spc="-10" dirty="0" smtClean="0">
                <a:solidFill>
                  <a:srgbClr val="585858"/>
                </a:solidFill>
                <a:latin typeface="Calibri"/>
                <a:cs typeface="Calibri"/>
              </a:rPr>
              <a:t>Il optimise le stockage pour </a:t>
            </a:r>
            <a:r>
              <a:rPr lang="fr-FR" sz="1600" dirty="0" smtClean="0">
                <a:solidFill>
                  <a:srgbClr val="585858"/>
                </a:solidFill>
                <a:latin typeface="Calibri"/>
                <a:cs typeface="Calibri"/>
              </a:rPr>
              <a:t>des</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fichiers</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plus</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petits</a:t>
            </a:r>
            <a:r>
              <a:rPr lang="fr-FR" sz="1600" spc="-30" dirty="0" smtClean="0">
                <a:solidFill>
                  <a:srgbClr val="585858"/>
                </a:solidFill>
                <a:latin typeface="Calibri"/>
                <a:cs typeface="Calibri"/>
              </a:rPr>
              <a:t> </a:t>
            </a:r>
          </a:p>
          <a:p>
            <a:pPr marL="298450" indent="-285750" algn="just">
              <a:lnSpc>
                <a:spcPct val="100000"/>
              </a:lnSpc>
              <a:spcBef>
                <a:spcPts val="1445"/>
              </a:spcBef>
              <a:buFont typeface="Wingdings" panose="05000000000000000000" pitchFamily="2" charset="2"/>
              <a:buChar char="§"/>
            </a:pPr>
            <a:r>
              <a:rPr lang="fr-FR" sz="1600" spc="-10" dirty="0" smtClean="0">
                <a:solidFill>
                  <a:srgbClr val="585858"/>
                </a:solidFill>
                <a:latin typeface="Calibri"/>
                <a:cs typeface="Calibri"/>
              </a:rPr>
              <a:t>Il prend en charge les </a:t>
            </a:r>
            <a:r>
              <a:rPr lang="fr-FR" sz="1600" spc="-10" dirty="0" err="1" smtClean="0">
                <a:solidFill>
                  <a:srgbClr val="585858"/>
                </a:solidFill>
                <a:latin typeface="Calibri"/>
                <a:cs typeface="Calibri"/>
              </a:rPr>
              <a:t>snapshots</a:t>
            </a:r>
            <a:r>
              <a:rPr lang="fr-FR" sz="1600" spc="-10" dirty="0" smtClean="0">
                <a:solidFill>
                  <a:srgbClr val="585858"/>
                </a:solidFill>
                <a:latin typeface="Calibri"/>
                <a:cs typeface="Calibri"/>
              </a:rPr>
              <a:t> qui sera utilisé en cas de corruption ou </a:t>
            </a:r>
            <a:r>
              <a:rPr lang="fr-FR" sz="1600" spc="-10" dirty="0" err="1" smtClean="0">
                <a:solidFill>
                  <a:srgbClr val="585858"/>
                </a:solidFill>
                <a:latin typeface="Calibri"/>
                <a:cs typeface="Calibri"/>
              </a:rPr>
              <a:t>deperte</a:t>
            </a:r>
            <a:r>
              <a:rPr lang="fr-FR" sz="1600" spc="-10" dirty="0" smtClean="0">
                <a:solidFill>
                  <a:srgbClr val="585858"/>
                </a:solidFill>
                <a:latin typeface="Calibri"/>
                <a:cs typeface="Calibri"/>
              </a:rPr>
              <a:t> des données.</a:t>
            </a:r>
          </a:p>
          <a:p>
            <a:pPr marL="298450" indent="-285750" algn="just">
              <a:lnSpc>
                <a:spcPct val="100000"/>
              </a:lnSpc>
              <a:spcBef>
                <a:spcPts val="1445"/>
              </a:spcBef>
              <a:buFont typeface="Wingdings" panose="05000000000000000000" pitchFamily="2" charset="2"/>
              <a:buChar char="§"/>
            </a:pPr>
            <a:endParaRPr lang="fr-FR" sz="1600" spc="-10" dirty="0" smtClean="0">
              <a:solidFill>
                <a:srgbClr val="585858"/>
              </a:solidFill>
              <a:latin typeface="Calibri"/>
              <a:cs typeface="Calibri"/>
            </a:endParaRPr>
          </a:p>
          <a:p>
            <a:pPr marL="12700" algn="just">
              <a:lnSpc>
                <a:spcPct val="100000"/>
              </a:lnSpc>
              <a:spcBef>
                <a:spcPts val="1445"/>
              </a:spcBef>
            </a:pPr>
            <a:endParaRPr sz="1600" dirty="0">
              <a:latin typeface="Calibri"/>
              <a:cs typeface="Calibri"/>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31</a:t>
            </a:fld>
            <a:endParaRPr spc="-25" dirty="0"/>
          </a:p>
        </p:txBody>
      </p:sp>
      <p:sp>
        <p:nvSpPr>
          <p:cNvPr id="12" name="object 12"/>
          <p:cNvSpPr txBox="1"/>
          <p:nvPr/>
        </p:nvSpPr>
        <p:spPr>
          <a:xfrm>
            <a:off x="798982" y="1602105"/>
            <a:ext cx="3392018" cy="290464"/>
          </a:xfrm>
          <a:prstGeom prst="rect">
            <a:avLst/>
          </a:prstGeom>
        </p:spPr>
        <p:txBody>
          <a:bodyPr vert="horz" wrap="square" lIns="0" tIns="13335" rIns="0" bIns="0" rtlCol="0">
            <a:spAutoFit/>
          </a:bodyPr>
          <a:lstStyle/>
          <a:p>
            <a:pPr marL="12700">
              <a:lnSpc>
                <a:spcPct val="100000"/>
              </a:lnSpc>
              <a:spcBef>
                <a:spcPts val="105"/>
              </a:spcBef>
            </a:pPr>
            <a:r>
              <a:rPr b="1" dirty="0">
                <a:solidFill>
                  <a:srgbClr val="FF7800"/>
                </a:solidFill>
                <a:latin typeface="Calibri"/>
                <a:cs typeface="Calibri"/>
              </a:rPr>
              <a:t>Btrfs</a:t>
            </a:r>
            <a:r>
              <a:rPr b="1" spc="-30" dirty="0">
                <a:solidFill>
                  <a:srgbClr val="FF7800"/>
                </a:solidFill>
                <a:latin typeface="Calibri"/>
                <a:cs typeface="Calibri"/>
              </a:rPr>
              <a:t> </a:t>
            </a:r>
            <a:r>
              <a:rPr b="1" dirty="0">
                <a:solidFill>
                  <a:srgbClr val="FF7800"/>
                </a:solidFill>
                <a:latin typeface="Calibri"/>
                <a:cs typeface="Calibri"/>
              </a:rPr>
              <a:t>(B-</a:t>
            </a:r>
            <a:r>
              <a:rPr b="1" spc="-20" dirty="0">
                <a:solidFill>
                  <a:srgbClr val="FF7800"/>
                </a:solidFill>
                <a:latin typeface="Calibri"/>
                <a:cs typeface="Calibri"/>
              </a:rPr>
              <a:t>Tree</a:t>
            </a:r>
            <a:r>
              <a:rPr b="1" spc="-70" dirty="0">
                <a:solidFill>
                  <a:srgbClr val="FF7800"/>
                </a:solidFill>
                <a:latin typeface="Calibri"/>
                <a:cs typeface="Calibri"/>
              </a:rPr>
              <a:t> </a:t>
            </a:r>
            <a:r>
              <a:rPr b="1" spc="-10" dirty="0">
                <a:solidFill>
                  <a:srgbClr val="FF7800"/>
                </a:solidFill>
                <a:latin typeface="Calibri"/>
                <a:cs typeface="Calibri"/>
              </a:rPr>
              <a:t>Filesystem</a:t>
            </a:r>
            <a:r>
              <a:rPr sz="1600" b="1" spc="-10" dirty="0">
                <a:solidFill>
                  <a:srgbClr val="FF7800"/>
                </a:solidFill>
                <a:latin typeface="Calibri"/>
                <a:cs typeface="Calibri"/>
              </a:rPr>
              <a:t>)</a:t>
            </a:r>
            <a:endParaRPr sz="1600" dirty="0">
              <a:latin typeface="Calibri"/>
              <a:cs typeface="Calibri"/>
            </a:endParaRPr>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a:solidFill>
                  <a:srgbClr val="FF7800"/>
                </a:solidFill>
              </a:rPr>
              <a:t>fichiers</a:t>
            </a:r>
            <a:endParaRPr lang="fr-FR" sz="1600" dirty="0"/>
          </a:p>
        </p:txBody>
      </p:sp>
      <p:sp>
        <p:nvSpPr>
          <p:cNvPr id="18" name="object 7"/>
          <p:cNvSpPr txBox="1"/>
          <p:nvPr/>
        </p:nvSpPr>
        <p:spPr>
          <a:xfrm>
            <a:off x="140193" y="4921389"/>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812242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7" name="object 7"/>
          <p:cNvSpPr txBox="1"/>
          <p:nvPr/>
        </p:nvSpPr>
        <p:spPr>
          <a:xfrm>
            <a:off x="163811" y="4903463"/>
            <a:ext cx="247119" cy="137164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CHPITRE 6</a:t>
            </a:r>
            <a:endParaRPr sz="1900" dirty="0">
              <a:latin typeface="Calibri"/>
              <a:cs typeface="Calibri"/>
            </a:endParaRPr>
          </a:p>
        </p:txBody>
      </p:sp>
      <p:sp>
        <p:nvSpPr>
          <p:cNvPr id="11" name="object 11"/>
          <p:cNvSpPr txBox="1">
            <a:spLocks noGrp="1"/>
          </p:cNvSpPr>
          <p:nvPr>
            <p:ph type="title"/>
          </p:nvPr>
        </p:nvSpPr>
        <p:spPr>
          <a:xfrm>
            <a:off x="263753" y="332308"/>
            <a:ext cx="11664492" cy="453020"/>
          </a:xfrm>
          <a:prstGeom prst="rect">
            <a:avLst/>
          </a:prstGeom>
        </p:spPr>
        <p:txBody>
          <a:bodyPr vert="horz" wrap="square" lIns="0" tIns="143839" rIns="0" bIns="0" rtlCol="0">
            <a:spAutoFit/>
          </a:bodyPr>
          <a:lstStyle/>
          <a:p>
            <a:pPr marL="6985">
              <a:lnSpc>
                <a:spcPct val="100000"/>
              </a:lnSpc>
              <a:spcBef>
                <a:spcPts val="445"/>
              </a:spcBef>
            </a:pPr>
            <a:r>
              <a:rPr dirty="0" smtClean="0">
                <a:solidFill>
                  <a:srgbClr val="2E5496"/>
                </a:solidFill>
              </a:rPr>
              <a:t>0</a:t>
            </a:r>
            <a:r>
              <a:rPr lang="fr-FR" dirty="0" smtClean="0">
                <a:solidFill>
                  <a:srgbClr val="2E5496"/>
                </a:solidFill>
              </a:rPr>
              <a:t>6</a:t>
            </a:r>
            <a:r>
              <a:rPr spc="-45" dirty="0" smtClean="0">
                <a:solidFill>
                  <a:srgbClr val="2E5496"/>
                </a:solidFill>
              </a:rPr>
              <a:t> </a:t>
            </a:r>
            <a:r>
              <a:rPr dirty="0">
                <a:solidFill>
                  <a:srgbClr val="2E5496"/>
                </a:solidFill>
              </a:rPr>
              <a:t>–</a:t>
            </a:r>
            <a:r>
              <a:rPr spc="-25" dirty="0">
                <a:solidFill>
                  <a:srgbClr val="2E5496"/>
                </a:solidFill>
              </a:rPr>
              <a:t> </a:t>
            </a:r>
            <a:r>
              <a:rPr lang="fr-FR" dirty="0" smtClean="0">
                <a:solidFill>
                  <a:srgbClr val="2E5496"/>
                </a:solidFill>
              </a:rPr>
              <a:t>A</a:t>
            </a:r>
            <a:r>
              <a:rPr lang="fr-FR" spc="-10" dirty="0" smtClean="0">
                <a:solidFill>
                  <a:srgbClr val="2E5496"/>
                </a:solidFill>
              </a:rPr>
              <a:t>rborescence</a:t>
            </a:r>
            <a:r>
              <a:rPr lang="fr-FR" spc="-40" dirty="0" smtClean="0">
                <a:solidFill>
                  <a:srgbClr val="2E5496"/>
                </a:solidFill>
              </a:rPr>
              <a:t> </a:t>
            </a:r>
            <a:r>
              <a:rPr lang="fr-FR" dirty="0">
                <a:solidFill>
                  <a:srgbClr val="2E5496"/>
                </a:solidFill>
              </a:rPr>
              <a:t>du</a:t>
            </a:r>
            <a:r>
              <a:rPr lang="fr-FR" spc="5" dirty="0">
                <a:solidFill>
                  <a:srgbClr val="2E5496"/>
                </a:solidFill>
              </a:rPr>
              <a:t> </a:t>
            </a:r>
            <a:r>
              <a:rPr lang="fr-FR" spc="-10" dirty="0">
                <a:solidFill>
                  <a:srgbClr val="2E5496"/>
                </a:solidFill>
              </a:rPr>
              <a:t>système</a:t>
            </a:r>
            <a:r>
              <a:rPr lang="fr-FR" spc="-65" dirty="0">
                <a:solidFill>
                  <a:srgbClr val="2E5496"/>
                </a:solidFill>
              </a:rPr>
              <a:t> </a:t>
            </a:r>
            <a:r>
              <a:rPr lang="fr-FR" dirty="0">
                <a:solidFill>
                  <a:srgbClr val="2E5496"/>
                </a:solidFill>
              </a:rPr>
              <a:t>de</a:t>
            </a:r>
            <a:r>
              <a:rPr lang="fr-FR" spc="-20" dirty="0">
                <a:solidFill>
                  <a:srgbClr val="2E5496"/>
                </a:solidFill>
              </a:rPr>
              <a:t> </a:t>
            </a:r>
            <a:r>
              <a:rPr lang="fr-FR" spc="-10" dirty="0" smtClean="0">
                <a:solidFill>
                  <a:srgbClr val="2E5496"/>
                </a:solidFill>
              </a:rPr>
              <a:t>fichiers Linux</a:t>
            </a:r>
            <a:endParaRPr spc="-20" dirty="0">
              <a:solidFill>
                <a:srgbClr val="2E5496"/>
              </a:solidFill>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32</a:t>
            </a:fld>
            <a:endParaRPr spc="-25" dirty="0"/>
          </a:p>
        </p:txBody>
      </p:sp>
      <p:sp>
        <p:nvSpPr>
          <p:cNvPr id="12" name="object 12"/>
          <p:cNvSpPr txBox="1"/>
          <p:nvPr/>
        </p:nvSpPr>
        <p:spPr>
          <a:xfrm>
            <a:off x="798982" y="1940051"/>
            <a:ext cx="10539730" cy="2808460"/>
          </a:xfrm>
          <a:prstGeom prst="rect">
            <a:avLst/>
          </a:prstGeom>
        </p:spPr>
        <p:txBody>
          <a:bodyPr vert="horz" wrap="square" lIns="0" tIns="104139" rIns="0" bIns="0" rtlCol="0">
            <a:spAutoFit/>
          </a:bodyPr>
          <a:lstStyle/>
          <a:p>
            <a:pPr marL="24765">
              <a:lnSpc>
                <a:spcPct val="100000"/>
              </a:lnSpc>
              <a:spcBef>
                <a:spcPts val="830"/>
              </a:spcBef>
            </a:pPr>
            <a:r>
              <a:rPr b="1" dirty="0" smtClean="0">
                <a:solidFill>
                  <a:srgbClr val="FF7800"/>
                </a:solidFill>
                <a:latin typeface="Calibri"/>
                <a:cs typeface="Calibri"/>
              </a:rPr>
              <a:t>Le</a:t>
            </a:r>
            <a:r>
              <a:rPr b="1" spc="-30" dirty="0" smtClean="0">
                <a:solidFill>
                  <a:srgbClr val="FF7800"/>
                </a:solidFill>
                <a:latin typeface="Calibri"/>
                <a:cs typeface="Calibri"/>
              </a:rPr>
              <a:t> </a:t>
            </a:r>
            <a:r>
              <a:rPr b="1" spc="-10" dirty="0">
                <a:solidFill>
                  <a:srgbClr val="FF7800"/>
                </a:solidFill>
                <a:latin typeface="Calibri"/>
                <a:cs typeface="Calibri"/>
              </a:rPr>
              <a:t>système</a:t>
            </a:r>
            <a:r>
              <a:rPr b="1" spc="-95" dirty="0">
                <a:solidFill>
                  <a:srgbClr val="FF7800"/>
                </a:solidFill>
                <a:latin typeface="Calibri"/>
                <a:cs typeface="Calibri"/>
              </a:rPr>
              <a:t> </a:t>
            </a:r>
            <a:r>
              <a:rPr b="1" dirty="0">
                <a:solidFill>
                  <a:srgbClr val="FF7800"/>
                </a:solidFill>
                <a:latin typeface="Calibri"/>
                <a:cs typeface="Calibri"/>
              </a:rPr>
              <a:t>de</a:t>
            </a:r>
            <a:r>
              <a:rPr b="1" spc="-15" dirty="0">
                <a:solidFill>
                  <a:srgbClr val="FF7800"/>
                </a:solidFill>
                <a:latin typeface="Calibri"/>
                <a:cs typeface="Calibri"/>
              </a:rPr>
              <a:t> </a:t>
            </a:r>
            <a:r>
              <a:rPr b="1" dirty="0">
                <a:solidFill>
                  <a:srgbClr val="FF7800"/>
                </a:solidFill>
                <a:latin typeface="Calibri"/>
                <a:cs typeface="Calibri"/>
              </a:rPr>
              <a:t>fichiers,</a:t>
            </a:r>
            <a:r>
              <a:rPr b="1" spc="-25" dirty="0">
                <a:solidFill>
                  <a:srgbClr val="FF7800"/>
                </a:solidFill>
                <a:latin typeface="Calibri"/>
                <a:cs typeface="Calibri"/>
              </a:rPr>
              <a:t> </a:t>
            </a:r>
            <a:r>
              <a:rPr b="1" dirty="0">
                <a:solidFill>
                  <a:srgbClr val="FF7800"/>
                </a:solidFill>
                <a:latin typeface="Calibri"/>
                <a:cs typeface="Calibri"/>
              </a:rPr>
              <a:t>racine,</a:t>
            </a:r>
            <a:r>
              <a:rPr b="1" spc="-50" dirty="0">
                <a:solidFill>
                  <a:srgbClr val="FF7800"/>
                </a:solidFill>
                <a:latin typeface="Calibri"/>
                <a:cs typeface="Calibri"/>
              </a:rPr>
              <a:t> </a:t>
            </a:r>
            <a:r>
              <a:rPr b="1" spc="-10" dirty="0">
                <a:solidFill>
                  <a:srgbClr val="FF7800"/>
                </a:solidFill>
                <a:latin typeface="Calibri"/>
                <a:cs typeface="Calibri"/>
              </a:rPr>
              <a:t>chemin</a:t>
            </a:r>
            <a:endParaRPr dirty="0">
              <a:latin typeface="Calibri"/>
              <a:cs typeface="Calibri"/>
            </a:endParaRPr>
          </a:p>
          <a:p>
            <a:pPr marL="12700" marR="457200">
              <a:lnSpc>
                <a:spcPct val="150000"/>
              </a:lnSpc>
              <a:spcBef>
                <a:spcPts val="610"/>
              </a:spcBef>
            </a:pPr>
            <a:r>
              <a:rPr sz="1600" dirty="0">
                <a:solidFill>
                  <a:srgbClr val="585858"/>
                </a:solidFill>
                <a:latin typeface="Calibri"/>
                <a:cs typeface="Calibri"/>
              </a:rPr>
              <a:t>Le</a:t>
            </a:r>
            <a:r>
              <a:rPr sz="1600" spc="-35" dirty="0">
                <a:solidFill>
                  <a:srgbClr val="585858"/>
                </a:solidFill>
                <a:latin typeface="Calibri"/>
                <a:cs typeface="Calibri"/>
              </a:rPr>
              <a:t> </a:t>
            </a:r>
            <a:r>
              <a:rPr sz="1600" spc="-10" dirty="0">
                <a:solidFill>
                  <a:srgbClr val="585858"/>
                </a:solidFill>
                <a:latin typeface="Calibri"/>
                <a:cs typeface="Calibri"/>
              </a:rPr>
              <a:t>système</a:t>
            </a:r>
            <a:r>
              <a:rPr sz="1600" spc="-35" dirty="0">
                <a:solidFill>
                  <a:srgbClr val="585858"/>
                </a:solidFill>
                <a:latin typeface="Calibri"/>
                <a:cs typeface="Calibri"/>
              </a:rPr>
              <a:t> </a:t>
            </a:r>
            <a:r>
              <a:rPr sz="1600" dirty="0">
                <a:solidFill>
                  <a:srgbClr val="585858"/>
                </a:solidFill>
                <a:latin typeface="Calibri"/>
                <a:cs typeface="Calibri"/>
              </a:rPr>
              <a:t>de</a:t>
            </a:r>
            <a:r>
              <a:rPr sz="1600" spc="229" dirty="0">
                <a:solidFill>
                  <a:srgbClr val="585858"/>
                </a:solidFill>
                <a:latin typeface="Calibri"/>
                <a:cs typeface="Calibri"/>
              </a:rPr>
              <a:t> </a:t>
            </a:r>
            <a:r>
              <a:rPr sz="1600" dirty="0">
                <a:solidFill>
                  <a:srgbClr val="585858"/>
                </a:solidFill>
                <a:latin typeface="Calibri"/>
                <a:cs typeface="Calibri"/>
              </a:rPr>
              <a:t>fichiers</a:t>
            </a:r>
            <a:r>
              <a:rPr sz="1600" spc="10" dirty="0">
                <a:solidFill>
                  <a:srgbClr val="585858"/>
                </a:solidFill>
                <a:latin typeface="Calibri"/>
                <a:cs typeface="Calibri"/>
              </a:rPr>
              <a:t> </a:t>
            </a:r>
            <a:r>
              <a:rPr sz="1600" dirty="0">
                <a:solidFill>
                  <a:srgbClr val="585858"/>
                </a:solidFill>
                <a:latin typeface="Calibri"/>
                <a:cs typeface="Calibri"/>
              </a:rPr>
              <a:t>sous</a:t>
            </a:r>
            <a:r>
              <a:rPr sz="1600" spc="-5" dirty="0">
                <a:solidFill>
                  <a:srgbClr val="585858"/>
                </a:solidFill>
                <a:latin typeface="Calibri"/>
                <a:cs typeface="Calibri"/>
              </a:rPr>
              <a:t> </a:t>
            </a:r>
            <a:r>
              <a:rPr sz="1600" dirty="0">
                <a:solidFill>
                  <a:srgbClr val="585858"/>
                </a:solidFill>
                <a:latin typeface="Calibri"/>
                <a:cs typeface="Calibri"/>
              </a:rPr>
              <a:t>Linux</a:t>
            </a:r>
            <a:r>
              <a:rPr sz="1600" spc="-30" dirty="0">
                <a:solidFill>
                  <a:srgbClr val="585858"/>
                </a:solidFill>
                <a:latin typeface="Calibri"/>
                <a:cs typeface="Calibri"/>
              </a:rPr>
              <a:t> </a:t>
            </a:r>
            <a:r>
              <a:rPr sz="1600" dirty="0" err="1">
                <a:solidFill>
                  <a:srgbClr val="585858"/>
                </a:solidFill>
                <a:latin typeface="Calibri"/>
                <a:cs typeface="Calibri"/>
              </a:rPr>
              <a:t>est</a:t>
            </a:r>
            <a:r>
              <a:rPr sz="1600" spc="-15" dirty="0">
                <a:solidFill>
                  <a:srgbClr val="585858"/>
                </a:solidFill>
                <a:latin typeface="Calibri"/>
                <a:cs typeface="Calibri"/>
              </a:rPr>
              <a:t> </a:t>
            </a:r>
            <a:r>
              <a:rPr sz="1600" spc="-10" dirty="0" err="1" smtClean="0">
                <a:solidFill>
                  <a:srgbClr val="585858"/>
                </a:solidFill>
                <a:latin typeface="Calibri"/>
                <a:cs typeface="Calibri"/>
              </a:rPr>
              <a:t>organis</a:t>
            </a:r>
            <a:r>
              <a:rPr lang="fr-FR" sz="1600" spc="-10" dirty="0" smtClean="0">
                <a:solidFill>
                  <a:srgbClr val="585858"/>
                </a:solidFill>
                <a:latin typeface="Calibri"/>
                <a:cs typeface="Calibri"/>
              </a:rPr>
              <a:t>é selon</a:t>
            </a:r>
            <a:r>
              <a:rPr sz="1600" spc="-10" dirty="0" smtClean="0">
                <a:solidFill>
                  <a:srgbClr val="585858"/>
                </a:solidFill>
                <a:latin typeface="Calibri"/>
                <a:cs typeface="Calibri"/>
              </a:rPr>
              <a:t> </a:t>
            </a:r>
            <a:r>
              <a:rPr sz="1600" dirty="0">
                <a:solidFill>
                  <a:srgbClr val="585858"/>
                </a:solidFill>
                <a:latin typeface="Calibri"/>
                <a:cs typeface="Calibri"/>
              </a:rPr>
              <a:t>une</a:t>
            </a:r>
            <a:r>
              <a:rPr sz="1600" spc="-35" dirty="0">
                <a:solidFill>
                  <a:srgbClr val="585858"/>
                </a:solidFill>
                <a:latin typeface="Calibri"/>
                <a:cs typeface="Calibri"/>
              </a:rPr>
              <a:t> </a:t>
            </a:r>
            <a:r>
              <a:rPr sz="1600" spc="-10" dirty="0">
                <a:solidFill>
                  <a:srgbClr val="585858"/>
                </a:solidFill>
                <a:latin typeface="Calibri"/>
                <a:cs typeface="Calibri"/>
              </a:rPr>
              <a:t>arborescence </a:t>
            </a:r>
            <a:r>
              <a:rPr lang="fr-FR" sz="1600" spc="-10" dirty="0" smtClean="0">
                <a:solidFill>
                  <a:srgbClr val="585858"/>
                </a:solidFill>
                <a:latin typeface="Calibri"/>
                <a:cs typeface="Calibri"/>
              </a:rPr>
              <a:t>(</a:t>
            </a:r>
            <a:r>
              <a:rPr sz="1600" dirty="0" smtClean="0">
                <a:solidFill>
                  <a:srgbClr val="585858"/>
                </a:solidFill>
                <a:latin typeface="Calibri"/>
                <a:cs typeface="Calibri"/>
              </a:rPr>
              <a:t>car</a:t>
            </a:r>
            <a:r>
              <a:rPr sz="1600" spc="-25" dirty="0" smtClean="0">
                <a:solidFill>
                  <a:srgbClr val="585858"/>
                </a:solidFill>
                <a:latin typeface="Calibri"/>
                <a:cs typeface="Calibri"/>
              </a:rPr>
              <a:t> </a:t>
            </a:r>
            <a:r>
              <a:rPr sz="1600" spc="-10" dirty="0">
                <a:solidFill>
                  <a:srgbClr val="585858"/>
                </a:solidFill>
                <a:latin typeface="Calibri"/>
                <a:cs typeface="Calibri"/>
              </a:rPr>
              <a:t>schématiquement,</a:t>
            </a:r>
            <a:r>
              <a:rPr sz="1600" spc="-45" dirty="0">
                <a:solidFill>
                  <a:srgbClr val="585858"/>
                </a:solidFill>
                <a:latin typeface="Calibri"/>
                <a:cs typeface="Calibri"/>
              </a:rPr>
              <a:t> </a:t>
            </a:r>
            <a:r>
              <a:rPr sz="1600" dirty="0">
                <a:solidFill>
                  <a:srgbClr val="585858"/>
                </a:solidFill>
                <a:latin typeface="Calibri"/>
                <a:cs typeface="Calibri"/>
              </a:rPr>
              <a:t>on</a:t>
            </a:r>
            <a:r>
              <a:rPr sz="1600" spc="-20" dirty="0">
                <a:solidFill>
                  <a:srgbClr val="585858"/>
                </a:solidFill>
                <a:latin typeface="Calibri"/>
                <a:cs typeface="Calibri"/>
              </a:rPr>
              <a:t> </a:t>
            </a:r>
            <a:r>
              <a:rPr sz="1600" dirty="0">
                <a:solidFill>
                  <a:srgbClr val="585858"/>
                </a:solidFill>
                <a:latin typeface="Calibri"/>
                <a:cs typeface="Calibri"/>
              </a:rPr>
              <a:t>part</a:t>
            </a:r>
            <a:r>
              <a:rPr sz="1600" spc="-30" dirty="0">
                <a:solidFill>
                  <a:srgbClr val="585858"/>
                </a:solidFill>
                <a:latin typeface="Calibri"/>
                <a:cs typeface="Calibri"/>
              </a:rPr>
              <a:t> </a:t>
            </a:r>
            <a:r>
              <a:rPr sz="1600" dirty="0">
                <a:solidFill>
                  <a:srgbClr val="585858"/>
                </a:solidFill>
                <a:latin typeface="Calibri"/>
                <a:cs typeface="Calibri"/>
              </a:rPr>
              <a:t>de</a:t>
            </a:r>
            <a:r>
              <a:rPr sz="1600" spc="-15" dirty="0">
                <a:solidFill>
                  <a:srgbClr val="585858"/>
                </a:solidFill>
                <a:latin typeface="Calibri"/>
                <a:cs typeface="Calibri"/>
              </a:rPr>
              <a:t> </a:t>
            </a:r>
            <a:r>
              <a:rPr sz="1600" dirty="0">
                <a:solidFill>
                  <a:srgbClr val="585858"/>
                </a:solidFill>
                <a:latin typeface="Calibri"/>
                <a:cs typeface="Calibri"/>
              </a:rPr>
              <a:t>la</a:t>
            </a:r>
            <a:r>
              <a:rPr sz="1600" spc="-10" dirty="0">
                <a:solidFill>
                  <a:srgbClr val="585858"/>
                </a:solidFill>
                <a:latin typeface="Calibri"/>
                <a:cs typeface="Calibri"/>
              </a:rPr>
              <a:t> </a:t>
            </a:r>
            <a:r>
              <a:rPr sz="1600" dirty="0">
                <a:solidFill>
                  <a:srgbClr val="585858"/>
                </a:solidFill>
                <a:latin typeface="Calibri"/>
                <a:cs typeface="Calibri"/>
              </a:rPr>
              <a:t>racine</a:t>
            </a:r>
            <a:r>
              <a:rPr sz="1600" spc="-15" dirty="0">
                <a:solidFill>
                  <a:srgbClr val="585858"/>
                </a:solidFill>
                <a:latin typeface="Calibri"/>
                <a:cs typeface="Calibri"/>
              </a:rPr>
              <a:t> </a:t>
            </a:r>
            <a:r>
              <a:rPr sz="1600" dirty="0">
                <a:solidFill>
                  <a:srgbClr val="585858"/>
                </a:solidFill>
                <a:latin typeface="Calibri"/>
                <a:cs typeface="Calibri"/>
              </a:rPr>
              <a:t>du</a:t>
            </a:r>
            <a:r>
              <a:rPr sz="1600" spc="-20" dirty="0">
                <a:solidFill>
                  <a:srgbClr val="585858"/>
                </a:solidFill>
                <a:latin typeface="Calibri"/>
                <a:cs typeface="Calibri"/>
              </a:rPr>
              <a:t> </a:t>
            </a:r>
            <a:r>
              <a:rPr sz="1600" spc="-10" dirty="0">
                <a:solidFill>
                  <a:srgbClr val="585858"/>
                </a:solidFill>
                <a:latin typeface="Calibri"/>
                <a:cs typeface="Calibri"/>
              </a:rPr>
              <a:t>système</a:t>
            </a:r>
            <a:r>
              <a:rPr sz="1600" spc="-55" dirty="0">
                <a:solidFill>
                  <a:srgbClr val="585858"/>
                </a:solidFill>
                <a:latin typeface="Calibri"/>
                <a:cs typeface="Calibri"/>
              </a:rPr>
              <a:t> </a:t>
            </a:r>
            <a:r>
              <a:rPr sz="1600" dirty="0">
                <a:solidFill>
                  <a:srgbClr val="585858"/>
                </a:solidFill>
                <a:latin typeface="Calibri"/>
                <a:cs typeface="Calibri"/>
              </a:rPr>
              <a:t>de</a:t>
            </a:r>
            <a:r>
              <a:rPr sz="1600" spc="-15" dirty="0">
                <a:solidFill>
                  <a:srgbClr val="585858"/>
                </a:solidFill>
                <a:latin typeface="Calibri"/>
                <a:cs typeface="Calibri"/>
              </a:rPr>
              <a:t> </a:t>
            </a:r>
            <a:r>
              <a:rPr sz="1600" spc="-10" dirty="0">
                <a:solidFill>
                  <a:srgbClr val="585858"/>
                </a:solidFill>
                <a:latin typeface="Calibri"/>
                <a:cs typeface="Calibri"/>
              </a:rPr>
              <a:t>fichiers,</a:t>
            </a:r>
            <a:r>
              <a:rPr sz="1600" dirty="0">
                <a:solidFill>
                  <a:srgbClr val="585858"/>
                </a:solidFill>
                <a:latin typeface="Calibri"/>
                <a:cs typeface="Calibri"/>
              </a:rPr>
              <a:t> on</a:t>
            </a:r>
            <a:r>
              <a:rPr sz="1600" spc="-25" dirty="0">
                <a:solidFill>
                  <a:srgbClr val="585858"/>
                </a:solidFill>
                <a:latin typeface="Calibri"/>
                <a:cs typeface="Calibri"/>
              </a:rPr>
              <a:t> </a:t>
            </a:r>
            <a:r>
              <a:rPr sz="1600" dirty="0">
                <a:solidFill>
                  <a:srgbClr val="585858"/>
                </a:solidFill>
                <a:latin typeface="Calibri"/>
                <a:cs typeface="Calibri"/>
              </a:rPr>
              <a:t>parcourt</a:t>
            </a:r>
            <a:r>
              <a:rPr sz="1600" spc="10" dirty="0">
                <a:solidFill>
                  <a:srgbClr val="585858"/>
                </a:solidFill>
                <a:latin typeface="Calibri"/>
                <a:cs typeface="Calibri"/>
              </a:rPr>
              <a:t> </a:t>
            </a:r>
            <a:r>
              <a:rPr sz="1600" spc="-10" dirty="0">
                <a:solidFill>
                  <a:srgbClr val="585858"/>
                </a:solidFill>
                <a:latin typeface="Calibri"/>
                <a:cs typeface="Calibri"/>
              </a:rPr>
              <a:t>cette</a:t>
            </a:r>
            <a:r>
              <a:rPr sz="1600" spc="-30" dirty="0">
                <a:solidFill>
                  <a:srgbClr val="585858"/>
                </a:solidFill>
                <a:latin typeface="Calibri"/>
                <a:cs typeface="Calibri"/>
              </a:rPr>
              <a:t> </a:t>
            </a:r>
            <a:r>
              <a:rPr sz="1600" dirty="0">
                <a:solidFill>
                  <a:srgbClr val="585858"/>
                </a:solidFill>
                <a:latin typeface="Calibri"/>
                <a:cs typeface="Calibri"/>
              </a:rPr>
              <a:t>arborescence</a:t>
            </a:r>
            <a:r>
              <a:rPr sz="1600" spc="30" dirty="0">
                <a:solidFill>
                  <a:srgbClr val="585858"/>
                </a:solidFill>
                <a:latin typeface="Calibri"/>
                <a:cs typeface="Calibri"/>
              </a:rPr>
              <a:t> </a:t>
            </a:r>
            <a:r>
              <a:rPr sz="1600" dirty="0">
                <a:solidFill>
                  <a:srgbClr val="585858"/>
                </a:solidFill>
                <a:latin typeface="Calibri"/>
                <a:cs typeface="Calibri"/>
              </a:rPr>
              <a:t>en</a:t>
            </a:r>
            <a:r>
              <a:rPr sz="1600" spc="-40" dirty="0">
                <a:solidFill>
                  <a:srgbClr val="585858"/>
                </a:solidFill>
                <a:latin typeface="Calibri"/>
                <a:cs typeface="Calibri"/>
              </a:rPr>
              <a:t> </a:t>
            </a:r>
            <a:r>
              <a:rPr sz="1600" dirty="0">
                <a:solidFill>
                  <a:srgbClr val="585858"/>
                </a:solidFill>
                <a:latin typeface="Calibri"/>
                <a:cs typeface="Calibri"/>
              </a:rPr>
              <a:t>allant</a:t>
            </a:r>
            <a:r>
              <a:rPr sz="1600" spc="-5" dirty="0">
                <a:solidFill>
                  <a:srgbClr val="585858"/>
                </a:solidFill>
                <a:latin typeface="Calibri"/>
                <a:cs typeface="Calibri"/>
              </a:rPr>
              <a:t> </a:t>
            </a:r>
            <a:r>
              <a:rPr sz="1600" dirty="0">
                <a:solidFill>
                  <a:srgbClr val="585858"/>
                </a:solidFill>
                <a:latin typeface="Calibri"/>
                <a:cs typeface="Calibri"/>
              </a:rPr>
              <a:t>de</a:t>
            </a:r>
            <a:r>
              <a:rPr sz="1600" spc="-30" dirty="0">
                <a:solidFill>
                  <a:srgbClr val="585858"/>
                </a:solidFill>
                <a:latin typeface="Calibri"/>
                <a:cs typeface="Calibri"/>
              </a:rPr>
              <a:t> </a:t>
            </a:r>
            <a:r>
              <a:rPr sz="1600" spc="-10" dirty="0">
                <a:solidFill>
                  <a:srgbClr val="585858"/>
                </a:solidFill>
                <a:latin typeface="Calibri"/>
                <a:cs typeface="Calibri"/>
              </a:rPr>
              <a:t>dossiers</a:t>
            </a:r>
            <a:r>
              <a:rPr sz="1600" spc="-5" dirty="0">
                <a:solidFill>
                  <a:srgbClr val="585858"/>
                </a:solidFill>
                <a:latin typeface="Calibri"/>
                <a:cs typeface="Calibri"/>
              </a:rPr>
              <a:t> </a:t>
            </a:r>
            <a:r>
              <a:rPr sz="1600" dirty="0">
                <a:solidFill>
                  <a:srgbClr val="585858"/>
                </a:solidFill>
                <a:latin typeface="Calibri"/>
                <a:cs typeface="Calibri"/>
              </a:rPr>
              <a:t>en</a:t>
            </a:r>
            <a:r>
              <a:rPr sz="1600" spc="-20" dirty="0">
                <a:solidFill>
                  <a:srgbClr val="585858"/>
                </a:solidFill>
                <a:latin typeface="Calibri"/>
                <a:cs typeface="Calibri"/>
              </a:rPr>
              <a:t> </a:t>
            </a:r>
            <a:r>
              <a:rPr sz="1600" dirty="0">
                <a:solidFill>
                  <a:srgbClr val="585858"/>
                </a:solidFill>
                <a:latin typeface="Calibri"/>
                <a:cs typeface="Calibri"/>
              </a:rPr>
              <a:t>dossiers (comme</a:t>
            </a:r>
            <a:r>
              <a:rPr sz="1600" spc="-15" dirty="0">
                <a:solidFill>
                  <a:srgbClr val="585858"/>
                </a:solidFill>
                <a:latin typeface="Calibri"/>
                <a:cs typeface="Calibri"/>
              </a:rPr>
              <a:t> </a:t>
            </a:r>
            <a:r>
              <a:rPr sz="1600" dirty="0">
                <a:solidFill>
                  <a:srgbClr val="585858"/>
                </a:solidFill>
                <a:latin typeface="Calibri"/>
                <a:cs typeface="Calibri"/>
              </a:rPr>
              <a:t>si</a:t>
            </a:r>
            <a:r>
              <a:rPr sz="1600" spc="-25" dirty="0">
                <a:solidFill>
                  <a:srgbClr val="585858"/>
                </a:solidFill>
                <a:latin typeface="Calibri"/>
                <a:cs typeface="Calibri"/>
              </a:rPr>
              <a:t> </a:t>
            </a:r>
            <a:r>
              <a:rPr sz="1600" spc="-10" dirty="0">
                <a:solidFill>
                  <a:srgbClr val="585858"/>
                </a:solidFill>
                <a:latin typeface="Calibri"/>
                <a:cs typeface="Calibri"/>
              </a:rPr>
              <a:t>c’était</a:t>
            </a:r>
            <a:r>
              <a:rPr sz="1600" spc="10" dirty="0">
                <a:solidFill>
                  <a:srgbClr val="585858"/>
                </a:solidFill>
                <a:latin typeface="Calibri"/>
                <a:cs typeface="Calibri"/>
              </a:rPr>
              <a:t> </a:t>
            </a:r>
            <a:r>
              <a:rPr sz="1600" dirty="0">
                <a:solidFill>
                  <a:srgbClr val="585858"/>
                </a:solidFill>
                <a:latin typeface="Calibri"/>
                <a:cs typeface="Calibri"/>
              </a:rPr>
              <a:t>un</a:t>
            </a:r>
            <a:r>
              <a:rPr sz="1600" spc="-40" dirty="0">
                <a:solidFill>
                  <a:srgbClr val="585858"/>
                </a:solidFill>
                <a:latin typeface="Calibri"/>
                <a:cs typeface="Calibri"/>
              </a:rPr>
              <a:t> </a:t>
            </a:r>
            <a:r>
              <a:rPr sz="1600" spc="-10" dirty="0" err="1">
                <a:solidFill>
                  <a:srgbClr val="585858"/>
                </a:solidFill>
                <a:latin typeface="Calibri"/>
                <a:cs typeface="Calibri"/>
              </a:rPr>
              <a:t>arbre</a:t>
            </a:r>
            <a:r>
              <a:rPr sz="1600" spc="-10" dirty="0" smtClean="0">
                <a:solidFill>
                  <a:srgbClr val="585858"/>
                </a:solidFill>
                <a:latin typeface="Calibri"/>
                <a:cs typeface="Calibri"/>
              </a:rPr>
              <a:t>)</a:t>
            </a:r>
            <a:r>
              <a:rPr lang="fr-FR" sz="1600" spc="-10" dirty="0" smtClean="0">
                <a:solidFill>
                  <a:srgbClr val="585858"/>
                </a:solidFill>
                <a:latin typeface="Calibri"/>
                <a:cs typeface="Calibri"/>
              </a:rPr>
              <a:t>)</a:t>
            </a:r>
            <a:r>
              <a:rPr sz="1600" spc="-10" dirty="0" smtClean="0">
                <a:solidFill>
                  <a:srgbClr val="585858"/>
                </a:solidFill>
                <a:latin typeface="Calibri"/>
                <a:cs typeface="Calibri"/>
              </a:rPr>
              <a:t>.</a:t>
            </a:r>
            <a:endParaRPr lang="fr-FR" sz="1600" spc="-10" dirty="0" smtClean="0">
              <a:solidFill>
                <a:srgbClr val="585858"/>
              </a:solidFill>
              <a:latin typeface="Calibri"/>
              <a:cs typeface="Calibri"/>
            </a:endParaRPr>
          </a:p>
          <a:p>
            <a:pPr marL="12700" marR="457200">
              <a:lnSpc>
                <a:spcPct val="150000"/>
              </a:lnSpc>
              <a:spcBef>
                <a:spcPts val="610"/>
              </a:spcBef>
            </a:pPr>
            <a:r>
              <a:rPr lang="fr-FR" sz="1600" spc="-20" dirty="0" smtClean="0">
                <a:solidFill>
                  <a:srgbClr val="585858"/>
                </a:solidFill>
                <a:latin typeface="Calibri"/>
                <a:cs typeface="Calibri"/>
              </a:rPr>
              <a:t>Tout</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dossier</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à</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la</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racine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15" dirty="0" smtClean="0">
                <a:solidFill>
                  <a:srgbClr val="585858"/>
                </a:solidFill>
                <a:latin typeface="Calibri"/>
                <a:cs typeface="Calibri"/>
              </a:rPr>
              <a:t> </a:t>
            </a:r>
            <a:r>
              <a:rPr lang="fr-FR" sz="1600" spc="-10" dirty="0" smtClean="0">
                <a:solidFill>
                  <a:srgbClr val="585858"/>
                </a:solidFill>
                <a:latin typeface="Calibri"/>
                <a:cs typeface="Calibri"/>
              </a:rPr>
              <a:t>l'arborescence</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a</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une</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utilité</a:t>
            </a:r>
            <a:r>
              <a:rPr lang="fr-FR" sz="1600" spc="10" dirty="0" smtClean="0">
                <a:solidFill>
                  <a:srgbClr val="585858"/>
                </a:solidFill>
                <a:latin typeface="Calibri"/>
                <a:cs typeface="Calibri"/>
              </a:rPr>
              <a:t> </a:t>
            </a:r>
            <a:r>
              <a:rPr lang="fr-FR" sz="1600" spc="-10" dirty="0" smtClean="0">
                <a:solidFill>
                  <a:srgbClr val="585858"/>
                </a:solidFill>
                <a:latin typeface="Calibri"/>
                <a:cs typeface="Calibri"/>
              </a:rPr>
              <a:t>particulière</a:t>
            </a:r>
            <a:endParaRPr sz="1600" dirty="0">
              <a:latin typeface="Calibri"/>
              <a:cs typeface="Calibri"/>
            </a:endParaRPr>
          </a:p>
          <a:p>
            <a:pPr marL="12700">
              <a:lnSpc>
                <a:spcPct val="100000"/>
              </a:lnSpc>
            </a:pPr>
            <a:endParaRPr lang="fr-FR" sz="1600" dirty="0">
              <a:latin typeface="Calibri"/>
              <a:cs typeface="Calibri"/>
            </a:endParaRPr>
          </a:p>
          <a:p>
            <a:pPr marL="12700">
              <a:lnSpc>
                <a:spcPct val="100000"/>
              </a:lnSpc>
            </a:pPr>
            <a:r>
              <a:rPr sz="1600" dirty="0" smtClean="0">
                <a:solidFill>
                  <a:srgbClr val="585858"/>
                </a:solidFill>
                <a:latin typeface="Calibri"/>
                <a:cs typeface="Calibri"/>
              </a:rPr>
              <a:t>Il</a:t>
            </a:r>
            <a:r>
              <a:rPr sz="1600" spc="-60" dirty="0" smtClean="0">
                <a:solidFill>
                  <a:srgbClr val="585858"/>
                </a:solidFill>
                <a:latin typeface="Calibri"/>
                <a:cs typeface="Calibri"/>
              </a:rPr>
              <a:t> </a:t>
            </a:r>
            <a:r>
              <a:rPr sz="1600" dirty="0">
                <a:solidFill>
                  <a:srgbClr val="585858"/>
                </a:solidFill>
                <a:latin typeface="Calibri"/>
                <a:cs typeface="Calibri"/>
              </a:rPr>
              <a:t>existe</a:t>
            </a:r>
            <a:r>
              <a:rPr sz="1600" spc="-5" dirty="0">
                <a:solidFill>
                  <a:srgbClr val="585858"/>
                </a:solidFill>
                <a:latin typeface="Calibri"/>
                <a:cs typeface="Calibri"/>
              </a:rPr>
              <a:t> </a:t>
            </a:r>
            <a:r>
              <a:rPr sz="1600" dirty="0">
                <a:solidFill>
                  <a:srgbClr val="585858"/>
                </a:solidFill>
                <a:latin typeface="Calibri"/>
                <a:cs typeface="Calibri"/>
              </a:rPr>
              <a:t>deux</a:t>
            </a:r>
            <a:r>
              <a:rPr sz="1600" spc="-40" dirty="0">
                <a:solidFill>
                  <a:srgbClr val="585858"/>
                </a:solidFill>
                <a:latin typeface="Calibri"/>
                <a:cs typeface="Calibri"/>
              </a:rPr>
              <a:t> </a:t>
            </a:r>
            <a:r>
              <a:rPr sz="1600" spc="-10" dirty="0">
                <a:solidFill>
                  <a:srgbClr val="585858"/>
                </a:solidFill>
                <a:latin typeface="Calibri"/>
                <a:cs typeface="Calibri"/>
              </a:rPr>
              <a:t>représentations</a:t>
            </a:r>
            <a:r>
              <a:rPr sz="1600" spc="-20" dirty="0">
                <a:solidFill>
                  <a:srgbClr val="585858"/>
                </a:solidFill>
                <a:latin typeface="Calibri"/>
                <a:cs typeface="Calibri"/>
              </a:rPr>
              <a:t> </a:t>
            </a:r>
            <a:r>
              <a:rPr sz="1600" dirty="0">
                <a:solidFill>
                  <a:srgbClr val="585858"/>
                </a:solidFill>
                <a:latin typeface="Calibri"/>
                <a:cs typeface="Calibri"/>
              </a:rPr>
              <a:t>possible</a:t>
            </a:r>
            <a:r>
              <a:rPr sz="1600" spc="-5" dirty="0">
                <a:solidFill>
                  <a:srgbClr val="585858"/>
                </a:solidFill>
                <a:latin typeface="Calibri"/>
                <a:cs typeface="Calibri"/>
              </a:rPr>
              <a:t> </a:t>
            </a:r>
            <a:r>
              <a:rPr sz="1600" dirty="0">
                <a:solidFill>
                  <a:srgbClr val="585858"/>
                </a:solidFill>
                <a:latin typeface="Calibri"/>
                <a:cs typeface="Calibri"/>
              </a:rPr>
              <a:t>d'un</a:t>
            </a:r>
            <a:r>
              <a:rPr sz="1600" spc="-50" dirty="0">
                <a:solidFill>
                  <a:srgbClr val="585858"/>
                </a:solidFill>
                <a:latin typeface="Calibri"/>
                <a:cs typeface="Calibri"/>
              </a:rPr>
              <a:t> </a:t>
            </a:r>
            <a:r>
              <a:rPr sz="1600" dirty="0">
                <a:solidFill>
                  <a:srgbClr val="585858"/>
                </a:solidFill>
                <a:latin typeface="Calibri"/>
                <a:cs typeface="Calibri"/>
              </a:rPr>
              <a:t>chemin</a:t>
            </a:r>
            <a:r>
              <a:rPr sz="1600" spc="-15" dirty="0">
                <a:solidFill>
                  <a:srgbClr val="585858"/>
                </a:solidFill>
                <a:latin typeface="Calibri"/>
                <a:cs typeface="Calibri"/>
              </a:rPr>
              <a:t> </a:t>
            </a:r>
            <a:r>
              <a:rPr sz="1600" spc="-50" dirty="0">
                <a:solidFill>
                  <a:srgbClr val="585858"/>
                </a:solidFill>
                <a:latin typeface="Calibri"/>
                <a:cs typeface="Calibri"/>
              </a:rPr>
              <a:t>:</a:t>
            </a:r>
            <a:endParaRPr sz="1600" dirty="0">
              <a:latin typeface="Calibri"/>
              <a:cs typeface="Calibri"/>
            </a:endParaRPr>
          </a:p>
          <a:p>
            <a:pPr marL="298450" indent="-285750">
              <a:lnSpc>
                <a:spcPct val="100000"/>
              </a:lnSpc>
              <a:spcBef>
                <a:spcPts val="720"/>
              </a:spcBef>
              <a:buFont typeface="Wingdings" panose="05000000000000000000" pitchFamily="2" charset="2"/>
              <a:buChar char="§"/>
            </a:pPr>
            <a:r>
              <a:rPr sz="1600" dirty="0" smtClean="0">
                <a:solidFill>
                  <a:srgbClr val="585858"/>
                </a:solidFill>
                <a:latin typeface="Calibri"/>
                <a:cs typeface="Calibri"/>
              </a:rPr>
              <a:t>Le</a:t>
            </a:r>
            <a:r>
              <a:rPr sz="1600" spc="-30" dirty="0" smtClean="0">
                <a:solidFill>
                  <a:srgbClr val="585858"/>
                </a:solidFill>
                <a:latin typeface="Calibri"/>
                <a:cs typeface="Calibri"/>
              </a:rPr>
              <a:t> </a:t>
            </a:r>
            <a:r>
              <a:rPr sz="1600" dirty="0">
                <a:solidFill>
                  <a:srgbClr val="585858"/>
                </a:solidFill>
                <a:latin typeface="Calibri"/>
                <a:cs typeface="Calibri"/>
              </a:rPr>
              <a:t>chemin</a:t>
            </a:r>
            <a:r>
              <a:rPr sz="1600" spc="5" dirty="0">
                <a:solidFill>
                  <a:srgbClr val="585858"/>
                </a:solidFill>
                <a:latin typeface="Calibri"/>
                <a:cs typeface="Calibri"/>
              </a:rPr>
              <a:t> </a:t>
            </a:r>
            <a:r>
              <a:rPr sz="1600" dirty="0">
                <a:solidFill>
                  <a:srgbClr val="585858"/>
                </a:solidFill>
                <a:latin typeface="Calibri"/>
                <a:cs typeface="Calibri"/>
              </a:rPr>
              <a:t>absolu,</a:t>
            </a:r>
            <a:r>
              <a:rPr sz="1600" spc="-20" dirty="0">
                <a:solidFill>
                  <a:srgbClr val="585858"/>
                </a:solidFill>
                <a:latin typeface="Calibri"/>
                <a:cs typeface="Calibri"/>
              </a:rPr>
              <a:t> </a:t>
            </a:r>
            <a:r>
              <a:rPr sz="1600" dirty="0">
                <a:solidFill>
                  <a:srgbClr val="585858"/>
                </a:solidFill>
                <a:latin typeface="Calibri"/>
                <a:cs typeface="Calibri"/>
              </a:rPr>
              <a:t>qui</a:t>
            </a:r>
            <a:r>
              <a:rPr sz="1600" spc="-25" dirty="0">
                <a:solidFill>
                  <a:srgbClr val="585858"/>
                </a:solidFill>
                <a:latin typeface="Calibri"/>
                <a:cs typeface="Calibri"/>
              </a:rPr>
              <a:t> </a:t>
            </a:r>
            <a:r>
              <a:rPr sz="1600" dirty="0">
                <a:solidFill>
                  <a:srgbClr val="585858"/>
                </a:solidFill>
                <a:latin typeface="Calibri"/>
                <a:cs typeface="Calibri"/>
              </a:rPr>
              <a:t>part de</a:t>
            </a:r>
            <a:r>
              <a:rPr sz="1600" spc="-30" dirty="0">
                <a:solidFill>
                  <a:srgbClr val="585858"/>
                </a:solidFill>
                <a:latin typeface="Calibri"/>
                <a:cs typeface="Calibri"/>
              </a:rPr>
              <a:t> </a:t>
            </a:r>
            <a:r>
              <a:rPr sz="1600" dirty="0">
                <a:solidFill>
                  <a:srgbClr val="585858"/>
                </a:solidFill>
                <a:latin typeface="Calibri"/>
                <a:cs typeface="Calibri"/>
              </a:rPr>
              <a:t>la</a:t>
            </a:r>
            <a:r>
              <a:rPr sz="1600" spc="-5" dirty="0">
                <a:solidFill>
                  <a:srgbClr val="585858"/>
                </a:solidFill>
                <a:latin typeface="Calibri"/>
                <a:cs typeface="Calibri"/>
              </a:rPr>
              <a:t> </a:t>
            </a:r>
            <a:r>
              <a:rPr sz="1600" dirty="0">
                <a:solidFill>
                  <a:srgbClr val="585858"/>
                </a:solidFill>
                <a:latin typeface="Calibri"/>
                <a:cs typeface="Calibri"/>
              </a:rPr>
              <a:t>racine</a:t>
            </a:r>
            <a:r>
              <a:rPr sz="1600" spc="15" dirty="0">
                <a:solidFill>
                  <a:srgbClr val="585858"/>
                </a:solidFill>
                <a:latin typeface="Calibri"/>
                <a:cs typeface="Calibri"/>
              </a:rPr>
              <a:t> </a:t>
            </a:r>
            <a:r>
              <a:rPr sz="1600" dirty="0">
                <a:solidFill>
                  <a:srgbClr val="585858"/>
                </a:solidFill>
                <a:latin typeface="Calibri"/>
                <a:cs typeface="Calibri"/>
              </a:rPr>
              <a:t>par</a:t>
            </a:r>
            <a:r>
              <a:rPr sz="1600" spc="-40" dirty="0">
                <a:solidFill>
                  <a:srgbClr val="585858"/>
                </a:solidFill>
                <a:latin typeface="Calibri"/>
                <a:cs typeface="Calibri"/>
              </a:rPr>
              <a:t> </a:t>
            </a:r>
            <a:r>
              <a:rPr sz="1600" spc="-10" dirty="0">
                <a:solidFill>
                  <a:srgbClr val="585858"/>
                </a:solidFill>
                <a:latin typeface="Calibri"/>
                <a:cs typeface="Calibri"/>
              </a:rPr>
              <a:t>exemple</a:t>
            </a:r>
            <a:r>
              <a:rPr sz="1600" spc="5" dirty="0">
                <a:solidFill>
                  <a:srgbClr val="585858"/>
                </a:solidFill>
                <a:latin typeface="Calibri"/>
                <a:cs typeface="Calibri"/>
              </a:rPr>
              <a:t> </a:t>
            </a:r>
            <a:r>
              <a:rPr sz="1600" b="1" spc="-10" dirty="0">
                <a:solidFill>
                  <a:srgbClr val="585858"/>
                </a:solidFill>
                <a:latin typeface="Calibri"/>
                <a:cs typeface="Calibri"/>
              </a:rPr>
              <a:t>/home/users/Desktop/Cours </a:t>
            </a:r>
            <a:r>
              <a:rPr sz="1600" b="1" spc="-25" dirty="0">
                <a:solidFill>
                  <a:srgbClr val="585858"/>
                </a:solidFill>
                <a:latin typeface="Calibri"/>
                <a:cs typeface="Calibri"/>
              </a:rPr>
              <a:t>SE.</a:t>
            </a:r>
            <a:endParaRPr sz="1600" dirty="0">
              <a:latin typeface="Calibri"/>
              <a:cs typeface="Calibri"/>
            </a:endParaRPr>
          </a:p>
          <a:p>
            <a:pPr marL="298450" indent="-285750">
              <a:lnSpc>
                <a:spcPct val="100000"/>
              </a:lnSpc>
              <a:spcBef>
                <a:spcPts val="725"/>
              </a:spcBef>
              <a:buFont typeface="Wingdings" panose="05000000000000000000" pitchFamily="2" charset="2"/>
              <a:buChar char="§"/>
            </a:pPr>
            <a:r>
              <a:rPr sz="1600" dirty="0" smtClean="0">
                <a:solidFill>
                  <a:srgbClr val="585858"/>
                </a:solidFill>
                <a:latin typeface="Calibri"/>
                <a:cs typeface="Calibri"/>
              </a:rPr>
              <a:t>Le</a:t>
            </a:r>
            <a:r>
              <a:rPr sz="1600" spc="-25" dirty="0" smtClean="0">
                <a:solidFill>
                  <a:srgbClr val="585858"/>
                </a:solidFill>
                <a:latin typeface="Calibri"/>
                <a:cs typeface="Calibri"/>
              </a:rPr>
              <a:t> </a:t>
            </a:r>
            <a:r>
              <a:rPr sz="1600" dirty="0">
                <a:solidFill>
                  <a:srgbClr val="585858"/>
                </a:solidFill>
                <a:latin typeface="Calibri"/>
                <a:cs typeface="Calibri"/>
              </a:rPr>
              <a:t>chemin</a:t>
            </a:r>
            <a:r>
              <a:rPr sz="1600" spc="5" dirty="0">
                <a:solidFill>
                  <a:srgbClr val="585858"/>
                </a:solidFill>
                <a:latin typeface="Calibri"/>
                <a:cs typeface="Calibri"/>
              </a:rPr>
              <a:t> </a:t>
            </a:r>
            <a:r>
              <a:rPr sz="1600" spc="-20" dirty="0">
                <a:solidFill>
                  <a:srgbClr val="585858"/>
                </a:solidFill>
                <a:latin typeface="Calibri"/>
                <a:cs typeface="Calibri"/>
              </a:rPr>
              <a:t>relatif, </a:t>
            </a:r>
            <a:r>
              <a:rPr sz="1600" dirty="0">
                <a:solidFill>
                  <a:srgbClr val="585858"/>
                </a:solidFill>
                <a:latin typeface="Calibri"/>
                <a:cs typeface="Calibri"/>
              </a:rPr>
              <a:t>qui</a:t>
            </a:r>
            <a:r>
              <a:rPr sz="1600" spc="-20" dirty="0">
                <a:solidFill>
                  <a:srgbClr val="585858"/>
                </a:solidFill>
                <a:latin typeface="Calibri"/>
                <a:cs typeface="Calibri"/>
              </a:rPr>
              <a:t> </a:t>
            </a:r>
            <a:r>
              <a:rPr sz="1600" dirty="0">
                <a:solidFill>
                  <a:srgbClr val="585858"/>
                </a:solidFill>
                <a:latin typeface="Calibri"/>
                <a:cs typeface="Calibri"/>
              </a:rPr>
              <a:t>part de</a:t>
            </a:r>
            <a:r>
              <a:rPr sz="1600" spc="-25" dirty="0">
                <a:solidFill>
                  <a:srgbClr val="585858"/>
                </a:solidFill>
                <a:latin typeface="Calibri"/>
                <a:cs typeface="Calibri"/>
              </a:rPr>
              <a:t> </a:t>
            </a:r>
            <a:r>
              <a:rPr sz="1600" dirty="0">
                <a:solidFill>
                  <a:srgbClr val="585858"/>
                </a:solidFill>
                <a:latin typeface="Calibri"/>
                <a:cs typeface="Calibri"/>
              </a:rPr>
              <a:t>l'endroit</a:t>
            </a:r>
            <a:r>
              <a:rPr sz="1600" spc="20" dirty="0">
                <a:solidFill>
                  <a:srgbClr val="585858"/>
                </a:solidFill>
                <a:latin typeface="Calibri"/>
                <a:cs typeface="Calibri"/>
              </a:rPr>
              <a:t> </a:t>
            </a:r>
            <a:r>
              <a:rPr sz="1600" dirty="0">
                <a:solidFill>
                  <a:srgbClr val="585858"/>
                </a:solidFill>
                <a:latin typeface="Calibri"/>
                <a:cs typeface="Calibri"/>
              </a:rPr>
              <a:t>où</a:t>
            </a:r>
            <a:r>
              <a:rPr sz="1600" spc="-15" dirty="0">
                <a:solidFill>
                  <a:srgbClr val="585858"/>
                </a:solidFill>
                <a:latin typeface="Calibri"/>
                <a:cs typeface="Calibri"/>
              </a:rPr>
              <a:t> </a:t>
            </a:r>
            <a:r>
              <a:rPr sz="1600" dirty="0">
                <a:solidFill>
                  <a:srgbClr val="585858"/>
                </a:solidFill>
                <a:latin typeface="Calibri"/>
                <a:cs typeface="Calibri"/>
              </a:rPr>
              <a:t>on</a:t>
            </a:r>
            <a:r>
              <a:rPr sz="1600" spc="-15" dirty="0">
                <a:solidFill>
                  <a:srgbClr val="585858"/>
                </a:solidFill>
                <a:latin typeface="Calibri"/>
                <a:cs typeface="Calibri"/>
              </a:rPr>
              <a:t> </a:t>
            </a:r>
            <a:r>
              <a:rPr sz="1600" dirty="0">
                <a:solidFill>
                  <a:srgbClr val="585858"/>
                </a:solidFill>
                <a:latin typeface="Calibri"/>
                <a:cs typeface="Calibri"/>
              </a:rPr>
              <a:t>se</a:t>
            </a:r>
            <a:r>
              <a:rPr sz="1600" spc="-5" dirty="0">
                <a:solidFill>
                  <a:srgbClr val="585858"/>
                </a:solidFill>
                <a:latin typeface="Calibri"/>
                <a:cs typeface="Calibri"/>
              </a:rPr>
              <a:t> </a:t>
            </a:r>
            <a:r>
              <a:rPr sz="1600" dirty="0" err="1" smtClean="0">
                <a:solidFill>
                  <a:srgbClr val="585858"/>
                </a:solidFill>
                <a:latin typeface="Calibri"/>
                <a:cs typeface="Calibri"/>
              </a:rPr>
              <a:t>situe</a:t>
            </a:r>
            <a:r>
              <a:rPr lang="fr-FR" sz="1600" dirty="0">
                <a:solidFill>
                  <a:srgbClr val="585858"/>
                </a:solidFill>
                <a:latin typeface="Calibri"/>
                <a:cs typeface="Calibri"/>
              </a:rPr>
              <a:t>.</a:t>
            </a:r>
            <a:endParaRPr sz="1200" dirty="0">
              <a:latin typeface="Calibri"/>
              <a:cs typeface="Calibri"/>
            </a:endParaRPr>
          </a:p>
        </p:txBody>
      </p:sp>
    </p:spTree>
    <p:extLst>
      <p:ext uri="{BB962C8B-B14F-4D97-AF65-F5344CB8AC3E}">
        <p14:creationId xmlns:p14="http://schemas.microsoft.com/office/powerpoint/2010/main" val="933566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8951" cy="6857997"/>
            <a:chOff x="0" y="0"/>
            <a:chExt cx="12188951" cy="6857997"/>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grpSp>
        <p:nvGrpSpPr>
          <p:cNvPr id="8" name="object 8"/>
          <p:cNvGrpSpPr/>
          <p:nvPr/>
        </p:nvGrpSpPr>
        <p:grpSpPr>
          <a:xfrm>
            <a:off x="2977895" y="3956303"/>
            <a:ext cx="478790" cy="238125"/>
            <a:chOff x="2977895" y="3956303"/>
            <a:chExt cx="478790" cy="238125"/>
          </a:xfrm>
        </p:grpSpPr>
        <p:sp>
          <p:nvSpPr>
            <p:cNvPr id="11" name="object 11"/>
            <p:cNvSpPr/>
            <p:nvPr/>
          </p:nvSpPr>
          <p:spPr>
            <a:xfrm>
              <a:off x="2977895" y="3956303"/>
              <a:ext cx="478790" cy="238125"/>
            </a:xfrm>
            <a:custGeom>
              <a:avLst/>
              <a:gdLst/>
              <a:ahLst/>
              <a:cxnLst/>
              <a:rect l="l" t="t" r="r" b="b"/>
              <a:pathLst>
                <a:path w="478789" h="238125">
                  <a:moveTo>
                    <a:pt x="454787" y="0"/>
                  </a:moveTo>
                  <a:lnTo>
                    <a:pt x="23749" y="0"/>
                  </a:lnTo>
                  <a:lnTo>
                    <a:pt x="14519" y="1871"/>
                  </a:lnTo>
                  <a:lnTo>
                    <a:pt x="6969" y="6969"/>
                  </a:lnTo>
                  <a:lnTo>
                    <a:pt x="1871" y="14519"/>
                  </a:lnTo>
                  <a:lnTo>
                    <a:pt x="0" y="23749"/>
                  </a:lnTo>
                  <a:lnTo>
                    <a:pt x="0" y="213995"/>
                  </a:lnTo>
                  <a:lnTo>
                    <a:pt x="1871" y="223224"/>
                  </a:lnTo>
                  <a:lnTo>
                    <a:pt x="6969" y="230774"/>
                  </a:lnTo>
                  <a:lnTo>
                    <a:pt x="14519" y="235872"/>
                  </a:lnTo>
                  <a:lnTo>
                    <a:pt x="23749" y="237744"/>
                  </a:lnTo>
                  <a:lnTo>
                    <a:pt x="454787" y="237744"/>
                  </a:lnTo>
                  <a:lnTo>
                    <a:pt x="464016" y="235872"/>
                  </a:lnTo>
                  <a:lnTo>
                    <a:pt x="471566" y="230774"/>
                  </a:lnTo>
                  <a:lnTo>
                    <a:pt x="476664" y="223224"/>
                  </a:lnTo>
                  <a:lnTo>
                    <a:pt x="478536" y="213995"/>
                  </a:lnTo>
                  <a:lnTo>
                    <a:pt x="478536" y="23749"/>
                  </a:lnTo>
                  <a:lnTo>
                    <a:pt x="476664" y="14519"/>
                  </a:lnTo>
                  <a:lnTo>
                    <a:pt x="471566" y="6969"/>
                  </a:lnTo>
                  <a:lnTo>
                    <a:pt x="464016" y="1871"/>
                  </a:lnTo>
                  <a:lnTo>
                    <a:pt x="454787" y="0"/>
                  </a:lnTo>
                  <a:close/>
                </a:path>
              </a:pathLst>
            </a:custGeom>
            <a:solidFill>
              <a:srgbClr val="C00000"/>
            </a:solidFill>
          </p:spPr>
          <p:txBody>
            <a:bodyPr wrap="square" lIns="0" tIns="0" rIns="0" bIns="0" rtlCol="0"/>
            <a:lstStyle/>
            <a:p>
              <a:endParaRPr/>
            </a:p>
          </p:txBody>
        </p:sp>
        <p:sp>
          <p:nvSpPr>
            <p:cNvPr id="12" name="object 12"/>
            <p:cNvSpPr/>
            <p:nvPr/>
          </p:nvSpPr>
          <p:spPr>
            <a:xfrm>
              <a:off x="2977895" y="3956303"/>
              <a:ext cx="478790" cy="238125"/>
            </a:xfrm>
            <a:custGeom>
              <a:avLst/>
              <a:gdLst/>
              <a:ahLst/>
              <a:cxnLst/>
              <a:rect l="l" t="t" r="r" b="b"/>
              <a:pathLst>
                <a:path w="478789" h="238125">
                  <a:moveTo>
                    <a:pt x="0" y="23749"/>
                  </a:moveTo>
                  <a:lnTo>
                    <a:pt x="1871" y="14519"/>
                  </a:lnTo>
                  <a:lnTo>
                    <a:pt x="6969" y="6969"/>
                  </a:lnTo>
                  <a:lnTo>
                    <a:pt x="14519" y="1871"/>
                  </a:lnTo>
                  <a:lnTo>
                    <a:pt x="23749" y="0"/>
                  </a:lnTo>
                  <a:lnTo>
                    <a:pt x="454787" y="0"/>
                  </a:lnTo>
                  <a:lnTo>
                    <a:pt x="464016" y="1871"/>
                  </a:lnTo>
                  <a:lnTo>
                    <a:pt x="471566" y="6969"/>
                  </a:lnTo>
                  <a:lnTo>
                    <a:pt x="476664" y="14519"/>
                  </a:lnTo>
                  <a:lnTo>
                    <a:pt x="478536" y="23749"/>
                  </a:lnTo>
                  <a:lnTo>
                    <a:pt x="478536" y="213995"/>
                  </a:lnTo>
                  <a:lnTo>
                    <a:pt x="476664" y="223224"/>
                  </a:lnTo>
                  <a:lnTo>
                    <a:pt x="471566" y="230774"/>
                  </a:lnTo>
                  <a:lnTo>
                    <a:pt x="464016" y="235872"/>
                  </a:lnTo>
                  <a:lnTo>
                    <a:pt x="454787" y="237744"/>
                  </a:lnTo>
                  <a:lnTo>
                    <a:pt x="23749" y="237744"/>
                  </a:lnTo>
                  <a:lnTo>
                    <a:pt x="14519" y="235872"/>
                  </a:lnTo>
                  <a:lnTo>
                    <a:pt x="6969" y="230774"/>
                  </a:lnTo>
                  <a:lnTo>
                    <a:pt x="1871" y="223224"/>
                  </a:lnTo>
                  <a:lnTo>
                    <a:pt x="0" y="213995"/>
                  </a:lnTo>
                  <a:lnTo>
                    <a:pt x="0" y="23749"/>
                  </a:lnTo>
                  <a:close/>
                </a:path>
              </a:pathLst>
            </a:custGeom>
            <a:ln w="12700">
              <a:solidFill>
                <a:srgbClr val="FFFFFF"/>
              </a:solidFill>
            </a:ln>
          </p:spPr>
          <p:txBody>
            <a:bodyPr wrap="square" lIns="0" tIns="0" rIns="0" bIns="0" rtlCol="0"/>
            <a:lstStyle/>
            <a:p>
              <a:endParaRPr/>
            </a:p>
          </p:txBody>
        </p:sp>
      </p:grpSp>
      <p:sp>
        <p:nvSpPr>
          <p:cNvPr id="14" name="object 14"/>
          <p:cNvSpPr txBox="1"/>
          <p:nvPr/>
        </p:nvSpPr>
        <p:spPr>
          <a:xfrm>
            <a:off x="798982" y="5157596"/>
            <a:ext cx="69215" cy="146685"/>
          </a:xfrm>
          <a:prstGeom prst="rect">
            <a:avLst/>
          </a:prstGeom>
        </p:spPr>
        <p:txBody>
          <a:bodyPr vert="horz" wrap="square" lIns="0" tIns="11430" rIns="0" bIns="0" rtlCol="0">
            <a:spAutoFit/>
          </a:bodyPr>
          <a:lstStyle/>
          <a:p>
            <a:pPr marL="12700">
              <a:lnSpc>
                <a:spcPct val="100000"/>
              </a:lnSpc>
              <a:spcBef>
                <a:spcPts val="90"/>
              </a:spcBef>
            </a:pPr>
            <a:r>
              <a:rPr sz="800" b="1" spc="-50" dirty="0">
                <a:solidFill>
                  <a:srgbClr val="555555"/>
                </a:solidFill>
                <a:latin typeface="Calibri"/>
                <a:cs typeface="Calibri"/>
              </a:rPr>
              <a:t>/</a:t>
            </a:r>
            <a:endParaRPr sz="800">
              <a:latin typeface="Calibri"/>
              <a:cs typeface="Calibri"/>
            </a:endParaRPr>
          </a:p>
        </p:txBody>
      </p:sp>
      <p:sp>
        <p:nvSpPr>
          <p:cNvPr id="15" name="object 15"/>
          <p:cNvSpPr txBox="1"/>
          <p:nvPr/>
        </p:nvSpPr>
        <p:spPr>
          <a:xfrm>
            <a:off x="798982" y="1602105"/>
            <a:ext cx="10245725" cy="911147"/>
          </a:xfrm>
          <a:prstGeom prst="rect">
            <a:avLst/>
          </a:prstGeom>
        </p:spPr>
        <p:txBody>
          <a:bodyPr vert="horz" wrap="square" lIns="0" tIns="13335" rIns="0" bIns="0" rtlCol="0">
            <a:spAutoFit/>
          </a:bodyPr>
          <a:lstStyle/>
          <a:p>
            <a:pPr marL="12700">
              <a:lnSpc>
                <a:spcPct val="100000"/>
              </a:lnSpc>
              <a:spcBef>
                <a:spcPts val="105"/>
              </a:spcBef>
            </a:pPr>
            <a:r>
              <a:rPr b="1" dirty="0">
                <a:solidFill>
                  <a:srgbClr val="FF7800"/>
                </a:solidFill>
                <a:latin typeface="Calibri"/>
                <a:cs typeface="Calibri"/>
              </a:rPr>
              <a:t>Un</a:t>
            </a:r>
            <a:r>
              <a:rPr b="1" spc="-20" dirty="0">
                <a:solidFill>
                  <a:srgbClr val="FF7800"/>
                </a:solidFill>
                <a:latin typeface="Calibri"/>
                <a:cs typeface="Calibri"/>
              </a:rPr>
              <a:t> </a:t>
            </a:r>
            <a:r>
              <a:rPr b="1" spc="-10" dirty="0">
                <a:solidFill>
                  <a:srgbClr val="FF7800"/>
                </a:solidFill>
                <a:latin typeface="Calibri"/>
                <a:cs typeface="Calibri"/>
              </a:rPr>
              <a:t>répertoire</a:t>
            </a:r>
            <a:r>
              <a:rPr b="1" spc="-40" dirty="0">
                <a:solidFill>
                  <a:srgbClr val="FF7800"/>
                </a:solidFill>
                <a:latin typeface="Calibri"/>
                <a:cs typeface="Calibri"/>
              </a:rPr>
              <a:t> </a:t>
            </a:r>
            <a:r>
              <a:rPr b="1" dirty="0">
                <a:solidFill>
                  <a:srgbClr val="FF7800"/>
                </a:solidFill>
                <a:latin typeface="Calibri"/>
                <a:cs typeface="Calibri"/>
              </a:rPr>
              <a:t>pour</a:t>
            </a:r>
            <a:r>
              <a:rPr b="1" spc="-40" dirty="0">
                <a:solidFill>
                  <a:srgbClr val="FF7800"/>
                </a:solidFill>
                <a:latin typeface="Calibri"/>
                <a:cs typeface="Calibri"/>
              </a:rPr>
              <a:t> </a:t>
            </a:r>
            <a:r>
              <a:rPr b="1" dirty="0">
                <a:solidFill>
                  <a:srgbClr val="FF7800"/>
                </a:solidFill>
                <a:latin typeface="Calibri"/>
                <a:cs typeface="Calibri"/>
              </a:rPr>
              <a:t>chaque</a:t>
            </a:r>
            <a:r>
              <a:rPr b="1" spc="-10" dirty="0">
                <a:solidFill>
                  <a:srgbClr val="FF7800"/>
                </a:solidFill>
                <a:latin typeface="Calibri"/>
                <a:cs typeface="Calibri"/>
              </a:rPr>
              <a:t> utilisation</a:t>
            </a:r>
            <a:endParaRPr dirty="0">
              <a:latin typeface="Calibri"/>
              <a:cs typeface="Calibri"/>
            </a:endParaRPr>
          </a:p>
          <a:p>
            <a:pPr marL="12700">
              <a:lnSpc>
                <a:spcPct val="100000"/>
              </a:lnSpc>
              <a:spcBef>
                <a:spcPts val="955"/>
              </a:spcBef>
            </a:pPr>
            <a:r>
              <a:rPr sz="1600" dirty="0">
                <a:solidFill>
                  <a:srgbClr val="585858"/>
                </a:solidFill>
                <a:latin typeface="Calibri"/>
                <a:cs typeface="Calibri"/>
              </a:rPr>
              <a:t>Dans</a:t>
            </a:r>
            <a:r>
              <a:rPr sz="1600" spc="-35" dirty="0">
                <a:solidFill>
                  <a:srgbClr val="585858"/>
                </a:solidFill>
                <a:latin typeface="Calibri"/>
                <a:cs typeface="Calibri"/>
              </a:rPr>
              <a:t> </a:t>
            </a:r>
            <a:r>
              <a:rPr sz="1600" dirty="0">
                <a:solidFill>
                  <a:srgbClr val="585858"/>
                </a:solidFill>
                <a:latin typeface="Calibri"/>
                <a:cs typeface="Calibri"/>
              </a:rPr>
              <a:t>cette</a:t>
            </a:r>
            <a:r>
              <a:rPr sz="1600" spc="-20" dirty="0">
                <a:solidFill>
                  <a:srgbClr val="585858"/>
                </a:solidFill>
                <a:latin typeface="Calibri"/>
                <a:cs typeface="Calibri"/>
              </a:rPr>
              <a:t> </a:t>
            </a:r>
            <a:r>
              <a:rPr sz="1600" dirty="0">
                <a:solidFill>
                  <a:srgbClr val="585858"/>
                </a:solidFill>
                <a:latin typeface="Calibri"/>
                <a:cs typeface="Calibri"/>
              </a:rPr>
              <a:t>racine</a:t>
            </a:r>
            <a:r>
              <a:rPr sz="1600" spc="-15" dirty="0">
                <a:solidFill>
                  <a:srgbClr val="585858"/>
                </a:solidFill>
                <a:latin typeface="Calibri"/>
                <a:cs typeface="Calibri"/>
              </a:rPr>
              <a:t> </a:t>
            </a:r>
            <a:r>
              <a:rPr sz="1600" dirty="0">
                <a:solidFill>
                  <a:srgbClr val="585858"/>
                </a:solidFill>
                <a:latin typeface="Calibri"/>
                <a:cs typeface="Calibri"/>
              </a:rPr>
              <a:t>(/),</a:t>
            </a:r>
            <a:r>
              <a:rPr sz="1600" spc="-35" dirty="0">
                <a:solidFill>
                  <a:srgbClr val="585858"/>
                </a:solidFill>
                <a:latin typeface="Calibri"/>
                <a:cs typeface="Calibri"/>
              </a:rPr>
              <a:t> </a:t>
            </a:r>
            <a:r>
              <a:rPr sz="1600" dirty="0">
                <a:solidFill>
                  <a:srgbClr val="585858"/>
                </a:solidFill>
                <a:latin typeface="Calibri"/>
                <a:cs typeface="Calibri"/>
              </a:rPr>
              <a:t>Il</a:t>
            </a:r>
            <a:r>
              <a:rPr sz="1600" spc="-30" dirty="0">
                <a:solidFill>
                  <a:srgbClr val="585858"/>
                </a:solidFill>
                <a:latin typeface="Calibri"/>
                <a:cs typeface="Calibri"/>
              </a:rPr>
              <a:t> </a:t>
            </a:r>
            <a:r>
              <a:rPr sz="1600" spc="-10" dirty="0">
                <a:solidFill>
                  <a:srgbClr val="585858"/>
                </a:solidFill>
                <a:latin typeface="Calibri"/>
                <a:cs typeface="Calibri"/>
              </a:rPr>
              <a:t>existe</a:t>
            </a:r>
            <a:r>
              <a:rPr sz="1600" spc="-20" dirty="0">
                <a:solidFill>
                  <a:srgbClr val="585858"/>
                </a:solidFill>
                <a:latin typeface="Calibri"/>
                <a:cs typeface="Calibri"/>
              </a:rPr>
              <a:t> </a:t>
            </a:r>
            <a:r>
              <a:rPr sz="1600" dirty="0">
                <a:solidFill>
                  <a:srgbClr val="585858"/>
                </a:solidFill>
                <a:latin typeface="Calibri"/>
                <a:cs typeface="Calibri"/>
              </a:rPr>
              <a:t>un</a:t>
            </a:r>
            <a:r>
              <a:rPr sz="1600" spc="-25" dirty="0">
                <a:solidFill>
                  <a:srgbClr val="585858"/>
                </a:solidFill>
                <a:latin typeface="Calibri"/>
                <a:cs typeface="Calibri"/>
              </a:rPr>
              <a:t> </a:t>
            </a:r>
            <a:r>
              <a:rPr sz="1600" dirty="0">
                <a:solidFill>
                  <a:srgbClr val="585858"/>
                </a:solidFill>
                <a:latin typeface="Calibri"/>
                <a:cs typeface="Calibri"/>
              </a:rPr>
              <a:t>certain</a:t>
            </a:r>
            <a:r>
              <a:rPr sz="1600" spc="-30" dirty="0">
                <a:solidFill>
                  <a:srgbClr val="585858"/>
                </a:solidFill>
                <a:latin typeface="Calibri"/>
                <a:cs typeface="Calibri"/>
              </a:rPr>
              <a:t> </a:t>
            </a:r>
            <a:r>
              <a:rPr sz="1600" dirty="0">
                <a:solidFill>
                  <a:srgbClr val="585858"/>
                </a:solidFill>
                <a:latin typeface="Calibri"/>
                <a:cs typeface="Calibri"/>
              </a:rPr>
              <a:t>nombre</a:t>
            </a:r>
            <a:r>
              <a:rPr sz="1600" spc="5" dirty="0">
                <a:solidFill>
                  <a:srgbClr val="585858"/>
                </a:solidFill>
                <a:latin typeface="Calibri"/>
                <a:cs typeface="Calibri"/>
              </a:rPr>
              <a:t> </a:t>
            </a:r>
            <a:r>
              <a:rPr sz="1600" dirty="0">
                <a:solidFill>
                  <a:srgbClr val="585858"/>
                </a:solidFill>
                <a:latin typeface="Calibri"/>
                <a:cs typeface="Calibri"/>
              </a:rPr>
              <a:t>de</a:t>
            </a:r>
            <a:r>
              <a:rPr sz="1600" spc="-15" dirty="0">
                <a:solidFill>
                  <a:srgbClr val="585858"/>
                </a:solidFill>
                <a:latin typeface="Calibri"/>
                <a:cs typeface="Calibri"/>
              </a:rPr>
              <a:t> </a:t>
            </a:r>
            <a:r>
              <a:rPr sz="1600" spc="-10" dirty="0">
                <a:solidFill>
                  <a:srgbClr val="585858"/>
                </a:solidFill>
                <a:latin typeface="Calibri"/>
                <a:cs typeface="Calibri"/>
              </a:rPr>
              <a:t>répertoires, </a:t>
            </a:r>
            <a:r>
              <a:rPr sz="1600" dirty="0">
                <a:solidFill>
                  <a:srgbClr val="585858"/>
                </a:solidFill>
                <a:latin typeface="Calibri"/>
                <a:cs typeface="Calibri"/>
              </a:rPr>
              <a:t>bien</a:t>
            </a:r>
            <a:r>
              <a:rPr sz="1600" spc="-25" dirty="0">
                <a:solidFill>
                  <a:srgbClr val="585858"/>
                </a:solidFill>
                <a:latin typeface="Calibri"/>
                <a:cs typeface="Calibri"/>
              </a:rPr>
              <a:t> </a:t>
            </a:r>
            <a:r>
              <a:rPr sz="1600" dirty="0">
                <a:solidFill>
                  <a:srgbClr val="585858"/>
                </a:solidFill>
                <a:latin typeface="Calibri"/>
                <a:cs typeface="Calibri"/>
              </a:rPr>
              <a:t>définis</a:t>
            </a:r>
            <a:r>
              <a:rPr sz="1600" spc="-10" dirty="0">
                <a:solidFill>
                  <a:srgbClr val="585858"/>
                </a:solidFill>
                <a:latin typeface="Calibri"/>
                <a:cs typeface="Calibri"/>
              </a:rPr>
              <a:t> </a:t>
            </a:r>
            <a:r>
              <a:rPr sz="1600" dirty="0">
                <a:solidFill>
                  <a:srgbClr val="585858"/>
                </a:solidFill>
                <a:latin typeface="Calibri"/>
                <a:cs typeface="Calibri"/>
              </a:rPr>
              <a:t>et</a:t>
            </a:r>
            <a:r>
              <a:rPr sz="1600" spc="-30" dirty="0">
                <a:solidFill>
                  <a:srgbClr val="585858"/>
                </a:solidFill>
                <a:latin typeface="Calibri"/>
                <a:cs typeface="Calibri"/>
              </a:rPr>
              <a:t> </a:t>
            </a:r>
            <a:r>
              <a:rPr sz="1600" dirty="0">
                <a:solidFill>
                  <a:srgbClr val="585858"/>
                </a:solidFill>
                <a:latin typeface="Calibri"/>
                <a:cs typeface="Calibri"/>
              </a:rPr>
              <a:t>chacun</a:t>
            </a:r>
            <a:r>
              <a:rPr sz="1600" spc="-30" dirty="0">
                <a:solidFill>
                  <a:srgbClr val="585858"/>
                </a:solidFill>
                <a:latin typeface="Calibri"/>
                <a:cs typeface="Calibri"/>
              </a:rPr>
              <a:t> </a:t>
            </a:r>
            <a:r>
              <a:rPr sz="1600" spc="-10" dirty="0">
                <a:solidFill>
                  <a:srgbClr val="585858"/>
                </a:solidFill>
                <a:latin typeface="Calibri"/>
                <a:cs typeface="Calibri"/>
              </a:rPr>
              <a:t>ayant</a:t>
            </a:r>
            <a:r>
              <a:rPr sz="1600" spc="-55" dirty="0">
                <a:solidFill>
                  <a:srgbClr val="585858"/>
                </a:solidFill>
                <a:latin typeface="Calibri"/>
                <a:cs typeface="Calibri"/>
              </a:rPr>
              <a:t> </a:t>
            </a:r>
            <a:r>
              <a:rPr sz="1600" dirty="0">
                <a:solidFill>
                  <a:srgbClr val="585858"/>
                </a:solidFill>
                <a:latin typeface="Calibri"/>
                <a:cs typeface="Calibri"/>
              </a:rPr>
              <a:t>son</a:t>
            </a:r>
            <a:r>
              <a:rPr sz="1600" spc="-30" dirty="0">
                <a:solidFill>
                  <a:srgbClr val="585858"/>
                </a:solidFill>
                <a:latin typeface="Calibri"/>
                <a:cs typeface="Calibri"/>
              </a:rPr>
              <a:t> </a:t>
            </a:r>
            <a:r>
              <a:rPr sz="1600" dirty="0">
                <a:solidFill>
                  <a:srgbClr val="585858"/>
                </a:solidFill>
                <a:latin typeface="Calibri"/>
                <a:cs typeface="Calibri"/>
              </a:rPr>
              <a:t>rôle.</a:t>
            </a:r>
            <a:r>
              <a:rPr sz="1600" spc="-10" dirty="0">
                <a:solidFill>
                  <a:srgbClr val="585858"/>
                </a:solidFill>
                <a:latin typeface="Calibri"/>
                <a:cs typeface="Calibri"/>
              </a:rPr>
              <a:t> </a:t>
            </a:r>
            <a:r>
              <a:rPr sz="1600" dirty="0">
                <a:solidFill>
                  <a:srgbClr val="585858"/>
                </a:solidFill>
                <a:latin typeface="Calibri"/>
                <a:cs typeface="Calibri"/>
              </a:rPr>
              <a:t>La</a:t>
            </a:r>
            <a:r>
              <a:rPr sz="1600" spc="25" dirty="0">
                <a:solidFill>
                  <a:srgbClr val="585858"/>
                </a:solidFill>
                <a:latin typeface="Calibri"/>
                <a:cs typeface="Calibri"/>
              </a:rPr>
              <a:t> </a:t>
            </a:r>
            <a:r>
              <a:rPr sz="1600" b="1" dirty="0">
                <a:solidFill>
                  <a:srgbClr val="585858"/>
                </a:solidFill>
                <a:latin typeface="Calibri"/>
                <a:cs typeface="Calibri"/>
              </a:rPr>
              <a:t>Figure</a:t>
            </a:r>
            <a:r>
              <a:rPr sz="1600" b="1" spc="-25" dirty="0">
                <a:solidFill>
                  <a:srgbClr val="585858"/>
                </a:solidFill>
                <a:latin typeface="Calibri"/>
                <a:cs typeface="Calibri"/>
              </a:rPr>
              <a:t> </a:t>
            </a:r>
            <a:r>
              <a:rPr sz="1600" b="1" spc="-25" dirty="0" smtClean="0">
                <a:solidFill>
                  <a:srgbClr val="585858"/>
                </a:solidFill>
                <a:latin typeface="Calibri"/>
                <a:cs typeface="Calibri"/>
              </a:rPr>
              <a:t> </a:t>
            </a:r>
            <a:r>
              <a:rPr sz="1600" spc="-10" dirty="0">
                <a:solidFill>
                  <a:srgbClr val="585858"/>
                </a:solidFill>
                <a:latin typeface="Calibri"/>
                <a:cs typeface="Calibri"/>
              </a:rPr>
              <a:t>illustre</a:t>
            </a:r>
            <a:r>
              <a:rPr sz="1600" spc="5" dirty="0">
                <a:solidFill>
                  <a:srgbClr val="585858"/>
                </a:solidFill>
                <a:latin typeface="Calibri"/>
                <a:cs typeface="Calibri"/>
              </a:rPr>
              <a:t> </a:t>
            </a:r>
            <a:r>
              <a:rPr sz="1600" dirty="0">
                <a:solidFill>
                  <a:srgbClr val="585858"/>
                </a:solidFill>
                <a:latin typeface="Calibri"/>
                <a:cs typeface="Calibri"/>
              </a:rPr>
              <a:t>une</a:t>
            </a:r>
            <a:r>
              <a:rPr sz="1600" spc="-20" dirty="0">
                <a:solidFill>
                  <a:srgbClr val="585858"/>
                </a:solidFill>
                <a:latin typeface="Calibri"/>
                <a:cs typeface="Calibri"/>
              </a:rPr>
              <a:t> </a:t>
            </a:r>
            <a:r>
              <a:rPr sz="1600" dirty="0">
                <a:solidFill>
                  <a:srgbClr val="585858"/>
                </a:solidFill>
                <a:latin typeface="Calibri"/>
                <a:cs typeface="Calibri"/>
              </a:rPr>
              <a:t>partie</a:t>
            </a:r>
            <a:r>
              <a:rPr sz="1600" spc="-15" dirty="0">
                <a:solidFill>
                  <a:srgbClr val="585858"/>
                </a:solidFill>
                <a:latin typeface="Calibri"/>
                <a:cs typeface="Calibri"/>
              </a:rPr>
              <a:t> </a:t>
            </a:r>
            <a:r>
              <a:rPr sz="1600" dirty="0">
                <a:solidFill>
                  <a:srgbClr val="585858"/>
                </a:solidFill>
                <a:latin typeface="Calibri"/>
                <a:cs typeface="Calibri"/>
              </a:rPr>
              <a:t>de</a:t>
            </a:r>
            <a:r>
              <a:rPr sz="1600" spc="-35" dirty="0">
                <a:solidFill>
                  <a:srgbClr val="585858"/>
                </a:solidFill>
                <a:latin typeface="Calibri"/>
                <a:cs typeface="Calibri"/>
              </a:rPr>
              <a:t> </a:t>
            </a:r>
            <a:r>
              <a:rPr sz="1600" spc="-10" dirty="0">
                <a:solidFill>
                  <a:srgbClr val="585858"/>
                </a:solidFill>
                <a:latin typeface="Calibri"/>
                <a:cs typeface="Calibri"/>
              </a:rPr>
              <a:t>l’arborescence</a:t>
            </a:r>
            <a:r>
              <a:rPr sz="1600" spc="45" dirty="0">
                <a:solidFill>
                  <a:srgbClr val="585858"/>
                </a:solidFill>
                <a:latin typeface="Calibri"/>
                <a:cs typeface="Calibri"/>
              </a:rPr>
              <a:t> </a:t>
            </a:r>
            <a:r>
              <a:rPr sz="1600" dirty="0">
                <a:solidFill>
                  <a:srgbClr val="585858"/>
                </a:solidFill>
                <a:latin typeface="Calibri"/>
                <a:cs typeface="Calibri"/>
              </a:rPr>
              <a:t>du</a:t>
            </a:r>
            <a:r>
              <a:rPr sz="1600" spc="-45" dirty="0">
                <a:solidFill>
                  <a:srgbClr val="585858"/>
                </a:solidFill>
                <a:latin typeface="Calibri"/>
                <a:cs typeface="Calibri"/>
              </a:rPr>
              <a:t> </a:t>
            </a:r>
            <a:r>
              <a:rPr sz="1600" spc="-10" dirty="0" err="1">
                <a:solidFill>
                  <a:srgbClr val="585858"/>
                </a:solidFill>
                <a:latin typeface="Calibri"/>
                <a:cs typeface="Calibri"/>
              </a:rPr>
              <a:t>système</a:t>
            </a:r>
            <a:r>
              <a:rPr sz="1600" spc="-35" dirty="0">
                <a:solidFill>
                  <a:srgbClr val="585858"/>
                </a:solidFill>
                <a:latin typeface="Calibri"/>
                <a:cs typeface="Calibri"/>
              </a:rPr>
              <a:t> </a:t>
            </a:r>
            <a:r>
              <a:rPr sz="1600" spc="-25" dirty="0" smtClean="0">
                <a:solidFill>
                  <a:srgbClr val="585858"/>
                </a:solidFill>
                <a:latin typeface="Calibri"/>
                <a:cs typeface="Calibri"/>
              </a:rPr>
              <a:t>de</a:t>
            </a:r>
            <a:r>
              <a:rPr lang="fr-FR" sz="1600" dirty="0">
                <a:latin typeface="Calibri"/>
                <a:cs typeface="Calibri"/>
              </a:rPr>
              <a:t> </a:t>
            </a:r>
            <a:r>
              <a:rPr sz="1600" dirty="0" err="1" smtClean="0">
                <a:solidFill>
                  <a:srgbClr val="585858"/>
                </a:solidFill>
                <a:latin typeface="Calibri"/>
                <a:cs typeface="Calibri"/>
              </a:rPr>
              <a:t>fichiers</a:t>
            </a:r>
            <a:r>
              <a:rPr sz="1600" spc="-45" dirty="0" smtClean="0">
                <a:solidFill>
                  <a:srgbClr val="585858"/>
                </a:solidFill>
                <a:latin typeface="Calibri"/>
                <a:cs typeface="Calibri"/>
              </a:rPr>
              <a:t> </a:t>
            </a:r>
            <a:r>
              <a:rPr sz="1600" spc="-10" dirty="0">
                <a:solidFill>
                  <a:srgbClr val="585858"/>
                </a:solidFill>
                <a:latin typeface="Calibri"/>
                <a:cs typeface="Calibri"/>
              </a:rPr>
              <a:t>Linux.</a:t>
            </a:r>
            <a:endParaRPr sz="1600" dirty="0">
              <a:latin typeface="Calibri"/>
              <a:cs typeface="Calibri"/>
            </a:endParaRPr>
          </a:p>
        </p:txBody>
      </p:sp>
      <p:sp>
        <p:nvSpPr>
          <p:cNvPr id="16" name="object 16"/>
          <p:cNvSpPr txBox="1"/>
          <p:nvPr/>
        </p:nvSpPr>
        <p:spPr>
          <a:xfrm>
            <a:off x="3166110" y="3935095"/>
            <a:ext cx="101600" cy="238125"/>
          </a:xfrm>
          <a:prstGeom prst="rect">
            <a:avLst/>
          </a:prstGeom>
        </p:spPr>
        <p:txBody>
          <a:bodyPr vert="horz" wrap="square" lIns="0" tIns="11430" rIns="0" bIns="0" rtlCol="0">
            <a:spAutoFit/>
          </a:bodyPr>
          <a:lstStyle/>
          <a:p>
            <a:pPr marL="12700">
              <a:lnSpc>
                <a:spcPct val="100000"/>
              </a:lnSpc>
              <a:spcBef>
                <a:spcPts val="90"/>
              </a:spcBef>
            </a:pPr>
            <a:r>
              <a:rPr sz="1400" b="1" spc="-50" dirty="0">
                <a:solidFill>
                  <a:srgbClr val="FFFFFF"/>
                </a:solidFill>
                <a:latin typeface="Calibri"/>
                <a:cs typeface="Calibri"/>
              </a:rPr>
              <a:t>/</a:t>
            </a:r>
            <a:endParaRPr sz="1400">
              <a:latin typeface="Calibri"/>
              <a:cs typeface="Calibri"/>
            </a:endParaRPr>
          </a:p>
        </p:txBody>
      </p:sp>
      <p:grpSp>
        <p:nvGrpSpPr>
          <p:cNvPr id="17" name="object 17"/>
          <p:cNvGrpSpPr/>
          <p:nvPr/>
        </p:nvGrpSpPr>
        <p:grpSpPr>
          <a:xfrm>
            <a:off x="3449065" y="2849626"/>
            <a:ext cx="684530" cy="2433320"/>
            <a:chOff x="3449065" y="2849626"/>
            <a:chExt cx="684530" cy="2433320"/>
          </a:xfrm>
        </p:grpSpPr>
        <p:sp>
          <p:nvSpPr>
            <p:cNvPr id="18" name="object 18"/>
            <p:cNvSpPr/>
            <p:nvPr/>
          </p:nvSpPr>
          <p:spPr>
            <a:xfrm>
              <a:off x="3455415" y="2973705"/>
              <a:ext cx="191770" cy="1100455"/>
            </a:xfrm>
            <a:custGeom>
              <a:avLst/>
              <a:gdLst/>
              <a:ahLst/>
              <a:cxnLst/>
              <a:rect l="l" t="t" r="r" b="b"/>
              <a:pathLst>
                <a:path w="191770" h="1100454">
                  <a:moveTo>
                    <a:pt x="0" y="1100201"/>
                  </a:moveTo>
                  <a:lnTo>
                    <a:pt x="191643" y="0"/>
                  </a:lnTo>
                </a:path>
              </a:pathLst>
            </a:custGeom>
            <a:ln w="12700">
              <a:solidFill>
                <a:srgbClr val="BC6124"/>
              </a:solidFill>
            </a:ln>
          </p:spPr>
          <p:txBody>
            <a:bodyPr wrap="square" lIns="0" tIns="0" rIns="0" bIns="0" rtlCol="0"/>
            <a:lstStyle/>
            <a:p>
              <a:endParaRPr/>
            </a:p>
          </p:txBody>
        </p:sp>
        <p:sp>
          <p:nvSpPr>
            <p:cNvPr id="19" name="object 19"/>
            <p:cNvSpPr/>
            <p:nvPr/>
          </p:nvSpPr>
          <p:spPr>
            <a:xfrm>
              <a:off x="3648455" y="2855976"/>
              <a:ext cx="475615" cy="238125"/>
            </a:xfrm>
            <a:custGeom>
              <a:avLst/>
              <a:gdLst/>
              <a:ahLst/>
              <a:cxnLst/>
              <a:rect l="l" t="t" r="r" b="b"/>
              <a:pathLst>
                <a:path w="475614" h="238125">
                  <a:moveTo>
                    <a:pt x="451739" y="0"/>
                  </a:moveTo>
                  <a:lnTo>
                    <a:pt x="23749" y="0"/>
                  </a:lnTo>
                  <a:lnTo>
                    <a:pt x="14519" y="1871"/>
                  </a:lnTo>
                  <a:lnTo>
                    <a:pt x="6969" y="6969"/>
                  </a:lnTo>
                  <a:lnTo>
                    <a:pt x="1871" y="14519"/>
                  </a:lnTo>
                  <a:lnTo>
                    <a:pt x="0" y="23749"/>
                  </a:lnTo>
                  <a:lnTo>
                    <a:pt x="0" y="213995"/>
                  </a:lnTo>
                  <a:lnTo>
                    <a:pt x="1871" y="223224"/>
                  </a:lnTo>
                  <a:lnTo>
                    <a:pt x="6969" y="230774"/>
                  </a:lnTo>
                  <a:lnTo>
                    <a:pt x="14519" y="235872"/>
                  </a:lnTo>
                  <a:lnTo>
                    <a:pt x="23749" y="237744"/>
                  </a:lnTo>
                  <a:lnTo>
                    <a:pt x="451739" y="237744"/>
                  </a:lnTo>
                  <a:lnTo>
                    <a:pt x="460968" y="235872"/>
                  </a:lnTo>
                  <a:lnTo>
                    <a:pt x="468518" y="230774"/>
                  </a:lnTo>
                  <a:lnTo>
                    <a:pt x="473616" y="223224"/>
                  </a:lnTo>
                  <a:lnTo>
                    <a:pt x="475488" y="213995"/>
                  </a:lnTo>
                  <a:lnTo>
                    <a:pt x="475488" y="23749"/>
                  </a:lnTo>
                  <a:lnTo>
                    <a:pt x="473616" y="14519"/>
                  </a:lnTo>
                  <a:lnTo>
                    <a:pt x="468518" y="6969"/>
                  </a:lnTo>
                  <a:lnTo>
                    <a:pt x="460968" y="1871"/>
                  </a:lnTo>
                  <a:lnTo>
                    <a:pt x="451739" y="0"/>
                  </a:lnTo>
                  <a:close/>
                </a:path>
              </a:pathLst>
            </a:custGeom>
            <a:solidFill>
              <a:srgbClr val="C00000"/>
            </a:solidFill>
          </p:spPr>
          <p:txBody>
            <a:bodyPr wrap="square" lIns="0" tIns="0" rIns="0" bIns="0" rtlCol="0"/>
            <a:lstStyle/>
            <a:p>
              <a:endParaRPr/>
            </a:p>
          </p:txBody>
        </p:sp>
        <p:sp>
          <p:nvSpPr>
            <p:cNvPr id="20" name="object 20"/>
            <p:cNvSpPr/>
            <p:nvPr/>
          </p:nvSpPr>
          <p:spPr>
            <a:xfrm>
              <a:off x="3648455" y="2855976"/>
              <a:ext cx="475615" cy="238125"/>
            </a:xfrm>
            <a:custGeom>
              <a:avLst/>
              <a:gdLst/>
              <a:ahLst/>
              <a:cxnLst/>
              <a:rect l="l" t="t" r="r" b="b"/>
              <a:pathLst>
                <a:path w="475614" h="238125">
                  <a:moveTo>
                    <a:pt x="0" y="23749"/>
                  </a:moveTo>
                  <a:lnTo>
                    <a:pt x="1871" y="14519"/>
                  </a:lnTo>
                  <a:lnTo>
                    <a:pt x="6969" y="6969"/>
                  </a:lnTo>
                  <a:lnTo>
                    <a:pt x="14519" y="1871"/>
                  </a:lnTo>
                  <a:lnTo>
                    <a:pt x="23749" y="0"/>
                  </a:lnTo>
                  <a:lnTo>
                    <a:pt x="451739" y="0"/>
                  </a:lnTo>
                  <a:lnTo>
                    <a:pt x="460968" y="1871"/>
                  </a:lnTo>
                  <a:lnTo>
                    <a:pt x="468518" y="6969"/>
                  </a:lnTo>
                  <a:lnTo>
                    <a:pt x="473616" y="14519"/>
                  </a:lnTo>
                  <a:lnTo>
                    <a:pt x="475488" y="23749"/>
                  </a:lnTo>
                  <a:lnTo>
                    <a:pt x="475488" y="213995"/>
                  </a:lnTo>
                  <a:lnTo>
                    <a:pt x="473616" y="223224"/>
                  </a:lnTo>
                  <a:lnTo>
                    <a:pt x="468518" y="230774"/>
                  </a:lnTo>
                  <a:lnTo>
                    <a:pt x="460968" y="235872"/>
                  </a:lnTo>
                  <a:lnTo>
                    <a:pt x="451739" y="237744"/>
                  </a:lnTo>
                  <a:lnTo>
                    <a:pt x="23749" y="237744"/>
                  </a:lnTo>
                  <a:lnTo>
                    <a:pt x="14519" y="235872"/>
                  </a:lnTo>
                  <a:lnTo>
                    <a:pt x="6969" y="230774"/>
                  </a:lnTo>
                  <a:lnTo>
                    <a:pt x="1871" y="223224"/>
                  </a:lnTo>
                  <a:lnTo>
                    <a:pt x="0" y="213995"/>
                  </a:lnTo>
                  <a:lnTo>
                    <a:pt x="0" y="23749"/>
                  </a:lnTo>
                  <a:close/>
                </a:path>
              </a:pathLst>
            </a:custGeom>
            <a:ln w="12700">
              <a:solidFill>
                <a:srgbClr val="FFFFFF"/>
              </a:solidFill>
            </a:ln>
          </p:spPr>
          <p:txBody>
            <a:bodyPr wrap="square" lIns="0" tIns="0" rIns="0" bIns="0" rtlCol="0"/>
            <a:lstStyle/>
            <a:p>
              <a:endParaRPr/>
            </a:p>
          </p:txBody>
        </p:sp>
        <p:sp>
          <p:nvSpPr>
            <p:cNvPr id="21" name="object 21"/>
            <p:cNvSpPr/>
            <p:nvPr/>
          </p:nvSpPr>
          <p:spPr>
            <a:xfrm>
              <a:off x="3455415" y="3247771"/>
              <a:ext cx="191770" cy="826135"/>
            </a:xfrm>
            <a:custGeom>
              <a:avLst/>
              <a:gdLst/>
              <a:ahLst/>
              <a:cxnLst/>
              <a:rect l="l" t="t" r="r" b="b"/>
              <a:pathLst>
                <a:path w="191770" h="826135">
                  <a:moveTo>
                    <a:pt x="0" y="826134"/>
                  </a:moveTo>
                  <a:lnTo>
                    <a:pt x="191643" y="0"/>
                  </a:lnTo>
                </a:path>
              </a:pathLst>
            </a:custGeom>
            <a:ln w="12700">
              <a:solidFill>
                <a:srgbClr val="BC6124"/>
              </a:solidFill>
            </a:ln>
          </p:spPr>
          <p:txBody>
            <a:bodyPr wrap="square" lIns="0" tIns="0" rIns="0" bIns="0" rtlCol="0"/>
            <a:lstStyle/>
            <a:p>
              <a:endParaRPr/>
            </a:p>
          </p:txBody>
        </p:sp>
        <p:sp>
          <p:nvSpPr>
            <p:cNvPr id="22" name="object 22"/>
            <p:cNvSpPr/>
            <p:nvPr/>
          </p:nvSpPr>
          <p:spPr>
            <a:xfrm>
              <a:off x="3648455" y="3127248"/>
              <a:ext cx="475615" cy="241300"/>
            </a:xfrm>
            <a:custGeom>
              <a:avLst/>
              <a:gdLst/>
              <a:ahLst/>
              <a:cxnLst/>
              <a:rect l="l" t="t" r="r" b="b"/>
              <a:pathLst>
                <a:path w="475614" h="241300">
                  <a:moveTo>
                    <a:pt x="451358" y="0"/>
                  </a:moveTo>
                  <a:lnTo>
                    <a:pt x="24130" y="0"/>
                  </a:lnTo>
                  <a:lnTo>
                    <a:pt x="14733" y="1895"/>
                  </a:lnTo>
                  <a:lnTo>
                    <a:pt x="7064" y="7064"/>
                  </a:lnTo>
                  <a:lnTo>
                    <a:pt x="1895" y="14733"/>
                  </a:lnTo>
                  <a:lnTo>
                    <a:pt x="0" y="24129"/>
                  </a:lnTo>
                  <a:lnTo>
                    <a:pt x="0" y="216662"/>
                  </a:lnTo>
                  <a:lnTo>
                    <a:pt x="1895" y="226058"/>
                  </a:lnTo>
                  <a:lnTo>
                    <a:pt x="7064" y="233727"/>
                  </a:lnTo>
                  <a:lnTo>
                    <a:pt x="14733" y="238896"/>
                  </a:lnTo>
                  <a:lnTo>
                    <a:pt x="24130" y="240791"/>
                  </a:lnTo>
                  <a:lnTo>
                    <a:pt x="451358" y="240791"/>
                  </a:lnTo>
                  <a:lnTo>
                    <a:pt x="460754" y="238896"/>
                  </a:lnTo>
                  <a:lnTo>
                    <a:pt x="468423" y="233727"/>
                  </a:lnTo>
                  <a:lnTo>
                    <a:pt x="473592" y="226058"/>
                  </a:lnTo>
                  <a:lnTo>
                    <a:pt x="475488" y="216662"/>
                  </a:lnTo>
                  <a:lnTo>
                    <a:pt x="475488" y="24129"/>
                  </a:lnTo>
                  <a:lnTo>
                    <a:pt x="473592" y="14733"/>
                  </a:lnTo>
                  <a:lnTo>
                    <a:pt x="468423" y="7064"/>
                  </a:lnTo>
                  <a:lnTo>
                    <a:pt x="460754" y="1895"/>
                  </a:lnTo>
                  <a:lnTo>
                    <a:pt x="451358" y="0"/>
                  </a:lnTo>
                  <a:close/>
                </a:path>
              </a:pathLst>
            </a:custGeom>
            <a:solidFill>
              <a:srgbClr val="C00000"/>
            </a:solidFill>
          </p:spPr>
          <p:txBody>
            <a:bodyPr wrap="square" lIns="0" tIns="0" rIns="0" bIns="0" rtlCol="0"/>
            <a:lstStyle/>
            <a:p>
              <a:endParaRPr/>
            </a:p>
          </p:txBody>
        </p:sp>
        <p:sp>
          <p:nvSpPr>
            <p:cNvPr id="23" name="object 23"/>
            <p:cNvSpPr/>
            <p:nvPr/>
          </p:nvSpPr>
          <p:spPr>
            <a:xfrm>
              <a:off x="3648455" y="3127248"/>
              <a:ext cx="475615" cy="241300"/>
            </a:xfrm>
            <a:custGeom>
              <a:avLst/>
              <a:gdLst/>
              <a:ahLst/>
              <a:cxnLst/>
              <a:rect l="l" t="t" r="r" b="b"/>
              <a:pathLst>
                <a:path w="475614" h="241300">
                  <a:moveTo>
                    <a:pt x="0" y="24129"/>
                  </a:moveTo>
                  <a:lnTo>
                    <a:pt x="1895" y="14733"/>
                  </a:lnTo>
                  <a:lnTo>
                    <a:pt x="7064" y="7064"/>
                  </a:lnTo>
                  <a:lnTo>
                    <a:pt x="14733" y="1895"/>
                  </a:lnTo>
                  <a:lnTo>
                    <a:pt x="24130" y="0"/>
                  </a:lnTo>
                  <a:lnTo>
                    <a:pt x="451358" y="0"/>
                  </a:lnTo>
                  <a:lnTo>
                    <a:pt x="460754" y="1895"/>
                  </a:lnTo>
                  <a:lnTo>
                    <a:pt x="468423" y="7064"/>
                  </a:lnTo>
                  <a:lnTo>
                    <a:pt x="473592" y="14733"/>
                  </a:lnTo>
                  <a:lnTo>
                    <a:pt x="475488" y="24129"/>
                  </a:lnTo>
                  <a:lnTo>
                    <a:pt x="475488" y="216662"/>
                  </a:lnTo>
                  <a:lnTo>
                    <a:pt x="473592" y="226058"/>
                  </a:lnTo>
                  <a:lnTo>
                    <a:pt x="468423" y="233727"/>
                  </a:lnTo>
                  <a:lnTo>
                    <a:pt x="460754" y="238896"/>
                  </a:lnTo>
                  <a:lnTo>
                    <a:pt x="451358" y="240791"/>
                  </a:lnTo>
                  <a:lnTo>
                    <a:pt x="24130" y="240791"/>
                  </a:lnTo>
                  <a:lnTo>
                    <a:pt x="14733" y="238896"/>
                  </a:lnTo>
                  <a:lnTo>
                    <a:pt x="7064" y="233727"/>
                  </a:lnTo>
                  <a:lnTo>
                    <a:pt x="1895" y="226058"/>
                  </a:lnTo>
                  <a:lnTo>
                    <a:pt x="0" y="216662"/>
                  </a:lnTo>
                  <a:lnTo>
                    <a:pt x="0" y="24129"/>
                  </a:lnTo>
                  <a:close/>
                </a:path>
              </a:pathLst>
            </a:custGeom>
            <a:ln w="12700">
              <a:solidFill>
                <a:srgbClr val="FFFFFF"/>
              </a:solidFill>
            </a:ln>
          </p:spPr>
          <p:txBody>
            <a:bodyPr wrap="square" lIns="0" tIns="0" rIns="0" bIns="0" rtlCol="0"/>
            <a:lstStyle/>
            <a:p>
              <a:endParaRPr/>
            </a:p>
          </p:txBody>
        </p:sp>
        <p:sp>
          <p:nvSpPr>
            <p:cNvPr id="24" name="object 24"/>
            <p:cNvSpPr/>
            <p:nvPr/>
          </p:nvSpPr>
          <p:spPr>
            <a:xfrm>
              <a:off x="3455415" y="3519678"/>
              <a:ext cx="191770" cy="554355"/>
            </a:xfrm>
            <a:custGeom>
              <a:avLst/>
              <a:gdLst/>
              <a:ahLst/>
              <a:cxnLst/>
              <a:rect l="l" t="t" r="r" b="b"/>
              <a:pathLst>
                <a:path w="191770" h="554354">
                  <a:moveTo>
                    <a:pt x="0" y="554228"/>
                  </a:moveTo>
                  <a:lnTo>
                    <a:pt x="191643" y="0"/>
                  </a:lnTo>
                </a:path>
              </a:pathLst>
            </a:custGeom>
            <a:ln w="12699">
              <a:solidFill>
                <a:srgbClr val="BC6124"/>
              </a:solidFill>
            </a:ln>
          </p:spPr>
          <p:txBody>
            <a:bodyPr wrap="square" lIns="0" tIns="0" rIns="0" bIns="0" rtlCol="0"/>
            <a:lstStyle/>
            <a:p>
              <a:endParaRPr/>
            </a:p>
          </p:txBody>
        </p:sp>
        <p:sp>
          <p:nvSpPr>
            <p:cNvPr id="25" name="object 25"/>
            <p:cNvSpPr/>
            <p:nvPr/>
          </p:nvSpPr>
          <p:spPr>
            <a:xfrm>
              <a:off x="3648455" y="3401568"/>
              <a:ext cx="475615" cy="238125"/>
            </a:xfrm>
            <a:custGeom>
              <a:avLst/>
              <a:gdLst/>
              <a:ahLst/>
              <a:cxnLst/>
              <a:rect l="l" t="t" r="r" b="b"/>
              <a:pathLst>
                <a:path w="475614" h="238125">
                  <a:moveTo>
                    <a:pt x="451739" y="0"/>
                  </a:moveTo>
                  <a:lnTo>
                    <a:pt x="23749" y="0"/>
                  </a:lnTo>
                  <a:lnTo>
                    <a:pt x="14519" y="1871"/>
                  </a:lnTo>
                  <a:lnTo>
                    <a:pt x="6969" y="6969"/>
                  </a:lnTo>
                  <a:lnTo>
                    <a:pt x="1871" y="14519"/>
                  </a:lnTo>
                  <a:lnTo>
                    <a:pt x="0" y="23749"/>
                  </a:lnTo>
                  <a:lnTo>
                    <a:pt x="0" y="213995"/>
                  </a:lnTo>
                  <a:lnTo>
                    <a:pt x="1871" y="223224"/>
                  </a:lnTo>
                  <a:lnTo>
                    <a:pt x="6969" y="230774"/>
                  </a:lnTo>
                  <a:lnTo>
                    <a:pt x="14519" y="235872"/>
                  </a:lnTo>
                  <a:lnTo>
                    <a:pt x="23749" y="237744"/>
                  </a:lnTo>
                  <a:lnTo>
                    <a:pt x="451739" y="237744"/>
                  </a:lnTo>
                  <a:lnTo>
                    <a:pt x="460968" y="235872"/>
                  </a:lnTo>
                  <a:lnTo>
                    <a:pt x="468518" y="230774"/>
                  </a:lnTo>
                  <a:lnTo>
                    <a:pt x="473616" y="223224"/>
                  </a:lnTo>
                  <a:lnTo>
                    <a:pt x="475488" y="213995"/>
                  </a:lnTo>
                  <a:lnTo>
                    <a:pt x="475488" y="23749"/>
                  </a:lnTo>
                  <a:lnTo>
                    <a:pt x="473616" y="14519"/>
                  </a:lnTo>
                  <a:lnTo>
                    <a:pt x="468518" y="6969"/>
                  </a:lnTo>
                  <a:lnTo>
                    <a:pt x="460968" y="1871"/>
                  </a:lnTo>
                  <a:lnTo>
                    <a:pt x="451739" y="0"/>
                  </a:lnTo>
                  <a:close/>
                </a:path>
              </a:pathLst>
            </a:custGeom>
            <a:solidFill>
              <a:srgbClr val="C00000"/>
            </a:solidFill>
          </p:spPr>
          <p:txBody>
            <a:bodyPr wrap="square" lIns="0" tIns="0" rIns="0" bIns="0" rtlCol="0"/>
            <a:lstStyle/>
            <a:p>
              <a:endParaRPr/>
            </a:p>
          </p:txBody>
        </p:sp>
        <p:sp>
          <p:nvSpPr>
            <p:cNvPr id="26" name="object 26"/>
            <p:cNvSpPr/>
            <p:nvPr/>
          </p:nvSpPr>
          <p:spPr>
            <a:xfrm>
              <a:off x="3648455" y="3401568"/>
              <a:ext cx="475615" cy="238125"/>
            </a:xfrm>
            <a:custGeom>
              <a:avLst/>
              <a:gdLst/>
              <a:ahLst/>
              <a:cxnLst/>
              <a:rect l="l" t="t" r="r" b="b"/>
              <a:pathLst>
                <a:path w="475614" h="238125">
                  <a:moveTo>
                    <a:pt x="0" y="23749"/>
                  </a:moveTo>
                  <a:lnTo>
                    <a:pt x="1871" y="14519"/>
                  </a:lnTo>
                  <a:lnTo>
                    <a:pt x="6969" y="6969"/>
                  </a:lnTo>
                  <a:lnTo>
                    <a:pt x="14519" y="1871"/>
                  </a:lnTo>
                  <a:lnTo>
                    <a:pt x="23749" y="0"/>
                  </a:lnTo>
                  <a:lnTo>
                    <a:pt x="451739" y="0"/>
                  </a:lnTo>
                  <a:lnTo>
                    <a:pt x="460968" y="1871"/>
                  </a:lnTo>
                  <a:lnTo>
                    <a:pt x="468518" y="6969"/>
                  </a:lnTo>
                  <a:lnTo>
                    <a:pt x="473616" y="14519"/>
                  </a:lnTo>
                  <a:lnTo>
                    <a:pt x="475488" y="23749"/>
                  </a:lnTo>
                  <a:lnTo>
                    <a:pt x="475488" y="213995"/>
                  </a:lnTo>
                  <a:lnTo>
                    <a:pt x="473616" y="223224"/>
                  </a:lnTo>
                  <a:lnTo>
                    <a:pt x="468518" y="230774"/>
                  </a:lnTo>
                  <a:lnTo>
                    <a:pt x="460968" y="235872"/>
                  </a:lnTo>
                  <a:lnTo>
                    <a:pt x="451739" y="237744"/>
                  </a:lnTo>
                  <a:lnTo>
                    <a:pt x="23749" y="237744"/>
                  </a:lnTo>
                  <a:lnTo>
                    <a:pt x="14519" y="235872"/>
                  </a:lnTo>
                  <a:lnTo>
                    <a:pt x="6969" y="230774"/>
                  </a:lnTo>
                  <a:lnTo>
                    <a:pt x="1871" y="223224"/>
                  </a:lnTo>
                  <a:lnTo>
                    <a:pt x="0" y="213995"/>
                  </a:lnTo>
                  <a:lnTo>
                    <a:pt x="0" y="23749"/>
                  </a:lnTo>
                  <a:close/>
                </a:path>
              </a:pathLst>
            </a:custGeom>
            <a:ln w="12700">
              <a:solidFill>
                <a:srgbClr val="FFFFFF"/>
              </a:solidFill>
            </a:ln>
          </p:spPr>
          <p:txBody>
            <a:bodyPr wrap="square" lIns="0" tIns="0" rIns="0" bIns="0" rtlCol="0"/>
            <a:lstStyle/>
            <a:p>
              <a:endParaRPr/>
            </a:p>
          </p:txBody>
        </p:sp>
        <p:sp>
          <p:nvSpPr>
            <p:cNvPr id="27" name="object 27"/>
            <p:cNvSpPr/>
            <p:nvPr/>
          </p:nvSpPr>
          <p:spPr>
            <a:xfrm>
              <a:off x="3455415" y="3794379"/>
              <a:ext cx="191770" cy="280035"/>
            </a:xfrm>
            <a:custGeom>
              <a:avLst/>
              <a:gdLst/>
              <a:ahLst/>
              <a:cxnLst/>
              <a:rect l="l" t="t" r="r" b="b"/>
              <a:pathLst>
                <a:path w="191770" h="280035">
                  <a:moveTo>
                    <a:pt x="0" y="279527"/>
                  </a:moveTo>
                  <a:lnTo>
                    <a:pt x="191643" y="0"/>
                  </a:lnTo>
                </a:path>
              </a:pathLst>
            </a:custGeom>
            <a:ln w="12700">
              <a:solidFill>
                <a:srgbClr val="BC6124"/>
              </a:solidFill>
            </a:ln>
          </p:spPr>
          <p:txBody>
            <a:bodyPr wrap="square" lIns="0" tIns="0" rIns="0" bIns="0" rtlCol="0"/>
            <a:lstStyle/>
            <a:p>
              <a:endParaRPr/>
            </a:p>
          </p:txBody>
        </p:sp>
        <p:sp>
          <p:nvSpPr>
            <p:cNvPr id="28" name="object 28"/>
            <p:cNvSpPr/>
            <p:nvPr/>
          </p:nvSpPr>
          <p:spPr>
            <a:xfrm>
              <a:off x="3648455" y="3675888"/>
              <a:ext cx="478790" cy="238125"/>
            </a:xfrm>
            <a:custGeom>
              <a:avLst/>
              <a:gdLst/>
              <a:ahLst/>
              <a:cxnLst/>
              <a:rect l="l" t="t" r="r" b="b"/>
              <a:pathLst>
                <a:path w="478789" h="238125">
                  <a:moveTo>
                    <a:pt x="454787" y="0"/>
                  </a:moveTo>
                  <a:lnTo>
                    <a:pt x="23749" y="0"/>
                  </a:lnTo>
                  <a:lnTo>
                    <a:pt x="14519" y="1871"/>
                  </a:lnTo>
                  <a:lnTo>
                    <a:pt x="6969" y="6969"/>
                  </a:lnTo>
                  <a:lnTo>
                    <a:pt x="1871" y="14519"/>
                  </a:lnTo>
                  <a:lnTo>
                    <a:pt x="0" y="23749"/>
                  </a:lnTo>
                  <a:lnTo>
                    <a:pt x="0" y="213994"/>
                  </a:lnTo>
                  <a:lnTo>
                    <a:pt x="1871" y="223224"/>
                  </a:lnTo>
                  <a:lnTo>
                    <a:pt x="6969" y="230774"/>
                  </a:lnTo>
                  <a:lnTo>
                    <a:pt x="14519" y="235872"/>
                  </a:lnTo>
                  <a:lnTo>
                    <a:pt x="23749" y="237744"/>
                  </a:lnTo>
                  <a:lnTo>
                    <a:pt x="454787" y="237744"/>
                  </a:lnTo>
                  <a:lnTo>
                    <a:pt x="464016" y="235872"/>
                  </a:lnTo>
                  <a:lnTo>
                    <a:pt x="471566" y="230774"/>
                  </a:lnTo>
                  <a:lnTo>
                    <a:pt x="476664" y="223224"/>
                  </a:lnTo>
                  <a:lnTo>
                    <a:pt x="478536" y="213994"/>
                  </a:lnTo>
                  <a:lnTo>
                    <a:pt x="478536" y="23749"/>
                  </a:lnTo>
                  <a:lnTo>
                    <a:pt x="476664" y="14519"/>
                  </a:lnTo>
                  <a:lnTo>
                    <a:pt x="471566" y="6969"/>
                  </a:lnTo>
                  <a:lnTo>
                    <a:pt x="464016" y="1871"/>
                  </a:lnTo>
                  <a:lnTo>
                    <a:pt x="454787" y="0"/>
                  </a:lnTo>
                  <a:close/>
                </a:path>
              </a:pathLst>
            </a:custGeom>
            <a:solidFill>
              <a:srgbClr val="C00000"/>
            </a:solidFill>
          </p:spPr>
          <p:txBody>
            <a:bodyPr wrap="square" lIns="0" tIns="0" rIns="0" bIns="0" rtlCol="0"/>
            <a:lstStyle/>
            <a:p>
              <a:endParaRPr/>
            </a:p>
          </p:txBody>
        </p:sp>
        <p:sp>
          <p:nvSpPr>
            <p:cNvPr id="29" name="object 29"/>
            <p:cNvSpPr/>
            <p:nvPr/>
          </p:nvSpPr>
          <p:spPr>
            <a:xfrm>
              <a:off x="3648455" y="3675888"/>
              <a:ext cx="478790" cy="238125"/>
            </a:xfrm>
            <a:custGeom>
              <a:avLst/>
              <a:gdLst/>
              <a:ahLst/>
              <a:cxnLst/>
              <a:rect l="l" t="t" r="r" b="b"/>
              <a:pathLst>
                <a:path w="478789" h="238125">
                  <a:moveTo>
                    <a:pt x="0" y="23749"/>
                  </a:moveTo>
                  <a:lnTo>
                    <a:pt x="1871" y="14519"/>
                  </a:lnTo>
                  <a:lnTo>
                    <a:pt x="6969" y="6969"/>
                  </a:lnTo>
                  <a:lnTo>
                    <a:pt x="14519" y="1871"/>
                  </a:lnTo>
                  <a:lnTo>
                    <a:pt x="23749" y="0"/>
                  </a:lnTo>
                  <a:lnTo>
                    <a:pt x="454787" y="0"/>
                  </a:lnTo>
                  <a:lnTo>
                    <a:pt x="464016" y="1871"/>
                  </a:lnTo>
                  <a:lnTo>
                    <a:pt x="471566" y="6969"/>
                  </a:lnTo>
                  <a:lnTo>
                    <a:pt x="476664" y="14519"/>
                  </a:lnTo>
                  <a:lnTo>
                    <a:pt x="478536" y="23749"/>
                  </a:lnTo>
                  <a:lnTo>
                    <a:pt x="478536" y="213994"/>
                  </a:lnTo>
                  <a:lnTo>
                    <a:pt x="476664" y="223224"/>
                  </a:lnTo>
                  <a:lnTo>
                    <a:pt x="471566" y="230774"/>
                  </a:lnTo>
                  <a:lnTo>
                    <a:pt x="464016" y="235872"/>
                  </a:lnTo>
                  <a:lnTo>
                    <a:pt x="454787" y="237744"/>
                  </a:lnTo>
                  <a:lnTo>
                    <a:pt x="23749" y="237744"/>
                  </a:lnTo>
                  <a:lnTo>
                    <a:pt x="14519" y="235872"/>
                  </a:lnTo>
                  <a:lnTo>
                    <a:pt x="6969" y="230774"/>
                  </a:lnTo>
                  <a:lnTo>
                    <a:pt x="1871" y="223224"/>
                  </a:lnTo>
                  <a:lnTo>
                    <a:pt x="0" y="213994"/>
                  </a:lnTo>
                  <a:lnTo>
                    <a:pt x="0" y="23749"/>
                  </a:lnTo>
                  <a:close/>
                </a:path>
              </a:pathLst>
            </a:custGeom>
            <a:ln w="12700">
              <a:solidFill>
                <a:srgbClr val="FFFFFF"/>
              </a:solidFill>
            </a:ln>
          </p:spPr>
          <p:txBody>
            <a:bodyPr wrap="square" lIns="0" tIns="0" rIns="0" bIns="0" rtlCol="0"/>
            <a:lstStyle/>
            <a:p>
              <a:endParaRPr/>
            </a:p>
          </p:txBody>
        </p:sp>
        <p:sp>
          <p:nvSpPr>
            <p:cNvPr id="30" name="object 30"/>
            <p:cNvSpPr/>
            <p:nvPr/>
          </p:nvSpPr>
          <p:spPr>
            <a:xfrm>
              <a:off x="3455415" y="4069715"/>
              <a:ext cx="191770" cy="4445"/>
            </a:xfrm>
            <a:custGeom>
              <a:avLst/>
              <a:gdLst/>
              <a:ahLst/>
              <a:cxnLst/>
              <a:rect l="l" t="t" r="r" b="b"/>
              <a:pathLst>
                <a:path w="191770" h="4445">
                  <a:moveTo>
                    <a:pt x="0" y="4191"/>
                  </a:moveTo>
                  <a:lnTo>
                    <a:pt x="191643" y="0"/>
                  </a:lnTo>
                </a:path>
              </a:pathLst>
            </a:custGeom>
            <a:ln w="12700">
              <a:solidFill>
                <a:srgbClr val="BC6124"/>
              </a:solidFill>
            </a:ln>
          </p:spPr>
          <p:txBody>
            <a:bodyPr wrap="square" lIns="0" tIns="0" rIns="0" bIns="0" rtlCol="0"/>
            <a:lstStyle/>
            <a:p>
              <a:endParaRPr/>
            </a:p>
          </p:txBody>
        </p:sp>
        <p:sp>
          <p:nvSpPr>
            <p:cNvPr id="31" name="object 31"/>
            <p:cNvSpPr/>
            <p:nvPr/>
          </p:nvSpPr>
          <p:spPr>
            <a:xfrm>
              <a:off x="3648455" y="3950208"/>
              <a:ext cx="478790" cy="241300"/>
            </a:xfrm>
            <a:custGeom>
              <a:avLst/>
              <a:gdLst/>
              <a:ahLst/>
              <a:cxnLst/>
              <a:rect l="l" t="t" r="r" b="b"/>
              <a:pathLst>
                <a:path w="478789" h="241300">
                  <a:moveTo>
                    <a:pt x="454406" y="0"/>
                  </a:moveTo>
                  <a:lnTo>
                    <a:pt x="24130" y="0"/>
                  </a:lnTo>
                  <a:lnTo>
                    <a:pt x="14733" y="1895"/>
                  </a:lnTo>
                  <a:lnTo>
                    <a:pt x="7064" y="7064"/>
                  </a:lnTo>
                  <a:lnTo>
                    <a:pt x="1895" y="14733"/>
                  </a:lnTo>
                  <a:lnTo>
                    <a:pt x="0" y="24130"/>
                  </a:lnTo>
                  <a:lnTo>
                    <a:pt x="0" y="216662"/>
                  </a:lnTo>
                  <a:lnTo>
                    <a:pt x="1895" y="226058"/>
                  </a:lnTo>
                  <a:lnTo>
                    <a:pt x="7064" y="233727"/>
                  </a:lnTo>
                  <a:lnTo>
                    <a:pt x="14733" y="238896"/>
                  </a:lnTo>
                  <a:lnTo>
                    <a:pt x="24130" y="240792"/>
                  </a:lnTo>
                  <a:lnTo>
                    <a:pt x="454406" y="240792"/>
                  </a:lnTo>
                  <a:lnTo>
                    <a:pt x="463802" y="238896"/>
                  </a:lnTo>
                  <a:lnTo>
                    <a:pt x="471471" y="233727"/>
                  </a:lnTo>
                  <a:lnTo>
                    <a:pt x="476640" y="226058"/>
                  </a:lnTo>
                  <a:lnTo>
                    <a:pt x="478536" y="216662"/>
                  </a:lnTo>
                  <a:lnTo>
                    <a:pt x="478536" y="24130"/>
                  </a:lnTo>
                  <a:lnTo>
                    <a:pt x="476640" y="14733"/>
                  </a:lnTo>
                  <a:lnTo>
                    <a:pt x="471471" y="7064"/>
                  </a:lnTo>
                  <a:lnTo>
                    <a:pt x="463802" y="1895"/>
                  </a:lnTo>
                  <a:lnTo>
                    <a:pt x="454406" y="0"/>
                  </a:lnTo>
                  <a:close/>
                </a:path>
              </a:pathLst>
            </a:custGeom>
            <a:solidFill>
              <a:srgbClr val="C00000"/>
            </a:solidFill>
          </p:spPr>
          <p:txBody>
            <a:bodyPr wrap="square" lIns="0" tIns="0" rIns="0" bIns="0" rtlCol="0"/>
            <a:lstStyle/>
            <a:p>
              <a:endParaRPr/>
            </a:p>
          </p:txBody>
        </p:sp>
        <p:sp>
          <p:nvSpPr>
            <p:cNvPr id="32" name="object 32"/>
            <p:cNvSpPr/>
            <p:nvPr/>
          </p:nvSpPr>
          <p:spPr>
            <a:xfrm>
              <a:off x="3648455" y="3950208"/>
              <a:ext cx="478790" cy="241300"/>
            </a:xfrm>
            <a:custGeom>
              <a:avLst/>
              <a:gdLst/>
              <a:ahLst/>
              <a:cxnLst/>
              <a:rect l="l" t="t" r="r" b="b"/>
              <a:pathLst>
                <a:path w="478789" h="241300">
                  <a:moveTo>
                    <a:pt x="0" y="24130"/>
                  </a:moveTo>
                  <a:lnTo>
                    <a:pt x="1895" y="14733"/>
                  </a:lnTo>
                  <a:lnTo>
                    <a:pt x="7064" y="7064"/>
                  </a:lnTo>
                  <a:lnTo>
                    <a:pt x="14733" y="1895"/>
                  </a:lnTo>
                  <a:lnTo>
                    <a:pt x="24130" y="0"/>
                  </a:lnTo>
                  <a:lnTo>
                    <a:pt x="454406" y="0"/>
                  </a:lnTo>
                  <a:lnTo>
                    <a:pt x="463802" y="1895"/>
                  </a:lnTo>
                  <a:lnTo>
                    <a:pt x="471471" y="7064"/>
                  </a:lnTo>
                  <a:lnTo>
                    <a:pt x="476640" y="14733"/>
                  </a:lnTo>
                  <a:lnTo>
                    <a:pt x="478536" y="24130"/>
                  </a:lnTo>
                  <a:lnTo>
                    <a:pt x="478536" y="216662"/>
                  </a:lnTo>
                  <a:lnTo>
                    <a:pt x="476640" y="226058"/>
                  </a:lnTo>
                  <a:lnTo>
                    <a:pt x="471471" y="233727"/>
                  </a:lnTo>
                  <a:lnTo>
                    <a:pt x="463802" y="238896"/>
                  </a:lnTo>
                  <a:lnTo>
                    <a:pt x="454406" y="240792"/>
                  </a:lnTo>
                  <a:lnTo>
                    <a:pt x="24130" y="240792"/>
                  </a:lnTo>
                  <a:lnTo>
                    <a:pt x="14733" y="238896"/>
                  </a:lnTo>
                  <a:lnTo>
                    <a:pt x="7064" y="233727"/>
                  </a:lnTo>
                  <a:lnTo>
                    <a:pt x="1895" y="226058"/>
                  </a:lnTo>
                  <a:lnTo>
                    <a:pt x="0" y="216662"/>
                  </a:lnTo>
                  <a:lnTo>
                    <a:pt x="0" y="24130"/>
                  </a:lnTo>
                  <a:close/>
                </a:path>
              </a:pathLst>
            </a:custGeom>
            <a:ln w="12700">
              <a:solidFill>
                <a:srgbClr val="FFFFFF"/>
              </a:solidFill>
            </a:ln>
          </p:spPr>
          <p:txBody>
            <a:bodyPr wrap="square" lIns="0" tIns="0" rIns="0" bIns="0" rtlCol="0"/>
            <a:lstStyle/>
            <a:p>
              <a:endParaRPr/>
            </a:p>
          </p:txBody>
        </p:sp>
        <p:sp>
          <p:nvSpPr>
            <p:cNvPr id="33" name="object 33"/>
            <p:cNvSpPr/>
            <p:nvPr/>
          </p:nvSpPr>
          <p:spPr>
            <a:xfrm>
              <a:off x="3455415" y="4073906"/>
              <a:ext cx="191770" cy="259079"/>
            </a:xfrm>
            <a:custGeom>
              <a:avLst/>
              <a:gdLst/>
              <a:ahLst/>
              <a:cxnLst/>
              <a:rect l="l" t="t" r="r" b="b"/>
              <a:pathLst>
                <a:path w="191770" h="259079">
                  <a:moveTo>
                    <a:pt x="0" y="0"/>
                  </a:moveTo>
                  <a:lnTo>
                    <a:pt x="191643" y="258699"/>
                  </a:lnTo>
                </a:path>
              </a:pathLst>
            </a:custGeom>
            <a:ln w="12700">
              <a:solidFill>
                <a:srgbClr val="BC6124"/>
              </a:solidFill>
            </a:ln>
          </p:spPr>
          <p:txBody>
            <a:bodyPr wrap="square" lIns="0" tIns="0" rIns="0" bIns="0" rtlCol="0"/>
            <a:lstStyle/>
            <a:p>
              <a:endParaRPr/>
            </a:p>
          </p:txBody>
        </p:sp>
        <p:sp>
          <p:nvSpPr>
            <p:cNvPr id="34" name="object 34"/>
            <p:cNvSpPr/>
            <p:nvPr/>
          </p:nvSpPr>
          <p:spPr>
            <a:xfrm>
              <a:off x="3648455" y="4212336"/>
              <a:ext cx="478790" cy="241300"/>
            </a:xfrm>
            <a:custGeom>
              <a:avLst/>
              <a:gdLst/>
              <a:ahLst/>
              <a:cxnLst/>
              <a:rect l="l" t="t" r="r" b="b"/>
              <a:pathLst>
                <a:path w="478789" h="241300">
                  <a:moveTo>
                    <a:pt x="454406" y="0"/>
                  </a:moveTo>
                  <a:lnTo>
                    <a:pt x="24130" y="0"/>
                  </a:lnTo>
                  <a:lnTo>
                    <a:pt x="14733" y="1895"/>
                  </a:lnTo>
                  <a:lnTo>
                    <a:pt x="7064" y="7064"/>
                  </a:lnTo>
                  <a:lnTo>
                    <a:pt x="1895" y="14733"/>
                  </a:lnTo>
                  <a:lnTo>
                    <a:pt x="0" y="24130"/>
                  </a:lnTo>
                  <a:lnTo>
                    <a:pt x="0" y="216662"/>
                  </a:lnTo>
                  <a:lnTo>
                    <a:pt x="1895" y="226058"/>
                  </a:lnTo>
                  <a:lnTo>
                    <a:pt x="7064" y="233727"/>
                  </a:lnTo>
                  <a:lnTo>
                    <a:pt x="14733" y="238896"/>
                  </a:lnTo>
                  <a:lnTo>
                    <a:pt x="24130" y="240791"/>
                  </a:lnTo>
                  <a:lnTo>
                    <a:pt x="454406" y="240791"/>
                  </a:lnTo>
                  <a:lnTo>
                    <a:pt x="463802" y="238896"/>
                  </a:lnTo>
                  <a:lnTo>
                    <a:pt x="471471" y="233727"/>
                  </a:lnTo>
                  <a:lnTo>
                    <a:pt x="476640" y="226058"/>
                  </a:lnTo>
                  <a:lnTo>
                    <a:pt x="478536" y="216662"/>
                  </a:lnTo>
                  <a:lnTo>
                    <a:pt x="478536" y="24130"/>
                  </a:lnTo>
                  <a:lnTo>
                    <a:pt x="476640" y="14733"/>
                  </a:lnTo>
                  <a:lnTo>
                    <a:pt x="471471" y="7064"/>
                  </a:lnTo>
                  <a:lnTo>
                    <a:pt x="463802" y="1895"/>
                  </a:lnTo>
                  <a:lnTo>
                    <a:pt x="454406" y="0"/>
                  </a:lnTo>
                  <a:close/>
                </a:path>
              </a:pathLst>
            </a:custGeom>
            <a:solidFill>
              <a:srgbClr val="C00000"/>
            </a:solidFill>
          </p:spPr>
          <p:txBody>
            <a:bodyPr wrap="square" lIns="0" tIns="0" rIns="0" bIns="0" rtlCol="0"/>
            <a:lstStyle/>
            <a:p>
              <a:endParaRPr/>
            </a:p>
          </p:txBody>
        </p:sp>
        <p:sp>
          <p:nvSpPr>
            <p:cNvPr id="35" name="object 35"/>
            <p:cNvSpPr/>
            <p:nvPr/>
          </p:nvSpPr>
          <p:spPr>
            <a:xfrm>
              <a:off x="3648455" y="4212336"/>
              <a:ext cx="478790" cy="241300"/>
            </a:xfrm>
            <a:custGeom>
              <a:avLst/>
              <a:gdLst/>
              <a:ahLst/>
              <a:cxnLst/>
              <a:rect l="l" t="t" r="r" b="b"/>
              <a:pathLst>
                <a:path w="478789" h="241300">
                  <a:moveTo>
                    <a:pt x="0" y="24130"/>
                  </a:moveTo>
                  <a:lnTo>
                    <a:pt x="1895" y="14733"/>
                  </a:lnTo>
                  <a:lnTo>
                    <a:pt x="7064" y="7064"/>
                  </a:lnTo>
                  <a:lnTo>
                    <a:pt x="14733" y="1895"/>
                  </a:lnTo>
                  <a:lnTo>
                    <a:pt x="24130" y="0"/>
                  </a:lnTo>
                  <a:lnTo>
                    <a:pt x="454406" y="0"/>
                  </a:lnTo>
                  <a:lnTo>
                    <a:pt x="463802" y="1895"/>
                  </a:lnTo>
                  <a:lnTo>
                    <a:pt x="471471" y="7064"/>
                  </a:lnTo>
                  <a:lnTo>
                    <a:pt x="476640" y="14733"/>
                  </a:lnTo>
                  <a:lnTo>
                    <a:pt x="478536" y="24130"/>
                  </a:lnTo>
                  <a:lnTo>
                    <a:pt x="478536" y="216662"/>
                  </a:lnTo>
                  <a:lnTo>
                    <a:pt x="476640" y="226058"/>
                  </a:lnTo>
                  <a:lnTo>
                    <a:pt x="471471" y="233727"/>
                  </a:lnTo>
                  <a:lnTo>
                    <a:pt x="463802" y="238896"/>
                  </a:lnTo>
                  <a:lnTo>
                    <a:pt x="454406" y="240791"/>
                  </a:lnTo>
                  <a:lnTo>
                    <a:pt x="24130" y="240791"/>
                  </a:lnTo>
                  <a:lnTo>
                    <a:pt x="14733" y="238896"/>
                  </a:lnTo>
                  <a:lnTo>
                    <a:pt x="7064" y="233727"/>
                  </a:lnTo>
                  <a:lnTo>
                    <a:pt x="1895" y="226058"/>
                  </a:lnTo>
                  <a:lnTo>
                    <a:pt x="0" y="216662"/>
                  </a:lnTo>
                  <a:lnTo>
                    <a:pt x="0" y="24130"/>
                  </a:lnTo>
                  <a:close/>
                </a:path>
              </a:pathLst>
            </a:custGeom>
            <a:ln w="12700">
              <a:solidFill>
                <a:srgbClr val="FFFFFF"/>
              </a:solidFill>
            </a:ln>
          </p:spPr>
          <p:txBody>
            <a:bodyPr wrap="square" lIns="0" tIns="0" rIns="0" bIns="0" rtlCol="0"/>
            <a:lstStyle/>
            <a:p>
              <a:endParaRPr/>
            </a:p>
          </p:txBody>
        </p:sp>
        <p:sp>
          <p:nvSpPr>
            <p:cNvPr id="36" name="object 36"/>
            <p:cNvSpPr/>
            <p:nvPr/>
          </p:nvSpPr>
          <p:spPr>
            <a:xfrm>
              <a:off x="3455415" y="4073906"/>
              <a:ext cx="191770" cy="534670"/>
            </a:xfrm>
            <a:custGeom>
              <a:avLst/>
              <a:gdLst/>
              <a:ahLst/>
              <a:cxnLst/>
              <a:rect l="l" t="t" r="r" b="b"/>
              <a:pathLst>
                <a:path w="191770" h="534670">
                  <a:moveTo>
                    <a:pt x="0" y="0"/>
                  </a:moveTo>
                  <a:lnTo>
                    <a:pt x="191643" y="534162"/>
                  </a:lnTo>
                </a:path>
              </a:pathLst>
            </a:custGeom>
            <a:ln w="12700">
              <a:solidFill>
                <a:srgbClr val="BC6124"/>
              </a:solidFill>
            </a:ln>
          </p:spPr>
          <p:txBody>
            <a:bodyPr wrap="square" lIns="0" tIns="0" rIns="0" bIns="0" rtlCol="0"/>
            <a:lstStyle/>
            <a:p>
              <a:endParaRPr/>
            </a:p>
          </p:txBody>
        </p:sp>
        <p:sp>
          <p:nvSpPr>
            <p:cNvPr id="37" name="object 37"/>
            <p:cNvSpPr/>
            <p:nvPr/>
          </p:nvSpPr>
          <p:spPr>
            <a:xfrm>
              <a:off x="3648455" y="4489704"/>
              <a:ext cx="478790" cy="238125"/>
            </a:xfrm>
            <a:custGeom>
              <a:avLst/>
              <a:gdLst/>
              <a:ahLst/>
              <a:cxnLst/>
              <a:rect l="l" t="t" r="r" b="b"/>
              <a:pathLst>
                <a:path w="478789" h="238125">
                  <a:moveTo>
                    <a:pt x="454787" y="0"/>
                  </a:moveTo>
                  <a:lnTo>
                    <a:pt x="23749" y="0"/>
                  </a:lnTo>
                  <a:lnTo>
                    <a:pt x="14519" y="1871"/>
                  </a:lnTo>
                  <a:lnTo>
                    <a:pt x="6969" y="6969"/>
                  </a:lnTo>
                  <a:lnTo>
                    <a:pt x="1871" y="14519"/>
                  </a:lnTo>
                  <a:lnTo>
                    <a:pt x="0" y="23749"/>
                  </a:lnTo>
                  <a:lnTo>
                    <a:pt x="0" y="213995"/>
                  </a:lnTo>
                  <a:lnTo>
                    <a:pt x="1871" y="223224"/>
                  </a:lnTo>
                  <a:lnTo>
                    <a:pt x="6969" y="230774"/>
                  </a:lnTo>
                  <a:lnTo>
                    <a:pt x="14519" y="235872"/>
                  </a:lnTo>
                  <a:lnTo>
                    <a:pt x="23749" y="237744"/>
                  </a:lnTo>
                  <a:lnTo>
                    <a:pt x="454787" y="237744"/>
                  </a:lnTo>
                  <a:lnTo>
                    <a:pt x="464016" y="235872"/>
                  </a:lnTo>
                  <a:lnTo>
                    <a:pt x="471566" y="230774"/>
                  </a:lnTo>
                  <a:lnTo>
                    <a:pt x="476664" y="223224"/>
                  </a:lnTo>
                  <a:lnTo>
                    <a:pt x="478536" y="213995"/>
                  </a:lnTo>
                  <a:lnTo>
                    <a:pt x="478536" y="23749"/>
                  </a:lnTo>
                  <a:lnTo>
                    <a:pt x="476664" y="14519"/>
                  </a:lnTo>
                  <a:lnTo>
                    <a:pt x="471566" y="6969"/>
                  </a:lnTo>
                  <a:lnTo>
                    <a:pt x="464016" y="1871"/>
                  </a:lnTo>
                  <a:lnTo>
                    <a:pt x="454787" y="0"/>
                  </a:lnTo>
                  <a:close/>
                </a:path>
              </a:pathLst>
            </a:custGeom>
            <a:solidFill>
              <a:srgbClr val="C00000"/>
            </a:solidFill>
          </p:spPr>
          <p:txBody>
            <a:bodyPr wrap="square" lIns="0" tIns="0" rIns="0" bIns="0" rtlCol="0"/>
            <a:lstStyle/>
            <a:p>
              <a:endParaRPr/>
            </a:p>
          </p:txBody>
        </p:sp>
        <p:sp>
          <p:nvSpPr>
            <p:cNvPr id="38" name="object 38"/>
            <p:cNvSpPr/>
            <p:nvPr/>
          </p:nvSpPr>
          <p:spPr>
            <a:xfrm>
              <a:off x="3648455" y="4489704"/>
              <a:ext cx="478790" cy="238125"/>
            </a:xfrm>
            <a:custGeom>
              <a:avLst/>
              <a:gdLst/>
              <a:ahLst/>
              <a:cxnLst/>
              <a:rect l="l" t="t" r="r" b="b"/>
              <a:pathLst>
                <a:path w="478789" h="238125">
                  <a:moveTo>
                    <a:pt x="0" y="23749"/>
                  </a:moveTo>
                  <a:lnTo>
                    <a:pt x="1871" y="14519"/>
                  </a:lnTo>
                  <a:lnTo>
                    <a:pt x="6969" y="6969"/>
                  </a:lnTo>
                  <a:lnTo>
                    <a:pt x="14519" y="1871"/>
                  </a:lnTo>
                  <a:lnTo>
                    <a:pt x="23749" y="0"/>
                  </a:lnTo>
                  <a:lnTo>
                    <a:pt x="454787" y="0"/>
                  </a:lnTo>
                  <a:lnTo>
                    <a:pt x="464016" y="1871"/>
                  </a:lnTo>
                  <a:lnTo>
                    <a:pt x="471566" y="6969"/>
                  </a:lnTo>
                  <a:lnTo>
                    <a:pt x="476664" y="14519"/>
                  </a:lnTo>
                  <a:lnTo>
                    <a:pt x="478536" y="23749"/>
                  </a:lnTo>
                  <a:lnTo>
                    <a:pt x="478536" y="213995"/>
                  </a:lnTo>
                  <a:lnTo>
                    <a:pt x="476664" y="223224"/>
                  </a:lnTo>
                  <a:lnTo>
                    <a:pt x="471566" y="230774"/>
                  </a:lnTo>
                  <a:lnTo>
                    <a:pt x="464016" y="235872"/>
                  </a:lnTo>
                  <a:lnTo>
                    <a:pt x="454787" y="237744"/>
                  </a:lnTo>
                  <a:lnTo>
                    <a:pt x="23749" y="237744"/>
                  </a:lnTo>
                  <a:lnTo>
                    <a:pt x="14519" y="235872"/>
                  </a:lnTo>
                  <a:lnTo>
                    <a:pt x="6969" y="230774"/>
                  </a:lnTo>
                  <a:lnTo>
                    <a:pt x="1871" y="223224"/>
                  </a:lnTo>
                  <a:lnTo>
                    <a:pt x="0" y="213995"/>
                  </a:lnTo>
                  <a:lnTo>
                    <a:pt x="0" y="23749"/>
                  </a:lnTo>
                  <a:close/>
                </a:path>
              </a:pathLst>
            </a:custGeom>
            <a:ln w="12700">
              <a:solidFill>
                <a:srgbClr val="FFFFFF"/>
              </a:solidFill>
            </a:ln>
          </p:spPr>
          <p:txBody>
            <a:bodyPr wrap="square" lIns="0" tIns="0" rIns="0" bIns="0" rtlCol="0"/>
            <a:lstStyle/>
            <a:p>
              <a:endParaRPr/>
            </a:p>
          </p:txBody>
        </p:sp>
        <p:sp>
          <p:nvSpPr>
            <p:cNvPr id="39" name="object 39"/>
            <p:cNvSpPr/>
            <p:nvPr/>
          </p:nvSpPr>
          <p:spPr>
            <a:xfrm>
              <a:off x="3455415" y="4073906"/>
              <a:ext cx="191770" cy="807085"/>
            </a:xfrm>
            <a:custGeom>
              <a:avLst/>
              <a:gdLst/>
              <a:ahLst/>
              <a:cxnLst/>
              <a:rect l="l" t="t" r="r" b="b"/>
              <a:pathLst>
                <a:path w="191770" h="807085">
                  <a:moveTo>
                    <a:pt x="0" y="0"/>
                  </a:moveTo>
                  <a:lnTo>
                    <a:pt x="191643" y="806577"/>
                  </a:lnTo>
                </a:path>
              </a:pathLst>
            </a:custGeom>
            <a:ln w="12700">
              <a:solidFill>
                <a:srgbClr val="BC6124"/>
              </a:solidFill>
            </a:ln>
          </p:spPr>
          <p:txBody>
            <a:bodyPr wrap="square" lIns="0" tIns="0" rIns="0" bIns="0" rtlCol="0"/>
            <a:lstStyle/>
            <a:p>
              <a:endParaRPr/>
            </a:p>
          </p:txBody>
        </p:sp>
        <p:sp>
          <p:nvSpPr>
            <p:cNvPr id="40" name="object 40"/>
            <p:cNvSpPr/>
            <p:nvPr/>
          </p:nvSpPr>
          <p:spPr>
            <a:xfrm>
              <a:off x="3648455" y="4760976"/>
              <a:ext cx="478790" cy="241300"/>
            </a:xfrm>
            <a:custGeom>
              <a:avLst/>
              <a:gdLst/>
              <a:ahLst/>
              <a:cxnLst/>
              <a:rect l="l" t="t" r="r" b="b"/>
              <a:pathLst>
                <a:path w="478789" h="241300">
                  <a:moveTo>
                    <a:pt x="454406" y="0"/>
                  </a:moveTo>
                  <a:lnTo>
                    <a:pt x="24130" y="0"/>
                  </a:lnTo>
                  <a:lnTo>
                    <a:pt x="14733" y="1895"/>
                  </a:lnTo>
                  <a:lnTo>
                    <a:pt x="7064" y="7064"/>
                  </a:lnTo>
                  <a:lnTo>
                    <a:pt x="1895" y="14733"/>
                  </a:lnTo>
                  <a:lnTo>
                    <a:pt x="0" y="24130"/>
                  </a:lnTo>
                  <a:lnTo>
                    <a:pt x="0" y="216662"/>
                  </a:lnTo>
                  <a:lnTo>
                    <a:pt x="1895" y="226058"/>
                  </a:lnTo>
                  <a:lnTo>
                    <a:pt x="7064" y="233727"/>
                  </a:lnTo>
                  <a:lnTo>
                    <a:pt x="14733" y="238896"/>
                  </a:lnTo>
                  <a:lnTo>
                    <a:pt x="24130" y="240792"/>
                  </a:lnTo>
                  <a:lnTo>
                    <a:pt x="454406" y="240792"/>
                  </a:lnTo>
                  <a:lnTo>
                    <a:pt x="463802" y="238896"/>
                  </a:lnTo>
                  <a:lnTo>
                    <a:pt x="471471" y="233727"/>
                  </a:lnTo>
                  <a:lnTo>
                    <a:pt x="476640" y="226058"/>
                  </a:lnTo>
                  <a:lnTo>
                    <a:pt x="478536" y="216662"/>
                  </a:lnTo>
                  <a:lnTo>
                    <a:pt x="478536" y="24130"/>
                  </a:lnTo>
                  <a:lnTo>
                    <a:pt x="476640" y="14733"/>
                  </a:lnTo>
                  <a:lnTo>
                    <a:pt x="471471" y="7064"/>
                  </a:lnTo>
                  <a:lnTo>
                    <a:pt x="463802" y="1895"/>
                  </a:lnTo>
                  <a:lnTo>
                    <a:pt x="454406" y="0"/>
                  </a:lnTo>
                  <a:close/>
                </a:path>
              </a:pathLst>
            </a:custGeom>
            <a:solidFill>
              <a:srgbClr val="C00000"/>
            </a:solidFill>
          </p:spPr>
          <p:txBody>
            <a:bodyPr wrap="square" lIns="0" tIns="0" rIns="0" bIns="0" rtlCol="0"/>
            <a:lstStyle/>
            <a:p>
              <a:endParaRPr/>
            </a:p>
          </p:txBody>
        </p:sp>
        <p:sp>
          <p:nvSpPr>
            <p:cNvPr id="41" name="object 41"/>
            <p:cNvSpPr/>
            <p:nvPr/>
          </p:nvSpPr>
          <p:spPr>
            <a:xfrm>
              <a:off x="3648455" y="4760976"/>
              <a:ext cx="478790" cy="241300"/>
            </a:xfrm>
            <a:custGeom>
              <a:avLst/>
              <a:gdLst/>
              <a:ahLst/>
              <a:cxnLst/>
              <a:rect l="l" t="t" r="r" b="b"/>
              <a:pathLst>
                <a:path w="478789" h="241300">
                  <a:moveTo>
                    <a:pt x="0" y="24130"/>
                  </a:moveTo>
                  <a:lnTo>
                    <a:pt x="1895" y="14733"/>
                  </a:lnTo>
                  <a:lnTo>
                    <a:pt x="7064" y="7064"/>
                  </a:lnTo>
                  <a:lnTo>
                    <a:pt x="14733" y="1895"/>
                  </a:lnTo>
                  <a:lnTo>
                    <a:pt x="24130" y="0"/>
                  </a:lnTo>
                  <a:lnTo>
                    <a:pt x="454406" y="0"/>
                  </a:lnTo>
                  <a:lnTo>
                    <a:pt x="463802" y="1895"/>
                  </a:lnTo>
                  <a:lnTo>
                    <a:pt x="471471" y="7064"/>
                  </a:lnTo>
                  <a:lnTo>
                    <a:pt x="476640" y="14733"/>
                  </a:lnTo>
                  <a:lnTo>
                    <a:pt x="478536" y="24130"/>
                  </a:lnTo>
                  <a:lnTo>
                    <a:pt x="478536" y="216662"/>
                  </a:lnTo>
                  <a:lnTo>
                    <a:pt x="476640" y="226058"/>
                  </a:lnTo>
                  <a:lnTo>
                    <a:pt x="471471" y="233727"/>
                  </a:lnTo>
                  <a:lnTo>
                    <a:pt x="463802" y="238896"/>
                  </a:lnTo>
                  <a:lnTo>
                    <a:pt x="454406" y="240792"/>
                  </a:lnTo>
                  <a:lnTo>
                    <a:pt x="24130" y="240792"/>
                  </a:lnTo>
                  <a:lnTo>
                    <a:pt x="14733" y="238896"/>
                  </a:lnTo>
                  <a:lnTo>
                    <a:pt x="7064" y="233727"/>
                  </a:lnTo>
                  <a:lnTo>
                    <a:pt x="1895" y="226058"/>
                  </a:lnTo>
                  <a:lnTo>
                    <a:pt x="0" y="216662"/>
                  </a:lnTo>
                  <a:lnTo>
                    <a:pt x="0" y="24130"/>
                  </a:lnTo>
                  <a:close/>
                </a:path>
              </a:pathLst>
            </a:custGeom>
            <a:ln w="12700">
              <a:solidFill>
                <a:srgbClr val="FFFFFF"/>
              </a:solidFill>
            </a:ln>
          </p:spPr>
          <p:txBody>
            <a:bodyPr wrap="square" lIns="0" tIns="0" rIns="0" bIns="0" rtlCol="0"/>
            <a:lstStyle/>
            <a:p>
              <a:endParaRPr/>
            </a:p>
          </p:txBody>
        </p:sp>
        <p:sp>
          <p:nvSpPr>
            <p:cNvPr id="42" name="object 42"/>
            <p:cNvSpPr/>
            <p:nvPr/>
          </p:nvSpPr>
          <p:spPr>
            <a:xfrm>
              <a:off x="3455415" y="4073906"/>
              <a:ext cx="191770" cy="1082040"/>
            </a:xfrm>
            <a:custGeom>
              <a:avLst/>
              <a:gdLst/>
              <a:ahLst/>
              <a:cxnLst/>
              <a:rect l="l" t="t" r="r" b="b"/>
              <a:pathLst>
                <a:path w="191770" h="1082039">
                  <a:moveTo>
                    <a:pt x="0" y="0"/>
                  </a:moveTo>
                  <a:lnTo>
                    <a:pt x="191643" y="1082040"/>
                  </a:lnTo>
                </a:path>
              </a:pathLst>
            </a:custGeom>
            <a:ln w="12700">
              <a:solidFill>
                <a:srgbClr val="BC6124"/>
              </a:solidFill>
            </a:ln>
          </p:spPr>
          <p:txBody>
            <a:bodyPr wrap="square" lIns="0" tIns="0" rIns="0" bIns="0" rtlCol="0"/>
            <a:lstStyle/>
            <a:p>
              <a:endParaRPr/>
            </a:p>
          </p:txBody>
        </p:sp>
        <p:sp>
          <p:nvSpPr>
            <p:cNvPr id="43" name="object 43"/>
            <p:cNvSpPr/>
            <p:nvPr/>
          </p:nvSpPr>
          <p:spPr>
            <a:xfrm>
              <a:off x="3648455" y="5035296"/>
              <a:ext cx="478790" cy="241300"/>
            </a:xfrm>
            <a:custGeom>
              <a:avLst/>
              <a:gdLst/>
              <a:ahLst/>
              <a:cxnLst/>
              <a:rect l="l" t="t" r="r" b="b"/>
              <a:pathLst>
                <a:path w="478789" h="241300">
                  <a:moveTo>
                    <a:pt x="454406" y="0"/>
                  </a:moveTo>
                  <a:lnTo>
                    <a:pt x="24130" y="0"/>
                  </a:lnTo>
                  <a:lnTo>
                    <a:pt x="14733" y="1895"/>
                  </a:lnTo>
                  <a:lnTo>
                    <a:pt x="7064" y="7064"/>
                  </a:lnTo>
                  <a:lnTo>
                    <a:pt x="1895" y="14733"/>
                  </a:lnTo>
                  <a:lnTo>
                    <a:pt x="0" y="24129"/>
                  </a:lnTo>
                  <a:lnTo>
                    <a:pt x="0" y="216661"/>
                  </a:lnTo>
                  <a:lnTo>
                    <a:pt x="1895" y="226058"/>
                  </a:lnTo>
                  <a:lnTo>
                    <a:pt x="7064" y="233727"/>
                  </a:lnTo>
                  <a:lnTo>
                    <a:pt x="14733" y="238896"/>
                  </a:lnTo>
                  <a:lnTo>
                    <a:pt x="24130" y="240791"/>
                  </a:lnTo>
                  <a:lnTo>
                    <a:pt x="454406" y="240791"/>
                  </a:lnTo>
                  <a:lnTo>
                    <a:pt x="463802" y="238896"/>
                  </a:lnTo>
                  <a:lnTo>
                    <a:pt x="471471" y="233727"/>
                  </a:lnTo>
                  <a:lnTo>
                    <a:pt x="476640" y="226058"/>
                  </a:lnTo>
                  <a:lnTo>
                    <a:pt x="478536" y="216661"/>
                  </a:lnTo>
                  <a:lnTo>
                    <a:pt x="478536" y="24129"/>
                  </a:lnTo>
                  <a:lnTo>
                    <a:pt x="476640" y="14733"/>
                  </a:lnTo>
                  <a:lnTo>
                    <a:pt x="471471" y="7064"/>
                  </a:lnTo>
                  <a:lnTo>
                    <a:pt x="463802" y="1895"/>
                  </a:lnTo>
                  <a:lnTo>
                    <a:pt x="454406" y="0"/>
                  </a:lnTo>
                  <a:close/>
                </a:path>
              </a:pathLst>
            </a:custGeom>
            <a:solidFill>
              <a:srgbClr val="C00000"/>
            </a:solidFill>
          </p:spPr>
          <p:txBody>
            <a:bodyPr wrap="square" lIns="0" tIns="0" rIns="0" bIns="0" rtlCol="0"/>
            <a:lstStyle/>
            <a:p>
              <a:endParaRPr/>
            </a:p>
          </p:txBody>
        </p:sp>
        <p:sp>
          <p:nvSpPr>
            <p:cNvPr id="44" name="object 44"/>
            <p:cNvSpPr/>
            <p:nvPr/>
          </p:nvSpPr>
          <p:spPr>
            <a:xfrm>
              <a:off x="3648455" y="5035296"/>
              <a:ext cx="478790" cy="241300"/>
            </a:xfrm>
            <a:custGeom>
              <a:avLst/>
              <a:gdLst/>
              <a:ahLst/>
              <a:cxnLst/>
              <a:rect l="l" t="t" r="r" b="b"/>
              <a:pathLst>
                <a:path w="478789" h="241300">
                  <a:moveTo>
                    <a:pt x="0" y="24129"/>
                  </a:moveTo>
                  <a:lnTo>
                    <a:pt x="1895" y="14733"/>
                  </a:lnTo>
                  <a:lnTo>
                    <a:pt x="7064" y="7064"/>
                  </a:lnTo>
                  <a:lnTo>
                    <a:pt x="14733" y="1895"/>
                  </a:lnTo>
                  <a:lnTo>
                    <a:pt x="24130" y="0"/>
                  </a:lnTo>
                  <a:lnTo>
                    <a:pt x="454406" y="0"/>
                  </a:lnTo>
                  <a:lnTo>
                    <a:pt x="463802" y="1895"/>
                  </a:lnTo>
                  <a:lnTo>
                    <a:pt x="471471" y="7064"/>
                  </a:lnTo>
                  <a:lnTo>
                    <a:pt x="476640" y="14733"/>
                  </a:lnTo>
                  <a:lnTo>
                    <a:pt x="478536" y="24129"/>
                  </a:lnTo>
                  <a:lnTo>
                    <a:pt x="478536" y="216661"/>
                  </a:lnTo>
                  <a:lnTo>
                    <a:pt x="476640" y="226058"/>
                  </a:lnTo>
                  <a:lnTo>
                    <a:pt x="471471" y="233727"/>
                  </a:lnTo>
                  <a:lnTo>
                    <a:pt x="463802" y="238896"/>
                  </a:lnTo>
                  <a:lnTo>
                    <a:pt x="454406" y="240791"/>
                  </a:lnTo>
                  <a:lnTo>
                    <a:pt x="24130" y="240791"/>
                  </a:lnTo>
                  <a:lnTo>
                    <a:pt x="14733" y="238896"/>
                  </a:lnTo>
                  <a:lnTo>
                    <a:pt x="7064" y="233727"/>
                  </a:lnTo>
                  <a:lnTo>
                    <a:pt x="1895" y="226058"/>
                  </a:lnTo>
                  <a:lnTo>
                    <a:pt x="0" y="216661"/>
                  </a:lnTo>
                  <a:lnTo>
                    <a:pt x="0" y="24129"/>
                  </a:lnTo>
                  <a:close/>
                </a:path>
              </a:pathLst>
            </a:custGeom>
            <a:ln w="12700">
              <a:solidFill>
                <a:srgbClr val="FFFFFF"/>
              </a:solidFill>
            </a:ln>
          </p:spPr>
          <p:txBody>
            <a:bodyPr wrap="square" lIns="0" tIns="0" rIns="0" bIns="0" rtlCol="0"/>
            <a:lstStyle/>
            <a:p>
              <a:endParaRPr/>
            </a:p>
          </p:txBody>
        </p:sp>
      </p:grpSp>
      <p:sp>
        <p:nvSpPr>
          <p:cNvPr id="45" name="object 45"/>
          <p:cNvSpPr txBox="1"/>
          <p:nvPr/>
        </p:nvSpPr>
        <p:spPr>
          <a:xfrm>
            <a:off x="3663188" y="2771601"/>
            <a:ext cx="447675" cy="2483485"/>
          </a:xfrm>
          <a:prstGeom prst="rect">
            <a:avLst/>
          </a:prstGeom>
        </p:spPr>
        <p:txBody>
          <a:bodyPr vert="horz" wrap="square" lIns="0" tIns="14604" rIns="0" bIns="0" rtlCol="0">
            <a:spAutoFit/>
          </a:bodyPr>
          <a:lstStyle/>
          <a:p>
            <a:pPr marL="12700" marR="5080" indent="-635" algn="ctr">
              <a:lnSpc>
                <a:spcPct val="127899"/>
              </a:lnSpc>
              <a:spcBef>
                <a:spcPts val="114"/>
              </a:spcBef>
            </a:pPr>
            <a:r>
              <a:rPr sz="1400" b="1" spc="-25" dirty="0">
                <a:solidFill>
                  <a:srgbClr val="FFFFFF"/>
                </a:solidFill>
                <a:latin typeface="Calibri"/>
                <a:cs typeface="Calibri"/>
              </a:rPr>
              <a:t>etc bin </a:t>
            </a:r>
            <a:r>
              <a:rPr sz="1400" b="1" spc="-20" dirty="0">
                <a:solidFill>
                  <a:srgbClr val="FFFFFF"/>
                </a:solidFill>
                <a:latin typeface="Calibri"/>
                <a:cs typeface="Calibri"/>
              </a:rPr>
              <a:t>boot </a:t>
            </a:r>
            <a:r>
              <a:rPr sz="1400" b="1" spc="-25" dirty="0">
                <a:solidFill>
                  <a:srgbClr val="FFFFFF"/>
                </a:solidFill>
                <a:latin typeface="Calibri"/>
                <a:cs typeface="Calibri"/>
              </a:rPr>
              <a:t>dev </a:t>
            </a:r>
            <a:r>
              <a:rPr sz="1400" b="1" spc="-20" dirty="0">
                <a:solidFill>
                  <a:srgbClr val="FFFFFF"/>
                </a:solidFill>
                <a:latin typeface="Calibri"/>
                <a:cs typeface="Calibri"/>
              </a:rPr>
              <a:t>home root </a:t>
            </a:r>
            <a:r>
              <a:rPr sz="1400" b="1" spc="-25" dirty="0">
                <a:solidFill>
                  <a:srgbClr val="FFFFFF"/>
                </a:solidFill>
                <a:latin typeface="Calibri"/>
                <a:cs typeface="Calibri"/>
              </a:rPr>
              <a:t>lib</a:t>
            </a:r>
            <a:r>
              <a:rPr sz="1400" b="1" spc="500" dirty="0">
                <a:solidFill>
                  <a:srgbClr val="FFFFFF"/>
                </a:solidFill>
                <a:latin typeface="Calibri"/>
                <a:cs typeface="Calibri"/>
              </a:rPr>
              <a:t> </a:t>
            </a:r>
            <a:r>
              <a:rPr sz="1400" b="1" spc="-25" dirty="0">
                <a:solidFill>
                  <a:srgbClr val="FFFFFF"/>
                </a:solidFill>
                <a:latin typeface="Calibri"/>
                <a:cs typeface="Calibri"/>
              </a:rPr>
              <a:t>var </a:t>
            </a:r>
            <a:r>
              <a:rPr sz="1400" b="1" spc="-20" dirty="0">
                <a:solidFill>
                  <a:srgbClr val="FFFFFF"/>
                </a:solidFill>
                <a:latin typeface="Calibri"/>
                <a:cs typeface="Calibri"/>
              </a:rPr>
              <a:t>Proc</a:t>
            </a:r>
            <a:endParaRPr sz="1400" dirty="0">
              <a:latin typeface="Calibri"/>
              <a:cs typeface="Calibri"/>
            </a:endParaRPr>
          </a:p>
        </p:txBody>
      </p:sp>
      <p:sp>
        <p:nvSpPr>
          <p:cNvPr id="46" name="object 46"/>
          <p:cNvSpPr txBox="1"/>
          <p:nvPr/>
        </p:nvSpPr>
        <p:spPr>
          <a:xfrm>
            <a:off x="4120896" y="2877311"/>
            <a:ext cx="5270500" cy="210820"/>
          </a:xfrm>
          <a:prstGeom prst="rect">
            <a:avLst/>
          </a:prstGeom>
          <a:ln w="12700">
            <a:solidFill>
              <a:srgbClr val="A4A4A4"/>
            </a:solidFill>
          </a:ln>
        </p:spPr>
        <p:txBody>
          <a:bodyPr vert="horz" wrap="square" lIns="0" tIns="5080" rIns="0" bIns="0" rtlCol="0">
            <a:spAutoFit/>
          </a:bodyPr>
          <a:lstStyle/>
          <a:p>
            <a:pPr marL="67310">
              <a:lnSpc>
                <a:spcPct val="100000"/>
              </a:lnSpc>
              <a:spcBef>
                <a:spcPts val="40"/>
              </a:spcBef>
            </a:pPr>
            <a:r>
              <a:rPr sz="1200" dirty="0">
                <a:latin typeface="Calibri"/>
                <a:cs typeface="Calibri"/>
              </a:rPr>
              <a:t>(editing</a:t>
            </a:r>
            <a:r>
              <a:rPr sz="1200" spc="-10" dirty="0">
                <a:latin typeface="Calibri"/>
                <a:cs typeface="Calibri"/>
              </a:rPr>
              <a:t> </a:t>
            </a:r>
            <a:r>
              <a:rPr sz="1200" dirty="0">
                <a:latin typeface="Calibri"/>
                <a:cs typeface="Calibri"/>
              </a:rPr>
              <a:t>text</a:t>
            </a:r>
            <a:r>
              <a:rPr sz="1200" spc="-35" dirty="0">
                <a:latin typeface="Calibri"/>
                <a:cs typeface="Calibri"/>
              </a:rPr>
              <a:t> </a:t>
            </a:r>
            <a:r>
              <a:rPr sz="1200" dirty="0">
                <a:latin typeface="Calibri"/>
                <a:cs typeface="Calibri"/>
              </a:rPr>
              <a:t>config)</a:t>
            </a:r>
            <a:r>
              <a:rPr sz="1200" spc="-20" dirty="0">
                <a:latin typeface="Calibri"/>
                <a:cs typeface="Calibri"/>
              </a:rPr>
              <a:t> </a:t>
            </a:r>
            <a:r>
              <a:rPr sz="1200" dirty="0">
                <a:latin typeface="Calibri"/>
                <a:cs typeface="Calibri"/>
              </a:rPr>
              <a:t>Les</a:t>
            </a:r>
            <a:r>
              <a:rPr sz="1200" spc="-35" dirty="0">
                <a:latin typeface="Calibri"/>
                <a:cs typeface="Calibri"/>
              </a:rPr>
              <a:t> </a:t>
            </a:r>
            <a:r>
              <a:rPr sz="1200" dirty="0">
                <a:latin typeface="Calibri"/>
                <a:cs typeface="Calibri"/>
              </a:rPr>
              <a:t>fichiers</a:t>
            </a:r>
            <a:r>
              <a:rPr sz="1200" spc="5" dirty="0">
                <a:latin typeface="Calibri"/>
                <a:cs typeface="Calibri"/>
              </a:rPr>
              <a:t> </a:t>
            </a:r>
            <a:r>
              <a:rPr sz="1200" dirty="0">
                <a:latin typeface="Calibri"/>
                <a:cs typeface="Calibri"/>
              </a:rPr>
              <a:t>texte</a:t>
            </a:r>
            <a:r>
              <a:rPr sz="1200" spc="-20" dirty="0">
                <a:latin typeface="Calibri"/>
                <a:cs typeface="Calibri"/>
              </a:rPr>
              <a:t> </a:t>
            </a:r>
            <a:r>
              <a:rPr sz="1200" dirty="0">
                <a:latin typeface="Calibri"/>
                <a:cs typeface="Calibri"/>
              </a:rPr>
              <a:t>de</a:t>
            </a:r>
            <a:r>
              <a:rPr sz="1200" spc="-20" dirty="0">
                <a:latin typeface="Calibri"/>
                <a:cs typeface="Calibri"/>
              </a:rPr>
              <a:t> </a:t>
            </a:r>
            <a:r>
              <a:rPr sz="1200" dirty="0">
                <a:latin typeface="Calibri"/>
                <a:cs typeface="Calibri"/>
              </a:rPr>
              <a:t>la</a:t>
            </a:r>
            <a:r>
              <a:rPr sz="1200" spc="-40" dirty="0">
                <a:latin typeface="Calibri"/>
                <a:cs typeface="Calibri"/>
              </a:rPr>
              <a:t> </a:t>
            </a:r>
            <a:r>
              <a:rPr sz="1200" spc="-10" dirty="0">
                <a:latin typeface="Calibri"/>
                <a:cs typeface="Calibri"/>
              </a:rPr>
              <a:t>configuration </a:t>
            </a:r>
            <a:r>
              <a:rPr sz="1200" dirty="0">
                <a:latin typeface="Calibri"/>
                <a:cs typeface="Calibri"/>
              </a:rPr>
              <a:t>du</a:t>
            </a:r>
            <a:r>
              <a:rPr sz="1200" spc="-45" dirty="0">
                <a:latin typeface="Calibri"/>
                <a:cs typeface="Calibri"/>
              </a:rPr>
              <a:t> </a:t>
            </a:r>
            <a:r>
              <a:rPr sz="1200" spc="-10" dirty="0">
                <a:latin typeface="Calibri"/>
                <a:cs typeface="Calibri"/>
              </a:rPr>
              <a:t>système</a:t>
            </a:r>
            <a:r>
              <a:rPr sz="1200" spc="-35" dirty="0">
                <a:latin typeface="Calibri"/>
                <a:cs typeface="Calibri"/>
              </a:rPr>
              <a:t> </a:t>
            </a:r>
            <a:r>
              <a:rPr sz="1200" dirty="0">
                <a:latin typeface="Calibri"/>
                <a:cs typeface="Calibri"/>
              </a:rPr>
              <a:t>et</a:t>
            </a:r>
            <a:r>
              <a:rPr sz="1200" spc="-35" dirty="0">
                <a:latin typeface="Calibri"/>
                <a:cs typeface="Calibri"/>
              </a:rPr>
              <a:t> </a:t>
            </a:r>
            <a:r>
              <a:rPr sz="1200" dirty="0">
                <a:latin typeface="Calibri"/>
                <a:cs typeface="Calibri"/>
              </a:rPr>
              <a:t>des</a:t>
            </a:r>
            <a:r>
              <a:rPr sz="1200" spc="-35" dirty="0">
                <a:latin typeface="Calibri"/>
                <a:cs typeface="Calibri"/>
              </a:rPr>
              <a:t> </a:t>
            </a:r>
            <a:r>
              <a:rPr sz="1200" spc="-10" dirty="0">
                <a:latin typeface="Calibri"/>
                <a:cs typeface="Calibri"/>
              </a:rPr>
              <a:t>services</a:t>
            </a:r>
            <a:endParaRPr sz="1200" dirty="0">
              <a:latin typeface="Calibri"/>
              <a:cs typeface="Calibri"/>
            </a:endParaRPr>
          </a:p>
        </p:txBody>
      </p:sp>
      <p:sp>
        <p:nvSpPr>
          <p:cNvPr id="47" name="object 47"/>
          <p:cNvSpPr txBox="1"/>
          <p:nvPr/>
        </p:nvSpPr>
        <p:spPr>
          <a:xfrm>
            <a:off x="4120896" y="3145535"/>
            <a:ext cx="5270500" cy="204470"/>
          </a:xfrm>
          <a:prstGeom prst="rect">
            <a:avLst/>
          </a:prstGeom>
          <a:ln w="12700">
            <a:solidFill>
              <a:srgbClr val="A4A4A4"/>
            </a:solidFill>
          </a:ln>
        </p:spPr>
        <p:txBody>
          <a:bodyPr vert="horz" wrap="square" lIns="0" tIns="3810" rIns="0" bIns="0" rtlCol="0">
            <a:spAutoFit/>
          </a:bodyPr>
          <a:lstStyle/>
          <a:p>
            <a:pPr marL="502920">
              <a:lnSpc>
                <a:spcPct val="100000"/>
              </a:lnSpc>
              <a:spcBef>
                <a:spcPts val="30"/>
              </a:spcBef>
            </a:pPr>
            <a:r>
              <a:rPr sz="1200" spc="-10" dirty="0">
                <a:latin typeface="Calibri"/>
                <a:cs typeface="Calibri"/>
              </a:rPr>
              <a:t>Exécutables</a:t>
            </a:r>
            <a:r>
              <a:rPr sz="1200" spc="-15" dirty="0">
                <a:latin typeface="Calibri"/>
                <a:cs typeface="Calibri"/>
              </a:rPr>
              <a:t> </a:t>
            </a:r>
            <a:r>
              <a:rPr sz="1200" dirty="0">
                <a:latin typeface="Calibri"/>
                <a:cs typeface="Calibri"/>
              </a:rPr>
              <a:t>essentiels</a:t>
            </a:r>
            <a:r>
              <a:rPr sz="1200" spc="-35" dirty="0">
                <a:latin typeface="Calibri"/>
                <a:cs typeface="Calibri"/>
              </a:rPr>
              <a:t> </a:t>
            </a:r>
            <a:r>
              <a:rPr sz="1200" dirty="0">
                <a:latin typeface="Calibri"/>
                <a:cs typeface="Calibri"/>
              </a:rPr>
              <a:t>au</a:t>
            </a:r>
            <a:r>
              <a:rPr sz="1200" spc="-25" dirty="0">
                <a:latin typeface="Calibri"/>
                <a:cs typeface="Calibri"/>
              </a:rPr>
              <a:t> </a:t>
            </a:r>
            <a:r>
              <a:rPr sz="1200" spc="-10" dirty="0">
                <a:latin typeface="Calibri"/>
                <a:cs typeface="Calibri"/>
              </a:rPr>
              <a:t>système,</a:t>
            </a:r>
            <a:r>
              <a:rPr sz="1200" spc="-55" dirty="0">
                <a:latin typeface="Calibri"/>
                <a:cs typeface="Calibri"/>
              </a:rPr>
              <a:t> </a:t>
            </a:r>
            <a:r>
              <a:rPr sz="1200" dirty="0">
                <a:latin typeface="Calibri"/>
                <a:cs typeface="Calibri"/>
              </a:rPr>
              <a:t>utilisables</a:t>
            </a:r>
            <a:r>
              <a:rPr sz="1200" spc="10" dirty="0">
                <a:latin typeface="Calibri"/>
                <a:cs typeface="Calibri"/>
              </a:rPr>
              <a:t> </a:t>
            </a:r>
            <a:r>
              <a:rPr sz="1200" dirty="0">
                <a:latin typeface="Calibri"/>
                <a:cs typeface="Calibri"/>
              </a:rPr>
              <a:t>par</a:t>
            </a:r>
            <a:r>
              <a:rPr sz="1200" spc="-55" dirty="0">
                <a:latin typeface="Calibri"/>
                <a:cs typeface="Calibri"/>
              </a:rPr>
              <a:t> </a:t>
            </a:r>
            <a:r>
              <a:rPr sz="1200" dirty="0">
                <a:latin typeface="Calibri"/>
                <a:cs typeface="Calibri"/>
              </a:rPr>
              <a:t>tous</a:t>
            </a:r>
            <a:r>
              <a:rPr sz="1200" spc="-30" dirty="0">
                <a:latin typeface="Calibri"/>
                <a:cs typeface="Calibri"/>
              </a:rPr>
              <a:t> </a:t>
            </a:r>
            <a:r>
              <a:rPr sz="1200" dirty="0">
                <a:latin typeface="Calibri"/>
                <a:cs typeface="Calibri"/>
              </a:rPr>
              <a:t>les</a:t>
            </a:r>
            <a:r>
              <a:rPr sz="1200" spc="-15" dirty="0">
                <a:latin typeface="Calibri"/>
                <a:cs typeface="Calibri"/>
              </a:rPr>
              <a:t> </a:t>
            </a:r>
            <a:r>
              <a:rPr sz="1200" spc="-10" dirty="0">
                <a:latin typeface="Calibri"/>
                <a:cs typeface="Calibri"/>
              </a:rPr>
              <a:t>utilisateurs</a:t>
            </a:r>
            <a:endParaRPr sz="1200">
              <a:latin typeface="Calibri"/>
              <a:cs typeface="Calibri"/>
            </a:endParaRPr>
          </a:p>
        </p:txBody>
      </p:sp>
      <p:sp>
        <p:nvSpPr>
          <p:cNvPr id="48" name="object 48"/>
          <p:cNvSpPr txBox="1"/>
          <p:nvPr/>
        </p:nvSpPr>
        <p:spPr>
          <a:xfrm>
            <a:off x="4120896" y="3413759"/>
            <a:ext cx="5270500" cy="210820"/>
          </a:xfrm>
          <a:prstGeom prst="rect">
            <a:avLst/>
          </a:prstGeom>
          <a:ln w="12700">
            <a:solidFill>
              <a:srgbClr val="A4A4A4"/>
            </a:solidFill>
          </a:ln>
        </p:spPr>
        <p:txBody>
          <a:bodyPr vert="horz" wrap="square" lIns="0" tIns="5715" rIns="0" bIns="0" rtlCol="0">
            <a:spAutoFit/>
          </a:bodyPr>
          <a:lstStyle/>
          <a:p>
            <a:pPr marL="635" algn="ctr">
              <a:lnSpc>
                <a:spcPct val="100000"/>
              </a:lnSpc>
              <a:spcBef>
                <a:spcPts val="45"/>
              </a:spcBef>
            </a:pPr>
            <a:r>
              <a:rPr sz="1200" dirty="0">
                <a:latin typeface="Calibri"/>
                <a:cs typeface="Calibri"/>
              </a:rPr>
              <a:t>Fichiers de</a:t>
            </a:r>
            <a:r>
              <a:rPr sz="1200" spc="-45" dirty="0">
                <a:latin typeface="Calibri"/>
                <a:cs typeface="Calibri"/>
              </a:rPr>
              <a:t> </a:t>
            </a:r>
            <a:r>
              <a:rPr sz="1200" dirty="0">
                <a:latin typeface="Calibri"/>
                <a:cs typeface="Calibri"/>
              </a:rPr>
              <a:t>démarrage</a:t>
            </a:r>
            <a:r>
              <a:rPr sz="1200" spc="-40" dirty="0">
                <a:latin typeface="Calibri"/>
                <a:cs typeface="Calibri"/>
              </a:rPr>
              <a:t> </a:t>
            </a:r>
            <a:r>
              <a:rPr sz="1200" dirty="0">
                <a:latin typeface="Calibri"/>
                <a:cs typeface="Calibri"/>
              </a:rPr>
              <a:t>de</a:t>
            </a:r>
            <a:r>
              <a:rPr sz="1200" spc="-25" dirty="0">
                <a:latin typeface="Calibri"/>
                <a:cs typeface="Calibri"/>
              </a:rPr>
              <a:t> </a:t>
            </a:r>
            <a:r>
              <a:rPr sz="1200" spc="-10" dirty="0">
                <a:latin typeface="Calibri"/>
                <a:cs typeface="Calibri"/>
              </a:rPr>
              <a:t>Linux</a:t>
            </a:r>
            <a:endParaRPr sz="1200">
              <a:latin typeface="Calibri"/>
              <a:cs typeface="Calibri"/>
            </a:endParaRPr>
          </a:p>
        </p:txBody>
      </p:sp>
      <p:sp>
        <p:nvSpPr>
          <p:cNvPr id="49" name="object 49"/>
          <p:cNvSpPr/>
          <p:nvPr/>
        </p:nvSpPr>
        <p:spPr>
          <a:xfrm>
            <a:off x="4120896" y="3685032"/>
            <a:ext cx="5270500" cy="210820"/>
          </a:xfrm>
          <a:custGeom>
            <a:avLst/>
            <a:gdLst/>
            <a:ahLst/>
            <a:cxnLst/>
            <a:rect l="l" t="t" r="r" b="b"/>
            <a:pathLst>
              <a:path w="5270500" h="210820">
                <a:moveTo>
                  <a:pt x="5269992" y="0"/>
                </a:moveTo>
                <a:lnTo>
                  <a:pt x="0" y="0"/>
                </a:lnTo>
                <a:lnTo>
                  <a:pt x="0" y="210312"/>
                </a:lnTo>
                <a:lnTo>
                  <a:pt x="5269992" y="210312"/>
                </a:lnTo>
                <a:lnTo>
                  <a:pt x="5269992" y="0"/>
                </a:lnTo>
                <a:close/>
              </a:path>
            </a:pathLst>
          </a:custGeom>
          <a:solidFill>
            <a:srgbClr val="FFFFFF"/>
          </a:solidFill>
        </p:spPr>
        <p:txBody>
          <a:bodyPr wrap="square" lIns="0" tIns="0" rIns="0" bIns="0" rtlCol="0"/>
          <a:lstStyle/>
          <a:p>
            <a:endParaRPr/>
          </a:p>
        </p:txBody>
      </p:sp>
      <p:sp>
        <p:nvSpPr>
          <p:cNvPr id="50" name="object 50"/>
          <p:cNvSpPr txBox="1"/>
          <p:nvPr/>
        </p:nvSpPr>
        <p:spPr>
          <a:xfrm>
            <a:off x="4120896" y="3685032"/>
            <a:ext cx="5270500" cy="210820"/>
          </a:xfrm>
          <a:prstGeom prst="rect">
            <a:avLst/>
          </a:prstGeom>
          <a:ln w="12700">
            <a:solidFill>
              <a:srgbClr val="A4A4A4"/>
            </a:solidFill>
          </a:ln>
        </p:spPr>
        <p:txBody>
          <a:bodyPr vert="horz" wrap="square" lIns="0" tIns="6350" rIns="0" bIns="0" rtlCol="0">
            <a:spAutoFit/>
          </a:bodyPr>
          <a:lstStyle/>
          <a:p>
            <a:pPr algn="ctr">
              <a:lnSpc>
                <a:spcPct val="100000"/>
              </a:lnSpc>
              <a:spcBef>
                <a:spcPts val="50"/>
              </a:spcBef>
            </a:pPr>
            <a:r>
              <a:rPr sz="1200" dirty="0">
                <a:latin typeface="Calibri"/>
                <a:cs typeface="Calibri"/>
              </a:rPr>
              <a:t>(device)</a:t>
            </a:r>
            <a:r>
              <a:rPr sz="1200" spc="-25" dirty="0">
                <a:latin typeface="Calibri"/>
                <a:cs typeface="Calibri"/>
              </a:rPr>
              <a:t> </a:t>
            </a:r>
            <a:r>
              <a:rPr sz="1200" spc="-10" dirty="0">
                <a:latin typeface="Calibri"/>
                <a:cs typeface="Calibri"/>
              </a:rPr>
              <a:t>Fichiers </a:t>
            </a:r>
            <a:r>
              <a:rPr sz="1200" dirty="0">
                <a:latin typeface="Calibri"/>
                <a:cs typeface="Calibri"/>
              </a:rPr>
              <a:t>spéciaux</a:t>
            </a:r>
            <a:r>
              <a:rPr sz="1200" spc="-15" dirty="0">
                <a:latin typeface="Calibri"/>
                <a:cs typeface="Calibri"/>
              </a:rPr>
              <a:t> </a:t>
            </a:r>
            <a:r>
              <a:rPr sz="1200" dirty="0">
                <a:latin typeface="Calibri"/>
                <a:cs typeface="Calibri"/>
              </a:rPr>
              <a:t>:</a:t>
            </a:r>
            <a:r>
              <a:rPr sz="1200" spc="-30" dirty="0">
                <a:latin typeface="Calibri"/>
                <a:cs typeface="Calibri"/>
              </a:rPr>
              <a:t> </a:t>
            </a:r>
            <a:r>
              <a:rPr sz="1200" dirty="0">
                <a:latin typeface="Calibri"/>
                <a:cs typeface="Calibri"/>
              </a:rPr>
              <a:t>Point</a:t>
            </a:r>
            <a:r>
              <a:rPr sz="1200" spc="-15" dirty="0">
                <a:latin typeface="Calibri"/>
                <a:cs typeface="Calibri"/>
              </a:rPr>
              <a:t> </a:t>
            </a:r>
            <a:r>
              <a:rPr sz="1200" spc="-20" dirty="0">
                <a:latin typeface="Calibri"/>
                <a:cs typeface="Calibri"/>
              </a:rPr>
              <a:t>d’entrée </a:t>
            </a:r>
            <a:r>
              <a:rPr sz="1200" dirty="0">
                <a:latin typeface="Calibri"/>
                <a:cs typeface="Calibri"/>
              </a:rPr>
              <a:t>vers</a:t>
            </a:r>
            <a:r>
              <a:rPr sz="1200" spc="-30" dirty="0">
                <a:latin typeface="Calibri"/>
                <a:cs typeface="Calibri"/>
              </a:rPr>
              <a:t> </a:t>
            </a:r>
            <a:r>
              <a:rPr sz="1200" dirty="0">
                <a:latin typeface="Calibri"/>
                <a:cs typeface="Calibri"/>
              </a:rPr>
              <a:t>les</a:t>
            </a:r>
            <a:r>
              <a:rPr sz="1200" spc="-10" dirty="0">
                <a:latin typeface="Calibri"/>
                <a:cs typeface="Calibri"/>
              </a:rPr>
              <a:t> périphériques</a:t>
            </a:r>
            <a:endParaRPr sz="1200" dirty="0">
              <a:latin typeface="Calibri"/>
              <a:cs typeface="Calibri"/>
            </a:endParaRPr>
          </a:p>
        </p:txBody>
      </p:sp>
      <p:sp>
        <p:nvSpPr>
          <p:cNvPr id="51" name="object 51"/>
          <p:cNvSpPr/>
          <p:nvPr/>
        </p:nvSpPr>
        <p:spPr>
          <a:xfrm>
            <a:off x="4120896" y="3971544"/>
            <a:ext cx="5270500" cy="213360"/>
          </a:xfrm>
          <a:custGeom>
            <a:avLst/>
            <a:gdLst/>
            <a:ahLst/>
            <a:cxnLst/>
            <a:rect l="l" t="t" r="r" b="b"/>
            <a:pathLst>
              <a:path w="5270500" h="213360">
                <a:moveTo>
                  <a:pt x="5269992" y="0"/>
                </a:moveTo>
                <a:lnTo>
                  <a:pt x="0" y="0"/>
                </a:lnTo>
                <a:lnTo>
                  <a:pt x="0" y="213359"/>
                </a:lnTo>
                <a:lnTo>
                  <a:pt x="5269992" y="213359"/>
                </a:lnTo>
                <a:lnTo>
                  <a:pt x="5269992" y="0"/>
                </a:lnTo>
                <a:close/>
              </a:path>
            </a:pathLst>
          </a:custGeom>
          <a:solidFill>
            <a:srgbClr val="FFFFFF"/>
          </a:solidFill>
        </p:spPr>
        <p:txBody>
          <a:bodyPr wrap="square" lIns="0" tIns="0" rIns="0" bIns="0" rtlCol="0"/>
          <a:lstStyle/>
          <a:p>
            <a:endParaRPr/>
          </a:p>
        </p:txBody>
      </p:sp>
      <p:sp>
        <p:nvSpPr>
          <p:cNvPr id="52" name="object 52"/>
          <p:cNvSpPr txBox="1"/>
          <p:nvPr/>
        </p:nvSpPr>
        <p:spPr>
          <a:xfrm>
            <a:off x="4120896" y="3971544"/>
            <a:ext cx="5270500" cy="213360"/>
          </a:xfrm>
          <a:prstGeom prst="rect">
            <a:avLst/>
          </a:prstGeom>
          <a:ln w="12700">
            <a:solidFill>
              <a:srgbClr val="A4A4A4"/>
            </a:solidFill>
          </a:ln>
        </p:spPr>
        <p:txBody>
          <a:bodyPr vert="horz" wrap="square" lIns="0" tIns="6985" rIns="0" bIns="0" rtlCol="0">
            <a:spAutoFit/>
          </a:bodyPr>
          <a:lstStyle/>
          <a:p>
            <a:pPr algn="ctr">
              <a:lnSpc>
                <a:spcPct val="100000"/>
              </a:lnSpc>
              <a:spcBef>
                <a:spcPts val="55"/>
              </a:spcBef>
            </a:pPr>
            <a:r>
              <a:rPr sz="1200" spc="-10" dirty="0">
                <a:latin typeface="Calibri"/>
                <a:cs typeface="Calibri"/>
              </a:rPr>
              <a:t>Répertoires</a:t>
            </a:r>
            <a:r>
              <a:rPr sz="1200" spc="5" dirty="0">
                <a:latin typeface="Calibri"/>
                <a:cs typeface="Calibri"/>
              </a:rPr>
              <a:t> </a:t>
            </a:r>
            <a:r>
              <a:rPr sz="1200" spc="-10" dirty="0">
                <a:latin typeface="Calibri"/>
                <a:cs typeface="Calibri"/>
              </a:rPr>
              <a:t>personnels</a:t>
            </a:r>
            <a:r>
              <a:rPr sz="1200" spc="20" dirty="0">
                <a:latin typeface="Calibri"/>
                <a:cs typeface="Calibri"/>
              </a:rPr>
              <a:t> </a:t>
            </a:r>
            <a:r>
              <a:rPr sz="1200" dirty="0">
                <a:latin typeface="Calibri"/>
                <a:cs typeface="Calibri"/>
              </a:rPr>
              <a:t>des</a:t>
            </a:r>
            <a:r>
              <a:rPr sz="1200" spc="-15" dirty="0">
                <a:latin typeface="Calibri"/>
                <a:cs typeface="Calibri"/>
              </a:rPr>
              <a:t> </a:t>
            </a:r>
            <a:r>
              <a:rPr sz="1200" spc="-10" dirty="0">
                <a:latin typeface="Calibri"/>
                <a:cs typeface="Calibri"/>
              </a:rPr>
              <a:t>utilisateurs</a:t>
            </a:r>
            <a:endParaRPr sz="1200" dirty="0">
              <a:latin typeface="Calibri"/>
              <a:cs typeface="Calibri"/>
            </a:endParaRPr>
          </a:p>
        </p:txBody>
      </p:sp>
      <p:grpSp>
        <p:nvGrpSpPr>
          <p:cNvPr id="53" name="object 53"/>
          <p:cNvGrpSpPr/>
          <p:nvPr/>
        </p:nvGrpSpPr>
        <p:grpSpPr>
          <a:xfrm>
            <a:off x="4114546" y="4236465"/>
            <a:ext cx="5283200" cy="226060"/>
            <a:chOff x="4114546" y="4236465"/>
            <a:chExt cx="5283200" cy="226060"/>
          </a:xfrm>
        </p:grpSpPr>
        <p:sp>
          <p:nvSpPr>
            <p:cNvPr id="54" name="object 54"/>
            <p:cNvSpPr/>
            <p:nvPr/>
          </p:nvSpPr>
          <p:spPr>
            <a:xfrm>
              <a:off x="4120896" y="4242815"/>
              <a:ext cx="5270500" cy="213360"/>
            </a:xfrm>
            <a:custGeom>
              <a:avLst/>
              <a:gdLst/>
              <a:ahLst/>
              <a:cxnLst/>
              <a:rect l="l" t="t" r="r" b="b"/>
              <a:pathLst>
                <a:path w="5270500" h="213360">
                  <a:moveTo>
                    <a:pt x="5269992" y="0"/>
                  </a:moveTo>
                  <a:lnTo>
                    <a:pt x="0" y="0"/>
                  </a:lnTo>
                  <a:lnTo>
                    <a:pt x="0" y="213360"/>
                  </a:lnTo>
                  <a:lnTo>
                    <a:pt x="5269992" y="213360"/>
                  </a:lnTo>
                  <a:lnTo>
                    <a:pt x="5269992" y="0"/>
                  </a:lnTo>
                  <a:close/>
                </a:path>
              </a:pathLst>
            </a:custGeom>
            <a:solidFill>
              <a:srgbClr val="FFFFFF"/>
            </a:solidFill>
          </p:spPr>
          <p:txBody>
            <a:bodyPr wrap="square" lIns="0" tIns="0" rIns="0" bIns="0" rtlCol="0"/>
            <a:lstStyle/>
            <a:p>
              <a:endParaRPr/>
            </a:p>
          </p:txBody>
        </p:sp>
        <p:sp>
          <p:nvSpPr>
            <p:cNvPr id="55" name="object 55"/>
            <p:cNvSpPr/>
            <p:nvPr/>
          </p:nvSpPr>
          <p:spPr>
            <a:xfrm>
              <a:off x="4120896" y="4242815"/>
              <a:ext cx="5270500" cy="213360"/>
            </a:xfrm>
            <a:custGeom>
              <a:avLst/>
              <a:gdLst/>
              <a:ahLst/>
              <a:cxnLst/>
              <a:rect l="l" t="t" r="r" b="b"/>
              <a:pathLst>
                <a:path w="5270500" h="213360">
                  <a:moveTo>
                    <a:pt x="0" y="213360"/>
                  </a:moveTo>
                  <a:lnTo>
                    <a:pt x="5269992" y="213360"/>
                  </a:lnTo>
                  <a:lnTo>
                    <a:pt x="5269992" y="0"/>
                  </a:lnTo>
                  <a:lnTo>
                    <a:pt x="0" y="0"/>
                  </a:lnTo>
                  <a:lnTo>
                    <a:pt x="0" y="213360"/>
                  </a:lnTo>
                  <a:close/>
                </a:path>
              </a:pathLst>
            </a:custGeom>
            <a:ln w="12700">
              <a:solidFill>
                <a:srgbClr val="A4A4A4"/>
              </a:solidFill>
            </a:ln>
          </p:spPr>
          <p:txBody>
            <a:bodyPr wrap="square" lIns="0" tIns="0" rIns="0" bIns="0" rtlCol="0"/>
            <a:lstStyle/>
            <a:p>
              <a:endParaRPr/>
            </a:p>
          </p:txBody>
        </p:sp>
      </p:grpSp>
      <p:sp>
        <p:nvSpPr>
          <p:cNvPr id="56" name="object 56"/>
          <p:cNvSpPr txBox="1"/>
          <p:nvPr/>
        </p:nvSpPr>
        <p:spPr>
          <a:xfrm>
            <a:off x="4127246" y="4238701"/>
            <a:ext cx="5257800" cy="208915"/>
          </a:xfrm>
          <a:prstGeom prst="rect">
            <a:avLst/>
          </a:prstGeom>
        </p:spPr>
        <p:txBody>
          <a:bodyPr vert="horz" wrap="square" lIns="0" tIns="12700" rIns="0" bIns="0" rtlCol="0">
            <a:spAutoFit/>
          </a:bodyPr>
          <a:lstStyle/>
          <a:p>
            <a:pPr marL="3175" algn="ctr">
              <a:lnSpc>
                <a:spcPct val="100000"/>
              </a:lnSpc>
              <a:spcBef>
                <a:spcPts val="100"/>
              </a:spcBef>
            </a:pPr>
            <a:r>
              <a:rPr sz="1200" spc="-10" dirty="0">
                <a:latin typeface="Calibri"/>
                <a:cs typeface="Calibri"/>
              </a:rPr>
              <a:t>Répertoire</a:t>
            </a:r>
            <a:r>
              <a:rPr sz="1200" spc="45" dirty="0">
                <a:latin typeface="Calibri"/>
                <a:cs typeface="Calibri"/>
              </a:rPr>
              <a:t> </a:t>
            </a:r>
            <a:r>
              <a:rPr sz="1200" dirty="0">
                <a:latin typeface="Calibri"/>
                <a:cs typeface="Calibri"/>
              </a:rPr>
              <a:t>du</a:t>
            </a:r>
            <a:r>
              <a:rPr sz="1200" spc="-10" dirty="0">
                <a:latin typeface="Calibri"/>
                <a:cs typeface="Calibri"/>
              </a:rPr>
              <a:t> super-utilisateur</a:t>
            </a:r>
            <a:endParaRPr sz="1200" dirty="0">
              <a:latin typeface="Calibri"/>
              <a:cs typeface="Calibri"/>
            </a:endParaRPr>
          </a:p>
        </p:txBody>
      </p:sp>
      <p:grpSp>
        <p:nvGrpSpPr>
          <p:cNvPr id="57" name="object 57"/>
          <p:cNvGrpSpPr/>
          <p:nvPr/>
        </p:nvGrpSpPr>
        <p:grpSpPr>
          <a:xfrm>
            <a:off x="4114546" y="4495546"/>
            <a:ext cx="5283200" cy="223520"/>
            <a:chOff x="4114546" y="4495546"/>
            <a:chExt cx="5283200" cy="223520"/>
          </a:xfrm>
        </p:grpSpPr>
        <p:sp>
          <p:nvSpPr>
            <p:cNvPr id="58" name="object 58"/>
            <p:cNvSpPr/>
            <p:nvPr/>
          </p:nvSpPr>
          <p:spPr>
            <a:xfrm>
              <a:off x="4120896" y="4501896"/>
              <a:ext cx="5270500" cy="210820"/>
            </a:xfrm>
            <a:custGeom>
              <a:avLst/>
              <a:gdLst/>
              <a:ahLst/>
              <a:cxnLst/>
              <a:rect l="l" t="t" r="r" b="b"/>
              <a:pathLst>
                <a:path w="5270500" h="210820">
                  <a:moveTo>
                    <a:pt x="5269992" y="0"/>
                  </a:moveTo>
                  <a:lnTo>
                    <a:pt x="0" y="0"/>
                  </a:lnTo>
                  <a:lnTo>
                    <a:pt x="0" y="210311"/>
                  </a:lnTo>
                  <a:lnTo>
                    <a:pt x="5269992" y="210311"/>
                  </a:lnTo>
                  <a:lnTo>
                    <a:pt x="5269992" y="0"/>
                  </a:lnTo>
                  <a:close/>
                </a:path>
              </a:pathLst>
            </a:custGeom>
            <a:solidFill>
              <a:srgbClr val="FFFFFF"/>
            </a:solidFill>
          </p:spPr>
          <p:txBody>
            <a:bodyPr wrap="square" lIns="0" tIns="0" rIns="0" bIns="0" rtlCol="0"/>
            <a:lstStyle/>
            <a:p>
              <a:endParaRPr/>
            </a:p>
          </p:txBody>
        </p:sp>
        <p:sp>
          <p:nvSpPr>
            <p:cNvPr id="59" name="object 59"/>
            <p:cNvSpPr/>
            <p:nvPr/>
          </p:nvSpPr>
          <p:spPr>
            <a:xfrm>
              <a:off x="4120896" y="4501896"/>
              <a:ext cx="5270500" cy="210820"/>
            </a:xfrm>
            <a:custGeom>
              <a:avLst/>
              <a:gdLst/>
              <a:ahLst/>
              <a:cxnLst/>
              <a:rect l="l" t="t" r="r" b="b"/>
              <a:pathLst>
                <a:path w="5270500" h="210820">
                  <a:moveTo>
                    <a:pt x="0" y="210311"/>
                  </a:moveTo>
                  <a:lnTo>
                    <a:pt x="5269992" y="210311"/>
                  </a:lnTo>
                  <a:lnTo>
                    <a:pt x="5269992" y="0"/>
                  </a:lnTo>
                  <a:lnTo>
                    <a:pt x="0" y="0"/>
                  </a:lnTo>
                  <a:lnTo>
                    <a:pt x="0" y="210311"/>
                  </a:lnTo>
                  <a:close/>
                </a:path>
              </a:pathLst>
            </a:custGeom>
            <a:ln w="12700">
              <a:solidFill>
                <a:srgbClr val="A4A4A4"/>
              </a:solidFill>
            </a:ln>
          </p:spPr>
          <p:txBody>
            <a:bodyPr wrap="square" lIns="0" tIns="0" rIns="0" bIns="0" rtlCol="0"/>
            <a:lstStyle/>
            <a:p>
              <a:endParaRPr/>
            </a:p>
          </p:txBody>
        </p:sp>
      </p:grpSp>
      <p:sp>
        <p:nvSpPr>
          <p:cNvPr id="60" name="object 60"/>
          <p:cNvSpPr txBox="1"/>
          <p:nvPr/>
        </p:nvSpPr>
        <p:spPr>
          <a:xfrm>
            <a:off x="4127246" y="4496180"/>
            <a:ext cx="5257800" cy="208279"/>
          </a:xfrm>
          <a:prstGeom prst="rect">
            <a:avLst/>
          </a:prstGeom>
        </p:spPr>
        <p:txBody>
          <a:bodyPr vert="horz" wrap="square" lIns="0" tIns="12700" rIns="0" bIns="0" rtlCol="0">
            <a:spAutoFit/>
          </a:bodyPr>
          <a:lstStyle/>
          <a:p>
            <a:pPr marL="113030">
              <a:lnSpc>
                <a:spcPct val="100000"/>
              </a:lnSpc>
              <a:spcBef>
                <a:spcPts val="100"/>
              </a:spcBef>
            </a:pPr>
            <a:r>
              <a:rPr sz="1200" spc="-10" dirty="0">
                <a:latin typeface="Calibri"/>
                <a:cs typeface="Calibri"/>
              </a:rPr>
              <a:t>(librairies)</a:t>
            </a:r>
            <a:r>
              <a:rPr sz="1200" spc="30" dirty="0">
                <a:latin typeface="Calibri"/>
                <a:cs typeface="Calibri"/>
              </a:rPr>
              <a:t> </a:t>
            </a:r>
            <a:r>
              <a:rPr sz="1200" dirty="0">
                <a:latin typeface="Calibri"/>
                <a:cs typeface="Calibri"/>
              </a:rPr>
              <a:t>Les</a:t>
            </a:r>
            <a:r>
              <a:rPr sz="1200" spc="-15" dirty="0">
                <a:latin typeface="Calibri"/>
                <a:cs typeface="Calibri"/>
              </a:rPr>
              <a:t> </a:t>
            </a:r>
            <a:r>
              <a:rPr sz="1200" spc="-10" dirty="0">
                <a:latin typeface="Calibri"/>
                <a:cs typeface="Calibri"/>
              </a:rPr>
              <a:t>bibliothèques</a:t>
            </a:r>
            <a:r>
              <a:rPr sz="1200" spc="30" dirty="0">
                <a:latin typeface="Calibri"/>
                <a:cs typeface="Calibri"/>
              </a:rPr>
              <a:t> </a:t>
            </a:r>
            <a:r>
              <a:rPr sz="1200" spc="-10" dirty="0">
                <a:latin typeface="Calibri"/>
                <a:cs typeface="Calibri"/>
              </a:rPr>
              <a:t>partagées</a:t>
            </a:r>
            <a:r>
              <a:rPr sz="1200" spc="-40" dirty="0">
                <a:latin typeface="Calibri"/>
                <a:cs typeface="Calibri"/>
              </a:rPr>
              <a:t> </a:t>
            </a:r>
            <a:r>
              <a:rPr sz="1200" dirty="0">
                <a:latin typeface="Calibri"/>
                <a:cs typeface="Calibri"/>
              </a:rPr>
              <a:t>essentielles</a:t>
            </a:r>
            <a:r>
              <a:rPr sz="1200" spc="5" dirty="0">
                <a:latin typeface="Calibri"/>
                <a:cs typeface="Calibri"/>
              </a:rPr>
              <a:t> </a:t>
            </a:r>
            <a:r>
              <a:rPr sz="1200" dirty="0">
                <a:latin typeface="Calibri"/>
                <a:cs typeface="Calibri"/>
              </a:rPr>
              <a:t>au</a:t>
            </a:r>
            <a:r>
              <a:rPr sz="1200" spc="-30" dirty="0">
                <a:latin typeface="Calibri"/>
                <a:cs typeface="Calibri"/>
              </a:rPr>
              <a:t> </a:t>
            </a:r>
            <a:r>
              <a:rPr sz="1200" spc="-10" dirty="0">
                <a:latin typeface="Calibri"/>
                <a:cs typeface="Calibri"/>
              </a:rPr>
              <a:t>système</a:t>
            </a:r>
            <a:r>
              <a:rPr sz="1200" spc="-25" dirty="0">
                <a:latin typeface="Calibri"/>
                <a:cs typeface="Calibri"/>
              </a:rPr>
              <a:t> </a:t>
            </a:r>
            <a:r>
              <a:rPr sz="1200" dirty="0">
                <a:latin typeface="Calibri"/>
                <a:cs typeface="Calibri"/>
              </a:rPr>
              <a:t>lors</a:t>
            </a:r>
            <a:r>
              <a:rPr sz="1200" spc="25" dirty="0">
                <a:latin typeface="Calibri"/>
                <a:cs typeface="Calibri"/>
              </a:rPr>
              <a:t> </a:t>
            </a:r>
            <a:r>
              <a:rPr sz="1200" dirty="0">
                <a:latin typeface="Calibri"/>
                <a:cs typeface="Calibri"/>
              </a:rPr>
              <a:t>du</a:t>
            </a:r>
            <a:r>
              <a:rPr sz="1200" spc="-30" dirty="0">
                <a:latin typeface="Calibri"/>
                <a:cs typeface="Calibri"/>
              </a:rPr>
              <a:t> </a:t>
            </a:r>
            <a:r>
              <a:rPr sz="1200" spc="-10" dirty="0">
                <a:latin typeface="Calibri"/>
                <a:cs typeface="Calibri"/>
              </a:rPr>
              <a:t>démarrage</a:t>
            </a:r>
            <a:endParaRPr sz="1200">
              <a:latin typeface="Calibri"/>
              <a:cs typeface="Calibri"/>
            </a:endParaRPr>
          </a:p>
        </p:txBody>
      </p:sp>
      <p:sp>
        <p:nvSpPr>
          <p:cNvPr id="61" name="object 61"/>
          <p:cNvSpPr/>
          <p:nvPr/>
        </p:nvSpPr>
        <p:spPr>
          <a:xfrm>
            <a:off x="4120896" y="5053584"/>
            <a:ext cx="5270500" cy="213360"/>
          </a:xfrm>
          <a:custGeom>
            <a:avLst/>
            <a:gdLst/>
            <a:ahLst/>
            <a:cxnLst/>
            <a:rect l="l" t="t" r="r" b="b"/>
            <a:pathLst>
              <a:path w="5270500" h="213360">
                <a:moveTo>
                  <a:pt x="5269992" y="0"/>
                </a:moveTo>
                <a:lnTo>
                  <a:pt x="0" y="0"/>
                </a:lnTo>
                <a:lnTo>
                  <a:pt x="0" y="213360"/>
                </a:lnTo>
                <a:lnTo>
                  <a:pt x="5269992" y="213360"/>
                </a:lnTo>
                <a:lnTo>
                  <a:pt x="5269992" y="0"/>
                </a:lnTo>
                <a:close/>
              </a:path>
            </a:pathLst>
          </a:custGeom>
          <a:solidFill>
            <a:srgbClr val="FFFFFF"/>
          </a:solidFill>
        </p:spPr>
        <p:txBody>
          <a:bodyPr wrap="square" lIns="0" tIns="0" rIns="0" bIns="0" rtlCol="0"/>
          <a:lstStyle/>
          <a:p>
            <a:endParaRPr/>
          </a:p>
        </p:txBody>
      </p:sp>
      <p:sp>
        <p:nvSpPr>
          <p:cNvPr id="62" name="object 62"/>
          <p:cNvSpPr txBox="1"/>
          <p:nvPr/>
        </p:nvSpPr>
        <p:spPr>
          <a:xfrm>
            <a:off x="4120896" y="5053584"/>
            <a:ext cx="5270500" cy="213360"/>
          </a:xfrm>
          <a:prstGeom prst="rect">
            <a:avLst/>
          </a:prstGeom>
          <a:ln w="12700">
            <a:solidFill>
              <a:srgbClr val="A4A4A4"/>
            </a:solidFill>
          </a:ln>
        </p:spPr>
        <p:txBody>
          <a:bodyPr vert="horz" wrap="square" lIns="0" tIns="8890" rIns="0" bIns="0" rtlCol="0">
            <a:spAutoFit/>
          </a:bodyPr>
          <a:lstStyle/>
          <a:p>
            <a:pPr marL="91440">
              <a:lnSpc>
                <a:spcPct val="100000"/>
              </a:lnSpc>
              <a:spcBef>
                <a:spcPts val="70"/>
              </a:spcBef>
            </a:pPr>
            <a:r>
              <a:rPr sz="1200" spc="-10" dirty="0">
                <a:latin typeface="Calibri"/>
                <a:cs typeface="Calibri"/>
              </a:rPr>
              <a:t>Répertoire</a:t>
            </a:r>
            <a:r>
              <a:rPr sz="1200" spc="10" dirty="0">
                <a:latin typeface="Calibri"/>
                <a:cs typeface="Calibri"/>
              </a:rPr>
              <a:t> </a:t>
            </a:r>
            <a:r>
              <a:rPr sz="1200" dirty="0">
                <a:latin typeface="Calibri"/>
                <a:cs typeface="Calibri"/>
              </a:rPr>
              <a:t>virtuel</a:t>
            </a:r>
            <a:r>
              <a:rPr sz="1200" spc="-40" dirty="0">
                <a:latin typeface="Calibri"/>
                <a:cs typeface="Calibri"/>
              </a:rPr>
              <a:t> </a:t>
            </a:r>
            <a:r>
              <a:rPr sz="1200" dirty="0">
                <a:latin typeface="Calibri"/>
                <a:cs typeface="Calibri"/>
              </a:rPr>
              <a:t>qui</a:t>
            </a:r>
            <a:r>
              <a:rPr sz="1200" spc="-25" dirty="0">
                <a:latin typeface="Calibri"/>
                <a:cs typeface="Calibri"/>
              </a:rPr>
              <a:t> </a:t>
            </a:r>
            <a:r>
              <a:rPr sz="1200" dirty="0">
                <a:latin typeface="Calibri"/>
                <a:cs typeface="Calibri"/>
              </a:rPr>
              <a:t>contient</a:t>
            </a:r>
            <a:r>
              <a:rPr sz="1200" spc="-25" dirty="0">
                <a:latin typeface="Calibri"/>
                <a:cs typeface="Calibri"/>
              </a:rPr>
              <a:t> </a:t>
            </a:r>
            <a:r>
              <a:rPr sz="1200" dirty="0">
                <a:latin typeface="Calibri"/>
                <a:cs typeface="Calibri"/>
              </a:rPr>
              <a:t>des </a:t>
            </a:r>
            <a:r>
              <a:rPr sz="1200" spc="-10" dirty="0">
                <a:latin typeface="Calibri"/>
                <a:cs typeface="Calibri"/>
              </a:rPr>
              <a:t>informations</a:t>
            </a:r>
            <a:r>
              <a:rPr sz="1200" dirty="0">
                <a:latin typeface="Calibri"/>
                <a:cs typeface="Calibri"/>
              </a:rPr>
              <a:t> sur</a:t>
            </a:r>
            <a:r>
              <a:rPr sz="1200" spc="-20" dirty="0">
                <a:latin typeface="Calibri"/>
                <a:cs typeface="Calibri"/>
              </a:rPr>
              <a:t> </a:t>
            </a:r>
            <a:r>
              <a:rPr sz="1200" dirty="0">
                <a:latin typeface="Calibri"/>
                <a:cs typeface="Calibri"/>
              </a:rPr>
              <a:t>le</a:t>
            </a:r>
            <a:r>
              <a:rPr sz="1200" spc="-10" dirty="0">
                <a:latin typeface="Calibri"/>
                <a:cs typeface="Calibri"/>
              </a:rPr>
              <a:t> système</a:t>
            </a:r>
            <a:r>
              <a:rPr sz="1200" spc="-50" dirty="0">
                <a:latin typeface="Calibri"/>
                <a:cs typeface="Calibri"/>
              </a:rPr>
              <a:t> </a:t>
            </a:r>
            <a:r>
              <a:rPr sz="1200" spc="-10" dirty="0">
                <a:latin typeface="Calibri"/>
                <a:cs typeface="Calibri"/>
              </a:rPr>
              <a:t>(noyau,</a:t>
            </a:r>
            <a:r>
              <a:rPr sz="1200" spc="-20" dirty="0">
                <a:latin typeface="Calibri"/>
                <a:cs typeface="Calibri"/>
              </a:rPr>
              <a:t> </a:t>
            </a:r>
            <a:r>
              <a:rPr sz="1200" spc="-10" dirty="0">
                <a:latin typeface="Calibri"/>
                <a:cs typeface="Calibri"/>
              </a:rPr>
              <a:t>processus)</a:t>
            </a:r>
            <a:endParaRPr sz="1200" dirty="0">
              <a:latin typeface="Calibri"/>
              <a:cs typeface="Calibri"/>
            </a:endParaRPr>
          </a:p>
        </p:txBody>
      </p:sp>
      <p:sp>
        <p:nvSpPr>
          <p:cNvPr id="63" name="object 63"/>
          <p:cNvSpPr txBox="1"/>
          <p:nvPr/>
        </p:nvSpPr>
        <p:spPr>
          <a:xfrm>
            <a:off x="1325880" y="3965447"/>
            <a:ext cx="1652270" cy="192405"/>
          </a:xfrm>
          <a:prstGeom prst="rect">
            <a:avLst/>
          </a:prstGeom>
          <a:ln w="12700">
            <a:solidFill>
              <a:srgbClr val="A4A4A4"/>
            </a:solidFill>
          </a:ln>
        </p:spPr>
        <p:txBody>
          <a:bodyPr vert="horz" wrap="square" lIns="0" tIns="0" rIns="0" bIns="0" rtlCol="0">
            <a:spAutoFit/>
          </a:bodyPr>
          <a:lstStyle/>
          <a:p>
            <a:pPr marL="43180">
              <a:lnSpc>
                <a:spcPts val="1425"/>
              </a:lnSpc>
            </a:pPr>
            <a:r>
              <a:rPr sz="1200" dirty="0">
                <a:latin typeface="Calibri"/>
                <a:cs typeface="Calibri"/>
              </a:rPr>
              <a:t>les </a:t>
            </a:r>
            <a:r>
              <a:rPr sz="1200" spc="-10" dirty="0">
                <a:latin typeface="Calibri"/>
                <a:cs typeface="Calibri"/>
              </a:rPr>
              <a:t>répertoires</a:t>
            </a:r>
            <a:r>
              <a:rPr sz="1200" dirty="0">
                <a:latin typeface="Calibri"/>
                <a:cs typeface="Calibri"/>
              </a:rPr>
              <a:t> </a:t>
            </a:r>
            <a:r>
              <a:rPr sz="1200" spc="-10" dirty="0">
                <a:latin typeface="Calibri"/>
                <a:cs typeface="Calibri"/>
              </a:rPr>
              <a:t>principaux</a:t>
            </a:r>
            <a:endParaRPr sz="1200">
              <a:latin typeface="Calibri"/>
              <a:cs typeface="Calibri"/>
            </a:endParaRPr>
          </a:p>
        </p:txBody>
      </p:sp>
      <p:sp>
        <p:nvSpPr>
          <p:cNvPr id="64" name="object 64"/>
          <p:cNvSpPr/>
          <p:nvPr/>
        </p:nvSpPr>
        <p:spPr>
          <a:xfrm>
            <a:off x="4120896" y="4770120"/>
            <a:ext cx="5270500" cy="216535"/>
          </a:xfrm>
          <a:custGeom>
            <a:avLst/>
            <a:gdLst/>
            <a:ahLst/>
            <a:cxnLst/>
            <a:rect l="l" t="t" r="r" b="b"/>
            <a:pathLst>
              <a:path w="5270500" h="216535">
                <a:moveTo>
                  <a:pt x="5269992" y="0"/>
                </a:moveTo>
                <a:lnTo>
                  <a:pt x="0" y="0"/>
                </a:lnTo>
                <a:lnTo>
                  <a:pt x="0" y="216407"/>
                </a:lnTo>
                <a:lnTo>
                  <a:pt x="5269992" y="216407"/>
                </a:lnTo>
                <a:lnTo>
                  <a:pt x="5269992" y="0"/>
                </a:lnTo>
                <a:close/>
              </a:path>
            </a:pathLst>
          </a:custGeom>
          <a:solidFill>
            <a:srgbClr val="FFFFFF"/>
          </a:solidFill>
        </p:spPr>
        <p:txBody>
          <a:bodyPr wrap="square" lIns="0" tIns="0" rIns="0" bIns="0" rtlCol="0"/>
          <a:lstStyle/>
          <a:p>
            <a:endParaRPr/>
          </a:p>
        </p:txBody>
      </p:sp>
      <p:sp>
        <p:nvSpPr>
          <p:cNvPr id="65" name="object 65"/>
          <p:cNvSpPr txBox="1"/>
          <p:nvPr/>
        </p:nvSpPr>
        <p:spPr>
          <a:xfrm>
            <a:off x="4120896" y="4770120"/>
            <a:ext cx="5270500" cy="216535"/>
          </a:xfrm>
          <a:prstGeom prst="rect">
            <a:avLst/>
          </a:prstGeom>
          <a:ln w="12700">
            <a:solidFill>
              <a:srgbClr val="A4A4A4"/>
            </a:solidFill>
          </a:ln>
        </p:spPr>
        <p:txBody>
          <a:bodyPr vert="horz" wrap="square" lIns="0" tIns="9525" rIns="0" bIns="0" rtlCol="0">
            <a:spAutoFit/>
          </a:bodyPr>
          <a:lstStyle/>
          <a:p>
            <a:pPr>
              <a:lnSpc>
                <a:spcPct val="100000"/>
              </a:lnSpc>
              <a:spcBef>
                <a:spcPts val="75"/>
              </a:spcBef>
            </a:pPr>
            <a:r>
              <a:rPr sz="1200" dirty="0">
                <a:latin typeface="Calibri"/>
                <a:cs typeface="Calibri"/>
              </a:rPr>
              <a:t>Les</a:t>
            </a:r>
            <a:r>
              <a:rPr sz="1200" spc="-35" dirty="0">
                <a:latin typeface="Calibri"/>
                <a:cs typeface="Calibri"/>
              </a:rPr>
              <a:t> </a:t>
            </a:r>
            <a:r>
              <a:rPr sz="1200" dirty="0">
                <a:latin typeface="Calibri"/>
                <a:cs typeface="Calibri"/>
              </a:rPr>
              <a:t>données</a:t>
            </a:r>
            <a:r>
              <a:rPr sz="1200" spc="-15" dirty="0">
                <a:latin typeface="Calibri"/>
                <a:cs typeface="Calibri"/>
              </a:rPr>
              <a:t> </a:t>
            </a:r>
            <a:r>
              <a:rPr sz="1200" dirty="0">
                <a:latin typeface="Calibri"/>
                <a:cs typeface="Calibri"/>
              </a:rPr>
              <a:t>variables</a:t>
            </a:r>
            <a:r>
              <a:rPr sz="1200" spc="-10" dirty="0">
                <a:latin typeface="Calibri"/>
                <a:cs typeface="Calibri"/>
              </a:rPr>
              <a:t> </a:t>
            </a:r>
            <a:r>
              <a:rPr sz="1200" dirty="0">
                <a:latin typeface="Calibri"/>
                <a:cs typeface="Calibri"/>
              </a:rPr>
              <a:t>fichiers</a:t>
            </a:r>
            <a:r>
              <a:rPr sz="1200" spc="5" dirty="0">
                <a:latin typeface="Calibri"/>
                <a:cs typeface="Calibri"/>
              </a:rPr>
              <a:t> </a:t>
            </a:r>
            <a:r>
              <a:rPr sz="1200" dirty="0">
                <a:latin typeface="Calibri"/>
                <a:cs typeface="Calibri"/>
              </a:rPr>
              <a:t>de</a:t>
            </a:r>
            <a:r>
              <a:rPr sz="1200" spc="-20" dirty="0">
                <a:latin typeface="Calibri"/>
                <a:cs typeface="Calibri"/>
              </a:rPr>
              <a:t> </a:t>
            </a:r>
            <a:r>
              <a:rPr sz="1200" dirty="0">
                <a:latin typeface="Calibri"/>
                <a:cs typeface="Calibri"/>
              </a:rPr>
              <a:t>log</a:t>
            </a:r>
            <a:r>
              <a:rPr sz="1200" spc="-35" dirty="0">
                <a:latin typeface="Calibri"/>
                <a:cs typeface="Calibri"/>
              </a:rPr>
              <a:t> </a:t>
            </a:r>
            <a:r>
              <a:rPr sz="1200" dirty="0">
                <a:latin typeface="Calibri"/>
                <a:cs typeface="Calibri"/>
              </a:rPr>
              <a:t>,</a:t>
            </a:r>
            <a:r>
              <a:rPr sz="1200" spc="220" dirty="0">
                <a:latin typeface="Calibri"/>
                <a:cs typeface="Calibri"/>
              </a:rPr>
              <a:t> </a:t>
            </a:r>
            <a:r>
              <a:rPr sz="1200" dirty="0">
                <a:latin typeface="Calibri"/>
                <a:cs typeface="Calibri"/>
              </a:rPr>
              <a:t>les</a:t>
            </a:r>
            <a:r>
              <a:rPr sz="1200" spc="-15" dirty="0">
                <a:latin typeface="Calibri"/>
                <a:cs typeface="Calibri"/>
              </a:rPr>
              <a:t> </a:t>
            </a:r>
            <a:r>
              <a:rPr sz="1200" dirty="0">
                <a:latin typeface="Calibri"/>
                <a:cs typeface="Calibri"/>
              </a:rPr>
              <a:t>bases</a:t>
            </a:r>
            <a:r>
              <a:rPr sz="1200" spc="-30" dirty="0">
                <a:latin typeface="Calibri"/>
                <a:cs typeface="Calibri"/>
              </a:rPr>
              <a:t> </a:t>
            </a:r>
            <a:r>
              <a:rPr sz="1200" dirty="0">
                <a:latin typeface="Calibri"/>
                <a:cs typeface="Calibri"/>
              </a:rPr>
              <a:t>de</a:t>
            </a:r>
            <a:r>
              <a:rPr sz="1200" spc="-40" dirty="0">
                <a:latin typeface="Calibri"/>
                <a:cs typeface="Calibri"/>
              </a:rPr>
              <a:t> </a:t>
            </a:r>
            <a:r>
              <a:rPr sz="1200" dirty="0">
                <a:latin typeface="Calibri"/>
                <a:cs typeface="Calibri"/>
              </a:rPr>
              <a:t>données</a:t>
            </a:r>
            <a:r>
              <a:rPr sz="1200" spc="-15" dirty="0">
                <a:latin typeface="Calibri"/>
                <a:cs typeface="Calibri"/>
              </a:rPr>
              <a:t> </a:t>
            </a:r>
            <a:r>
              <a:rPr sz="1200" dirty="0">
                <a:latin typeface="Calibri"/>
                <a:cs typeface="Calibri"/>
              </a:rPr>
              <a:t>et</a:t>
            </a:r>
            <a:r>
              <a:rPr sz="1200" spc="-30" dirty="0">
                <a:latin typeface="Calibri"/>
                <a:cs typeface="Calibri"/>
              </a:rPr>
              <a:t> </a:t>
            </a:r>
            <a:r>
              <a:rPr sz="1200" dirty="0">
                <a:latin typeface="Calibri"/>
                <a:cs typeface="Calibri"/>
              </a:rPr>
              <a:t>les</a:t>
            </a:r>
            <a:r>
              <a:rPr sz="1200" spc="-15" dirty="0">
                <a:latin typeface="Calibri"/>
                <a:cs typeface="Calibri"/>
              </a:rPr>
              <a:t> </a:t>
            </a:r>
            <a:r>
              <a:rPr sz="1200" dirty="0">
                <a:latin typeface="Calibri"/>
                <a:cs typeface="Calibri"/>
              </a:rPr>
              <a:t>pages</a:t>
            </a:r>
            <a:r>
              <a:rPr sz="1200" spc="-50" dirty="0">
                <a:latin typeface="Calibri"/>
                <a:cs typeface="Calibri"/>
              </a:rPr>
              <a:t> </a:t>
            </a:r>
            <a:r>
              <a:rPr sz="1200" dirty="0">
                <a:latin typeface="Calibri"/>
                <a:cs typeface="Calibri"/>
              </a:rPr>
              <a:t>de</a:t>
            </a:r>
            <a:r>
              <a:rPr sz="1200" spc="-40" dirty="0">
                <a:latin typeface="Calibri"/>
                <a:cs typeface="Calibri"/>
              </a:rPr>
              <a:t> </a:t>
            </a:r>
            <a:r>
              <a:rPr sz="1200" dirty="0">
                <a:latin typeface="Calibri"/>
                <a:cs typeface="Calibri"/>
              </a:rPr>
              <a:t>sites</a:t>
            </a:r>
            <a:r>
              <a:rPr sz="1200" spc="-10" dirty="0">
                <a:latin typeface="Calibri"/>
                <a:cs typeface="Calibri"/>
              </a:rPr>
              <a:t> </a:t>
            </a:r>
            <a:r>
              <a:rPr sz="1200" spc="-25" dirty="0">
                <a:latin typeface="Calibri"/>
                <a:cs typeface="Calibri"/>
              </a:rPr>
              <a:t>web</a:t>
            </a:r>
            <a:endParaRPr sz="1200">
              <a:latin typeface="Calibri"/>
              <a:cs typeface="Calibri"/>
            </a:endParaRPr>
          </a:p>
        </p:txBody>
      </p:sp>
      <p:sp>
        <p:nvSpPr>
          <p:cNvPr id="67" name="object 67"/>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33</a:t>
            </a:fld>
            <a:endParaRPr spc="-25" dirty="0"/>
          </a:p>
        </p:txBody>
      </p:sp>
      <p:sp>
        <p:nvSpPr>
          <p:cNvPr id="66" name="object 66"/>
          <p:cNvSpPr txBox="1"/>
          <p:nvPr/>
        </p:nvSpPr>
        <p:spPr>
          <a:xfrm>
            <a:off x="4154350" y="5400432"/>
            <a:ext cx="4278630" cy="197490"/>
          </a:xfrm>
          <a:prstGeom prst="rect">
            <a:avLst/>
          </a:prstGeom>
        </p:spPr>
        <p:txBody>
          <a:bodyPr vert="horz" wrap="square" lIns="0" tIns="12700" rIns="0" bIns="0" rtlCol="0">
            <a:spAutoFit/>
          </a:bodyPr>
          <a:lstStyle/>
          <a:p>
            <a:pPr marL="12700">
              <a:lnSpc>
                <a:spcPct val="100000"/>
              </a:lnSpc>
              <a:spcBef>
                <a:spcPts val="100"/>
              </a:spcBef>
            </a:pPr>
            <a:r>
              <a:rPr sz="1200" i="1" dirty="0">
                <a:solidFill>
                  <a:srgbClr val="A6A6A6"/>
                </a:solidFill>
                <a:latin typeface="Calibri"/>
                <a:cs typeface="Calibri"/>
              </a:rPr>
              <a:t>Figure</a:t>
            </a:r>
            <a:r>
              <a:rPr sz="1200" i="1" spc="225" dirty="0">
                <a:solidFill>
                  <a:srgbClr val="A6A6A6"/>
                </a:solidFill>
                <a:latin typeface="Calibri"/>
                <a:cs typeface="Calibri"/>
              </a:rPr>
              <a:t> </a:t>
            </a:r>
            <a:r>
              <a:rPr sz="1200" i="1" dirty="0" smtClean="0">
                <a:solidFill>
                  <a:srgbClr val="A6A6A6"/>
                </a:solidFill>
                <a:latin typeface="Calibri"/>
                <a:cs typeface="Calibri"/>
              </a:rPr>
              <a:t>:</a:t>
            </a:r>
            <a:r>
              <a:rPr sz="1200" i="1" spc="-10" dirty="0" smtClean="0">
                <a:solidFill>
                  <a:srgbClr val="A6A6A6"/>
                </a:solidFill>
                <a:latin typeface="Calibri"/>
                <a:cs typeface="Calibri"/>
              </a:rPr>
              <a:t> </a:t>
            </a:r>
            <a:r>
              <a:rPr sz="1200" i="1" dirty="0">
                <a:solidFill>
                  <a:srgbClr val="A6A6A6"/>
                </a:solidFill>
                <a:latin typeface="Calibri"/>
                <a:cs typeface="Calibri"/>
              </a:rPr>
              <a:t>Une</a:t>
            </a:r>
            <a:r>
              <a:rPr sz="1200" i="1" spc="-15" dirty="0">
                <a:solidFill>
                  <a:srgbClr val="A6A6A6"/>
                </a:solidFill>
                <a:latin typeface="Calibri"/>
                <a:cs typeface="Calibri"/>
              </a:rPr>
              <a:t> </a:t>
            </a:r>
            <a:r>
              <a:rPr sz="1200" i="1" dirty="0">
                <a:solidFill>
                  <a:srgbClr val="A6A6A6"/>
                </a:solidFill>
                <a:latin typeface="Calibri"/>
                <a:cs typeface="Calibri"/>
              </a:rPr>
              <a:t>partie</a:t>
            </a:r>
            <a:r>
              <a:rPr sz="1200" i="1" spc="-20" dirty="0">
                <a:solidFill>
                  <a:srgbClr val="A6A6A6"/>
                </a:solidFill>
                <a:latin typeface="Calibri"/>
                <a:cs typeface="Calibri"/>
              </a:rPr>
              <a:t> </a:t>
            </a:r>
            <a:r>
              <a:rPr sz="1200" i="1" dirty="0">
                <a:solidFill>
                  <a:srgbClr val="A6A6A6"/>
                </a:solidFill>
                <a:latin typeface="Calibri"/>
                <a:cs typeface="Calibri"/>
              </a:rPr>
              <a:t>de</a:t>
            </a:r>
            <a:r>
              <a:rPr sz="1200" i="1" spc="-20" dirty="0">
                <a:solidFill>
                  <a:srgbClr val="A6A6A6"/>
                </a:solidFill>
                <a:latin typeface="Calibri"/>
                <a:cs typeface="Calibri"/>
              </a:rPr>
              <a:t> </a:t>
            </a:r>
            <a:r>
              <a:rPr sz="1200" i="1" spc="-10" dirty="0">
                <a:solidFill>
                  <a:srgbClr val="A6A6A6"/>
                </a:solidFill>
                <a:latin typeface="Calibri"/>
                <a:cs typeface="Calibri"/>
              </a:rPr>
              <a:t>l’arborescence</a:t>
            </a:r>
            <a:r>
              <a:rPr sz="1200" i="1" spc="-40" dirty="0">
                <a:solidFill>
                  <a:srgbClr val="A6A6A6"/>
                </a:solidFill>
                <a:latin typeface="Calibri"/>
                <a:cs typeface="Calibri"/>
              </a:rPr>
              <a:t> </a:t>
            </a:r>
            <a:r>
              <a:rPr sz="1200" i="1" dirty="0">
                <a:solidFill>
                  <a:srgbClr val="A6A6A6"/>
                </a:solidFill>
                <a:latin typeface="Calibri"/>
                <a:cs typeface="Calibri"/>
              </a:rPr>
              <a:t>du</a:t>
            </a:r>
            <a:r>
              <a:rPr sz="1200" i="1" spc="-40" dirty="0">
                <a:solidFill>
                  <a:srgbClr val="A6A6A6"/>
                </a:solidFill>
                <a:latin typeface="Calibri"/>
                <a:cs typeface="Calibri"/>
              </a:rPr>
              <a:t> </a:t>
            </a:r>
            <a:r>
              <a:rPr sz="1200" i="1" spc="-10" dirty="0">
                <a:solidFill>
                  <a:srgbClr val="A6A6A6"/>
                </a:solidFill>
                <a:latin typeface="Calibri"/>
                <a:cs typeface="Calibri"/>
              </a:rPr>
              <a:t>système</a:t>
            </a:r>
            <a:r>
              <a:rPr sz="1200" i="1" spc="25" dirty="0">
                <a:solidFill>
                  <a:srgbClr val="A6A6A6"/>
                </a:solidFill>
                <a:latin typeface="Calibri"/>
                <a:cs typeface="Calibri"/>
              </a:rPr>
              <a:t> </a:t>
            </a:r>
            <a:r>
              <a:rPr sz="1200" i="1" dirty="0">
                <a:solidFill>
                  <a:srgbClr val="A6A6A6"/>
                </a:solidFill>
                <a:latin typeface="Calibri"/>
                <a:cs typeface="Calibri"/>
              </a:rPr>
              <a:t>de</a:t>
            </a:r>
            <a:r>
              <a:rPr sz="1200" i="1" spc="-20" dirty="0">
                <a:solidFill>
                  <a:srgbClr val="A6A6A6"/>
                </a:solidFill>
                <a:latin typeface="Calibri"/>
                <a:cs typeface="Calibri"/>
              </a:rPr>
              <a:t> </a:t>
            </a:r>
            <a:r>
              <a:rPr sz="1200" i="1" dirty="0">
                <a:solidFill>
                  <a:srgbClr val="A6A6A6"/>
                </a:solidFill>
                <a:latin typeface="Calibri"/>
                <a:cs typeface="Calibri"/>
              </a:rPr>
              <a:t>fichiers</a:t>
            </a:r>
            <a:r>
              <a:rPr sz="1200" i="1" spc="-15" dirty="0">
                <a:solidFill>
                  <a:srgbClr val="A6A6A6"/>
                </a:solidFill>
                <a:latin typeface="Calibri"/>
                <a:cs typeface="Calibri"/>
              </a:rPr>
              <a:t> </a:t>
            </a:r>
            <a:r>
              <a:rPr sz="1200" i="1" spc="-10" dirty="0">
                <a:solidFill>
                  <a:srgbClr val="A6A6A6"/>
                </a:solidFill>
                <a:latin typeface="Calibri"/>
                <a:cs typeface="Calibri"/>
              </a:rPr>
              <a:t>Linux.</a:t>
            </a:r>
            <a:endParaRPr sz="1200" dirty="0">
              <a:latin typeface="Calibri"/>
              <a:cs typeface="Calibri"/>
            </a:endParaRPr>
          </a:p>
        </p:txBody>
      </p:sp>
      <p:sp>
        <p:nvSpPr>
          <p:cNvPr id="69" name="object 11"/>
          <p:cNvSpPr txBox="1">
            <a:spLocks noGrp="1"/>
          </p:cNvSpPr>
          <p:nvPr>
            <p:ph type="title"/>
          </p:nvPr>
        </p:nvSpPr>
        <p:spPr>
          <a:xfrm>
            <a:off x="228600" y="304800"/>
            <a:ext cx="11664492" cy="453020"/>
          </a:xfrm>
          <a:prstGeom prst="rect">
            <a:avLst/>
          </a:prstGeom>
        </p:spPr>
        <p:txBody>
          <a:bodyPr vert="horz" wrap="square" lIns="0" tIns="143839" rIns="0" bIns="0" rtlCol="0">
            <a:spAutoFit/>
          </a:bodyPr>
          <a:lstStyle/>
          <a:p>
            <a:pPr marL="6985">
              <a:lnSpc>
                <a:spcPct val="100000"/>
              </a:lnSpc>
              <a:spcBef>
                <a:spcPts val="445"/>
              </a:spcBef>
            </a:pPr>
            <a:r>
              <a:rPr dirty="0" smtClean="0">
                <a:solidFill>
                  <a:srgbClr val="2E5496"/>
                </a:solidFill>
              </a:rPr>
              <a:t>0</a:t>
            </a:r>
            <a:r>
              <a:rPr lang="fr-FR" dirty="0" smtClean="0">
                <a:solidFill>
                  <a:srgbClr val="2E5496"/>
                </a:solidFill>
              </a:rPr>
              <a:t>6</a:t>
            </a:r>
            <a:r>
              <a:rPr spc="-45" dirty="0" smtClean="0">
                <a:solidFill>
                  <a:srgbClr val="2E5496"/>
                </a:solidFill>
              </a:rPr>
              <a:t> </a:t>
            </a:r>
            <a:r>
              <a:rPr dirty="0">
                <a:solidFill>
                  <a:srgbClr val="2E5496"/>
                </a:solidFill>
              </a:rPr>
              <a:t>–</a:t>
            </a:r>
            <a:r>
              <a:rPr spc="-25" dirty="0">
                <a:solidFill>
                  <a:srgbClr val="2E5496"/>
                </a:solidFill>
              </a:rPr>
              <a:t> </a:t>
            </a:r>
            <a:r>
              <a:rPr lang="fr-FR" dirty="0" smtClean="0">
                <a:solidFill>
                  <a:srgbClr val="2E5496"/>
                </a:solidFill>
              </a:rPr>
              <a:t>A</a:t>
            </a:r>
            <a:r>
              <a:rPr lang="fr-FR" spc="-10" dirty="0" smtClean="0">
                <a:solidFill>
                  <a:srgbClr val="2E5496"/>
                </a:solidFill>
              </a:rPr>
              <a:t>rborescence</a:t>
            </a:r>
            <a:r>
              <a:rPr lang="fr-FR" spc="-40" dirty="0" smtClean="0">
                <a:solidFill>
                  <a:srgbClr val="2E5496"/>
                </a:solidFill>
              </a:rPr>
              <a:t> </a:t>
            </a:r>
            <a:r>
              <a:rPr lang="fr-FR" dirty="0">
                <a:solidFill>
                  <a:srgbClr val="2E5496"/>
                </a:solidFill>
              </a:rPr>
              <a:t>du</a:t>
            </a:r>
            <a:r>
              <a:rPr lang="fr-FR" spc="5" dirty="0">
                <a:solidFill>
                  <a:srgbClr val="2E5496"/>
                </a:solidFill>
              </a:rPr>
              <a:t> </a:t>
            </a:r>
            <a:r>
              <a:rPr lang="fr-FR" spc="-10" dirty="0">
                <a:solidFill>
                  <a:srgbClr val="2E5496"/>
                </a:solidFill>
              </a:rPr>
              <a:t>système</a:t>
            </a:r>
            <a:r>
              <a:rPr lang="fr-FR" spc="-65" dirty="0">
                <a:solidFill>
                  <a:srgbClr val="2E5496"/>
                </a:solidFill>
              </a:rPr>
              <a:t> </a:t>
            </a:r>
            <a:r>
              <a:rPr lang="fr-FR" dirty="0">
                <a:solidFill>
                  <a:srgbClr val="2E5496"/>
                </a:solidFill>
              </a:rPr>
              <a:t>de</a:t>
            </a:r>
            <a:r>
              <a:rPr lang="fr-FR" spc="-20" dirty="0">
                <a:solidFill>
                  <a:srgbClr val="2E5496"/>
                </a:solidFill>
              </a:rPr>
              <a:t> </a:t>
            </a:r>
            <a:r>
              <a:rPr lang="fr-FR" spc="-10" dirty="0" smtClean="0">
                <a:solidFill>
                  <a:srgbClr val="2E5496"/>
                </a:solidFill>
              </a:rPr>
              <a:t>fichiers Linux</a:t>
            </a:r>
            <a:endParaRPr spc="-20" dirty="0">
              <a:solidFill>
                <a:srgbClr val="2E5496"/>
              </a:solidFill>
            </a:endParaRPr>
          </a:p>
        </p:txBody>
      </p:sp>
      <p:sp>
        <p:nvSpPr>
          <p:cNvPr id="70" name="object 7"/>
          <p:cNvSpPr txBox="1"/>
          <p:nvPr/>
        </p:nvSpPr>
        <p:spPr>
          <a:xfrm>
            <a:off x="163811" y="4903463"/>
            <a:ext cx="247119" cy="137164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CHPITRE 6</a:t>
            </a:r>
            <a:endParaRPr sz="1900" dirty="0">
              <a:latin typeface="Calibri"/>
              <a:cs typeface="Calibri"/>
            </a:endParaRPr>
          </a:p>
        </p:txBody>
      </p:sp>
    </p:spTree>
    <p:extLst>
      <p:ext uri="{BB962C8B-B14F-4D97-AF65-F5344CB8AC3E}">
        <p14:creationId xmlns:p14="http://schemas.microsoft.com/office/powerpoint/2010/main" val="32885891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2"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1" name="object 11"/>
          <p:cNvSpPr/>
          <p:nvPr/>
        </p:nvSpPr>
        <p:spPr>
          <a:xfrm>
            <a:off x="1225918" y="5563615"/>
            <a:ext cx="48895" cy="9525"/>
          </a:xfrm>
          <a:custGeom>
            <a:avLst/>
            <a:gdLst/>
            <a:ahLst/>
            <a:cxnLst/>
            <a:rect l="l" t="t" r="r" b="b"/>
            <a:pathLst>
              <a:path w="48894" h="9525">
                <a:moveTo>
                  <a:pt x="48768" y="0"/>
                </a:moveTo>
                <a:lnTo>
                  <a:pt x="0" y="0"/>
                </a:lnTo>
                <a:lnTo>
                  <a:pt x="0" y="9144"/>
                </a:lnTo>
                <a:lnTo>
                  <a:pt x="48768" y="9144"/>
                </a:lnTo>
                <a:lnTo>
                  <a:pt x="48768" y="0"/>
                </a:lnTo>
                <a:close/>
              </a:path>
            </a:pathLst>
          </a:custGeom>
          <a:solidFill>
            <a:srgbClr val="001F5F"/>
          </a:solidFill>
        </p:spPr>
        <p:txBody>
          <a:bodyPr wrap="square" lIns="0" tIns="0" rIns="0" bIns="0" rtlCol="0"/>
          <a:lstStyle/>
          <a:p>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34</a:t>
            </a:fld>
            <a:endParaRPr spc="-25" dirty="0"/>
          </a:p>
        </p:txBody>
      </p:sp>
      <p:sp>
        <p:nvSpPr>
          <p:cNvPr id="13" name="object 13"/>
          <p:cNvSpPr txBox="1"/>
          <p:nvPr/>
        </p:nvSpPr>
        <p:spPr>
          <a:xfrm>
            <a:off x="805078" y="1677670"/>
            <a:ext cx="10585450" cy="4239622"/>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585858"/>
                </a:solidFill>
                <a:latin typeface="Calibri"/>
                <a:cs typeface="Calibri"/>
              </a:rPr>
              <a:t>Il</a:t>
            </a:r>
            <a:r>
              <a:rPr sz="1600" spc="-70" dirty="0">
                <a:solidFill>
                  <a:srgbClr val="585858"/>
                </a:solidFill>
                <a:latin typeface="Calibri"/>
                <a:cs typeface="Calibri"/>
              </a:rPr>
              <a:t> </a:t>
            </a:r>
            <a:r>
              <a:rPr sz="1600" dirty="0">
                <a:solidFill>
                  <a:srgbClr val="585858"/>
                </a:solidFill>
                <a:latin typeface="Calibri"/>
                <a:cs typeface="Calibri"/>
              </a:rPr>
              <a:t>existe</a:t>
            </a:r>
            <a:r>
              <a:rPr sz="1600" spc="-20" dirty="0">
                <a:solidFill>
                  <a:srgbClr val="585858"/>
                </a:solidFill>
                <a:latin typeface="Calibri"/>
                <a:cs typeface="Calibri"/>
              </a:rPr>
              <a:t> d’autres</a:t>
            </a:r>
            <a:r>
              <a:rPr sz="1600" spc="-25" dirty="0">
                <a:solidFill>
                  <a:srgbClr val="585858"/>
                </a:solidFill>
                <a:latin typeface="Calibri"/>
                <a:cs typeface="Calibri"/>
              </a:rPr>
              <a:t> </a:t>
            </a:r>
            <a:r>
              <a:rPr sz="1600" dirty="0">
                <a:solidFill>
                  <a:srgbClr val="585858"/>
                </a:solidFill>
                <a:latin typeface="Calibri"/>
                <a:cs typeface="Calibri"/>
              </a:rPr>
              <a:t>fichiers</a:t>
            </a:r>
            <a:r>
              <a:rPr sz="1600" spc="-10" dirty="0">
                <a:solidFill>
                  <a:srgbClr val="585858"/>
                </a:solidFill>
                <a:latin typeface="Calibri"/>
                <a:cs typeface="Calibri"/>
              </a:rPr>
              <a:t> </a:t>
            </a:r>
            <a:r>
              <a:rPr sz="1600" dirty="0">
                <a:solidFill>
                  <a:srgbClr val="585858"/>
                </a:solidFill>
                <a:latin typeface="Calibri"/>
                <a:cs typeface="Calibri"/>
              </a:rPr>
              <a:t>dans</a:t>
            </a:r>
            <a:r>
              <a:rPr sz="1600" spc="-50" dirty="0">
                <a:solidFill>
                  <a:srgbClr val="585858"/>
                </a:solidFill>
                <a:latin typeface="Calibri"/>
                <a:cs typeface="Calibri"/>
              </a:rPr>
              <a:t> </a:t>
            </a:r>
            <a:r>
              <a:rPr sz="1600" spc="-10" dirty="0">
                <a:solidFill>
                  <a:srgbClr val="585858"/>
                </a:solidFill>
                <a:latin typeface="Calibri"/>
                <a:cs typeface="Calibri"/>
              </a:rPr>
              <a:t>l’arborescence</a:t>
            </a:r>
            <a:r>
              <a:rPr sz="1600" spc="25" dirty="0">
                <a:solidFill>
                  <a:srgbClr val="585858"/>
                </a:solidFill>
                <a:latin typeface="Calibri"/>
                <a:cs typeface="Calibri"/>
              </a:rPr>
              <a:t> </a:t>
            </a:r>
            <a:r>
              <a:rPr sz="1600" spc="-50" dirty="0">
                <a:solidFill>
                  <a:srgbClr val="585858"/>
                </a:solidFill>
                <a:latin typeface="Calibri"/>
                <a:cs typeface="Calibri"/>
              </a:rPr>
              <a:t>:</a:t>
            </a:r>
            <a:endParaRPr sz="1600" dirty="0">
              <a:latin typeface="Calibri"/>
              <a:cs typeface="Calibri"/>
            </a:endParaRPr>
          </a:p>
          <a:p>
            <a:pPr marL="12700">
              <a:lnSpc>
                <a:spcPct val="100000"/>
              </a:lnSpc>
              <a:spcBef>
                <a:spcPts val="1320"/>
              </a:spcBef>
            </a:pPr>
            <a:r>
              <a:rPr sz="1400" b="1" dirty="0">
                <a:solidFill>
                  <a:srgbClr val="001F5F"/>
                </a:solidFill>
                <a:latin typeface="Calibri"/>
                <a:cs typeface="Calibri"/>
              </a:rPr>
              <a:t>/mnt</a:t>
            </a:r>
            <a:r>
              <a:rPr sz="1400" b="1" spc="-50" dirty="0">
                <a:solidFill>
                  <a:srgbClr val="001F5F"/>
                </a:solidFill>
                <a:latin typeface="Calibri"/>
                <a:cs typeface="Calibri"/>
              </a:rPr>
              <a:t> </a:t>
            </a:r>
            <a:r>
              <a:rPr sz="1400" b="1" dirty="0">
                <a:solidFill>
                  <a:srgbClr val="001F5F"/>
                </a:solidFill>
                <a:latin typeface="Calibri"/>
                <a:cs typeface="Calibri"/>
              </a:rPr>
              <a:t>(</a:t>
            </a:r>
            <a:r>
              <a:rPr sz="1400" b="1" u="sng" dirty="0">
                <a:solidFill>
                  <a:srgbClr val="001F5F"/>
                </a:solidFill>
                <a:uFill>
                  <a:solidFill>
                    <a:srgbClr val="001F5F"/>
                  </a:solidFill>
                </a:uFill>
                <a:latin typeface="Calibri"/>
                <a:cs typeface="Calibri"/>
              </a:rPr>
              <a:t>m</a:t>
            </a:r>
            <a:r>
              <a:rPr sz="1400" b="1" dirty="0">
                <a:solidFill>
                  <a:srgbClr val="001F5F"/>
                </a:solidFill>
                <a:latin typeface="Calibri"/>
                <a:cs typeface="Calibri"/>
              </a:rPr>
              <a:t>ou</a:t>
            </a:r>
            <a:r>
              <a:rPr sz="1400" b="1" u="sng" dirty="0">
                <a:solidFill>
                  <a:srgbClr val="001F5F"/>
                </a:solidFill>
                <a:uFill>
                  <a:solidFill>
                    <a:srgbClr val="001F5F"/>
                  </a:solidFill>
                </a:uFill>
                <a:latin typeface="Calibri"/>
                <a:cs typeface="Calibri"/>
              </a:rPr>
              <a:t>nt</a:t>
            </a:r>
            <a:r>
              <a:rPr sz="1400" b="1" dirty="0">
                <a:solidFill>
                  <a:srgbClr val="001F5F"/>
                </a:solidFill>
                <a:latin typeface="Calibri"/>
                <a:cs typeface="Calibri"/>
              </a:rPr>
              <a:t>)</a:t>
            </a:r>
            <a:r>
              <a:rPr sz="1400" b="1" spc="-30" dirty="0">
                <a:solidFill>
                  <a:srgbClr val="001F5F"/>
                </a:solidFill>
                <a:latin typeface="Calibri"/>
                <a:cs typeface="Calibri"/>
              </a:rPr>
              <a:t> </a:t>
            </a:r>
            <a:r>
              <a:rPr sz="1400" b="1" dirty="0">
                <a:solidFill>
                  <a:srgbClr val="001F5F"/>
                </a:solidFill>
                <a:latin typeface="Calibri"/>
                <a:cs typeface="Calibri"/>
              </a:rPr>
              <a:t>/media</a:t>
            </a:r>
            <a:r>
              <a:rPr sz="1400" b="1" spc="-30" dirty="0">
                <a:solidFill>
                  <a:srgbClr val="001F5F"/>
                </a:solidFill>
                <a:latin typeface="Calibri"/>
                <a:cs typeface="Calibri"/>
              </a:rPr>
              <a:t> </a:t>
            </a:r>
            <a:r>
              <a:rPr sz="1400" b="1" dirty="0">
                <a:solidFill>
                  <a:srgbClr val="585858"/>
                </a:solidFill>
                <a:latin typeface="Calibri"/>
                <a:cs typeface="Calibri"/>
              </a:rPr>
              <a:t>=&gt;</a:t>
            </a:r>
            <a:r>
              <a:rPr sz="1400" b="1" spc="-20" dirty="0">
                <a:solidFill>
                  <a:srgbClr val="585858"/>
                </a:solidFill>
                <a:latin typeface="Calibri"/>
                <a:cs typeface="Calibri"/>
              </a:rPr>
              <a:t> </a:t>
            </a:r>
            <a:r>
              <a:rPr sz="1400" dirty="0">
                <a:solidFill>
                  <a:srgbClr val="585858"/>
                </a:solidFill>
                <a:latin typeface="Calibri"/>
                <a:cs typeface="Calibri"/>
              </a:rPr>
              <a:t>Là</a:t>
            </a:r>
            <a:r>
              <a:rPr sz="1400" spc="-45" dirty="0">
                <a:solidFill>
                  <a:srgbClr val="585858"/>
                </a:solidFill>
                <a:latin typeface="Calibri"/>
                <a:cs typeface="Calibri"/>
              </a:rPr>
              <a:t> </a:t>
            </a:r>
            <a:r>
              <a:rPr sz="1400" dirty="0">
                <a:solidFill>
                  <a:srgbClr val="585858"/>
                </a:solidFill>
                <a:latin typeface="Calibri"/>
                <a:cs typeface="Calibri"/>
              </a:rPr>
              <a:t>où</a:t>
            </a:r>
            <a:r>
              <a:rPr sz="1400" spc="-25" dirty="0">
                <a:solidFill>
                  <a:srgbClr val="585858"/>
                </a:solidFill>
                <a:latin typeface="Calibri"/>
                <a:cs typeface="Calibri"/>
              </a:rPr>
              <a:t> </a:t>
            </a:r>
            <a:r>
              <a:rPr sz="1400" dirty="0">
                <a:solidFill>
                  <a:srgbClr val="585858"/>
                </a:solidFill>
                <a:latin typeface="Calibri"/>
                <a:cs typeface="Calibri"/>
              </a:rPr>
              <a:t>les</a:t>
            </a:r>
            <a:r>
              <a:rPr sz="1400" spc="-5" dirty="0">
                <a:solidFill>
                  <a:srgbClr val="585858"/>
                </a:solidFill>
                <a:latin typeface="Calibri"/>
                <a:cs typeface="Calibri"/>
              </a:rPr>
              <a:t> </a:t>
            </a:r>
            <a:r>
              <a:rPr sz="1400" spc="-10" dirty="0">
                <a:solidFill>
                  <a:srgbClr val="585858"/>
                </a:solidFill>
                <a:latin typeface="Calibri"/>
                <a:cs typeface="Calibri"/>
              </a:rPr>
              <a:t>ressources</a:t>
            </a:r>
            <a:r>
              <a:rPr sz="1400" spc="-5" dirty="0">
                <a:solidFill>
                  <a:srgbClr val="585858"/>
                </a:solidFill>
                <a:latin typeface="Calibri"/>
                <a:cs typeface="Calibri"/>
              </a:rPr>
              <a:t> </a:t>
            </a:r>
            <a:r>
              <a:rPr sz="1400" dirty="0">
                <a:solidFill>
                  <a:srgbClr val="585858"/>
                </a:solidFill>
                <a:latin typeface="Calibri"/>
                <a:cs typeface="Calibri"/>
              </a:rPr>
              <a:t>peuvent</a:t>
            </a:r>
            <a:r>
              <a:rPr sz="1400" spc="-55" dirty="0">
                <a:solidFill>
                  <a:srgbClr val="585858"/>
                </a:solidFill>
                <a:latin typeface="Calibri"/>
                <a:cs typeface="Calibri"/>
              </a:rPr>
              <a:t> </a:t>
            </a:r>
            <a:r>
              <a:rPr sz="1400" dirty="0">
                <a:solidFill>
                  <a:srgbClr val="585858"/>
                </a:solidFill>
                <a:latin typeface="Calibri"/>
                <a:cs typeface="Calibri"/>
              </a:rPr>
              <a:t>être</a:t>
            </a:r>
            <a:r>
              <a:rPr sz="1400" spc="-35" dirty="0">
                <a:solidFill>
                  <a:srgbClr val="585858"/>
                </a:solidFill>
                <a:latin typeface="Calibri"/>
                <a:cs typeface="Calibri"/>
              </a:rPr>
              <a:t> </a:t>
            </a:r>
            <a:r>
              <a:rPr sz="1400" dirty="0">
                <a:solidFill>
                  <a:srgbClr val="585858"/>
                </a:solidFill>
                <a:latin typeface="Calibri"/>
                <a:cs typeface="Calibri"/>
              </a:rPr>
              <a:t>montées</a:t>
            </a:r>
            <a:r>
              <a:rPr sz="1400" spc="-10" dirty="0">
                <a:solidFill>
                  <a:srgbClr val="585858"/>
                </a:solidFill>
                <a:latin typeface="Calibri"/>
                <a:cs typeface="Calibri"/>
              </a:rPr>
              <a:t> </a:t>
            </a:r>
            <a:r>
              <a:rPr sz="1400" dirty="0">
                <a:solidFill>
                  <a:srgbClr val="585858"/>
                </a:solidFill>
                <a:latin typeface="Calibri"/>
                <a:cs typeface="Calibri"/>
              </a:rPr>
              <a:t>de</a:t>
            </a:r>
            <a:r>
              <a:rPr sz="1400" spc="-20" dirty="0">
                <a:solidFill>
                  <a:srgbClr val="585858"/>
                </a:solidFill>
                <a:latin typeface="Calibri"/>
                <a:cs typeface="Calibri"/>
              </a:rPr>
              <a:t> </a:t>
            </a:r>
            <a:r>
              <a:rPr sz="1400" dirty="0">
                <a:solidFill>
                  <a:srgbClr val="585858"/>
                </a:solidFill>
                <a:latin typeface="Calibri"/>
                <a:cs typeface="Calibri"/>
              </a:rPr>
              <a:t>manière</a:t>
            </a:r>
            <a:r>
              <a:rPr sz="1400" spc="-25" dirty="0">
                <a:solidFill>
                  <a:srgbClr val="585858"/>
                </a:solidFill>
                <a:latin typeface="Calibri"/>
                <a:cs typeface="Calibri"/>
              </a:rPr>
              <a:t> </a:t>
            </a:r>
            <a:r>
              <a:rPr sz="1400" dirty="0">
                <a:solidFill>
                  <a:srgbClr val="585858"/>
                </a:solidFill>
                <a:latin typeface="Calibri"/>
                <a:cs typeface="Calibri"/>
              </a:rPr>
              <a:t>permanente</a:t>
            </a:r>
            <a:r>
              <a:rPr sz="1400" spc="-20" dirty="0">
                <a:solidFill>
                  <a:srgbClr val="585858"/>
                </a:solidFill>
                <a:latin typeface="Calibri"/>
                <a:cs typeface="Calibri"/>
              </a:rPr>
              <a:t> </a:t>
            </a:r>
            <a:r>
              <a:rPr sz="1400" dirty="0">
                <a:solidFill>
                  <a:srgbClr val="585858"/>
                </a:solidFill>
                <a:latin typeface="Calibri"/>
                <a:cs typeface="Calibri"/>
              </a:rPr>
              <a:t>(/media)</a:t>
            </a:r>
            <a:r>
              <a:rPr sz="1400" spc="-20" dirty="0">
                <a:solidFill>
                  <a:srgbClr val="585858"/>
                </a:solidFill>
                <a:latin typeface="Calibri"/>
                <a:cs typeface="Calibri"/>
              </a:rPr>
              <a:t> </a:t>
            </a:r>
            <a:r>
              <a:rPr sz="1400" dirty="0">
                <a:solidFill>
                  <a:srgbClr val="585858"/>
                </a:solidFill>
                <a:latin typeface="Calibri"/>
                <a:cs typeface="Calibri"/>
              </a:rPr>
              <a:t>ou</a:t>
            </a:r>
            <a:r>
              <a:rPr sz="1400" spc="-25" dirty="0">
                <a:solidFill>
                  <a:srgbClr val="585858"/>
                </a:solidFill>
                <a:latin typeface="Calibri"/>
                <a:cs typeface="Calibri"/>
              </a:rPr>
              <a:t> </a:t>
            </a:r>
            <a:r>
              <a:rPr sz="1400" spc="-10" dirty="0">
                <a:solidFill>
                  <a:srgbClr val="585858"/>
                </a:solidFill>
                <a:latin typeface="Calibri"/>
                <a:cs typeface="Calibri"/>
              </a:rPr>
              <a:t>temporaire</a:t>
            </a:r>
            <a:r>
              <a:rPr sz="1400" spc="25" dirty="0">
                <a:solidFill>
                  <a:srgbClr val="585858"/>
                </a:solidFill>
                <a:latin typeface="Calibri"/>
                <a:cs typeface="Calibri"/>
              </a:rPr>
              <a:t> </a:t>
            </a:r>
            <a:r>
              <a:rPr sz="1400" spc="-10" dirty="0">
                <a:solidFill>
                  <a:srgbClr val="585858"/>
                </a:solidFill>
                <a:latin typeface="Calibri"/>
                <a:cs typeface="Calibri"/>
              </a:rPr>
              <a:t>(/mnt).</a:t>
            </a:r>
            <a:endParaRPr sz="1400" dirty="0">
              <a:latin typeface="Calibri"/>
              <a:cs typeface="Calibri"/>
            </a:endParaRPr>
          </a:p>
          <a:p>
            <a:pPr marL="12700">
              <a:lnSpc>
                <a:spcPct val="100000"/>
              </a:lnSpc>
              <a:spcBef>
                <a:spcPts val="1320"/>
              </a:spcBef>
            </a:pPr>
            <a:r>
              <a:rPr sz="1400" b="1" dirty="0">
                <a:solidFill>
                  <a:srgbClr val="001F5F"/>
                </a:solidFill>
                <a:latin typeface="Calibri"/>
                <a:cs typeface="Calibri"/>
              </a:rPr>
              <a:t>/opt</a:t>
            </a:r>
            <a:r>
              <a:rPr sz="1400" b="1" spc="-25" dirty="0">
                <a:solidFill>
                  <a:srgbClr val="001F5F"/>
                </a:solidFill>
                <a:latin typeface="Calibri"/>
                <a:cs typeface="Calibri"/>
              </a:rPr>
              <a:t> </a:t>
            </a:r>
            <a:r>
              <a:rPr sz="1400" b="1" dirty="0">
                <a:solidFill>
                  <a:srgbClr val="001F5F"/>
                </a:solidFill>
                <a:latin typeface="Calibri"/>
                <a:cs typeface="Calibri"/>
              </a:rPr>
              <a:t>(</a:t>
            </a:r>
            <a:r>
              <a:rPr sz="1400" b="1" u="sng" dirty="0">
                <a:solidFill>
                  <a:srgbClr val="001F5F"/>
                </a:solidFill>
                <a:uFill>
                  <a:solidFill>
                    <a:srgbClr val="001F5F"/>
                  </a:solidFill>
                </a:uFill>
                <a:latin typeface="Calibri"/>
                <a:cs typeface="Calibri"/>
              </a:rPr>
              <a:t>opt</a:t>
            </a:r>
            <a:r>
              <a:rPr sz="1400" b="1" dirty="0">
                <a:solidFill>
                  <a:srgbClr val="001F5F"/>
                </a:solidFill>
                <a:latin typeface="Calibri"/>
                <a:cs typeface="Calibri"/>
              </a:rPr>
              <a:t>ional)</a:t>
            </a:r>
            <a:r>
              <a:rPr sz="1400" b="1" spc="-20" dirty="0">
                <a:solidFill>
                  <a:srgbClr val="001F5F"/>
                </a:solidFill>
                <a:latin typeface="Calibri"/>
                <a:cs typeface="Calibri"/>
              </a:rPr>
              <a:t> </a:t>
            </a:r>
            <a:r>
              <a:rPr sz="1400" b="1" dirty="0">
                <a:solidFill>
                  <a:srgbClr val="585858"/>
                </a:solidFill>
                <a:latin typeface="Calibri"/>
                <a:cs typeface="Calibri"/>
              </a:rPr>
              <a:t>=&gt;</a:t>
            </a:r>
            <a:r>
              <a:rPr sz="1400" b="1" spc="-15" dirty="0">
                <a:solidFill>
                  <a:srgbClr val="585858"/>
                </a:solidFill>
                <a:latin typeface="Calibri"/>
                <a:cs typeface="Calibri"/>
              </a:rPr>
              <a:t> </a:t>
            </a:r>
            <a:r>
              <a:rPr sz="1400" spc="-10" dirty="0">
                <a:solidFill>
                  <a:srgbClr val="585858"/>
                </a:solidFill>
                <a:latin typeface="Calibri"/>
                <a:cs typeface="Calibri"/>
              </a:rPr>
              <a:t>Répertoire</a:t>
            </a:r>
            <a:r>
              <a:rPr sz="1400" spc="-5" dirty="0">
                <a:solidFill>
                  <a:srgbClr val="585858"/>
                </a:solidFill>
                <a:latin typeface="Calibri"/>
                <a:cs typeface="Calibri"/>
              </a:rPr>
              <a:t> </a:t>
            </a:r>
            <a:r>
              <a:rPr sz="1400" dirty="0">
                <a:solidFill>
                  <a:srgbClr val="585858"/>
                </a:solidFill>
                <a:latin typeface="Calibri"/>
                <a:cs typeface="Calibri"/>
              </a:rPr>
              <a:t>générique</a:t>
            </a:r>
            <a:r>
              <a:rPr sz="1400" spc="-10" dirty="0">
                <a:solidFill>
                  <a:srgbClr val="585858"/>
                </a:solidFill>
                <a:latin typeface="Calibri"/>
                <a:cs typeface="Calibri"/>
              </a:rPr>
              <a:t> </a:t>
            </a:r>
            <a:r>
              <a:rPr sz="1400" dirty="0">
                <a:solidFill>
                  <a:srgbClr val="585858"/>
                </a:solidFill>
                <a:latin typeface="Calibri"/>
                <a:cs typeface="Calibri"/>
              </a:rPr>
              <a:t>pour</a:t>
            </a:r>
            <a:r>
              <a:rPr sz="1400" spc="-20" dirty="0">
                <a:solidFill>
                  <a:srgbClr val="585858"/>
                </a:solidFill>
                <a:latin typeface="Calibri"/>
                <a:cs typeface="Calibri"/>
              </a:rPr>
              <a:t> </a:t>
            </a:r>
            <a:r>
              <a:rPr sz="1400" spc="-10" dirty="0">
                <a:solidFill>
                  <a:srgbClr val="585858"/>
                </a:solidFill>
                <a:latin typeface="Calibri"/>
                <a:cs typeface="Calibri"/>
              </a:rPr>
              <a:t>l'installation</a:t>
            </a:r>
            <a:r>
              <a:rPr sz="1400" spc="25" dirty="0">
                <a:solidFill>
                  <a:srgbClr val="585858"/>
                </a:solidFill>
                <a:latin typeface="Calibri"/>
                <a:cs typeface="Calibri"/>
              </a:rPr>
              <a:t> </a:t>
            </a:r>
            <a:r>
              <a:rPr sz="1400" dirty="0">
                <a:solidFill>
                  <a:srgbClr val="585858"/>
                </a:solidFill>
                <a:latin typeface="Calibri"/>
                <a:cs typeface="Calibri"/>
              </a:rPr>
              <a:t>de</a:t>
            </a:r>
            <a:r>
              <a:rPr sz="1400" spc="-35" dirty="0">
                <a:solidFill>
                  <a:srgbClr val="585858"/>
                </a:solidFill>
                <a:latin typeface="Calibri"/>
                <a:cs typeface="Calibri"/>
              </a:rPr>
              <a:t> </a:t>
            </a:r>
            <a:r>
              <a:rPr sz="1400" spc="-10" dirty="0">
                <a:solidFill>
                  <a:srgbClr val="585858"/>
                </a:solidFill>
                <a:latin typeface="Calibri"/>
                <a:cs typeface="Calibri"/>
              </a:rPr>
              <a:t>programmes</a:t>
            </a:r>
            <a:r>
              <a:rPr sz="1400" dirty="0">
                <a:solidFill>
                  <a:srgbClr val="585858"/>
                </a:solidFill>
                <a:latin typeface="Calibri"/>
                <a:cs typeface="Calibri"/>
              </a:rPr>
              <a:t> </a:t>
            </a:r>
            <a:r>
              <a:rPr sz="1400" spc="-10" dirty="0">
                <a:solidFill>
                  <a:srgbClr val="585858"/>
                </a:solidFill>
                <a:latin typeface="Calibri"/>
                <a:cs typeface="Calibri"/>
              </a:rPr>
              <a:t>installés</a:t>
            </a:r>
            <a:r>
              <a:rPr sz="1400" spc="20" dirty="0">
                <a:solidFill>
                  <a:srgbClr val="585858"/>
                </a:solidFill>
                <a:latin typeface="Calibri"/>
                <a:cs typeface="Calibri"/>
              </a:rPr>
              <a:t> </a:t>
            </a:r>
            <a:r>
              <a:rPr sz="1400" dirty="0">
                <a:solidFill>
                  <a:srgbClr val="585858"/>
                </a:solidFill>
                <a:latin typeface="Calibri"/>
                <a:cs typeface="Calibri"/>
              </a:rPr>
              <a:t>hors</a:t>
            </a:r>
            <a:r>
              <a:rPr sz="1400" spc="-5" dirty="0">
                <a:solidFill>
                  <a:srgbClr val="585858"/>
                </a:solidFill>
                <a:latin typeface="Calibri"/>
                <a:cs typeface="Calibri"/>
              </a:rPr>
              <a:t> </a:t>
            </a:r>
            <a:r>
              <a:rPr sz="1400" dirty="0">
                <a:solidFill>
                  <a:srgbClr val="585858"/>
                </a:solidFill>
                <a:latin typeface="Calibri"/>
                <a:cs typeface="Calibri"/>
              </a:rPr>
              <a:t>dépôts de</a:t>
            </a:r>
            <a:r>
              <a:rPr sz="1400" spc="-35" dirty="0">
                <a:solidFill>
                  <a:srgbClr val="585858"/>
                </a:solidFill>
                <a:latin typeface="Calibri"/>
                <a:cs typeface="Calibri"/>
              </a:rPr>
              <a:t> </a:t>
            </a:r>
            <a:r>
              <a:rPr sz="1400" dirty="0">
                <a:solidFill>
                  <a:srgbClr val="585858"/>
                </a:solidFill>
                <a:latin typeface="Calibri"/>
                <a:cs typeface="Calibri"/>
              </a:rPr>
              <a:t>la</a:t>
            </a:r>
            <a:r>
              <a:rPr sz="1400" spc="-10" dirty="0">
                <a:solidFill>
                  <a:srgbClr val="585858"/>
                </a:solidFill>
                <a:latin typeface="Calibri"/>
                <a:cs typeface="Calibri"/>
              </a:rPr>
              <a:t> distribution.</a:t>
            </a:r>
            <a:endParaRPr sz="1400" dirty="0">
              <a:latin typeface="Calibri"/>
              <a:cs typeface="Calibri"/>
            </a:endParaRPr>
          </a:p>
          <a:p>
            <a:pPr marL="12700">
              <a:lnSpc>
                <a:spcPct val="100000"/>
              </a:lnSpc>
              <a:spcBef>
                <a:spcPts val="1320"/>
              </a:spcBef>
            </a:pPr>
            <a:r>
              <a:rPr sz="1400" b="1" dirty="0" smtClean="0">
                <a:solidFill>
                  <a:srgbClr val="001F5F"/>
                </a:solidFill>
                <a:latin typeface="Calibri"/>
                <a:cs typeface="Calibri"/>
              </a:rPr>
              <a:t>/</a:t>
            </a:r>
            <a:r>
              <a:rPr sz="1400" b="1" dirty="0">
                <a:solidFill>
                  <a:srgbClr val="001F5F"/>
                </a:solidFill>
                <a:latin typeface="Calibri"/>
                <a:cs typeface="Calibri"/>
              </a:rPr>
              <a:t>run</a:t>
            </a:r>
            <a:r>
              <a:rPr sz="1400" b="1" spc="-15" dirty="0">
                <a:solidFill>
                  <a:srgbClr val="001F5F"/>
                </a:solidFill>
                <a:latin typeface="Calibri"/>
                <a:cs typeface="Calibri"/>
              </a:rPr>
              <a:t> </a:t>
            </a:r>
            <a:r>
              <a:rPr sz="1400" b="1" dirty="0">
                <a:solidFill>
                  <a:srgbClr val="001F5F"/>
                </a:solidFill>
                <a:latin typeface="Calibri"/>
                <a:cs typeface="Calibri"/>
              </a:rPr>
              <a:t>(</a:t>
            </a:r>
            <a:r>
              <a:rPr sz="1400" b="1" u="sng" dirty="0">
                <a:solidFill>
                  <a:srgbClr val="001F5F"/>
                </a:solidFill>
                <a:uFill>
                  <a:solidFill>
                    <a:srgbClr val="001F5F"/>
                  </a:solidFill>
                </a:uFill>
                <a:latin typeface="Calibri"/>
                <a:cs typeface="Calibri"/>
              </a:rPr>
              <a:t>run</a:t>
            </a:r>
            <a:r>
              <a:rPr sz="1400" b="1" dirty="0">
                <a:solidFill>
                  <a:srgbClr val="001F5F"/>
                </a:solidFill>
                <a:latin typeface="Calibri"/>
                <a:cs typeface="Calibri"/>
              </a:rPr>
              <a:t>time</a:t>
            </a:r>
            <a:r>
              <a:rPr sz="1400" b="1" spc="-35" dirty="0">
                <a:solidFill>
                  <a:srgbClr val="001F5F"/>
                </a:solidFill>
                <a:latin typeface="Calibri"/>
                <a:cs typeface="Calibri"/>
              </a:rPr>
              <a:t> </a:t>
            </a:r>
            <a:r>
              <a:rPr sz="1400" b="1" spc="-10" dirty="0">
                <a:solidFill>
                  <a:srgbClr val="001F5F"/>
                </a:solidFill>
                <a:latin typeface="Calibri"/>
                <a:cs typeface="Calibri"/>
              </a:rPr>
              <a:t>system)</a:t>
            </a:r>
            <a:r>
              <a:rPr sz="1400" b="1" spc="-50" dirty="0">
                <a:solidFill>
                  <a:srgbClr val="001F5F"/>
                </a:solidFill>
                <a:latin typeface="Calibri"/>
                <a:cs typeface="Calibri"/>
              </a:rPr>
              <a:t> </a:t>
            </a:r>
            <a:r>
              <a:rPr sz="1400" b="1" dirty="0">
                <a:solidFill>
                  <a:srgbClr val="585858"/>
                </a:solidFill>
                <a:latin typeface="Calibri"/>
                <a:cs typeface="Calibri"/>
              </a:rPr>
              <a:t>=&gt;</a:t>
            </a:r>
            <a:r>
              <a:rPr sz="1400" b="1" spc="-15" dirty="0">
                <a:solidFill>
                  <a:srgbClr val="585858"/>
                </a:solidFill>
                <a:latin typeface="Calibri"/>
                <a:cs typeface="Calibri"/>
              </a:rPr>
              <a:t> </a:t>
            </a:r>
            <a:r>
              <a:rPr sz="1400" dirty="0">
                <a:solidFill>
                  <a:srgbClr val="585858"/>
                </a:solidFill>
                <a:latin typeface="Calibri"/>
                <a:cs typeface="Calibri"/>
              </a:rPr>
              <a:t>Contient</a:t>
            </a:r>
            <a:r>
              <a:rPr sz="1400" spc="-45" dirty="0">
                <a:solidFill>
                  <a:srgbClr val="585858"/>
                </a:solidFill>
                <a:latin typeface="Calibri"/>
                <a:cs typeface="Calibri"/>
              </a:rPr>
              <a:t> </a:t>
            </a:r>
            <a:r>
              <a:rPr sz="1400" dirty="0">
                <a:solidFill>
                  <a:srgbClr val="585858"/>
                </a:solidFill>
                <a:latin typeface="Calibri"/>
                <a:cs typeface="Calibri"/>
              </a:rPr>
              <a:t>des</a:t>
            </a:r>
            <a:r>
              <a:rPr sz="1400" spc="-25" dirty="0">
                <a:solidFill>
                  <a:srgbClr val="585858"/>
                </a:solidFill>
                <a:latin typeface="Calibri"/>
                <a:cs typeface="Calibri"/>
              </a:rPr>
              <a:t> </a:t>
            </a:r>
            <a:r>
              <a:rPr sz="1400" spc="-10" dirty="0">
                <a:solidFill>
                  <a:srgbClr val="585858"/>
                </a:solidFill>
                <a:latin typeface="Calibri"/>
                <a:cs typeface="Calibri"/>
              </a:rPr>
              <a:t>informations</a:t>
            </a:r>
            <a:r>
              <a:rPr sz="1400" spc="15" dirty="0">
                <a:solidFill>
                  <a:srgbClr val="585858"/>
                </a:solidFill>
                <a:latin typeface="Calibri"/>
                <a:cs typeface="Calibri"/>
              </a:rPr>
              <a:t> </a:t>
            </a:r>
            <a:r>
              <a:rPr sz="1400" dirty="0">
                <a:solidFill>
                  <a:srgbClr val="585858"/>
                </a:solidFill>
                <a:latin typeface="Calibri"/>
                <a:cs typeface="Calibri"/>
              </a:rPr>
              <a:t>relatives</a:t>
            </a:r>
            <a:r>
              <a:rPr sz="1400" spc="-30" dirty="0">
                <a:solidFill>
                  <a:srgbClr val="585858"/>
                </a:solidFill>
                <a:latin typeface="Calibri"/>
                <a:cs typeface="Calibri"/>
              </a:rPr>
              <a:t> </a:t>
            </a:r>
            <a:r>
              <a:rPr sz="1400" dirty="0">
                <a:solidFill>
                  <a:srgbClr val="585858"/>
                </a:solidFill>
                <a:latin typeface="Calibri"/>
                <a:cs typeface="Calibri"/>
              </a:rPr>
              <a:t>au</a:t>
            </a:r>
            <a:r>
              <a:rPr sz="1400" spc="-45" dirty="0">
                <a:solidFill>
                  <a:srgbClr val="585858"/>
                </a:solidFill>
                <a:latin typeface="Calibri"/>
                <a:cs typeface="Calibri"/>
              </a:rPr>
              <a:t> </a:t>
            </a:r>
            <a:r>
              <a:rPr sz="1400" spc="-10" dirty="0">
                <a:solidFill>
                  <a:srgbClr val="585858"/>
                </a:solidFill>
                <a:latin typeface="Calibri"/>
                <a:cs typeface="Calibri"/>
              </a:rPr>
              <a:t>système</a:t>
            </a:r>
            <a:r>
              <a:rPr sz="1400" spc="-25" dirty="0">
                <a:solidFill>
                  <a:srgbClr val="585858"/>
                </a:solidFill>
                <a:latin typeface="Calibri"/>
                <a:cs typeface="Calibri"/>
              </a:rPr>
              <a:t> </a:t>
            </a:r>
            <a:r>
              <a:rPr sz="1400" dirty="0">
                <a:solidFill>
                  <a:srgbClr val="585858"/>
                </a:solidFill>
                <a:latin typeface="Calibri"/>
                <a:cs typeface="Calibri"/>
              </a:rPr>
              <a:t>concernant</a:t>
            </a:r>
            <a:r>
              <a:rPr sz="1400" spc="-15" dirty="0">
                <a:solidFill>
                  <a:srgbClr val="585858"/>
                </a:solidFill>
                <a:latin typeface="Calibri"/>
                <a:cs typeface="Calibri"/>
              </a:rPr>
              <a:t> </a:t>
            </a:r>
            <a:r>
              <a:rPr sz="1400" dirty="0">
                <a:solidFill>
                  <a:srgbClr val="585858"/>
                </a:solidFill>
                <a:latin typeface="Calibri"/>
                <a:cs typeface="Calibri"/>
              </a:rPr>
              <a:t>les </a:t>
            </a:r>
            <a:r>
              <a:rPr sz="1400" spc="-10" dirty="0">
                <a:solidFill>
                  <a:srgbClr val="585858"/>
                </a:solidFill>
                <a:latin typeface="Calibri"/>
                <a:cs typeface="Calibri"/>
              </a:rPr>
              <a:t>utilisateurs</a:t>
            </a:r>
            <a:r>
              <a:rPr sz="1400" dirty="0">
                <a:solidFill>
                  <a:srgbClr val="585858"/>
                </a:solidFill>
                <a:latin typeface="Calibri"/>
                <a:cs typeface="Calibri"/>
              </a:rPr>
              <a:t> et</a:t>
            </a:r>
            <a:r>
              <a:rPr sz="1400" spc="-35" dirty="0">
                <a:solidFill>
                  <a:srgbClr val="585858"/>
                </a:solidFill>
                <a:latin typeface="Calibri"/>
                <a:cs typeface="Calibri"/>
              </a:rPr>
              <a:t> </a:t>
            </a:r>
            <a:r>
              <a:rPr sz="1400" dirty="0">
                <a:solidFill>
                  <a:srgbClr val="585858"/>
                </a:solidFill>
                <a:latin typeface="Calibri"/>
                <a:cs typeface="Calibri"/>
              </a:rPr>
              <a:t>les</a:t>
            </a:r>
            <a:r>
              <a:rPr sz="1400" spc="-25" dirty="0">
                <a:solidFill>
                  <a:srgbClr val="585858"/>
                </a:solidFill>
                <a:latin typeface="Calibri"/>
                <a:cs typeface="Calibri"/>
              </a:rPr>
              <a:t> </a:t>
            </a:r>
            <a:r>
              <a:rPr sz="1400" dirty="0">
                <a:solidFill>
                  <a:srgbClr val="585858"/>
                </a:solidFill>
                <a:latin typeface="Calibri"/>
                <a:cs typeface="Calibri"/>
              </a:rPr>
              <a:t>services</a:t>
            </a:r>
            <a:r>
              <a:rPr sz="1400" spc="5" dirty="0">
                <a:solidFill>
                  <a:srgbClr val="585858"/>
                </a:solidFill>
                <a:latin typeface="Calibri"/>
                <a:cs typeface="Calibri"/>
              </a:rPr>
              <a:t> </a:t>
            </a:r>
            <a:r>
              <a:rPr sz="1400" dirty="0">
                <a:solidFill>
                  <a:srgbClr val="585858"/>
                </a:solidFill>
                <a:latin typeface="Calibri"/>
                <a:cs typeface="Calibri"/>
              </a:rPr>
              <a:t>en</a:t>
            </a:r>
            <a:r>
              <a:rPr sz="1400" spc="-20" dirty="0">
                <a:solidFill>
                  <a:srgbClr val="585858"/>
                </a:solidFill>
                <a:latin typeface="Calibri"/>
                <a:cs typeface="Calibri"/>
              </a:rPr>
              <a:t> </a:t>
            </a:r>
            <a:r>
              <a:rPr sz="1400" dirty="0">
                <a:solidFill>
                  <a:srgbClr val="585858"/>
                </a:solidFill>
                <a:latin typeface="Calibri"/>
                <a:cs typeface="Calibri"/>
              </a:rPr>
              <a:t>cours</a:t>
            </a:r>
            <a:r>
              <a:rPr sz="1400" spc="-5" dirty="0">
                <a:solidFill>
                  <a:srgbClr val="585858"/>
                </a:solidFill>
                <a:latin typeface="Calibri"/>
                <a:cs typeface="Calibri"/>
              </a:rPr>
              <a:t> </a:t>
            </a:r>
            <a:r>
              <a:rPr sz="1400" spc="-10" dirty="0">
                <a:solidFill>
                  <a:srgbClr val="585858"/>
                </a:solidFill>
                <a:latin typeface="Calibri"/>
                <a:cs typeface="Calibri"/>
              </a:rPr>
              <a:t>d'exécution.</a:t>
            </a:r>
            <a:endParaRPr sz="1400" dirty="0">
              <a:latin typeface="Calibri"/>
              <a:cs typeface="Calibri"/>
            </a:endParaRPr>
          </a:p>
          <a:p>
            <a:pPr marL="12700">
              <a:lnSpc>
                <a:spcPct val="100000"/>
              </a:lnSpc>
              <a:spcBef>
                <a:spcPts val="1325"/>
              </a:spcBef>
            </a:pPr>
            <a:r>
              <a:rPr sz="1400" b="1" dirty="0">
                <a:solidFill>
                  <a:srgbClr val="001F5F"/>
                </a:solidFill>
                <a:latin typeface="Calibri"/>
                <a:cs typeface="Calibri"/>
              </a:rPr>
              <a:t>/sbin</a:t>
            </a:r>
            <a:r>
              <a:rPr sz="1400" b="1" spc="-30" dirty="0">
                <a:solidFill>
                  <a:srgbClr val="001F5F"/>
                </a:solidFill>
                <a:latin typeface="Calibri"/>
                <a:cs typeface="Calibri"/>
              </a:rPr>
              <a:t> </a:t>
            </a:r>
            <a:r>
              <a:rPr sz="1400" b="1" dirty="0">
                <a:solidFill>
                  <a:srgbClr val="001F5F"/>
                </a:solidFill>
                <a:latin typeface="Calibri"/>
                <a:cs typeface="Calibri"/>
              </a:rPr>
              <a:t>(</a:t>
            </a:r>
            <a:r>
              <a:rPr sz="1400" b="1" u="sng" dirty="0">
                <a:solidFill>
                  <a:srgbClr val="001F5F"/>
                </a:solidFill>
                <a:uFill>
                  <a:solidFill>
                    <a:srgbClr val="001F5F"/>
                  </a:solidFill>
                </a:uFill>
                <a:latin typeface="Calibri"/>
                <a:cs typeface="Calibri"/>
              </a:rPr>
              <a:t>s</a:t>
            </a:r>
            <a:r>
              <a:rPr sz="1400" b="1" dirty="0">
                <a:solidFill>
                  <a:srgbClr val="001F5F"/>
                </a:solidFill>
                <a:latin typeface="Calibri"/>
                <a:cs typeface="Calibri"/>
              </a:rPr>
              <a:t>uper</a:t>
            </a:r>
            <a:r>
              <a:rPr sz="1400" b="1" spc="-40" dirty="0">
                <a:solidFill>
                  <a:srgbClr val="001F5F"/>
                </a:solidFill>
                <a:latin typeface="Calibri"/>
                <a:cs typeface="Calibri"/>
              </a:rPr>
              <a:t> </a:t>
            </a:r>
            <a:r>
              <a:rPr sz="1400" b="1" u="sng" dirty="0">
                <a:solidFill>
                  <a:srgbClr val="001F5F"/>
                </a:solidFill>
                <a:uFill>
                  <a:solidFill>
                    <a:srgbClr val="001F5F"/>
                  </a:solidFill>
                </a:uFill>
                <a:latin typeface="Calibri"/>
                <a:cs typeface="Calibri"/>
              </a:rPr>
              <a:t>bin</a:t>
            </a:r>
            <a:r>
              <a:rPr sz="1400" b="1" dirty="0">
                <a:solidFill>
                  <a:srgbClr val="001F5F"/>
                </a:solidFill>
                <a:latin typeface="Calibri"/>
                <a:cs typeface="Calibri"/>
              </a:rPr>
              <a:t>aries)</a:t>
            </a:r>
            <a:r>
              <a:rPr sz="1400" b="1" spc="-35" dirty="0">
                <a:solidFill>
                  <a:srgbClr val="001F5F"/>
                </a:solidFill>
                <a:latin typeface="Calibri"/>
                <a:cs typeface="Calibri"/>
              </a:rPr>
              <a:t> </a:t>
            </a:r>
            <a:r>
              <a:rPr sz="1400" b="1" dirty="0">
                <a:solidFill>
                  <a:srgbClr val="585858"/>
                </a:solidFill>
                <a:latin typeface="Calibri"/>
                <a:cs typeface="Calibri"/>
              </a:rPr>
              <a:t>=&gt;</a:t>
            </a:r>
            <a:r>
              <a:rPr sz="1400" b="1" spc="-45" dirty="0">
                <a:solidFill>
                  <a:srgbClr val="585858"/>
                </a:solidFill>
                <a:latin typeface="Calibri"/>
                <a:cs typeface="Calibri"/>
              </a:rPr>
              <a:t> </a:t>
            </a:r>
            <a:r>
              <a:rPr sz="1400" dirty="0">
                <a:solidFill>
                  <a:srgbClr val="585858"/>
                </a:solidFill>
                <a:latin typeface="Calibri"/>
                <a:cs typeface="Calibri"/>
              </a:rPr>
              <a:t>Contient</a:t>
            </a:r>
            <a:r>
              <a:rPr sz="1400" spc="-35" dirty="0">
                <a:solidFill>
                  <a:srgbClr val="585858"/>
                </a:solidFill>
                <a:latin typeface="Calibri"/>
                <a:cs typeface="Calibri"/>
              </a:rPr>
              <a:t> </a:t>
            </a:r>
            <a:r>
              <a:rPr sz="1400" dirty="0">
                <a:solidFill>
                  <a:srgbClr val="585858"/>
                </a:solidFill>
                <a:latin typeface="Calibri"/>
                <a:cs typeface="Calibri"/>
              </a:rPr>
              <a:t>les</a:t>
            </a:r>
            <a:r>
              <a:rPr sz="1400" spc="-15" dirty="0">
                <a:solidFill>
                  <a:srgbClr val="585858"/>
                </a:solidFill>
                <a:latin typeface="Calibri"/>
                <a:cs typeface="Calibri"/>
              </a:rPr>
              <a:t> </a:t>
            </a:r>
            <a:r>
              <a:rPr sz="1400" spc="-10" dirty="0">
                <a:solidFill>
                  <a:srgbClr val="585858"/>
                </a:solidFill>
                <a:latin typeface="Calibri"/>
                <a:cs typeface="Calibri"/>
              </a:rPr>
              <a:t>programmes</a:t>
            </a:r>
            <a:r>
              <a:rPr sz="1400" spc="-15" dirty="0">
                <a:solidFill>
                  <a:srgbClr val="585858"/>
                </a:solidFill>
                <a:latin typeface="Calibri"/>
                <a:cs typeface="Calibri"/>
              </a:rPr>
              <a:t> </a:t>
            </a:r>
            <a:r>
              <a:rPr sz="1400" spc="-10" dirty="0">
                <a:solidFill>
                  <a:srgbClr val="585858"/>
                </a:solidFill>
                <a:latin typeface="Calibri"/>
                <a:cs typeface="Calibri"/>
              </a:rPr>
              <a:t>système</a:t>
            </a:r>
            <a:r>
              <a:rPr sz="1400" spc="-60" dirty="0">
                <a:solidFill>
                  <a:srgbClr val="585858"/>
                </a:solidFill>
                <a:latin typeface="Calibri"/>
                <a:cs typeface="Calibri"/>
              </a:rPr>
              <a:t> </a:t>
            </a:r>
            <a:r>
              <a:rPr sz="1400" dirty="0">
                <a:solidFill>
                  <a:srgbClr val="585858"/>
                </a:solidFill>
                <a:latin typeface="Calibri"/>
                <a:cs typeface="Calibri"/>
              </a:rPr>
              <a:t>essentiels</a:t>
            </a:r>
            <a:r>
              <a:rPr sz="1400" spc="-35" dirty="0">
                <a:solidFill>
                  <a:srgbClr val="585858"/>
                </a:solidFill>
                <a:latin typeface="Calibri"/>
                <a:cs typeface="Calibri"/>
              </a:rPr>
              <a:t> </a:t>
            </a:r>
            <a:r>
              <a:rPr sz="1400" dirty="0">
                <a:solidFill>
                  <a:srgbClr val="585858"/>
                </a:solidFill>
                <a:latin typeface="Calibri"/>
                <a:cs typeface="Calibri"/>
              </a:rPr>
              <a:t>utilisables</a:t>
            </a:r>
            <a:r>
              <a:rPr sz="1400" spc="15" dirty="0">
                <a:solidFill>
                  <a:srgbClr val="585858"/>
                </a:solidFill>
                <a:latin typeface="Calibri"/>
                <a:cs typeface="Calibri"/>
              </a:rPr>
              <a:t> </a:t>
            </a:r>
            <a:r>
              <a:rPr sz="1400" dirty="0">
                <a:solidFill>
                  <a:srgbClr val="585858"/>
                </a:solidFill>
                <a:latin typeface="Calibri"/>
                <a:cs typeface="Calibri"/>
              </a:rPr>
              <a:t>par</a:t>
            </a:r>
            <a:r>
              <a:rPr sz="1400" spc="-35" dirty="0">
                <a:solidFill>
                  <a:srgbClr val="585858"/>
                </a:solidFill>
                <a:latin typeface="Calibri"/>
                <a:cs typeface="Calibri"/>
              </a:rPr>
              <a:t> </a:t>
            </a:r>
            <a:r>
              <a:rPr sz="1400" dirty="0">
                <a:solidFill>
                  <a:srgbClr val="585858"/>
                </a:solidFill>
                <a:latin typeface="Calibri"/>
                <a:cs typeface="Calibri"/>
              </a:rPr>
              <a:t>l'admin</a:t>
            </a:r>
            <a:r>
              <a:rPr sz="1400" spc="-30" dirty="0">
                <a:solidFill>
                  <a:srgbClr val="585858"/>
                </a:solidFill>
                <a:latin typeface="Calibri"/>
                <a:cs typeface="Calibri"/>
              </a:rPr>
              <a:t> </a:t>
            </a:r>
            <a:r>
              <a:rPr sz="1400" spc="-10" dirty="0">
                <a:solidFill>
                  <a:srgbClr val="585858"/>
                </a:solidFill>
                <a:latin typeface="Calibri"/>
                <a:cs typeface="Calibri"/>
              </a:rPr>
              <a:t>uniquement.</a:t>
            </a:r>
            <a:endParaRPr sz="1400" dirty="0">
              <a:latin typeface="Calibri"/>
              <a:cs typeface="Calibri"/>
            </a:endParaRPr>
          </a:p>
          <a:p>
            <a:pPr marL="12700" marR="5715">
              <a:lnSpc>
                <a:spcPct val="150100"/>
              </a:lnSpc>
              <a:spcBef>
                <a:spcPts val="595"/>
              </a:spcBef>
            </a:pPr>
            <a:r>
              <a:rPr sz="1400" b="1" dirty="0">
                <a:solidFill>
                  <a:srgbClr val="001F5F"/>
                </a:solidFill>
                <a:latin typeface="Calibri"/>
                <a:cs typeface="Calibri"/>
              </a:rPr>
              <a:t>/srv</a:t>
            </a:r>
            <a:r>
              <a:rPr sz="1400" b="1" spc="5" dirty="0">
                <a:solidFill>
                  <a:srgbClr val="001F5F"/>
                </a:solidFill>
                <a:latin typeface="Calibri"/>
                <a:cs typeface="Calibri"/>
              </a:rPr>
              <a:t> </a:t>
            </a:r>
            <a:r>
              <a:rPr sz="1400" b="1" dirty="0">
                <a:solidFill>
                  <a:srgbClr val="001F5F"/>
                </a:solidFill>
                <a:latin typeface="Calibri"/>
                <a:cs typeface="Calibri"/>
              </a:rPr>
              <a:t>(</a:t>
            </a:r>
            <a:r>
              <a:rPr sz="1400" b="1" u="sng" dirty="0">
                <a:solidFill>
                  <a:srgbClr val="001F5F"/>
                </a:solidFill>
                <a:uFill>
                  <a:solidFill>
                    <a:srgbClr val="001F5F"/>
                  </a:solidFill>
                </a:uFill>
                <a:latin typeface="Calibri"/>
                <a:cs typeface="Calibri"/>
              </a:rPr>
              <a:t>s</a:t>
            </a:r>
            <a:r>
              <a:rPr sz="1400" b="1" dirty="0">
                <a:solidFill>
                  <a:srgbClr val="001F5F"/>
                </a:solidFill>
                <a:latin typeface="Calibri"/>
                <a:cs typeface="Calibri"/>
              </a:rPr>
              <a:t>e</a:t>
            </a:r>
            <a:r>
              <a:rPr sz="1400" b="1" u="sng" dirty="0">
                <a:solidFill>
                  <a:srgbClr val="001F5F"/>
                </a:solidFill>
                <a:uFill>
                  <a:solidFill>
                    <a:srgbClr val="001F5F"/>
                  </a:solidFill>
                </a:uFill>
                <a:latin typeface="Calibri"/>
                <a:cs typeface="Calibri"/>
              </a:rPr>
              <a:t>rv</a:t>
            </a:r>
            <a:r>
              <a:rPr sz="1400" b="1" dirty="0">
                <a:solidFill>
                  <a:srgbClr val="001F5F"/>
                </a:solidFill>
                <a:latin typeface="Calibri"/>
                <a:cs typeface="Calibri"/>
              </a:rPr>
              <a:t>ices)</a:t>
            </a:r>
            <a:r>
              <a:rPr sz="1400" b="1" spc="5" dirty="0">
                <a:solidFill>
                  <a:srgbClr val="001F5F"/>
                </a:solidFill>
                <a:latin typeface="Calibri"/>
                <a:cs typeface="Calibri"/>
              </a:rPr>
              <a:t> </a:t>
            </a:r>
            <a:r>
              <a:rPr sz="1400" b="1" dirty="0">
                <a:solidFill>
                  <a:srgbClr val="585858"/>
                </a:solidFill>
                <a:latin typeface="Calibri"/>
                <a:cs typeface="Calibri"/>
              </a:rPr>
              <a:t>=&gt; </a:t>
            </a:r>
            <a:r>
              <a:rPr sz="1400" dirty="0">
                <a:solidFill>
                  <a:srgbClr val="585858"/>
                </a:solidFill>
                <a:latin typeface="Calibri"/>
                <a:cs typeface="Calibri"/>
              </a:rPr>
              <a:t>N'est pas</a:t>
            </a:r>
            <a:r>
              <a:rPr sz="1400" spc="5" dirty="0">
                <a:solidFill>
                  <a:srgbClr val="585858"/>
                </a:solidFill>
                <a:latin typeface="Calibri"/>
                <a:cs typeface="Calibri"/>
              </a:rPr>
              <a:t> </a:t>
            </a:r>
            <a:r>
              <a:rPr sz="1400" dirty="0">
                <a:solidFill>
                  <a:srgbClr val="585858"/>
                </a:solidFill>
                <a:latin typeface="Calibri"/>
                <a:cs typeface="Calibri"/>
              </a:rPr>
              <a:t>présent</a:t>
            </a:r>
            <a:r>
              <a:rPr sz="1400" spc="10" dirty="0">
                <a:solidFill>
                  <a:srgbClr val="585858"/>
                </a:solidFill>
                <a:latin typeface="Calibri"/>
                <a:cs typeface="Calibri"/>
              </a:rPr>
              <a:t> </a:t>
            </a:r>
            <a:r>
              <a:rPr sz="1400" dirty="0">
                <a:solidFill>
                  <a:srgbClr val="585858"/>
                </a:solidFill>
                <a:latin typeface="Calibri"/>
                <a:cs typeface="Calibri"/>
              </a:rPr>
              <a:t>dans</a:t>
            </a:r>
            <a:r>
              <a:rPr sz="1400" spc="5" dirty="0">
                <a:solidFill>
                  <a:srgbClr val="585858"/>
                </a:solidFill>
                <a:latin typeface="Calibri"/>
                <a:cs typeface="Calibri"/>
              </a:rPr>
              <a:t> </a:t>
            </a:r>
            <a:r>
              <a:rPr sz="1400" dirty="0">
                <a:solidFill>
                  <a:srgbClr val="585858"/>
                </a:solidFill>
                <a:latin typeface="Calibri"/>
                <a:cs typeface="Calibri"/>
              </a:rPr>
              <a:t>toutes</a:t>
            </a:r>
            <a:r>
              <a:rPr sz="1400" spc="10" dirty="0">
                <a:solidFill>
                  <a:srgbClr val="585858"/>
                </a:solidFill>
                <a:latin typeface="Calibri"/>
                <a:cs typeface="Calibri"/>
              </a:rPr>
              <a:t> </a:t>
            </a:r>
            <a:r>
              <a:rPr sz="1400" dirty="0">
                <a:solidFill>
                  <a:srgbClr val="585858"/>
                </a:solidFill>
                <a:latin typeface="Calibri"/>
                <a:cs typeface="Calibri"/>
              </a:rPr>
              <a:t>les</a:t>
            </a:r>
            <a:r>
              <a:rPr sz="1400" spc="10" dirty="0">
                <a:solidFill>
                  <a:srgbClr val="585858"/>
                </a:solidFill>
                <a:latin typeface="Calibri"/>
                <a:cs typeface="Calibri"/>
              </a:rPr>
              <a:t> </a:t>
            </a:r>
            <a:r>
              <a:rPr sz="1400" dirty="0">
                <a:solidFill>
                  <a:srgbClr val="585858"/>
                </a:solidFill>
                <a:latin typeface="Calibri"/>
                <a:cs typeface="Calibri"/>
              </a:rPr>
              <a:t>distributions.</a:t>
            </a:r>
            <a:r>
              <a:rPr sz="1400" spc="5" dirty="0">
                <a:solidFill>
                  <a:srgbClr val="585858"/>
                </a:solidFill>
                <a:latin typeface="Calibri"/>
                <a:cs typeface="Calibri"/>
              </a:rPr>
              <a:t> </a:t>
            </a:r>
            <a:r>
              <a:rPr sz="1400" dirty="0">
                <a:solidFill>
                  <a:srgbClr val="585858"/>
                </a:solidFill>
                <a:latin typeface="Calibri"/>
                <a:cs typeface="Calibri"/>
              </a:rPr>
              <a:t>C'est un</a:t>
            </a:r>
            <a:r>
              <a:rPr sz="1400" spc="-5" dirty="0">
                <a:solidFill>
                  <a:srgbClr val="585858"/>
                </a:solidFill>
                <a:latin typeface="Calibri"/>
                <a:cs typeface="Calibri"/>
              </a:rPr>
              <a:t> </a:t>
            </a:r>
            <a:r>
              <a:rPr sz="1400" dirty="0">
                <a:solidFill>
                  <a:srgbClr val="585858"/>
                </a:solidFill>
                <a:latin typeface="Calibri"/>
                <a:cs typeface="Calibri"/>
              </a:rPr>
              <a:t>répertoire</a:t>
            </a:r>
            <a:r>
              <a:rPr sz="1400" spc="25" dirty="0">
                <a:solidFill>
                  <a:srgbClr val="585858"/>
                </a:solidFill>
                <a:latin typeface="Calibri"/>
                <a:cs typeface="Calibri"/>
              </a:rPr>
              <a:t> </a:t>
            </a:r>
            <a:r>
              <a:rPr sz="1400" dirty="0">
                <a:solidFill>
                  <a:srgbClr val="585858"/>
                </a:solidFill>
                <a:latin typeface="Calibri"/>
                <a:cs typeface="Calibri"/>
              </a:rPr>
              <a:t>de</a:t>
            </a:r>
            <a:r>
              <a:rPr sz="1400" spc="-5" dirty="0">
                <a:solidFill>
                  <a:srgbClr val="585858"/>
                </a:solidFill>
                <a:latin typeface="Calibri"/>
                <a:cs typeface="Calibri"/>
              </a:rPr>
              <a:t> </a:t>
            </a:r>
            <a:r>
              <a:rPr sz="1400" dirty="0">
                <a:solidFill>
                  <a:srgbClr val="585858"/>
                </a:solidFill>
                <a:latin typeface="Calibri"/>
                <a:cs typeface="Calibri"/>
              </a:rPr>
              <a:t>données</a:t>
            </a:r>
            <a:r>
              <a:rPr sz="1400" spc="15" dirty="0">
                <a:solidFill>
                  <a:srgbClr val="585858"/>
                </a:solidFill>
                <a:latin typeface="Calibri"/>
                <a:cs typeface="Calibri"/>
              </a:rPr>
              <a:t> </a:t>
            </a:r>
            <a:r>
              <a:rPr sz="1400" dirty="0">
                <a:solidFill>
                  <a:srgbClr val="585858"/>
                </a:solidFill>
                <a:latin typeface="Calibri"/>
                <a:cs typeface="Calibri"/>
              </a:rPr>
              <a:t>pour</a:t>
            </a:r>
            <a:r>
              <a:rPr sz="1400" spc="-10" dirty="0">
                <a:solidFill>
                  <a:srgbClr val="585858"/>
                </a:solidFill>
                <a:latin typeface="Calibri"/>
                <a:cs typeface="Calibri"/>
              </a:rPr>
              <a:t> </a:t>
            </a:r>
            <a:r>
              <a:rPr sz="1400" dirty="0">
                <a:solidFill>
                  <a:srgbClr val="585858"/>
                </a:solidFill>
                <a:latin typeface="Calibri"/>
                <a:cs typeface="Calibri"/>
              </a:rPr>
              <a:t>divers</a:t>
            </a:r>
            <a:r>
              <a:rPr sz="1400" spc="5" dirty="0">
                <a:solidFill>
                  <a:srgbClr val="585858"/>
                </a:solidFill>
                <a:latin typeface="Calibri"/>
                <a:cs typeface="Calibri"/>
              </a:rPr>
              <a:t> </a:t>
            </a:r>
            <a:r>
              <a:rPr sz="1400" dirty="0">
                <a:solidFill>
                  <a:srgbClr val="585858"/>
                </a:solidFill>
                <a:latin typeface="Calibri"/>
                <a:cs typeface="Calibri"/>
              </a:rPr>
              <a:t>services</a:t>
            </a:r>
            <a:r>
              <a:rPr sz="1400" spc="10" dirty="0">
                <a:solidFill>
                  <a:srgbClr val="585858"/>
                </a:solidFill>
                <a:latin typeface="Calibri"/>
                <a:cs typeface="Calibri"/>
              </a:rPr>
              <a:t> </a:t>
            </a:r>
            <a:r>
              <a:rPr sz="1400" dirty="0">
                <a:solidFill>
                  <a:srgbClr val="585858"/>
                </a:solidFill>
                <a:latin typeface="Calibri"/>
                <a:cs typeface="Calibri"/>
              </a:rPr>
              <a:t>(stockage des</a:t>
            </a:r>
            <a:r>
              <a:rPr sz="1400" spc="15" dirty="0">
                <a:solidFill>
                  <a:srgbClr val="585858"/>
                </a:solidFill>
                <a:latin typeface="Calibri"/>
                <a:cs typeface="Calibri"/>
              </a:rPr>
              <a:t> </a:t>
            </a:r>
            <a:r>
              <a:rPr sz="1400" dirty="0">
                <a:solidFill>
                  <a:srgbClr val="585858"/>
                </a:solidFill>
                <a:latin typeface="Calibri"/>
                <a:cs typeface="Calibri"/>
              </a:rPr>
              <a:t>documents</a:t>
            </a:r>
            <a:r>
              <a:rPr sz="1400" spc="10" dirty="0">
                <a:solidFill>
                  <a:srgbClr val="585858"/>
                </a:solidFill>
                <a:latin typeface="Calibri"/>
                <a:cs typeface="Calibri"/>
              </a:rPr>
              <a:t> </a:t>
            </a:r>
            <a:r>
              <a:rPr sz="1400" dirty="0">
                <a:solidFill>
                  <a:srgbClr val="585858"/>
                </a:solidFill>
                <a:latin typeface="Calibri"/>
                <a:cs typeface="Calibri"/>
              </a:rPr>
              <a:t>de</a:t>
            </a:r>
            <a:r>
              <a:rPr sz="1400" spc="-5" dirty="0">
                <a:solidFill>
                  <a:srgbClr val="585858"/>
                </a:solidFill>
                <a:latin typeface="Calibri"/>
                <a:cs typeface="Calibri"/>
              </a:rPr>
              <a:t> </a:t>
            </a:r>
            <a:r>
              <a:rPr sz="1400" dirty="0">
                <a:solidFill>
                  <a:srgbClr val="585858"/>
                </a:solidFill>
                <a:latin typeface="Calibri"/>
                <a:cs typeface="Calibri"/>
              </a:rPr>
              <a:t>comptes</a:t>
            </a:r>
            <a:r>
              <a:rPr sz="1400" spc="15" dirty="0">
                <a:solidFill>
                  <a:srgbClr val="585858"/>
                </a:solidFill>
                <a:latin typeface="Calibri"/>
                <a:cs typeface="Calibri"/>
              </a:rPr>
              <a:t> </a:t>
            </a:r>
            <a:r>
              <a:rPr sz="1400" spc="-25" dirty="0">
                <a:solidFill>
                  <a:srgbClr val="585858"/>
                </a:solidFill>
                <a:latin typeface="Calibri"/>
                <a:cs typeface="Calibri"/>
              </a:rPr>
              <a:t>FTP,</a:t>
            </a:r>
            <a:r>
              <a:rPr sz="1400" spc="5" dirty="0">
                <a:solidFill>
                  <a:srgbClr val="585858"/>
                </a:solidFill>
                <a:latin typeface="Calibri"/>
                <a:cs typeface="Calibri"/>
              </a:rPr>
              <a:t> </a:t>
            </a:r>
            <a:r>
              <a:rPr sz="1400" dirty="0">
                <a:solidFill>
                  <a:srgbClr val="585858"/>
                </a:solidFill>
                <a:latin typeface="Calibri"/>
                <a:cs typeface="Calibri"/>
              </a:rPr>
              <a:t>ou</a:t>
            </a:r>
            <a:r>
              <a:rPr sz="1400" spc="10" dirty="0">
                <a:solidFill>
                  <a:srgbClr val="585858"/>
                </a:solidFill>
                <a:latin typeface="Calibri"/>
                <a:cs typeface="Calibri"/>
              </a:rPr>
              <a:t> </a:t>
            </a:r>
            <a:r>
              <a:rPr sz="1400" spc="-10" dirty="0">
                <a:solidFill>
                  <a:srgbClr val="585858"/>
                </a:solidFill>
                <a:latin typeface="Calibri"/>
                <a:cs typeface="Calibri"/>
              </a:rPr>
              <a:t>pages </a:t>
            </a:r>
            <a:r>
              <a:rPr sz="1400" dirty="0">
                <a:solidFill>
                  <a:srgbClr val="585858"/>
                </a:solidFill>
                <a:latin typeface="Calibri"/>
                <a:cs typeface="Calibri"/>
              </a:rPr>
              <a:t>de</a:t>
            </a:r>
            <a:r>
              <a:rPr sz="1400" spc="-20" dirty="0">
                <a:solidFill>
                  <a:srgbClr val="585858"/>
                </a:solidFill>
                <a:latin typeface="Calibri"/>
                <a:cs typeface="Calibri"/>
              </a:rPr>
              <a:t> </a:t>
            </a:r>
            <a:r>
              <a:rPr sz="1400" dirty="0">
                <a:solidFill>
                  <a:srgbClr val="585858"/>
                </a:solidFill>
                <a:latin typeface="Calibri"/>
                <a:cs typeface="Calibri"/>
              </a:rPr>
              <a:t>sites</a:t>
            </a:r>
            <a:r>
              <a:rPr sz="1400" spc="-30" dirty="0">
                <a:solidFill>
                  <a:srgbClr val="585858"/>
                </a:solidFill>
                <a:latin typeface="Calibri"/>
                <a:cs typeface="Calibri"/>
              </a:rPr>
              <a:t> </a:t>
            </a:r>
            <a:r>
              <a:rPr sz="1400" spc="-10" dirty="0">
                <a:solidFill>
                  <a:srgbClr val="585858"/>
                </a:solidFill>
                <a:latin typeface="Calibri"/>
                <a:cs typeface="Calibri"/>
              </a:rPr>
              <a:t>web).</a:t>
            </a:r>
            <a:endParaRPr sz="1400" dirty="0">
              <a:latin typeface="Calibri"/>
              <a:cs typeface="Calibri"/>
            </a:endParaRPr>
          </a:p>
          <a:p>
            <a:pPr marL="12700">
              <a:lnSpc>
                <a:spcPct val="100000"/>
              </a:lnSpc>
              <a:spcBef>
                <a:spcPts val="1320"/>
              </a:spcBef>
            </a:pPr>
            <a:r>
              <a:rPr sz="1400" b="1" spc="-10" dirty="0">
                <a:solidFill>
                  <a:srgbClr val="001F5F"/>
                </a:solidFill>
                <a:latin typeface="Calibri"/>
                <a:cs typeface="Calibri"/>
              </a:rPr>
              <a:t>/sys</a:t>
            </a:r>
            <a:r>
              <a:rPr sz="1400" b="1" spc="-60" dirty="0">
                <a:solidFill>
                  <a:srgbClr val="001F5F"/>
                </a:solidFill>
                <a:latin typeface="Calibri"/>
                <a:cs typeface="Calibri"/>
              </a:rPr>
              <a:t> </a:t>
            </a:r>
            <a:r>
              <a:rPr sz="1400" b="1" dirty="0">
                <a:solidFill>
                  <a:srgbClr val="585858"/>
                </a:solidFill>
                <a:latin typeface="Calibri"/>
                <a:cs typeface="Calibri"/>
              </a:rPr>
              <a:t>=&gt;</a:t>
            </a:r>
            <a:r>
              <a:rPr sz="1400" b="1" spc="-15" dirty="0">
                <a:solidFill>
                  <a:srgbClr val="585858"/>
                </a:solidFill>
                <a:latin typeface="Calibri"/>
                <a:cs typeface="Calibri"/>
              </a:rPr>
              <a:t> </a:t>
            </a:r>
            <a:r>
              <a:rPr sz="1400" spc="-10" dirty="0">
                <a:solidFill>
                  <a:srgbClr val="585858"/>
                </a:solidFill>
                <a:latin typeface="Calibri"/>
                <a:cs typeface="Calibri"/>
              </a:rPr>
              <a:t>Répertoire</a:t>
            </a:r>
            <a:r>
              <a:rPr sz="1400" spc="5" dirty="0">
                <a:solidFill>
                  <a:srgbClr val="585858"/>
                </a:solidFill>
                <a:latin typeface="Calibri"/>
                <a:cs typeface="Calibri"/>
              </a:rPr>
              <a:t> </a:t>
            </a:r>
            <a:r>
              <a:rPr sz="1400" dirty="0">
                <a:solidFill>
                  <a:srgbClr val="585858"/>
                </a:solidFill>
                <a:latin typeface="Calibri"/>
                <a:cs typeface="Calibri"/>
              </a:rPr>
              <a:t>virtuel</a:t>
            </a:r>
            <a:r>
              <a:rPr sz="1400" spc="-40" dirty="0">
                <a:solidFill>
                  <a:srgbClr val="585858"/>
                </a:solidFill>
                <a:latin typeface="Calibri"/>
                <a:cs typeface="Calibri"/>
              </a:rPr>
              <a:t> </a:t>
            </a:r>
            <a:r>
              <a:rPr sz="1400" dirty="0">
                <a:solidFill>
                  <a:srgbClr val="585858"/>
                </a:solidFill>
                <a:latin typeface="Calibri"/>
                <a:cs typeface="Calibri"/>
              </a:rPr>
              <a:t>ne</a:t>
            </a:r>
            <a:r>
              <a:rPr sz="1400" spc="-20" dirty="0">
                <a:solidFill>
                  <a:srgbClr val="585858"/>
                </a:solidFill>
                <a:latin typeface="Calibri"/>
                <a:cs typeface="Calibri"/>
              </a:rPr>
              <a:t> </a:t>
            </a:r>
            <a:r>
              <a:rPr sz="1400" dirty="0">
                <a:solidFill>
                  <a:srgbClr val="585858"/>
                </a:solidFill>
                <a:latin typeface="Calibri"/>
                <a:cs typeface="Calibri"/>
              </a:rPr>
              <a:t>prenant</a:t>
            </a:r>
            <a:r>
              <a:rPr sz="1400" spc="-30" dirty="0">
                <a:solidFill>
                  <a:srgbClr val="585858"/>
                </a:solidFill>
                <a:latin typeface="Calibri"/>
                <a:cs typeface="Calibri"/>
              </a:rPr>
              <a:t> </a:t>
            </a:r>
            <a:r>
              <a:rPr sz="1400" dirty="0">
                <a:solidFill>
                  <a:srgbClr val="585858"/>
                </a:solidFill>
                <a:latin typeface="Calibri"/>
                <a:cs typeface="Calibri"/>
              </a:rPr>
              <a:t>aucune</a:t>
            </a:r>
            <a:r>
              <a:rPr sz="1400" spc="-15" dirty="0">
                <a:solidFill>
                  <a:srgbClr val="585858"/>
                </a:solidFill>
                <a:latin typeface="Calibri"/>
                <a:cs typeface="Calibri"/>
              </a:rPr>
              <a:t> </a:t>
            </a:r>
            <a:r>
              <a:rPr sz="1400" dirty="0">
                <a:solidFill>
                  <a:srgbClr val="585858"/>
                </a:solidFill>
                <a:latin typeface="Calibri"/>
                <a:cs typeface="Calibri"/>
              </a:rPr>
              <a:t>place</a:t>
            </a:r>
            <a:r>
              <a:rPr sz="1400" spc="-15" dirty="0">
                <a:solidFill>
                  <a:srgbClr val="585858"/>
                </a:solidFill>
                <a:latin typeface="Calibri"/>
                <a:cs typeface="Calibri"/>
              </a:rPr>
              <a:t> </a:t>
            </a:r>
            <a:r>
              <a:rPr sz="1400" dirty="0">
                <a:solidFill>
                  <a:srgbClr val="585858"/>
                </a:solidFill>
                <a:latin typeface="Calibri"/>
                <a:cs typeface="Calibri"/>
              </a:rPr>
              <a:t>sur</a:t>
            </a:r>
            <a:r>
              <a:rPr sz="1400" spc="-25" dirty="0">
                <a:solidFill>
                  <a:srgbClr val="585858"/>
                </a:solidFill>
                <a:latin typeface="Calibri"/>
                <a:cs typeface="Calibri"/>
              </a:rPr>
              <a:t> </a:t>
            </a:r>
            <a:r>
              <a:rPr sz="1400" dirty="0">
                <a:solidFill>
                  <a:srgbClr val="585858"/>
                </a:solidFill>
                <a:latin typeface="Calibri"/>
                <a:cs typeface="Calibri"/>
              </a:rPr>
              <a:t>le</a:t>
            </a:r>
            <a:r>
              <a:rPr sz="1400" spc="-20" dirty="0">
                <a:solidFill>
                  <a:srgbClr val="585858"/>
                </a:solidFill>
                <a:latin typeface="Calibri"/>
                <a:cs typeface="Calibri"/>
              </a:rPr>
              <a:t> </a:t>
            </a:r>
            <a:r>
              <a:rPr sz="1400" dirty="0">
                <a:solidFill>
                  <a:srgbClr val="585858"/>
                </a:solidFill>
                <a:latin typeface="Calibri"/>
                <a:cs typeface="Calibri"/>
              </a:rPr>
              <a:t>disque.</a:t>
            </a:r>
            <a:r>
              <a:rPr sz="1400" spc="-30" dirty="0">
                <a:solidFill>
                  <a:srgbClr val="585858"/>
                </a:solidFill>
                <a:latin typeface="Calibri"/>
                <a:cs typeface="Calibri"/>
              </a:rPr>
              <a:t> </a:t>
            </a:r>
            <a:r>
              <a:rPr sz="1400" dirty="0">
                <a:solidFill>
                  <a:srgbClr val="585858"/>
                </a:solidFill>
                <a:latin typeface="Calibri"/>
                <a:cs typeface="Calibri"/>
              </a:rPr>
              <a:t>Contient</a:t>
            </a:r>
            <a:r>
              <a:rPr sz="1400" spc="-50" dirty="0">
                <a:solidFill>
                  <a:srgbClr val="585858"/>
                </a:solidFill>
                <a:latin typeface="Calibri"/>
                <a:cs typeface="Calibri"/>
              </a:rPr>
              <a:t> </a:t>
            </a:r>
            <a:r>
              <a:rPr sz="1400" dirty="0">
                <a:solidFill>
                  <a:srgbClr val="585858"/>
                </a:solidFill>
                <a:latin typeface="Calibri"/>
                <a:cs typeface="Calibri"/>
              </a:rPr>
              <a:t>des</a:t>
            </a:r>
            <a:r>
              <a:rPr sz="1400" spc="-5" dirty="0">
                <a:solidFill>
                  <a:srgbClr val="585858"/>
                </a:solidFill>
                <a:latin typeface="Calibri"/>
                <a:cs typeface="Calibri"/>
              </a:rPr>
              <a:t> </a:t>
            </a:r>
            <a:r>
              <a:rPr sz="1400" spc="-10" dirty="0">
                <a:solidFill>
                  <a:srgbClr val="585858"/>
                </a:solidFill>
                <a:latin typeface="Calibri"/>
                <a:cs typeface="Calibri"/>
              </a:rPr>
              <a:t>informations</a:t>
            </a:r>
            <a:r>
              <a:rPr sz="1400" spc="-5" dirty="0">
                <a:solidFill>
                  <a:srgbClr val="585858"/>
                </a:solidFill>
                <a:latin typeface="Calibri"/>
                <a:cs typeface="Calibri"/>
              </a:rPr>
              <a:t> </a:t>
            </a:r>
            <a:r>
              <a:rPr sz="1400" dirty="0">
                <a:solidFill>
                  <a:srgbClr val="585858"/>
                </a:solidFill>
                <a:latin typeface="Calibri"/>
                <a:cs typeface="Calibri"/>
              </a:rPr>
              <a:t>entre</a:t>
            </a:r>
            <a:r>
              <a:rPr sz="1400" spc="-25" dirty="0">
                <a:solidFill>
                  <a:srgbClr val="585858"/>
                </a:solidFill>
                <a:latin typeface="Calibri"/>
                <a:cs typeface="Calibri"/>
              </a:rPr>
              <a:t> </a:t>
            </a:r>
            <a:r>
              <a:rPr sz="1400" dirty="0">
                <a:solidFill>
                  <a:srgbClr val="585858"/>
                </a:solidFill>
                <a:latin typeface="Calibri"/>
                <a:cs typeface="Calibri"/>
              </a:rPr>
              <a:t>le</a:t>
            </a:r>
            <a:r>
              <a:rPr sz="1400" spc="-35" dirty="0">
                <a:solidFill>
                  <a:srgbClr val="585858"/>
                </a:solidFill>
                <a:latin typeface="Calibri"/>
                <a:cs typeface="Calibri"/>
              </a:rPr>
              <a:t> </a:t>
            </a:r>
            <a:r>
              <a:rPr sz="1400" spc="-10" dirty="0">
                <a:solidFill>
                  <a:srgbClr val="585858"/>
                </a:solidFill>
                <a:latin typeface="Calibri"/>
                <a:cs typeface="Calibri"/>
              </a:rPr>
              <a:t>système</a:t>
            </a:r>
            <a:r>
              <a:rPr sz="1400" spc="-30" dirty="0">
                <a:solidFill>
                  <a:srgbClr val="585858"/>
                </a:solidFill>
                <a:latin typeface="Calibri"/>
                <a:cs typeface="Calibri"/>
              </a:rPr>
              <a:t> </a:t>
            </a:r>
            <a:r>
              <a:rPr sz="1400" dirty="0">
                <a:solidFill>
                  <a:srgbClr val="585858"/>
                </a:solidFill>
                <a:latin typeface="Calibri"/>
                <a:cs typeface="Calibri"/>
              </a:rPr>
              <a:t>et</a:t>
            </a:r>
            <a:r>
              <a:rPr sz="1400" spc="-35" dirty="0">
                <a:solidFill>
                  <a:srgbClr val="585858"/>
                </a:solidFill>
                <a:latin typeface="Calibri"/>
                <a:cs typeface="Calibri"/>
              </a:rPr>
              <a:t> </a:t>
            </a:r>
            <a:r>
              <a:rPr sz="1400" dirty="0">
                <a:solidFill>
                  <a:srgbClr val="585858"/>
                </a:solidFill>
                <a:latin typeface="Calibri"/>
                <a:cs typeface="Calibri"/>
              </a:rPr>
              <a:t>ses</a:t>
            </a:r>
            <a:r>
              <a:rPr sz="1400" spc="-30" dirty="0">
                <a:solidFill>
                  <a:srgbClr val="585858"/>
                </a:solidFill>
                <a:latin typeface="Calibri"/>
                <a:cs typeface="Calibri"/>
              </a:rPr>
              <a:t> </a:t>
            </a:r>
            <a:r>
              <a:rPr sz="1400" dirty="0">
                <a:solidFill>
                  <a:srgbClr val="585858"/>
                </a:solidFill>
                <a:latin typeface="Calibri"/>
                <a:cs typeface="Calibri"/>
              </a:rPr>
              <a:t>composants</a:t>
            </a:r>
            <a:r>
              <a:rPr sz="1400" spc="-5" dirty="0">
                <a:solidFill>
                  <a:srgbClr val="585858"/>
                </a:solidFill>
                <a:latin typeface="Calibri"/>
                <a:cs typeface="Calibri"/>
              </a:rPr>
              <a:t> </a:t>
            </a:r>
            <a:r>
              <a:rPr sz="1400" spc="-10" dirty="0">
                <a:solidFill>
                  <a:srgbClr val="585858"/>
                </a:solidFill>
                <a:latin typeface="Calibri"/>
                <a:cs typeface="Calibri"/>
              </a:rPr>
              <a:t>matériels.</a:t>
            </a:r>
            <a:endParaRPr sz="1400" dirty="0">
              <a:latin typeface="Calibri"/>
              <a:cs typeface="Calibri"/>
            </a:endParaRPr>
          </a:p>
          <a:p>
            <a:pPr marL="12700">
              <a:lnSpc>
                <a:spcPct val="100000"/>
              </a:lnSpc>
              <a:spcBef>
                <a:spcPts val="1325"/>
              </a:spcBef>
            </a:pPr>
            <a:r>
              <a:rPr sz="1400" b="1" dirty="0" smtClean="0">
                <a:solidFill>
                  <a:srgbClr val="001F5F"/>
                </a:solidFill>
                <a:latin typeface="Calibri"/>
                <a:cs typeface="Calibri"/>
              </a:rPr>
              <a:t>/</a:t>
            </a:r>
            <a:r>
              <a:rPr sz="1400" b="1" dirty="0" err="1" smtClean="0">
                <a:solidFill>
                  <a:srgbClr val="001F5F"/>
                </a:solidFill>
                <a:latin typeface="Calibri"/>
                <a:cs typeface="Calibri"/>
              </a:rPr>
              <a:t>tmp</a:t>
            </a:r>
            <a:r>
              <a:rPr sz="1400" b="1" spc="-10" dirty="0" smtClean="0">
                <a:solidFill>
                  <a:srgbClr val="001F5F"/>
                </a:solidFill>
                <a:latin typeface="Calibri"/>
                <a:cs typeface="Calibri"/>
              </a:rPr>
              <a:t> (te</a:t>
            </a:r>
            <a:r>
              <a:rPr sz="1400" b="1" u="sng" spc="-10" dirty="0" smtClean="0">
                <a:solidFill>
                  <a:srgbClr val="001F5F"/>
                </a:solidFill>
                <a:uFill>
                  <a:solidFill>
                    <a:srgbClr val="001F5F"/>
                  </a:solidFill>
                </a:uFill>
                <a:latin typeface="Calibri"/>
                <a:cs typeface="Calibri"/>
              </a:rPr>
              <a:t>mp</a:t>
            </a:r>
            <a:r>
              <a:rPr sz="1400" b="1" spc="-10" dirty="0" smtClean="0">
                <a:solidFill>
                  <a:srgbClr val="001F5F"/>
                </a:solidFill>
                <a:latin typeface="Calibri"/>
                <a:cs typeface="Calibri"/>
              </a:rPr>
              <a:t>orary)</a:t>
            </a:r>
            <a:r>
              <a:rPr sz="1400" b="1" spc="-60" dirty="0" smtClean="0">
                <a:solidFill>
                  <a:srgbClr val="001F5F"/>
                </a:solidFill>
                <a:latin typeface="Calibri"/>
                <a:cs typeface="Calibri"/>
              </a:rPr>
              <a:t> </a:t>
            </a:r>
            <a:r>
              <a:rPr sz="1400" b="1" dirty="0" smtClean="0">
                <a:solidFill>
                  <a:srgbClr val="585858"/>
                </a:solidFill>
                <a:latin typeface="Calibri"/>
                <a:cs typeface="Calibri"/>
              </a:rPr>
              <a:t>=&gt; </a:t>
            </a:r>
            <a:r>
              <a:rPr sz="1400" spc="-10" dirty="0" err="1" smtClean="0">
                <a:solidFill>
                  <a:srgbClr val="585858"/>
                </a:solidFill>
                <a:latin typeface="Calibri"/>
                <a:cs typeface="Calibri"/>
              </a:rPr>
              <a:t>Répertoire</a:t>
            </a:r>
            <a:r>
              <a:rPr sz="1400" dirty="0" smtClean="0">
                <a:solidFill>
                  <a:srgbClr val="585858"/>
                </a:solidFill>
                <a:latin typeface="Calibri"/>
                <a:cs typeface="Calibri"/>
              </a:rPr>
              <a:t> de</a:t>
            </a:r>
            <a:r>
              <a:rPr sz="1400" spc="-5" dirty="0" smtClean="0">
                <a:solidFill>
                  <a:srgbClr val="585858"/>
                </a:solidFill>
                <a:latin typeface="Calibri"/>
                <a:cs typeface="Calibri"/>
              </a:rPr>
              <a:t> </a:t>
            </a:r>
            <a:r>
              <a:rPr sz="1400" dirty="0" err="1" smtClean="0">
                <a:solidFill>
                  <a:srgbClr val="585858"/>
                </a:solidFill>
                <a:latin typeface="Calibri"/>
                <a:cs typeface="Calibri"/>
              </a:rPr>
              <a:t>fichiers</a:t>
            </a:r>
            <a:r>
              <a:rPr sz="1400" spc="25" dirty="0" smtClean="0">
                <a:solidFill>
                  <a:srgbClr val="585858"/>
                </a:solidFill>
                <a:latin typeface="Calibri"/>
                <a:cs typeface="Calibri"/>
              </a:rPr>
              <a:t> </a:t>
            </a:r>
            <a:r>
              <a:rPr sz="1400" spc="-10" dirty="0" err="1" smtClean="0">
                <a:solidFill>
                  <a:srgbClr val="585858"/>
                </a:solidFill>
                <a:latin typeface="Calibri"/>
                <a:cs typeface="Calibri"/>
              </a:rPr>
              <a:t>temporaires</a:t>
            </a:r>
            <a:r>
              <a:rPr sz="1400" spc="-10" dirty="0" smtClean="0">
                <a:solidFill>
                  <a:srgbClr val="585858"/>
                </a:solidFill>
                <a:latin typeface="Calibri"/>
                <a:cs typeface="Calibri"/>
              </a:rPr>
              <a:t>.</a:t>
            </a:r>
            <a:endParaRPr sz="1400" dirty="0" smtClean="0">
              <a:latin typeface="Calibri"/>
              <a:cs typeface="Calibri"/>
            </a:endParaRPr>
          </a:p>
          <a:p>
            <a:pPr marL="12700" marR="5080" algn="just">
              <a:lnSpc>
                <a:spcPct val="100000"/>
              </a:lnSpc>
              <a:spcBef>
                <a:spcPts val="815"/>
              </a:spcBef>
            </a:pPr>
            <a:r>
              <a:rPr sz="1400" b="1" dirty="0" smtClean="0">
                <a:solidFill>
                  <a:srgbClr val="001F5F"/>
                </a:solidFill>
                <a:latin typeface="Calibri"/>
                <a:cs typeface="Calibri"/>
              </a:rPr>
              <a:t>/</a:t>
            </a:r>
            <a:r>
              <a:rPr sz="1400" b="1" dirty="0">
                <a:solidFill>
                  <a:srgbClr val="001F5F"/>
                </a:solidFill>
                <a:latin typeface="Calibri"/>
                <a:cs typeface="Calibri"/>
              </a:rPr>
              <a:t>usr</a:t>
            </a:r>
            <a:r>
              <a:rPr sz="1400" b="1" spc="190" dirty="0">
                <a:solidFill>
                  <a:srgbClr val="001F5F"/>
                </a:solidFill>
                <a:latin typeface="Calibri"/>
                <a:cs typeface="Calibri"/>
              </a:rPr>
              <a:t> </a:t>
            </a:r>
            <a:r>
              <a:rPr sz="1400" b="1" dirty="0">
                <a:solidFill>
                  <a:srgbClr val="001F5F"/>
                </a:solidFill>
                <a:latin typeface="Calibri"/>
                <a:cs typeface="Calibri"/>
              </a:rPr>
              <a:t>(</a:t>
            </a:r>
            <a:r>
              <a:rPr sz="1400" b="1" u="sng" dirty="0">
                <a:solidFill>
                  <a:srgbClr val="001F5F"/>
                </a:solidFill>
                <a:uFill>
                  <a:solidFill>
                    <a:srgbClr val="001F5F"/>
                  </a:solidFill>
                </a:uFill>
                <a:latin typeface="Calibri"/>
                <a:cs typeface="Calibri"/>
              </a:rPr>
              <a:t>U</a:t>
            </a:r>
            <a:r>
              <a:rPr sz="1400" b="1" dirty="0">
                <a:solidFill>
                  <a:srgbClr val="001F5F"/>
                </a:solidFill>
                <a:latin typeface="Calibri"/>
                <a:cs typeface="Calibri"/>
              </a:rPr>
              <a:t>nix</a:t>
            </a:r>
            <a:r>
              <a:rPr sz="1400" b="1" spc="185" dirty="0">
                <a:solidFill>
                  <a:srgbClr val="001F5F"/>
                </a:solidFill>
                <a:latin typeface="Calibri"/>
                <a:cs typeface="Calibri"/>
              </a:rPr>
              <a:t> </a:t>
            </a:r>
            <a:r>
              <a:rPr sz="1400" b="1" u="sng" dirty="0">
                <a:solidFill>
                  <a:srgbClr val="001F5F"/>
                </a:solidFill>
                <a:uFill>
                  <a:solidFill>
                    <a:srgbClr val="001F5F"/>
                  </a:solidFill>
                </a:uFill>
                <a:latin typeface="Calibri"/>
                <a:cs typeface="Calibri"/>
              </a:rPr>
              <a:t>S</a:t>
            </a:r>
            <a:r>
              <a:rPr sz="1400" b="1" dirty="0">
                <a:solidFill>
                  <a:srgbClr val="001F5F"/>
                </a:solidFill>
                <a:latin typeface="Calibri"/>
                <a:cs typeface="Calibri"/>
              </a:rPr>
              <a:t>ystem</a:t>
            </a:r>
            <a:r>
              <a:rPr sz="1400" b="1" spc="200" dirty="0">
                <a:solidFill>
                  <a:srgbClr val="001F5F"/>
                </a:solidFill>
                <a:latin typeface="Calibri"/>
                <a:cs typeface="Calibri"/>
              </a:rPr>
              <a:t> </a:t>
            </a:r>
            <a:r>
              <a:rPr sz="1400" b="1" u="sng" dirty="0">
                <a:solidFill>
                  <a:srgbClr val="001F5F"/>
                </a:solidFill>
                <a:uFill>
                  <a:solidFill>
                    <a:srgbClr val="001F5F"/>
                  </a:solidFill>
                </a:uFill>
                <a:latin typeface="Calibri"/>
                <a:cs typeface="Calibri"/>
              </a:rPr>
              <a:t>R</a:t>
            </a:r>
            <a:r>
              <a:rPr sz="1400" b="1" dirty="0">
                <a:solidFill>
                  <a:srgbClr val="001F5F"/>
                </a:solidFill>
                <a:latin typeface="Calibri"/>
                <a:cs typeface="Calibri"/>
              </a:rPr>
              <a:t>esources)</a:t>
            </a:r>
            <a:r>
              <a:rPr sz="1400" b="1" spc="195" dirty="0">
                <a:solidFill>
                  <a:srgbClr val="001F5F"/>
                </a:solidFill>
                <a:latin typeface="Calibri"/>
                <a:cs typeface="Calibri"/>
              </a:rPr>
              <a:t> </a:t>
            </a:r>
            <a:r>
              <a:rPr sz="1400" b="1" dirty="0">
                <a:solidFill>
                  <a:srgbClr val="585858"/>
                </a:solidFill>
                <a:latin typeface="Calibri"/>
                <a:cs typeface="Calibri"/>
              </a:rPr>
              <a:t>=&gt;</a:t>
            </a:r>
            <a:r>
              <a:rPr sz="1400" b="1" spc="190" dirty="0">
                <a:solidFill>
                  <a:srgbClr val="585858"/>
                </a:solidFill>
                <a:latin typeface="Calibri"/>
                <a:cs typeface="Calibri"/>
              </a:rPr>
              <a:t> </a:t>
            </a:r>
            <a:r>
              <a:rPr sz="1400" dirty="0">
                <a:solidFill>
                  <a:srgbClr val="585858"/>
                </a:solidFill>
                <a:latin typeface="Calibri"/>
                <a:cs typeface="Calibri"/>
              </a:rPr>
              <a:t>Contient</a:t>
            </a:r>
            <a:r>
              <a:rPr sz="1400" spc="200" dirty="0">
                <a:solidFill>
                  <a:srgbClr val="585858"/>
                </a:solidFill>
                <a:latin typeface="Calibri"/>
                <a:cs typeface="Calibri"/>
              </a:rPr>
              <a:t> </a:t>
            </a:r>
            <a:r>
              <a:rPr sz="1400" dirty="0">
                <a:solidFill>
                  <a:srgbClr val="585858"/>
                </a:solidFill>
                <a:latin typeface="Calibri"/>
                <a:cs typeface="Calibri"/>
              </a:rPr>
              <a:t>des</a:t>
            </a:r>
            <a:r>
              <a:rPr sz="1400" spc="175" dirty="0">
                <a:solidFill>
                  <a:srgbClr val="585858"/>
                </a:solidFill>
                <a:latin typeface="Calibri"/>
                <a:cs typeface="Calibri"/>
              </a:rPr>
              <a:t> </a:t>
            </a:r>
            <a:r>
              <a:rPr sz="1400" dirty="0">
                <a:solidFill>
                  <a:srgbClr val="585858"/>
                </a:solidFill>
                <a:latin typeface="Calibri"/>
                <a:cs typeface="Calibri"/>
              </a:rPr>
              <a:t>programmes</a:t>
            </a:r>
            <a:r>
              <a:rPr sz="1400" spc="204" dirty="0">
                <a:solidFill>
                  <a:srgbClr val="585858"/>
                </a:solidFill>
                <a:latin typeface="Calibri"/>
                <a:cs typeface="Calibri"/>
              </a:rPr>
              <a:t> </a:t>
            </a:r>
            <a:r>
              <a:rPr sz="1400" dirty="0">
                <a:solidFill>
                  <a:srgbClr val="585858"/>
                </a:solidFill>
                <a:latin typeface="Calibri"/>
                <a:cs typeface="Calibri"/>
              </a:rPr>
              <a:t>installés</a:t>
            </a:r>
            <a:r>
              <a:rPr sz="1400" spc="200" dirty="0">
                <a:solidFill>
                  <a:srgbClr val="585858"/>
                </a:solidFill>
                <a:latin typeface="Calibri"/>
                <a:cs typeface="Calibri"/>
              </a:rPr>
              <a:t> </a:t>
            </a:r>
            <a:r>
              <a:rPr sz="1400" dirty="0">
                <a:solidFill>
                  <a:srgbClr val="585858"/>
                </a:solidFill>
                <a:latin typeface="Calibri"/>
                <a:cs typeface="Calibri"/>
              </a:rPr>
              <a:t>(</a:t>
            </a:r>
            <a:r>
              <a:rPr sz="1400" b="1" dirty="0">
                <a:solidFill>
                  <a:srgbClr val="585858"/>
                </a:solidFill>
                <a:latin typeface="Calibri"/>
                <a:cs typeface="Calibri"/>
              </a:rPr>
              <a:t>/usr/bin</a:t>
            </a:r>
            <a:r>
              <a:rPr sz="1400" dirty="0">
                <a:solidFill>
                  <a:srgbClr val="585858"/>
                </a:solidFill>
                <a:latin typeface="Calibri"/>
                <a:cs typeface="Calibri"/>
              </a:rPr>
              <a:t>)</a:t>
            </a:r>
            <a:r>
              <a:rPr sz="1400" spc="180" dirty="0">
                <a:solidFill>
                  <a:srgbClr val="585858"/>
                </a:solidFill>
                <a:latin typeface="Calibri"/>
                <a:cs typeface="Calibri"/>
              </a:rPr>
              <a:t> </a:t>
            </a:r>
            <a:r>
              <a:rPr sz="1400" dirty="0">
                <a:solidFill>
                  <a:srgbClr val="585858"/>
                </a:solidFill>
                <a:latin typeface="Calibri"/>
                <a:cs typeface="Calibri"/>
              </a:rPr>
              <a:t>avec</a:t>
            </a:r>
            <a:r>
              <a:rPr sz="1400" spc="190" dirty="0">
                <a:solidFill>
                  <a:srgbClr val="585858"/>
                </a:solidFill>
                <a:latin typeface="Calibri"/>
                <a:cs typeface="Calibri"/>
              </a:rPr>
              <a:t> </a:t>
            </a:r>
            <a:r>
              <a:rPr sz="1400" dirty="0">
                <a:solidFill>
                  <a:srgbClr val="585858"/>
                </a:solidFill>
                <a:latin typeface="Calibri"/>
                <a:cs typeface="Calibri"/>
              </a:rPr>
              <a:t>leur</a:t>
            </a:r>
            <a:r>
              <a:rPr sz="1400" spc="200" dirty="0">
                <a:solidFill>
                  <a:srgbClr val="585858"/>
                </a:solidFill>
                <a:latin typeface="Calibri"/>
                <a:cs typeface="Calibri"/>
              </a:rPr>
              <a:t> </a:t>
            </a:r>
            <a:r>
              <a:rPr sz="1400" dirty="0">
                <a:solidFill>
                  <a:srgbClr val="585858"/>
                </a:solidFill>
                <a:latin typeface="Calibri"/>
                <a:cs typeface="Calibri"/>
              </a:rPr>
              <a:t>librairies</a:t>
            </a:r>
            <a:r>
              <a:rPr sz="1400" spc="200" dirty="0">
                <a:solidFill>
                  <a:srgbClr val="585858"/>
                </a:solidFill>
                <a:latin typeface="Calibri"/>
                <a:cs typeface="Calibri"/>
              </a:rPr>
              <a:t> </a:t>
            </a:r>
            <a:r>
              <a:rPr sz="1400" dirty="0">
                <a:solidFill>
                  <a:srgbClr val="585858"/>
                </a:solidFill>
                <a:latin typeface="Calibri"/>
                <a:cs typeface="Calibri"/>
              </a:rPr>
              <a:t>(</a:t>
            </a:r>
            <a:r>
              <a:rPr sz="1400" b="1" dirty="0">
                <a:solidFill>
                  <a:srgbClr val="585858"/>
                </a:solidFill>
                <a:latin typeface="Calibri"/>
                <a:cs typeface="Calibri"/>
              </a:rPr>
              <a:t>/usr/lib</a:t>
            </a:r>
            <a:r>
              <a:rPr sz="1400" b="1" spc="215" dirty="0">
                <a:solidFill>
                  <a:srgbClr val="585858"/>
                </a:solidFill>
                <a:latin typeface="Calibri"/>
                <a:cs typeface="Calibri"/>
              </a:rPr>
              <a:t> </a:t>
            </a:r>
            <a:r>
              <a:rPr sz="1400" dirty="0">
                <a:solidFill>
                  <a:srgbClr val="585858"/>
                </a:solidFill>
                <a:latin typeface="Calibri"/>
                <a:cs typeface="Calibri"/>
              </a:rPr>
              <a:t>ou</a:t>
            </a:r>
            <a:r>
              <a:rPr sz="1400" spc="185" dirty="0">
                <a:solidFill>
                  <a:srgbClr val="585858"/>
                </a:solidFill>
                <a:latin typeface="Calibri"/>
                <a:cs typeface="Calibri"/>
              </a:rPr>
              <a:t> </a:t>
            </a:r>
            <a:r>
              <a:rPr sz="1400" b="1" dirty="0">
                <a:solidFill>
                  <a:srgbClr val="585858"/>
                </a:solidFill>
                <a:latin typeface="Calibri"/>
                <a:cs typeface="Calibri"/>
              </a:rPr>
              <a:t>/usr/lib64</a:t>
            </a:r>
            <a:r>
              <a:rPr sz="1400" dirty="0">
                <a:solidFill>
                  <a:srgbClr val="585858"/>
                </a:solidFill>
                <a:latin typeface="Calibri"/>
                <a:cs typeface="Calibri"/>
              </a:rPr>
              <a:t>)</a:t>
            </a:r>
            <a:r>
              <a:rPr sz="1400" spc="204" dirty="0">
                <a:solidFill>
                  <a:srgbClr val="585858"/>
                </a:solidFill>
                <a:latin typeface="Calibri"/>
                <a:cs typeface="Calibri"/>
              </a:rPr>
              <a:t> </a:t>
            </a:r>
            <a:r>
              <a:rPr sz="1400" dirty="0">
                <a:solidFill>
                  <a:srgbClr val="585858"/>
                </a:solidFill>
                <a:latin typeface="Calibri"/>
                <a:cs typeface="Calibri"/>
              </a:rPr>
              <a:t>tels</a:t>
            </a:r>
            <a:r>
              <a:rPr sz="1400" spc="195" dirty="0">
                <a:solidFill>
                  <a:srgbClr val="585858"/>
                </a:solidFill>
                <a:latin typeface="Calibri"/>
                <a:cs typeface="Calibri"/>
              </a:rPr>
              <a:t> </a:t>
            </a:r>
            <a:r>
              <a:rPr sz="1400" dirty="0">
                <a:solidFill>
                  <a:srgbClr val="585858"/>
                </a:solidFill>
                <a:latin typeface="Calibri"/>
                <a:cs typeface="Calibri"/>
              </a:rPr>
              <a:t>que</a:t>
            </a:r>
            <a:r>
              <a:rPr sz="1400" spc="210" dirty="0">
                <a:solidFill>
                  <a:srgbClr val="585858"/>
                </a:solidFill>
                <a:latin typeface="Calibri"/>
                <a:cs typeface="Calibri"/>
              </a:rPr>
              <a:t> </a:t>
            </a:r>
            <a:r>
              <a:rPr sz="1400" dirty="0">
                <a:solidFill>
                  <a:srgbClr val="585858"/>
                </a:solidFill>
                <a:latin typeface="Calibri"/>
                <a:cs typeface="Calibri"/>
              </a:rPr>
              <a:t>firefox,</a:t>
            </a:r>
            <a:r>
              <a:rPr sz="1400" spc="200" dirty="0">
                <a:solidFill>
                  <a:srgbClr val="585858"/>
                </a:solidFill>
                <a:latin typeface="Calibri"/>
                <a:cs typeface="Calibri"/>
              </a:rPr>
              <a:t> </a:t>
            </a:r>
            <a:r>
              <a:rPr sz="1400" dirty="0">
                <a:solidFill>
                  <a:srgbClr val="585858"/>
                </a:solidFill>
                <a:latin typeface="Calibri"/>
                <a:cs typeface="Calibri"/>
              </a:rPr>
              <a:t>libreoffice,</a:t>
            </a:r>
            <a:r>
              <a:rPr sz="1400" spc="175" dirty="0">
                <a:solidFill>
                  <a:srgbClr val="585858"/>
                </a:solidFill>
                <a:latin typeface="Calibri"/>
                <a:cs typeface="Calibri"/>
              </a:rPr>
              <a:t> </a:t>
            </a:r>
            <a:r>
              <a:rPr sz="1400" dirty="0">
                <a:solidFill>
                  <a:srgbClr val="585858"/>
                </a:solidFill>
                <a:latin typeface="Calibri"/>
                <a:cs typeface="Calibri"/>
              </a:rPr>
              <a:t>...</a:t>
            </a:r>
            <a:r>
              <a:rPr sz="1400" spc="200" dirty="0">
                <a:solidFill>
                  <a:srgbClr val="585858"/>
                </a:solidFill>
                <a:latin typeface="Calibri"/>
                <a:cs typeface="Calibri"/>
              </a:rPr>
              <a:t> </a:t>
            </a:r>
            <a:r>
              <a:rPr sz="1400" spc="-10" dirty="0">
                <a:solidFill>
                  <a:srgbClr val="585858"/>
                </a:solidFill>
                <a:latin typeface="Calibri"/>
                <a:cs typeface="Calibri"/>
              </a:rPr>
              <a:t>quelques </a:t>
            </a:r>
            <a:r>
              <a:rPr sz="1400" dirty="0">
                <a:solidFill>
                  <a:srgbClr val="585858"/>
                </a:solidFill>
                <a:latin typeface="Calibri"/>
                <a:cs typeface="Calibri"/>
              </a:rPr>
              <a:t>programmes</a:t>
            </a:r>
            <a:r>
              <a:rPr sz="1400" spc="150" dirty="0">
                <a:solidFill>
                  <a:srgbClr val="585858"/>
                </a:solidFill>
                <a:latin typeface="Calibri"/>
                <a:cs typeface="Calibri"/>
              </a:rPr>
              <a:t> </a:t>
            </a:r>
            <a:r>
              <a:rPr sz="1400" dirty="0">
                <a:solidFill>
                  <a:srgbClr val="585858"/>
                </a:solidFill>
                <a:latin typeface="Calibri"/>
                <a:cs typeface="Calibri"/>
              </a:rPr>
              <a:t>réservés</a:t>
            </a:r>
            <a:r>
              <a:rPr sz="1400" spc="140" dirty="0">
                <a:solidFill>
                  <a:srgbClr val="585858"/>
                </a:solidFill>
                <a:latin typeface="Calibri"/>
                <a:cs typeface="Calibri"/>
              </a:rPr>
              <a:t> </a:t>
            </a:r>
            <a:r>
              <a:rPr sz="1400" dirty="0">
                <a:solidFill>
                  <a:srgbClr val="585858"/>
                </a:solidFill>
                <a:latin typeface="Calibri"/>
                <a:cs typeface="Calibri"/>
              </a:rPr>
              <a:t>à</a:t>
            </a:r>
            <a:r>
              <a:rPr sz="1400" spc="140" dirty="0">
                <a:solidFill>
                  <a:srgbClr val="585858"/>
                </a:solidFill>
                <a:latin typeface="Calibri"/>
                <a:cs typeface="Calibri"/>
              </a:rPr>
              <a:t> </a:t>
            </a:r>
            <a:r>
              <a:rPr sz="1400" dirty="0">
                <a:solidFill>
                  <a:srgbClr val="585858"/>
                </a:solidFill>
                <a:latin typeface="Calibri"/>
                <a:cs typeface="Calibri"/>
              </a:rPr>
              <a:t>l'admin</a:t>
            </a:r>
            <a:r>
              <a:rPr sz="1400" spc="135" dirty="0">
                <a:solidFill>
                  <a:srgbClr val="585858"/>
                </a:solidFill>
                <a:latin typeface="Calibri"/>
                <a:cs typeface="Calibri"/>
              </a:rPr>
              <a:t> </a:t>
            </a:r>
            <a:r>
              <a:rPr sz="1400" dirty="0">
                <a:solidFill>
                  <a:srgbClr val="585858"/>
                </a:solidFill>
                <a:latin typeface="Calibri"/>
                <a:cs typeface="Calibri"/>
              </a:rPr>
              <a:t>système</a:t>
            </a:r>
            <a:r>
              <a:rPr sz="1400" spc="130" dirty="0">
                <a:solidFill>
                  <a:srgbClr val="585858"/>
                </a:solidFill>
                <a:latin typeface="Calibri"/>
                <a:cs typeface="Calibri"/>
              </a:rPr>
              <a:t> </a:t>
            </a:r>
            <a:r>
              <a:rPr sz="1400" dirty="0">
                <a:solidFill>
                  <a:srgbClr val="585858"/>
                </a:solidFill>
                <a:latin typeface="Calibri"/>
                <a:cs typeface="Calibri"/>
              </a:rPr>
              <a:t>(</a:t>
            </a:r>
            <a:r>
              <a:rPr sz="1400" b="1" dirty="0">
                <a:solidFill>
                  <a:srgbClr val="585858"/>
                </a:solidFill>
                <a:latin typeface="Calibri"/>
                <a:cs typeface="Calibri"/>
              </a:rPr>
              <a:t>/usr/sbin</a:t>
            </a:r>
            <a:r>
              <a:rPr sz="1400" dirty="0">
                <a:solidFill>
                  <a:srgbClr val="585858"/>
                </a:solidFill>
                <a:latin typeface="Calibri"/>
                <a:cs typeface="Calibri"/>
              </a:rPr>
              <a:t>)</a:t>
            </a:r>
            <a:r>
              <a:rPr sz="1400" spc="140" dirty="0">
                <a:solidFill>
                  <a:srgbClr val="585858"/>
                </a:solidFill>
                <a:latin typeface="Calibri"/>
                <a:cs typeface="Calibri"/>
              </a:rPr>
              <a:t> </a:t>
            </a:r>
            <a:r>
              <a:rPr sz="1400" dirty="0">
                <a:solidFill>
                  <a:srgbClr val="585858"/>
                </a:solidFill>
                <a:latin typeface="Calibri"/>
                <a:cs typeface="Calibri"/>
              </a:rPr>
              <a:t>et</a:t>
            </a:r>
            <a:r>
              <a:rPr sz="1400" spc="140" dirty="0">
                <a:solidFill>
                  <a:srgbClr val="585858"/>
                </a:solidFill>
                <a:latin typeface="Calibri"/>
                <a:cs typeface="Calibri"/>
              </a:rPr>
              <a:t> </a:t>
            </a:r>
            <a:r>
              <a:rPr sz="1400" dirty="0">
                <a:solidFill>
                  <a:srgbClr val="585858"/>
                </a:solidFill>
                <a:latin typeface="Calibri"/>
                <a:cs typeface="Calibri"/>
              </a:rPr>
              <a:t>les</a:t>
            </a:r>
            <a:r>
              <a:rPr sz="1400" spc="150" dirty="0">
                <a:solidFill>
                  <a:srgbClr val="585858"/>
                </a:solidFill>
                <a:latin typeface="Calibri"/>
                <a:cs typeface="Calibri"/>
              </a:rPr>
              <a:t> </a:t>
            </a:r>
            <a:r>
              <a:rPr sz="1400" dirty="0">
                <a:solidFill>
                  <a:srgbClr val="585858"/>
                </a:solidFill>
                <a:latin typeface="Calibri"/>
                <a:cs typeface="Calibri"/>
              </a:rPr>
              <a:t>fichiers</a:t>
            </a:r>
            <a:r>
              <a:rPr sz="1400" spc="150" dirty="0">
                <a:solidFill>
                  <a:srgbClr val="585858"/>
                </a:solidFill>
                <a:latin typeface="Calibri"/>
                <a:cs typeface="Calibri"/>
              </a:rPr>
              <a:t> </a:t>
            </a:r>
            <a:r>
              <a:rPr sz="1400" dirty="0">
                <a:solidFill>
                  <a:srgbClr val="585858"/>
                </a:solidFill>
                <a:latin typeface="Calibri"/>
                <a:cs typeface="Calibri"/>
              </a:rPr>
              <a:t>de</a:t>
            </a:r>
            <a:r>
              <a:rPr sz="1400" spc="145" dirty="0">
                <a:solidFill>
                  <a:srgbClr val="585858"/>
                </a:solidFill>
                <a:latin typeface="Calibri"/>
                <a:cs typeface="Calibri"/>
              </a:rPr>
              <a:t> </a:t>
            </a:r>
            <a:r>
              <a:rPr sz="1400" dirty="0">
                <a:solidFill>
                  <a:srgbClr val="585858"/>
                </a:solidFill>
                <a:latin typeface="Calibri"/>
                <a:cs typeface="Calibri"/>
              </a:rPr>
              <a:t>code</a:t>
            </a:r>
            <a:r>
              <a:rPr sz="1400" spc="160" dirty="0">
                <a:solidFill>
                  <a:srgbClr val="585858"/>
                </a:solidFill>
                <a:latin typeface="Calibri"/>
                <a:cs typeface="Calibri"/>
              </a:rPr>
              <a:t> </a:t>
            </a:r>
            <a:r>
              <a:rPr sz="1400" dirty="0">
                <a:solidFill>
                  <a:srgbClr val="585858"/>
                </a:solidFill>
                <a:latin typeface="Calibri"/>
                <a:cs typeface="Calibri"/>
              </a:rPr>
              <a:t>source</a:t>
            </a:r>
            <a:r>
              <a:rPr sz="1400" spc="140" dirty="0">
                <a:solidFill>
                  <a:srgbClr val="585858"/>
                </a:solidFill>
                <a:latin typeface="Calibri"/>
                <a:cs typeface="Calibri"/>
              </a:rPr>
              <a:t> </a:t>
            </a:r>
            <a:r>
              <a:rPr sz="1400" dirty="0">
                <a:solidFill>
                  <a:srgbClr val="585858"/>
                </a:solidFill>
                <a:latin typeface="Calibri"/>
                <a:cs typeface="Calibri"/>
              </a:rPr>
              <a:t>(</a:t>
            </a:r>
            <a:r>
              <a:rPr sz="1400" b="1" dirty="0">
                <a:solidFill>
                  <a:srgbClr val="585858"/>
                </a:solidFill>
                <a:latin typeface="Calibri"/>
                <a:cs typeface="Calibri"/>
              </a:rPr>
              <a:t>/usr/src</a:t>
            </a:r>
            <a:r>
              <a:rPr sz="1400" dirty="0">
                <a:solidFill>
                  <a:srgbClr val="585858"/>
                </a:solidFill>
                <a:latin typeface="Calibri"/>
                <a:cs typeface="Calibri"/>
              </a:rPr>
              <a:t>).</a:t>
            </a:r>
            <a:r>
              <a:rPr sz="1400" spc="150" dirty="0">
                <a:solidFill>
                  <a:srgbClr val="585858"/>
                </a:solidFill>
                <a:latin typeface="Calibri"/>
                <a:cs typeface="Calibri"/>
              </a:rPr>
              <a:t> </a:t>
            </a:r>
            <a:r>
              <a:rPr sz="1400" dirty="0">
                <a:solidFill>
                  <a:srgbClr val="585858"/>
                </a:solidFill>
                <a:latin typeface="Calibri"/>
                <a:cs typeface="Calibri"/>
              </a:rPr>
              <a:t>On</a:t>
            </a:r>
            <a:r>
              <a:rPr sz="1400" spc="130" dirty="0">
                <a:solidFill>
                  <a:srgbClr val="585858"/>
                </a:solidFill>
                <a:latin typeface="Calibri"/>
                <a:cs typeface="Calibri"/>
              </a:rPr>
              <a:t> </a:t>
            </a:r>
            <a:r>
              <a:rPr sz="1400" dirty="0">
                <a:solidFill>
                  <a:srgbClr val="585858"/>
                </a:solidFill>
                <a:latin typeface="Calibri"/>
                <a:cs typeface="Calibri"/>
              </a:rPr>
              <a:t>y</a:t>
            </a:r>
            <a:r>
              <a:rPr sz="1400" spc="150" dirty="0">
                <a:solidFill>
                  <a:srgbClr val="585858"/>
                </a:solidFill>
                <a:latin typeface="Calibri"/>
                <a:cs typeface="Calibri"/>
              </a:rPr>
              <a:t> </a:t>
            </a:r>
            <a:r>
              <a:rPr sz="1400" dirty="0">
                <a:solidFill>
                  <a:srgbClr val="585858"/>
                </a:solidFill>
                <a:latin typeface="Calibri"/>
                <a:cs typeface="Calibri"/>
              </a:rPr>
              <a:t>retrouve</a:t>
            </a:r>
            <a:r>
              <a:rPr sz="1400" spc="145" dirty="0">
                <a:solidFill>
                  <a:srgbClr val="585858"/>
                </a:solidFill>
                <a:latin typeface="Calibri"/>
                <a:cs typeface="Calibri"/>
              </a:rPr>
              <a:t> </a:t>
            </a:r>
            <a:r>
              <a:rPr sz="1400" b="1" dirty="0">
                <a:solidFill>
                  <a:srgbClr val="585858"/>
                </a:solidFill>
                <a:latin typeface="Calibri"/>
                <a:cs typeface="Calibri"/>
              </a:rPr>
              <a:t>/usr/share</a:t>
            </a:r>
            <a:r>
              <a:rPr sz="1400" b="1" spc="135" dirty="0">
                <a:solidFill>
                  <a:srgbClr val="585858"/>
                </a:solidFill>
                <a:latin typeface="Calibri"/>
                <a:cs typeface="Calibri"/>
              </a:rPr>
              <a:t> </a:t>
            </a:r>
            <a:r>
              <a:rPr sz="1400" dirty="0">
                <a:solidFill>
                  <a:srgbClr val="585858"/>
                </a:solidFill>
                <a:latin typeface="Calibri"/>
                <a:cs typeface="Calibri"/>
              </a:rPr>
              <a:t>avec</a:t>
            </a:r>
            <a:r>
              <a:rPr sz="1400" spc="135" dirty="0">
                <a:solidFill>
                  <a:srgbClr val="585858"/>
                </a:solidFill>
                <a:latin typeface="Calibri"/>
                <a:cs typeface="Calibri"/>
              </a:rPr>
              <a:t> </a:t>
            </a:r>
            <a:r>
              <a:rPr sz="1400" dirty="0">
                <a:solidFill>
                  <a:srgbClr val="585858"/>
                </a:solidFill>
                <a:latin typeface="Calibri"/>
                <a:cs typeface="Calibri"/>
              </a:rPr>
              <a:t>les</a:t>
            </a:r>
            <a:r>
              <a:rPr sz="1400" spc="155" dirty="0">
                <a:solidFill>
                  <a:srgbClr val="585858"/>
                </a:solidFill>
                <a:latin typeface="Calibri"/>
                <a:cs typeface="Calibri"/>
              </a:rPr>
              <a:t> </a:t>
            </a:r>
            <a:r>
              <a:rPr sz="1400" dirty="0">
                <a:solidFill>
                  <a:srgbClr val="585858"/>
                </a:solidFill>
                <a:latin typeface="Calibri"/>
                <a:cs typeface="Calibri"/>
              </a:rPr>
              <a:t>éléments</a:t>
            </a:r>
            <a:r>
              <a:rPr sz="1400" spc="150" dirty="0">
                <a:solidFill>
                  <a:srgbClr val="585858"/>
                </a:solidFill>
                <a:latin typeface="Calibri"/>
                <a:cs typeface="Calibri"/>
              </a:rPr>
              <a:t> </a:t>
            </a:r>
            <a:r>
              <a:rPr sz="1400" dirty="0">
                <a:solidFill>
                  <a:srgbClr val="585858"/>
                </a:solidFill>
                <a:latin typeface="Calibri"/>
                <a:cs typeface="Calibri"/>
              </a:rPr>
              <a:t>partagés</a:t>
            </a:r>
            <a:r>
              <a:rPr sz="1400" spc="150" dirty="0">
                <a:solidFill>
                  <a:srgbClr val="585858"/>
                </a:solidFill>
                <a:latin typeface="Calibri"/>
                <a:cs typeface="Calibri"/>
              </a:rPr>
              <a:t> </a:t>
            </a:r>
            <a:r>
              <a:rPr sz="1400" dirty="0">
                <a:solidFill>
                  <a:srgbClr val="585858"/>
                </a:solidFill>
                <a:latin typeface="Calibri"/>
                <a:cs typeface="Calibri"/>
              </a:rPr>
              <a:t>indépendants</a:t>
            </a:r>
            <a:r>
              <a:rPr sz="1400" spc="155" dirty="0">
                <a:solidFill>
                  <a:srgbClr val="585858"/>
                </a:solidFill>
                <a:latin typeface="Calibri"/>
                <a:cs typeface="Calibri"/>
              </a:rPr>
              <a:t> </a:t>
            </a:r>
            <a:r>
              <a:rPr sz="1400" spc="-25" dirty="0">
                <a:solidFill>
                  <a:srgbClr val="585858"/>
                </a:solidFill>
                <a:latin typeface="Calibri"/>
                <a:cs typeface="Calibri"/>
              </a:rPr>
              <a:t>de </a:t>
            </a:r>
            <a:r>
              <a:rPr sz="1400" spc="-10" dirty="0">
                <a:solidFill>
                  <a:srgbClr val="585858"/>
                </a:solidFill>
                <a:latin typeface="Calibri"/>
                <a:cs typeface="Calibri"/>
              </a:rPr>
              <a:t>l'architecture</a:t>
            </a:r>
            <a:r>
              <a:rPr sz="1400" spc="10" dirty="0">
                <a:solidFill>
                  <a:srgbClr val="585858"/>
                </a:solidFill>
                <a:latin typeface="Calibri"/>
                <a:cs typeface="Calibri"/>
              </a:rPr>
              <a:t> </a:t>
            </a:r>
            <a:r>
              <a:rPr sz="1400" spc="-10" dirty="0">
                <a:solidFill>
                  <a:srgbClr val="585858"/>
                </a:solidFill>
                <a:latin typeface="Calibri"/>
                <a:cs typeface="Calibri"/>
              </a:rPr>
              <a:t>(documentation,</a:t>
            </a:r>
            <a:r>
              <a:rPr sz="1400" spc="-40" dirty="0">
                <a:solidFill>
                  <a:srgbClr val="585858"/>
                </a:solidFill>
                <a:latin typeface="Calibri"/>
                <a:cs typeface="Calibri"/>
              </a:rPr>
              <a:t> </a:t>
            </a:r>
            <a:r>
              <a:rPr sz="1400" dirty="0">
                <a:solidFill>
                  <a:srgbClr val="585858"/>
                </a:solidFill>
                <a:latin typeface="Calibri"/>
                <a:cs typeface="Calibri"/>
              </a:rPr>
              <a:t>icônes,</a:t>
            </a:r>
            <a:r>
              <a:rPr sz="1400" spc="-5" dirty="0">
                <a:solidFill>
                  <a:srgbClr val="585858"/>
                </a:solidFill>
                <a:latin typeface="Calibri"/>
                <a:cs typeface="Calibri"/>
              </a:rPr>
              <a:t> </a:t>
            </a:r>
            <a:r>
              <a:rPr sz="1400" dirty="0">
                <a:solidFill>
                  <a:srgbClr val="585858"/>
                </a:solidFill>
                <a:latin typeface="Calibri"/>
                <a:cs typeface="Calibri"/>
              </a:rPr>
              <a:t>...).</a:t>
            </a:r>
            <a:r>
              <a:rPr sz="1400" spc="-70" dirty="0">
                <a:solidFill>
                  <a:srgbClr val="585858"/>
                </a:solidFill>
                <a:latin typeface="Calibri"/>
                <a:cs typeface="Calibri"/>
              </a:rPr>
              <a:t> </a:t>
            </a:r>
            <a:r>
              <a:rPr sz="1400" dirty="0">
                <a:solidFill>
                  <a:srgbClr val="585858"/>
                </a:solidFill>
                <a:latin typeface="Calibri"/>
                <a:cs typeface="Calibri"/>
              </a:rPr>
              <a:t>Dans</a:t>
            </a:r>
            <a:r>
              <a:rPr sz="1400" spc="-30" dirty="0">
                <a:solidFill>
                  <a:srgbClr val="585858"/>
                </a:solidFill>
                <a:latin typeface="Calibri"/>
                <a:cs typeface="Calibri"/>
              </a:rPr>
              <a:t> </a:t>
            </a:r>
            <a:r>
              <a:rPr sz="1400" b="1" dirty="0">
                <a:solidFill>
                  <a:srgbClr val="585858"/>
                </a:solidFill>
                <a:latin typeface="Calibri"/>
                <a:cs typeface="Calibri"/>
              </a:rPr>
              <a:t>/usr/local</a:t>
            </a:r>
            <a:r>
              <a:rPr sz="1400" b="1" spc="-30" dirty="0">
                <a:solidFill>
                  <a:srgbClr val="585858"/>
                </a:solidFill>
                <a:latin typeface="Calibri"/>
                <a:cs typeface="Calibri"/>
              </a:rPr>
              <a:t> </a:t>
            </a:r>
            <a:r>
              <a:rPr sz="1400" dirty="0">
                <a:solidFill>
                  <a:srgbClr val="585858"/>
                </a:solidFill>
                <a:latin typeface="Calibri"/>
                <a:cs typeface="Calibri"/>
              </a:rPr>
              <a:t>on</a:t>
            </a:r>
            <a:r>
              <a:rPr sz="1400" spc="-25" dirty="0">
                <a:solidFill>
                  <a:srgbClr val="585858"/>
                </a:solidFill>
                <a:latin typeface="Calibri"/>
                <a:cs typeface="Calibri"/>
              </a:rPr>
              <a:t> </a:t>
            </a:r>
            <a:r>
              <a:rPr sz="1400" dirty="0">
                <a:solidFill>
                  <a:srgbClr val="585858"/>
                </a:solidFill>
                <a:latin typeface="Calibri"/>
                <a:cs typeface="Calibri"/>
              </a:rPr>
              <a:t>pourra installer</a:t>
            </a:r>
            <a:r>
              <a:rPr sz="1400" spc="-5" dirty="0">
                <a:solidFill>
                  <a:srgbClr val="585858"/>
                </a:solidFill>
                <a:latin typeface="Calibri"/>
                <a:cs typeface="Calibri"/>
              </a:rPr>
              <a:t> </a:t>
            </a:r>
            <a:r>
              <a:rPr sz="1400" dirty="0">
                <a:solidFill>
                  <a:srgbClr val="585858"/>
                </a:solidFill>
                <a:latin typeface="Calibri"/>
                <a:cs typeface="Calibri"/>
              </a:rPr>
              <a:t>les</a:t>
            </a:r>
            <a:r>
              <a:rPr sz="1400" spc="-5" dirty="0">
                <a:solidFill>
                  <a:srgbClr val="585858"/>
                </a:solidFill>
                <a:latin typeface="Calibri"/>
                <a:cs typeface="Calibri"/>
              </a:rPr>
              <a:t> </a:t>
            </a:r>
            <a:r>
              <a:rPr sz="1400" spc="-10" dirty="0">
                <a:solidFill>
                  <a:srgbClr val="585858"/>
                </a:solidFill>
                <a:latin typeface="Calibri"/>
                <a:cs typeface="Calibri"/>
              </a:rPr>
              <a:t>programmes </a:t>
            </a:r>
            <a:r>
              <a:rPr sz="1400" dirty="0">
                <a:solidFill>
                  <a:srgbClr val="585858"/>
                </a:solidFill>
                <a:latin typeface="Calibri"/>
                <a:cs typeface="Calibri"/>
              </a:rPr>
              <a:t>compilés</a:t>
            </a:r>
            <a:r>
              <a:rPr sz="1400" spc="-10" dirty="0">
                <a:solidFill>
                  <a:srgbClr val="585858"/>
                </a:solidFill>
                <a:latin typeface="Calibri"/>
                <a:cs typeface="Calibri"/>
              </a:rPr>
              <a:t> </a:t>
            </a:r>
            <a:r>
              <a:rPr sz="1400" dirty="0">
                <a:solidFill>
                  <a:srgbClr val="585858"/>
                </a:solidFill>
                <a:latin typeface="Calibri"/>
                <a:cs typeface="Calibri"/>
              </a:rPr>
              <a:t>manuellement</a:t>
            </a:r>
            <a:r>
              <a:rPr sz="1400" spc="-10" dirty="0">
                <a:solidFill>
                  <a:srgbClr val="585858"/>
                </a:solidFill>
                <a:latin typeface="Calibri"/>
                <a:cs typeface="Calibri"/>
              </a:rPr>
              <a:t> </a:t>
            </a:r>
            <a:r>
              <a:rPr sz="1400" dirty="0">
                <a:solidFill>
                  <a:srgbClr val="585858"/>
                </a:solidFill>
                <a:latin typeface="Calibri"/>
                <a:cs typeface="Calibri"/>
              </a:rPr>
              <a:t>sur</a:t>
            </a:r>
            <a:r>
              <a:rPr sz="1400" spc="-30" dirty="0">
                <a:solidFill>
                  <a:srgbClr val="585858"/>
                </a:solidFill>
                <a:latin typeface="Calibri"/>
                <a:cs typeface="Calibri"/>
              </a:rPr>
              <a:t> </a:t>
            </a:r>
            <a:r>
              <a:rPr sz="1400" dirty="0">
                <a:solidFill>
                  <a:srgbClr val="585858"/>
                </a:solidFill>
                <a:latin typeface="Calibri"/>
                <a:cs typeface="Calibri"/>
              </a:rPr>
              <a:t>le</a:t>
            </a:r>
            <a:r>
              <a:rPr sz="1400" spc="-20" dirty="0">
                <a:solidFill>
                  <a:srgbClr val="585858"/>
                </a:solidFill>
                <a:latin typeface="Calibri"/>
                <a:cs typeface="Calibri"/>
              </a:rPr>
              <a:t> </a:t>
            </a:r>
            <a:r>
              <a:rPr sz="1400" spc="-10" dirty="0">
                <a:solidFill>
                  <a:srgbClr val="585858"/>
                </a:solidFill>
                <a:latin typeface="Calibri"/>
                <a:cs typeface="Calibri"/>
              </a:rPr>
              <a:t>système.</a:t>
            </a:r>
            <a:endParaRPr sz="1400" dirty="0">
              <a:latin typeface="Calibri"/>
              <a:cs typeface="Calibri"/>
            </a:endParaRPr>
          </a:p>
        </p:txBody>
      </p:sp>
      <p:sp>
        <p:nvSpPr>
          <p:cNvPr id="17" name="object 11"/>
          <p:cNvSpPr txBox="1">
            <a:spLocks noGrp="1"/>
          </p:cNvSpPr>
          <p:nvPr>
            <p:ph type="title"/>
          </p:nvPr>
        </p:nvSpPr>
        <p:spPr>
          <a:xfrm>
            <a:off x="228600" y="304800"/>
            <a:ext cx="11664492" cy="453020"/>
          </a:xfrm>
          <a:prstGeom prst="rect">
            <a:avLst/>
          </a:prstGeom>
        </p:spPr>
        <p:txBody>
          <a:bodyPr vert="horz" wrap="square" lIns="0" tIns="143839" rIns="0" bIns="0" rtlCol="0">
            <a:spAutoFit/>
          </a:bodyPr>
          <a:lstStyle/>
          <a:p>
            <a:pPr marL="6985">
              <a:lnSpc>
                <a:spcPct val="100000"/>
              </a:lnSpc>
              <a:spcBef>
                <a:spcPts val="445"/>
              </a:spcBef>
            </a:pPr>
            <a:r>
              <a:rPr dirty="0" smtClean="0">
                <a:solidFill>
                  <a:srgbClr val="2E5496"/>
                </a:solidFill>
              </a:rPr>
              <a:t>0</a:t>
            </a:r>
            <a:r>
              <a:rPr lang="fr-FR" dirty="0" smtClean="0">
                <a:solidFill>
                  <a:srgbClr val="2E5496"/>
                </a:solidFill>
              </a:rPr>
              <a:t>6</a:t>
            </a:r>
            <a:r>
              <a:rPr spc="-45" dirty="0" smtClean="0">
                <a:solidFill>
                  <a:srgbClr val="2E5496"/>
                </a:solidFill>
              </a:rPr>
              <a:t> </a:t>
            </a:r>
            <a:r>
              <a:rPr dirty="0">
                <a:solidFill>
                  <a:srgbClr val="2E5496"/>
                </a:solidFill>
              </a:rPr>
              <a:t>–</a:t>
            </a:r>
            <a:r>
              <a:rPr spc="-25" dirty="0">
                <a:solidFill>
                  <a:srgbClr val="2E5496"/>
                </a:solidFill>
              </a:rPr>
              <a:t> </a:t>
            </a:r>
            <a:r>
              <a:rPr lang="fr-FR" dirty="0" smtClean="0">
                <a:solidFill>
                  <a:srgbClr val="2E5496"/>
                </a:solidFill>
              </a:rPr>
              <a:t>A</a:t>
            </a:r>
            <a:r>
              <a:rPr lang="fr-FR" spc="-10" dirty="0" smtClean="0">
                <a:solidFill>
                  <a:srgbClr val="2E5496"/>
                </a:solidFill>
              </a:rPr>
              <a:t>rborescence</a:t>
            </a:r>
            <a:r>
              <a:rPr lang="fr-FR" spc="-40" dirty="0" smtClean="0">
                <a:solidFill>
                  <a:srgbClr val="2E5496"/>
                </a:solidFill>
              </a:rPr>
              <a:t> </a:t>
            </a:r>
            <a:r>
              <a:rPr lang="fr-FR" dirty="0">
                <a:solidFill>
                  <a:srgbClr val="2E5496"/>
                </a:solidFill>
              </a:rPr>
              <a:t>du</a:t>
            </a:r>
            <a:r>
              <a:rPr lang="fr-FR" spc="5" dirty="0">
                <a:solidFill>
                  <a:srgbClr val="2E5496"/>
                </a:solidFill>
              </a:rPr>
              <a:t> </a:t>
            </a:r>
            <a:r>
              <a:rPr lang="fr-FR" spc="-10" dirty="0">
                <a:solidFill>
                  <a:srgbClr val="2E5496"/>
                </a:solidFill>
              </a:rPr>
              <a:t>système</a:t>
            </a:r>
            <a:r>
              <a:rPr lang="fr-FR" spc="-65" dirty="0">
                <a:solidFill>
                  <a:srgbClr val="2E5496"/>
                </a:solidFill>
              </a:rPr>
              <a:t> </a:t>
            </a:r>
            <a:r>
              <a:rPr lang="fr-FR" dirty="0">
                <a:solidFill>
                  <a:srgbClr val="2E5496"/>
                </a:solidFill>
              </a:rPr>
              <a:t>de</a:t>
            </a:r>
            <a:r>
              <a:rPr lang="fr-FR" spc="-20" dirty="0">
                <a:solidFill>
                  <a:srgbClr val="2E5496"/>
                </a:solidFill>
              </a:rPr>
              <a:t> </a:t>
            </a:r>
            <a:r>
              <a:rPr lang="fr-FR" spc="-10" dirty="0" smtClean="0">
                <a:solidFill>
                  <a:srgbClr val="2E5496"/>
                </a:solidFill>
              </a:rPr>
              <a:t>fichiers Linux</a:t>
            </a:r>
            <a:endParaRPr spc="-20" dirty="0">
              <a:solidFill>
                <a:srgbClr val="2E5496"/>
              </a:solidFill>
            </a:endParaRPr>
          </a:p>
        </p:txBody>
      </p:sp>
      <p:sp>
        <p:nvSpPr>
          <p:cNvPr id="19" name="object 7"/>
          <p:cNvSpPr txBox="1"/>
          <p:nvPr/>
        </p:nvSpPr>
        <p:spPr>
          <a:xfrm>
            <a:off x="105040" y="4887317"/>
            <a:ext cx="247119" cy="137164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CHPITRE 6</a:t>
            </a:r>
            <a:endParaRPr sz="1900" dirty="0">
              <a:latin typeface="Calibri"/>
              <a:cs typeface="Calibri"/>
            </a:endParaRPr>
          </a:p>
        </p:txBody>
      </p:sp>
    </p:spTree>
    <p:extLst>
      <p:ext uri="{BB962C8B-B14F-4D97-AF65-F5344CB8AC3E}">
        <p14:creationId xmlns:p14="http://schemas.microsoft.com/office/powerpoint/2010/main" val="29683204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2"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35</a:t>
            </a:fld>
            <a:endParaRPr spc="-25" dirty="0"/>
          </a:p>
        </p:txBody>
      </p:sp>
      <p:sp>
        <p:nvSpPr>
          <p:cNvPr id="12" name="object 12"/>
          <p:cNvSpPr txBox="1"/>
          <p:nvPr/>
        </p:nvSpPr>
        <p:spPr>
          <a:xfrm>
            <a:off x="798982" y="1602105"/>
            <a:ext cx="10586085" cy="721351"/>
          </a:xfrm>
          <a:prstGeom prst="rect">
            <a:avLst/>
          </a:prstGeom>
        </p:spPr>
        <p:txBody>
          <a:bodyPr vert="horz" wrap="square" lIns="0" tIns="13335" rIns="0" bIns="0" rtlCol="0">
            <a:spAutoFit/>
          </a:bodyPr>
          <a:lstStyle/>
          <a:p>
            <a:pPr>
              <a:lnSpc>
                <a:spcPct val="100000"/>
              </a:lnSpc>
              <a:spcBef>
                <a:spcPts val="30"/>
              </a:spcBef>
            </a:pPr>
            <a:endParaRPr dirty="0">
              <a:latin typeface="Calibri"/>
              <a:cs typeface="Calibri"/>
            </a:endParaRPr>
          </a:p>
          <a:p>
            <a:pPr marL="12700">
              <a:lnSpc>
                <a:spcPct val="100000"/>
              </a:lnSpc>
            </a:pPr>
            <a:r>
              <a:rPr sz="1400" dirty="0">
                <a:solidFill>
                  <a:srgbClr val="585858"/>
                </a:solidFill>
                <a:latin typeface="Calibri"/>
                <a:cs typeface="Calibri"/>
              </a:rPr>
              <a:t>Afin</a:t>
            </a:r>
            <a:r>
              <a:rPr sz="1400" spc="-5" dirty="0">
                <a:solidFill>
                  <a:srgbClr val="585858"/>
                </a:solidFill>
                <a:latin typeface="Calibri"/>
                <a:cs typeface="Calibri"/>
              </a:rPr>
              <a:t> </a:t>
            </a:r>
            <a:r>
              <a:rPr sz="1400" dirty="0">
                <a:solidFill>
                  <a:srgbClr val="585858"/>
                </a:solidFill>
                <a:latin typeface="Calibri"/>
                <a:cs typeface="Calibri"/>
              </a:rPr>
              <a:t>de</a:t>
            </a:r>
            <a:r>
              <a:rPr sz="1400" spc="5" dirty="0">
                <a:solidFill>
                  <a:srgbClr val="585858"/>
                </a:solidFill>
                <a:latin typeface="Calibri"/>
                <a:cs typeface="Calibri"/>
              </a:rPr>
              <a:t> </a:t>
            </a:r>
            <a:r>
              <a:rPr sz="1400" dirty="0">
                <a:solidFill>
                  <a:srgbClr val="585858"/>
                </a:solidFill>
                <a:latin typeface="Calibri"/>
                <a:cs typeface="Calibri"/>
              </a:rPr>
              <a:t>permettre</a:t>
            </a:r>
            <a:r>
              <a:rPr sz="1400" spc="10" dirty="0">
                <a:solidFill>
                  <a:srgbClr val="585858"/>
                </a:solidFill>
                <a:latin typeface="Calibri"/>
                <a:cs typeface="Calibri"/>
              </a:rPr>
              <a:t> </a:t>
            </a:r>
            <a:r>
              <a:rPr sz="1400" dirty="0">
                <a:solidFill>
                  <a:srgbClr val="585858"/>
                </a:solidFill>
                <a:latin typeface="Calibri"/>
                <a:cs typeface="Calibri"/>
              </a:rPr>
              <a:t>à</a:t>
            </a:r>
            <a:r>
              <a:rPr sz="1400" spc="25" dirty="0">
                <a:solidFill>
                  <a:srgbClr val="585858"/>
                </a:solidFill>
                <a:latin typeface="Calibri"/>
                <a:cs typeface="Calibri"/>
              </a:rPr>
              <a:t> </a:t>
            </a:r>
            <a:r>
              <a:rPr sz="1400" dirty="0">
                <a:solidFill>
                  <a:srgbClr val="585858"/>
                </a:solidFill>
                <a:latin typeface="Calibri"/>
                <a:cs typeface="Calibri"/>
              </a:rPr>
              <a:t>l’utilisateur</a:t>
            </a:r>
            <a:r>
              <a:rPr sz="1400" spc="20" dirty="0">
                <a:solidFill>
                  <a:srgbClr val="585858"/>
                </a:solidFill>
                <a:latin typeface="Calibri"/>
                <a:cs typeface="Calibri"/>
              </a:rPr>
              <a:t> </a:t>
            </a:r>
            <a:r>
              <a:rPr sz="1400" dirty="0">
                <a:solidFill>
                  <a:srgbClr val="585858"/>
                </a:solidFill>
                <a:latin typeface="Calibri"/>
                <a:cs typeface="Calibri"/>
              </a:rPr>
              <a:t>la</a:t>
            </a:r>
            <a:r>
              <a:rPr sz="1400" spc="5" dirty="0">
                <a:solidFill>
                  <a:srgbClr val="585858"/>
                </a:solidFill>
                <a:latin typeface="Calibri"/>
                <a:cs typeface="Calibri"/>
              </a:rPr>
              <a:t> </a:t>
            </a:r>
            <a:r>
              <a:rPr sz="1400" dirty="0">
                <a:solidFill>
                  <a:srgbClr val="585858"/>
                </a:solidFill>
                <a:latin typeface="Calibri"/>
                <a:cs typeface="Calibri"/>
              </a:rPr>
              <a:t>gestion du système</a:t>
            </a:r>
            <a:r>
              <a:rPr sz="1400" spc="10" dirty="0">
                <a:solidFill>
                  <a:srgbClr val="585858"/>
                </a:solidFill>
                <a:latin typeface="Calibri"/>
                <a:cs typeface="Calibri"/>
              </a:rPr>
              <a:t> </a:t>
            </a:r>
            <a:r>
              <a:rPr sz="1400" dirty="0">
                <a:solidFill>
                  <a:srgbClr val="585858"/>
                </a:solidFill>
                <a:latin typeface="Calibri"/>
                <a:cs typeface="Calibri"/>
              </a:rPr>
              <a:t>de</a:t>
            </a:r>
            <a:r>
              <a:rPr sz="1400" spc="5" dirty="0">
                <a:solidFill>
                  <a:srgbClr val="585858"/>
                </a:solidFill>
                <a:latin typeface="Calibri"/>
                <a:cs typeface="Calibri"/>
              </a:rPr>
              <a:t> </a:t>
            </a:r>
            <a:r>
              <a:rPr sz="1400" spc="-10" dirty="0">
                <a:solidFill>
                  <a:srgbClr val="585858"/>
                </a:solidFill>
                <a:latin typeface="Calibri"/>
                <a:cs typeface="Calibri"/>
              </a:rPr>
              <a:t>fichier,</a:t>
            </a:r>
            <a:r>
              <a:rPr sz="1400" dirty="0">
                <a:solidFill>
                  <a:srgbClr val="585858"/>
                </a:solidFill>
                <a:latin typeface="Calibri"/>
                <a:cs typeface="Calibri"/>
              </a:rPr>
              <a:t> Linux</a:t>
            </a:r>
            <a:r>
              <a:rPr sz="1400" spc="15" dirty="0">
                <a:solidFill>
                  <a:srgbClr val="585858"/>
                </a:solidFill>
                <a:latin typeface="Calibri"/>
                <a:cs typeface="Calibri"/>
              </a:rPr>
              <a:t> </a:t>
            </a:r>
            <a:r>
              <a:rPr sz="1400" dirty="0">
                <a:solidFill>
                  <a:srgbClr val="585858"/>
                </a:solidFill>
                <a:latin typeface="Calibri"/>
                <a:cs typeface="Calibri"/>
              </a:rPr>
              <a:t>propose</a:t>
            </a:r>
            <a:r>
              <a:rPr sz="1400" spc="5" dirty="0">
                <a:solidFill>
                  <a:srgbClr val="585858"/>
                </a:solidFill>
                <a:latin typeface="Calibri"/>
                <a:cs typeface="Calibri"/>
              </a:rPr>
              <a:t> </a:t>
            </a:r>
            <a:r>
              <a:rPr sz="1400" dirty="0">
                <a:solidFill>
                  <a:srgbClr val="585858"/>
                </a:solidFill>
                <a:latin typeface="Calibri"/>
                <a:cs typeface="Calibri"/>
              </a:rPr>
              <a:t>un</a:t>
            </a:r>
            <a:r>
              <a:rPr sz="1400" spc="-5" dirty="0">
                <a:solidFill>
                  <a:srgbClr val="585858"/>
                </a:solidFill>
                <a:latin typeface="Calibri"/>
                <a:cs typeface="Calibri"/>
              </a:rPr>
              <a:t> </a:t>
            </a:r>
            <a:r>
              <a:rPr sz="1400" dirty="0">
                <a:solidFill>
                  <a:srgbClr val="585858"/>
                </a:solidFill>
                <a:latin typeface="Calibri"/>
                <a:cs typeface="Calibri"/>
              </a:rPr>
              <a:t>ensemble</a:t>
            </a:r>
            <a:r>
              <a:rPr sz="1400" spc="10" dirty="0">
                <a:solidFill>
                  <a:srgbClr val="585858"/>
                </a:solidFill>
                <a:latin typeface="Calibri"/>
                <a:cs typeface="Calibri"/>
              </a:rPr>
              <a:t> </a:t>
            </a:r>
            <a:r>
              <a:rPr sz="1400" dirty="0">
                <a:solidFill>
                  <a:srgbClr val="585858"/>
                </a:solidFill>
                <a:latin typeface="Calibri"/>
                <a:cs typeface="Calibri"/>
              </a:rPr>
              <a:t>de</a:t>
            </a:r>
            <a:r>
              <a:rPr sz="1400" spc="10" dirty="0">
                <a:solidFill>
                  <a:srgbClr val="585858"/>
                </a:solidFill>
                <a:latin typeface="Calibri"/>
                <a:cs typeface="Calibri"/>
              </a:rPr>
              <a:t> </a:t>
            </a:r>
            <a:r>
              <a:rPr sz="1400" dirty="0">
                <a:solidFill>
                  <a:srgbClr val="585858"/>
                </a:solidFill>
                <a:latin typeface="Calibri"/>
                <a:cs typeface="Calibri"/>
              </a:rPr>
              <a:t>commandes</a:t>
            </a:r>
            <a:r>
              <a:rPr sz="1400" spc="15" dirty="0">
                <a:solidFill>
                  <a:srgbClr val="585858"/>
                </a:solidFill>
                <a:latin typeface="Calibri"/>
                <a:cs typeface="Calibri"/>
              </a:rPr>
              <a:t> </a:t>
            </a:r>
            <a:r>
              <a:rPr sz="1400" dirty="0">
                <a:solidFill>
                  <a:srgbClr val="585858"/>
                </a:solidFill>
                <a:latin typeface="Calibri"/>
                <a:cs typeface="Calibri"/>
              </a:rPr>
              <a:t>de</a:t>
            </a:r>
            <a:r>
              <a:rPr sz="1400" spc="10" dirty="0">
                <a:solidFill>
                  <a:srgbClr val="585858"/>
                </a:solidFill>
                <a:latin typeface="Calibri"/>
                <a:cs typeface="Calibri"/>
              </a:rPr>
              <a:t> </a:t>
            </a:r>
            <a:r>
              <a:rPr sz="1400" dirty="0">
                <a:solidFill>
                  <a:srgbClr val="585858"/>
                </a:solidFill>
                <a:latin typeface="Calibri"/>
                <a:cs typeface="Calibri"/>
              </a:rPr>
              <a:t>base</a:t>
            </a:r>
            <a:r>
              <a:rPr sz="1400" spc="5" dirty="0">
                <a:solidFill>
                  <a:srgbClr val="585858"/>
                </a:solidFill>
                <a:latin typeface="Calibri"/>
                <a:cs typeface="Calibri"/>
              </a:rPr>
              <a:t> </a:t>
            </a:r>
            <a:r>
              <a:rPr sz="1400" dirty="0">
                <a:solidFill>
                  <a:srgbClr val="585858"/>
                </a:solidFill>
                <a:latin typeface="Calibri"/>
                <a:cs typeface="Calibri"/>
              </a:rPr>
              <a:t>permettant</a:t>
            </a:r>
            <a:r>
              <a:rPr sz="1400" spc="10" dirty="0">
                <a:solidFill>
                  <a:srgbClr val="585858"/>
                </a:solidFill>
                <a:latin typeface="Calibri"/>
                <a:cs typeface="Calibri"/>
              </a:rPr>
              <a:t> </a:t>
            </a:r>
            <a:r>
              <a:rPr sz="1400" dirty="0">
                <a:solidFill>
                  <a:srgbClr val="585858"/>
                </a:solidFill>
                <a:latin typeface="Calibri"/>
                <a:cs typeface="Calibri"/>
              </a:rPr>
              <a:t>la</a:t>
            </a:r>
            <a:r>
              <a:rPr sz="1400" spc="5" dirty="0">
                <a:solidFill>
                  <a:srgbClr val="585858"/>
                </a:solidFill>
                <a:latin typeface="Calibri"/>
                <a:cs typeface="Calibri"/>
              </a:rPr>
              <a:t> </a:t>
            </a:r>
            <a:r>
              <a:rPr sz="1400" dirty="0">
                <a:solidFill>
                  <a:srgbClr val="585858"/>
                </a:solidFill>
                <a:latin typeface="Calibri"/>
                <a:cs typeface="Calibri"/>
              </a:rPr>
              <a:t>manipulation des</a:t>
            </a:r>
            <a:r>
              <a:rPr sz="1400" spc="15" dirty="0">
                <a:solidFill>
                  <a:srgbClr val="585858"/>
                </a:solidFill>
                <a:latin typeface="Calibri"/>
                <a:cs typeface="Calibri"/>
              </a:rPr>
              <a:t> </a:t>
            </a:r>
            <a:r>
              <a:rPr sz="1400" dirty="0">
                <a:solidFill>
                  <a:srgbClr val="585858"/>
                </a:solidFill>
                <a:latin typeface="Calibri"/>
                <a:cs typeface="Calibri"/>
              </a:rPr>
              <a:t>fichiers</a:t>
            </a:r>
            <a:r>
              <a:rPr sz="1400" spc="15" dirty="0">
                <a:solidFill>
                  <a:srgbClr val="585858"/>
                </a:solidFill>
                <a:latin typeface="Calibri"/>
                <a:cs typeface="Calibri"/>
              </a:rPr>
              <a:t> </a:t>
            </a:r>
            <a:r>
              <a:rPr sz="1400" dirty="0" err="1">
                <a:solidFill>
                  <a:srgbClr val="585858"/>
                </a:solidFill>
                <a:latin typeface="Calibri"/>
                <a:cs typeface="Calibri"/>
              </a:rPr>
              <a:t>décrits</a:t>
            </a:r>
            <a:r>
              <a:rPr sz="1400" spc="15" dirty="0">
                <a:solidFill>
                  <a:srgbClr val="585858"/>
                </a:solidFill>
                <a:latin typeface="Calibri"/>
                <a:cs typeface="Calibri"/>
              </a:rPr>
              <a:t> </a:t>
            </a:r>
            <a:r>
              <a:rPr sz="1400" spc="-20" dirty="0" err="1" smtClean="0">
                <a:solidFill>
                  <a:srgbClr val="585858"/>
                </a:solidFill>
                <a:latin typeface="Calibri"/>
                <a:cs typeface="Calibri"/>
              </a:rPr>
              <a:t>dans</a:t>
            </a:r>
            <a:r>
              <a:rPr lang="fr-FR" sz="1400" dirty="0">
                <a:latin typeface="Calibri"/>
                <a:cs typeface="Calibri"/>
              </a:rPr>
              <a:t> </a:t>
            </a:r>
            <a:r>
              <a:rPr sz="1400" dirty="0" smtClean="0">
                <a:solidFill>
                  <a:srgbClr val="585858"/>
                </a:solidFill>
                <a:latin typeface="Calibri"/>
                <a:cs typeface="Calibri"/>
              </a:rPr>
              <a:t>la </a:t>
            </a:r>
            <a:r>
              <a:rPr sz="1400" spc="-20" dirty="0" smtClean="0">
                <a:solidFill>
                  <a:srgbClr val="585858"/>
                </a:solidFill>
                <a:latin typeface="Calibri"/>
                <a:cs typeface="Calibri"/>
              </a:rPr>
              <a:t>Table</a:t>
            </a:r>
            <a:r>
              <a:rPr lang="fr-FR" sz="1400" spc="-20" dirty="0" smtClean="0">
                <a:solidFill>
                  <a:srgbClr val="585858"/>
                </a:solidFill>
                <a:latin typeface="Calibri"/>
                <a:cs typeface="Calibri"/>
              </a:rPr>
              <a:t> 1</a:t>
            </a:r>
            <a:r>
              <a:rPr sz="1400" spc="-20" dirty="0" smtClean="0">
                <a:solidFill>
                  <a:srgbClr val="585858"/>
                </a:solidFill>
                <a:latin typeface="Calibri"/>
                <a:cs typeface="Calibri"/>
              </a:rPr>
              <a:t>,</a:t>
            </a:r>
            <a:r>
              <a:rPr sz="1400" spc="10" dirty="0" smtClean="0">
                <a:solidFill>
                  <a:srgbClr val="585858"/>
                </a:solidFill>
                <a:latin typeface="Calibri"/>
                <a:cs typeface="Calibri"/>
              </a:rPr>
              <a:t> </a:t>
            </a:r>
            <a:r>
              <a:rPr lang="fr-FR" sz="1400" dirty="0">
                <a:solidFill>
                  <a:srgbClr val="585858"/>
                </a:solidFill>
                <a:latin typeface="Calibri"/>
                <a:cs typeface="Calibri"/>
              </a:rPr>
              <a:t>2</a:t>
            </a:r>
            <a:r>
              <a:rPr sz="1400" spc="-5" dirty="0" smtClean="0">
                <a:solidFill>
                  <a:srgbClr val="585858"/>
                </a:solidFill>
                <a:latin typeface="Calibri"/>
                <a:cs typeface="Calibri"/>
              </a:rPr>
              <a:t> </a:t>
            </a:r>
            <a:r>
              <a:rPr sz="1400" dirty="0">
                <a:solidFill>
                  <a:srgbClr val="585858"/>
                </a:solidFill>
                <a:latin typeface="Calibri"/>
                <a:cs typeface="Calibri"/>
              </a:rPr>
              <a:t>et</a:t>
            </a:r>
            <a:r>
              <a:rPr sz="1400" spc="-20" dirty="0">
                <a:solidFill>
                  <a:srgbClr val="585858"/>
                </a:solidFill>
                <a:latin typeface="Calibri"/>
                <a:cs typeface="Calibri"/>
              </a:rPr>
              <a:t> </a:t>
            </a:r>
            <a:r>
              <a:rPr lang="fr-FR" sz="1400" spc="-25" dirty="0">
                <a:solidFill>
                  <a:srgbClr val="585858"/>
                </a:solidFill>
                <a:latin typeface="Calibri"/>
                <a:cs typeface="Calibri"/>
              </a:rPr>
              <a:t>3</a:t>
            </a:r>
            <a:r>
              <a:rPr sz="1400" spc="-25" dirty="0" smtClean="0">
                <a:solidFill>
                  <a:srgbClr val="585858"/>
                </a:solidFill>
                <a:latin typeface="Calibri"/>
                <a:cs typeface="Calibri"/>
              </a:rPr>
              <a:t>.</a:t>
            </a:r>
            <a:endParaRPr sz="1400" dirty="0">
              <a:latin typeface="Calibri"/>
              <a:cs typeface="Calibri"/>
            </a:endParaRPr>
          </a:p>
        </p:txBody>
      </p:sp>
      <p:graphicFrame>
        <p:nvGraphicFramePr>
          <p:cNvPr id="13" name="object 13"/>
          <p:cNvGraphicFramePr>
            <a:graphicFrameLocks noGrp="1"/>
          </p:cNvGraphicFramePr>
          <p:nvPr/>
        </p:nvGraphicFramePr>
        <p:xfrm>
          <a:off x="2333117" y="2929254"/>
          <a:ext cx="7172325" cy="2898140"/>
        </p:xfrm>
        <a:graphic>
          <a:graphicData uri="http://schemas.openxmlformats.org/drawingml/2006/table">
            <a:tbl>
              <a:tblPr firstRow="1" bandRow="1">
                <a:tableStyleId>{2D5ABB26-0587-4C30-8999-92F81FD0307C}</a:tableStyleId>
              </a:tblPr>
              <a:tblGrid>
                <a:gridCol w="3594735">
                  <a:extLst>
                    <a:ext uri="{9D8B030D-6E8A-4147-A177-3AD203B41FA5}">
                      <a16:colId xmlns:a16="http://schemas.microsoft.com/office/drawing/2014/main" val="20000"/>
                    </a:ext>
                  </a:extLst>
                </a:gridCol>
                <a:gridCol w="3577590">
                  <a:extLst>
                    <a:ext uri="{9D8B030D-6E8A-4147-A177-3AD203B41FA5}">
                      <a16:colId xmlns:a16="http://schemas.microsoft.com/office/drawing/2014/main" val="20001"/>
                    </a:ext>
                  </a:extLst>
                </a:gridCol>
              </a:tblGrid>
              <a:tr h="635635">
                <a:tc>
                  <a:txBody>
                    <a:bodyPr/>
                    <a:lstStyle/>
                    <a:p>
                      <a:pPr marL="635" algn="ctr">
                        <a:lnSpc>
                          <a:spcPct val="100000"/>
                        </a:lnSpc>
                        <a:spcBef>
                          <a:spcPts val="300"/>
                        </a:spcBef>
                      </a:pPr>
                      <a:r>
                        <a:rPr sz="1200" b="1" spc="-10" dirty="0">
                          <a:latin typeface="Calibri"/>
                          <a:cs typeface="Calibri"/>
                        </a:rPr>
                        <a:t>Fonctionnalité</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75" algn="ctr">
                        <a:lnSpc>
                          <a:spcPct val="100000"/>
                        </a:lnSpc>
                        <a:spcBef>
                          <a:spcPts val="300"/>
                        </a:spcBef>
                      </a:pPr>
                      <a:r>
                        <a:rPr sz="1200" b="1" spc="-10" dirty="0">
                          <a:latin typeface="Calibri"/>
                          <a:cs typeface="Calibri"/>
                        </a:rPr>
                        <a:t>Syntaxe</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69900">
                <a:tc>
                  <a:txBody>
                    <a:bodyPr/>
                    <a:lstStyle/>
                    <a:p>
                      <a:pPr marL="91440">
                        <a:lnSpc>
                          <a:spcPct val="100000"/>
                        </a:lnSpc>
                        <a:spcBef>
                          <a:spcPts val="300"/>
                        </a:spcBef>
                      </a:pPr>
                      <a:r>
                        <a:rPr sz="1200" dirty="0">
                          <a:latin typeface="Calibri"/>
                          <a:cs typeface="Calibri"/>
                        </a:rPr>
                        <a:t>Affichage</a:t>
                      </a:r>
                      <a:r>
                        <a:rPr sz="1200" spc="-35" dirty="0">
                          <a:latin typeface="Calibri"/>
                          <a:cs typeface="Calibri"/>
                        </a:rPr>
                        <a:t> </a:t>
                      </a:r>
                      <a:r>
                        <a:rPr sz="1200" dirty="0">
                          <a:latin typeface="Calibri"/>
                          <a:cs typeface="Calibri"/>
                        </a:rPr>
                        <a:t>de</a:t>
                      </a:r>
                      <a:r>
                        <a:rPr sz="1200" spc="-15" dirty="0">
                          <a:latin typeface="Calibri"/>
                          <a:cs typeface="Calibri"/>
                        </a:rPr>
                        <a:t> </a:t>
                      </a:r>
                      <a:r>
                        <a:rPr sz="1200" spc="-10" dirty="0">
                          <a:latin typeface="Calibri"/>
                          <a:cs typeface="Calibri"/>
                        </a:rPr>
                        <a:t>répertoire</a:t>
                      </a:r>
                      <a:r>
                        <a:rPr sz="1200" spc="5" dirty="0">
                          <a:latin typeface="Calibri"/>
                          <a:cs typeface="Calibri"/>
                        </a:rPr>
                        <a:t> </a:t>
                      </a:r>
                      <a:r>
                        <a:rPr sz="1200" spc="-10" dirty="0">
                          <a:latin typeface="Calibri"/>
                          <a:cs typeface="Calibri"/>
                        </a:rPr>
                        <a:t>courant</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0"/>
                        </a:spcBef>
                      </a:pPr>
                      <a:r>
                        <a:rPr sz="1200" spc="-25" dirty="0">
                          <a:latin typeface="Calibri"/>
                          <a:cs typeface="Calibri"/>
                        </a:rPr>
                        <a:t>pwd</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711200">
                <a:tc>
                  <a:txBody>
                    <a:bodyPr/>
                    <a:lstStyle/>
                    <a:p>
                      <a:pPr>
                        <a:lnSpc>
                          <a:spcPct val="100000"/>
                        </a:lnSpc>
                      </a:pPr>
                      <a:endParaRPr sz="1200">
                        <a:latin typeface="Times New Roman"/>
                        <a:cs typeface="Times New Roman"/>
                      </a:endParaRPr>
                    </a:p>
                    <a:p>
                      <a:pPr>
                        <a:lnSpc>
                          <a:spcPct val="100000"/>
                        </a:lnSpc>
                        <a:spcBef>
                          <a:spcPts val="975"/>
                        </a:spcBef>
                      </a:pPr>
                      <a:endParaRPr sz="1200">
                        <a:latin typeface="Times New Roman"/>
                        <a:cs typeface="Times New Roman"/>
                      </a:endParaRPr>
                    </a:p>
                    <a:p>
                      <a:pPr marL="91440">
                        <a:lnSpc>
                          <a:spcPct val="100000"/>
                        </a:lnSpc>
                      </a:pPr>
                      <a:r>
                        <a:rPr sz="1200" dirty="0">
                          <a:latin typeface="Calibri"/>
                          <a:cs typeface="Calibri"/>
                        </a:rPr>
                        <a:t>Copie</a:t>
                      </a:r>
                      <a:r>
                        <a:rPr sz="1200" spc="-40" dirty="0">
                          <a:latin typeface="Calibri"/>
                          <a:cs typeface="Calibri"/>
                        </a:rPr>
                        <a:t> </a:t>
                      </a:r>
                      <a:r>
                        <a:rPr sz="1200" dirty="0">
                          <a:latin typeface="Calibri"/>
                          <a:cs typeface="Calibri"/>
                        </a:rPr>
                        <a:t>d’un</a:t>
                      </a:r>
                      <a:r>
                        <a:rPr sz="1200" spc="-50" dirty="0">
                          <a:latin typeface="Calibri"/>
                          <a:cs typeface="Calibri"/>
                        </a:rPr>
                        <a:t> </a:t>
                      </a:r>
                      <a:r>
                        <a:rPr sz="1200" spc="-10" dirty="0">
                          <a:latin typeface="Calibri"/>
                          <a:cs typeface="Calibri"/>
                        </a:rPr>
                        <a:t>fichier</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0"/>
                        </a:spcBef>
                        <a:tabLst>
                          <a:tab pos="1565275" algn="l"/>
                        </a:tabLst>
                      </a:pPr>
                      <a:r>
                        <a:rPr sz="1200" dirty="0">
                          <a:latin typeface="Calibri"/>
                          <a:cs typeface="Calibri"/>
                        </a:rPr>
                        <a:t>cp</a:t>
                      </a:r>
                      <a:r>
                        <a:rPr sz="1200" spc="-15" dirty="0">
                          <a:latin typeface="Calibri"/>
                          <a:cs typeface="Calibri"/>
                        </a:rPr>
                        <a:t> </a:t>
                      </a:r>
                      <a:r>
                        <a:rPr sz="1200" spc="-10" dirty="0">
                          <a:latin typeface="Calibri"/>
                          <a:cs typeface="Calibri"/>
                        </a:rPr>
                        <a:t>fich-</a:t>
                      </a:r>
                      <a:r>
                        <a:rPr sz="1200" dirty="0">
                          <a:latin typeface="Calibri"/>
                          <a:cs typeface="Calibri"/>
                        </a:rPr>
                        <a:t>orig</a:t>
                      </a:r>
                      <a:r>
                        <a:rPr sz="1200" spc="30" dirty="0">
                          <a:latin typeface="Calibri"/>
                          <a:cs typeface="Calibri"/>
                        </a:rPr>
                        <a:t> </a:t>
                      </a:r>
                      <a:r>
                        <a:rPr sz="1200" spc="-10" dirty="0">
                          <a:latin typeface="Calibri"/>
                          <a:cs typeface="Calibri"/>
                        </a:rPr>
                        <a:t>fich-</a:t>
                      </a:r>
                      <a:r>
                        <a:rPr sz="1200" spc="-20" dirty="0">
                          <a:latin typeface="Calibri"/>
                          <a:cs typeface="Calibri"/>
                        </a:rPr>
                        <a:t>dest</a:t>
                      </a:r>
                      <a:r>
                        <a:rPr sz="1200" dirty="0">
                          <a:latin typeface="Calibri"/>
                          <a:cs typeface="Calibri"/>
                        </a:rPr>
                        <a:t>	</a:t>
                      </a:r>
                      <a:r>
                        <a:rPr sz="1200" u="sng" spc="-25" dirty="0">
                          <a:uFill>
                            <a:solidFill>
                              <a:srgbClr val="000000"/>
                            </a:solidFill>
                          </a:uFill>
                          <a:latin typeface="Calibri"/>
                          <a:cs typeface="Calibri"/>
                        </a:rPr>
                        <a:t>Ou</a:t>
                      </a:r>
                      <a:endParaRPr sz="1200" dirty="0">
                        <a:latin typeface="Calibri"/>
                        <a:cs typeface="Calibri"/>
                      </a:endParaRPr>
                    </a:p>
                    <a:p>
                      <a:pPr>
                        <a:lnSpc>
                          <a:spcPct val="100000"/>
                        </a:lnSpc>
                        <a:spcBef>
                          <a:spcPts val="615"/>
                        </a:spcBef>
                      </a:pPr>
                      <a:endParaRPr sz="1200" dirty="0">
                        <a:latin typeface="Times New Roman"/>
                        <a:cs typeface="Times New Roman"/>
                      </a:endParaRPr>
                    </a:p>
                    <a:p>
                      <a:pPr marL="92710">
                        <a:lnSpc>
                          <a:spcPct val="100000"/>
                        </a:lnSpc>
                      </a:pPr>
                      <a:r>
                        <a:rPr sz="1200" dirty="0">
                          <a:latin typeface="Calibri"/>
                          <a:cs typeface="Calibri"/>
                        </a:rPr>
                        <a:t>cp</a:t>
                      </a:r>
                      <a:r>
                        <a:rPr sz="1200" spc="-20" dirty="0">
                          <a:latin typeface="Calibri"/>
                          <a:cs typeface="Calibri"/>
                        </a:rPr>
                        <a:t> </a:t>
                      </a:r>
                      <a:r>
                        <a:rPr sz="1200" dirty="0">
                          <a:latin typeface="Calibri"/>
                          <a:cs typeface="Calibri"/>
                        </a:rPr>
                        <a:t>fichier</a:t>
                      </a:r>
                      <a:r>
                        <a:rPr sz="1200" spc="-5" dirty="0">
                          <a:latin typeface="Calibri"/>
                          <a:cs typeface="Calibri"/>
                        </a:rPr>
                        <a:t> </a:t>
                      </a:r>
                      <a:r>
                        <a:rPr sz="1200" spc="-10" dirty="0">
                          <a:latin typeface="Calibri"/>
                          <a:cs typeface="Calibri"/>
                        </a:rPr>
                        <a:t>repertoire</a:t>
                      </a:r>
                      <a:endParaRPr sz="1200" dirty="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710565">
                <a:tc>
                  <a:txBody>
                    <a:bodyPr/>
                    <a:lstStyle/>
                    <a:p>
                      <a:pPr marL="91440">
                        <a:lnSpc>
                          <a:spcPct val="100000"/>
                        </a:lnSpc>
                        <a:spcBef>
                          <a:spcPts val="305"/>
                        </a:spcBef>
                      </a:pPr>
                      <a:r>
                        <a:rPr sz="1200" dirty="0">
                          <a:latin typeface="Calibri"/>
                          <a:cs typeface="Calibri"/>
                        </a:rPr>
                        <a:t>Copie</a:t>
                      </a:r>
                      <a:r>
                        <a:rPr sz="1200" spc="-15" dirty="0">
                          <a:latin typeface="Calibri"/>
                          <a:cs typeface="Calibri"/>
                        </a:rPr>
                        <a:t> </a:t>
                      </a:r>
                      <a:r>
                        <a:rPr sz="1200" dirty="0">
                          <a:latin typeface="Calibri"/>
                          <a:cs typeface="Calibri"/>
                        </a:rPr>
                        <a:t>des</a:t>
                      </a:r>
                      <a:r>
                        <a:rPr sz="1200" spc="-30" dirty="0">
                          <a:latin typeface="Calibri"/>
                          <a:cs typeface="Calibri"/>
                        </a:rPr>
                        <a:t> </a:t>
                      </a:r>
                      <a:r>
                        <a:rPr sz="1200" spc="-10" dirty="0">
                          <a:latin typeface="Calibri"/>
                          <a:cs typeface="Calibri"/>
                        </a:rPr>
                        <a:t>répertoires</a:t>
                      </a:r>
                      <a:r>
                        <a:rPr sz="1200" spc="20" dirty="0">
                          <a:latin typeface="Calibri"/>
                          <a:cs typeface="Calibri"/>
                        </a:rPr>
                        <a:t> </a:t>
                      </a:r>
                      <a:r>
                        <a:rPr sz="1200" spc="-10" dirty="0">
                          <a:latin typeface="Calibri"/>
                          <a:cs typeface="Calibri"/>
                        </a:rPr>
                        <a:t>entiers</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5"/>
                        </a:spcBef>
                      </a:pPr>
                      <a:r>
                        <a:rPr sz="1200" dirty="0">
                          <a:latin typeface="Calibri"/>
                          <a:cs typeface="Calibri"/>
                        </a:rPr>
                        <a:t>cp</a:t>
                      </a:r>
                      <a:r>
                        <a:rPr sz="1200" spc="-10" dirty="0">
                          <a:latin typeface="Calibri"/>
                          <a:cs typeface="Calibri"/>
                        </a:rPr>
                        <a:t> </a:t>
                      </a:r>
                      <a:r>
                        <a:rPr sz="1200" dirty="0">
                          <a:latin typeface="Calibri"/>
                          <a:cs typeface="Calibri"/>
                        </a:rPr>
                        <a:t>–r</a:t>
                      </a:r>
                      <a:r>
                        <a:rPr sz="1200" spc="235" dirty="0">
                          <a:latin typeface="Calibri"/>
                          <a:cs typeface="Calibri"/>
                        </a:rPr>
                        <a:t> </a:t>
                      </a:r>
                      <a:r>
                        <a:rPr sz="1200" spc="-20" dirty="0">
                          <a:latin typeface="Calibri"/>
                          <a:cs typeface="Calibri"/>
                        </a:rPr>
                        <a:t>rep-</a:t>
                      </a:r>
                      <a:r>
                        <a:rPr sz="1200" dirty="0">
                          <a:latin typeface="Calibri"/>
                          <a:cs typeface="Calibri"/>
                        </a:rPr>
                        <a:t>origine</a:t>
                      </a:r>
                      <a:r>
                        <a:rPr sz="1200" spc="20" dirty="0">
                          <a:latin typeface="Calibri"/>
                          <a:cs typeface="Calibri"/>
                        </a:rPr>
                        <a:t> </a:t>
                      </a:r>
                      <a:r>
                        <a:rPr sz="1200" spc="-20" dirty="0">
                          <a:latin typeface="Calibri"/>
                          <a:cs typeface="Calibri"/>
                        </a:rPr>
                        <a:t>rep-</a:t>
                      </a:r>
                      <a:r>
                        <a:rPr sz="1200" dirty="0">
                          <a:latin typeface="Calibri"/>
                          <a:cs typeface="Calibri"/>
                        </a:rPr>
                        <a:t>destination</a:t>
                      </a:r>
                      <a:r>
                        <a:rPr sz="1200" spc="20" dirty="0">
                          <a:latin typeface="Calibri"/>
                          <a:cs typeface="Calibri"/>
                        </a:rPr>
                        <a:t> </a:t>
                      </a:r>
                      <a:r>
                        <a:rPr sz="1200" u="sng" spc="-25" dirty="0">
                          <a:uFill>
                            <a:solidFill>
                              <a:srgbClr val="000000"/>
                            </a:solidFill>
                          </a:uFill>
                          <a:latin typeface="Calibri"/>
                          <a:cs typeface="Calibri"/>
                        </a:rPr>
                        <a:t>ou</a:t>
                      </a:r>
                      <a:endParaRPr sz="1200">
                        <a:latin typeface="Calibri"/>
                        <a:cs typeface="Calibri"/>
                      </a:endParaRPr>
                    </a:p>
                    <a:p>
                      <a:pPr>
                        <a:lnSpc>
                          <a:spcPct val="100000"/>
                        </a:lnSpc>
                        <a:spcBef>
                          <a:spcPts val="610"/>
                        </a:spcBef>
                      </a:pPr>
                      <a:endParaRPr sz="1200">
                        <a:latin typeface="Times New Roman"/>
                        <a:cs typeface="Times New Roman"/>
                      </a:endParaRPr>
                    </a:p>
                    <a:p>
                      <a:pPr marL="92710">
                        <a:lnSpc>
                          <a:spcPct val="100000"/>
                        </a:lnSpc>
                      </a:pPr>
                      <a:r>
                        <a:rPr sz="1200" dirty="0">
                          <a:latin typeface="Calibri"/>
                          <a:cs typeface="Calibri"/>
                        </a:rPr>
                        <a:t>rsync</a:t>
                      </a:r>
                      <a:r>
                        <a:rPr sz="1200" spc="-35" dirty="0">
                          <a:latin typeface="Calibri"/>
                          <a:cs typeface="Calibri"/>
                        </a:rPr>
                        <a:t> </a:t>
                      </a:r>
                      <a:r>
                        <a:rPr sz="1200" dirty="0">
                          <a:latin typeface="Calibri"/>
                          <a:cs typeface="Calibri"/>
                        </a:rPr>
                        <a:t>–a</a:t>
                      </a:r>
                      <a:r>
                        <a:rPr sz="1200" spc="-5" dirty="0">
                          <a:latin typeface="Calibri"/>
                          <a:cs typeface="Calibri"/>
                        </a:rPr>
                        <a:t> </a:t>
                      </a:r>
                      <a:r>
                        <a:rPr sz="1200" spc="-20" dirty="0">
                          <a:latin typeface="Calibri"/>
                          <a:cs typeface="Calibri"/>
                        </a:rPr>
                        <a:t>rep-</a:t>
                      </a:r>
                      <a:r>
                        <a:rPr sz="1200" dirty="0">
                          <a:latin typeface="Calibri"/>
                          <a:cs typeface="Calibri"/>
                        </a:rPr>
                        <a:t>origine/</a:t>
                      </a:r>
                      <a:r>
                        <a:rPr sz="1200" spc="5" dirty="0">
                          <a:latin typeface="Calibri"/>
                          <a:cs typeface="Calibri"/>
                        </a:rPr>
                        <a:t> </a:t>
                      </a:r>
                      <a:r>
                        <a:rPr sz="1200" spc="-20" dirty="0">
                          <a:latin typeface="Calibri"/>
                          <a:cs typeface="Calibri"/>
                        </a:rPr>
                        <a:t>rep-</a:t>
                      </a:r>
                      <a:r>
                        <a:rPr sz="1200" spc="-10" dirty="0">
                          <a:latin typeface="Calibri"/>
                          <a:cs typeface="Calibri"/>
                        </a:rPr>
                        <a:t>destination/</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70840">
                <a:tc>
                  <a:txBody>
                    <a:bodyPr/>
                    <a:lstStyle/>
                    <a:p>
                      <a:pPr marL="91440">
                        <a:lnSpc>
                          <a:spcPct val="100000"/>
                        </a:lnSpc>
                        <a:spcBef>
                          <a:spcPts val="305"/>
                        </a:spcBef>
                      </a:pPr>
                      <a:r>
                        <a:rPr sz="1200" dirty="0">
                          <a:latin typeface="Calibri"/>
                          <a:cs typeface="Calibri"/>
                        </a:rPr>
                        <a:t>Renommer</a:t>
                      </a:r>
                      <a:r>
                        <a:rPr sz="1200" spc="-20" dirty="0">
                          <a:latin typeface="Calibri"/>
                          <a:cs typeface="Calibri"/>
                        </a:rPr>
                        <a:t> </a:t>
                      </a:r>
                      <a:r>
                        <a:rPr sz="1200" dirty="0">
                          <a:latin typeface="Calibri"/>
                          <a:cs typeface="Calibri"/>
                        </a:rPr>
                        <a:t>fichier1</a:t>
                      </a:r>
                      <a:r>
                        <a:rPr sz="1200" spc="-20" dirty="0">
                          <a:latin typeface="Calibri"/>
                          <a:cs typeface="Calibri"/>
                        </a:rPr>
                        <a:t> </a:t>
                      </a:r>
                      <a:r>
                        <a:rPr sz="1200" dirty="0">
                          <a:latin typeface="Calibri"/>
                          <a:cs typeface="Calibri"/>
                        </a:rPr>
                        <a:t>en</a:t>
                      </a:r>
                      <a:r>
                        <a:rPr sz="1200" spc="-40" dirty="0">
                          <a:latin typeface="Calibri"/>
                          <a:cs typeface="Calibri"/>
                        </a:rPr>
                        <a:t> </a:t>
                      </a:r>
                      <a:r>
                        <a:rPr sz="1200" dirty="0">
                          <a:latin typeface="Calibri"/>
                          <a:cs typeface="Calibri"/>
                        </a:rPr>
                        <a:t>fichier2</a:t>
                      </a:r>
                      <a:r>
                        <a:rPr sz="1200" spc="-20" dirty="0">
                          <a:latin typeface="Calibri"/>
                          <a:cs typeface="Calibri"/>
                        </a:rPr>
                        <a:t> </a:t>
                      </a:r>
                      <a:r>
                        <a:rPr sz="1200" dirty="0">
                          <a:latin typeface="Calibri"/>
                          <a:cs typeface="Calibri"/>
                        </a:rPr>
                        <a:t>(idem</a:t>
                      </a:r>
                      <a:r>
                        <a:rPr sz="1200" spc="-10" dirty="0">
                          <a:latin typeface="Calibri"/>
                          <a:cs typeface="Calibri"/>
                        </a:rPr>
                        <a:t> </a:t>
                      </a:r>
                      <a:r>
                        <a:rPr sz="1200" dirty="0">
                          <a:latin typeface="Calibri"/>
                          <a:cs typeface="Calibri"/>
                        </a:rPr>
                        <a:t>pour</a:t>
                      </a:r>
                      <a:r>
                        <a:rPr sz="1200" spc="-40" dirty="0">
                          <a:latin typeface="Calibri"/>
                          <a:cs typeface="Calibri"/>
                        </a:rPr>
                        <a:t> </a:t>
                      </a:r>
                      <a:r>
                        <a:rPr sz="1200" spc="-10" dirty="0">
                          <a:latin typeface="Calibri"/>
                          <a:cs typeface="Calibri"/>
                        </a:rPr>
                        <a:t>répertoire)</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6364">
                        <a:lnSpc>
                          <a:spcPct val="100000"/>
                        </a:lnSpc>
                        <a:spcBef>
                          <a:spcPts val="305"/>
                        </a:spcBef>
                      </a:pPr>
                      <a:r>
                        <a:rPr sz="1200" dirty="0">
                          <a:latin typeface="Calibri"/>
                          <a:cs typeface="Calibri"/>
                        </a:rPr>
                        <a:t>mv</a:t>
                      </a:r>
                      <a:r>
                        <a:rPr sz="1200" spc="235" dirty="0">
                          <a:latin typeface="Calibri"/>
                          <a:cs typeface="Calibri"/>
                        </a:rPr>
                        <a:t> </a:t>
                      </a:r>
                      <a:r>
                        <a:rPr sz="1200" dirty="0">
                          <a:latin typeface="Calibri"/>
                          <a:cs typeface="Calibri"/>
                        </a:rPr>
                        <a:t>fichier1</a:t>
                      </a:r>
                      <a:r>
                        <a:rPr sz="1200" spc="265" dirty="0">
                          <a:latin typeface="Calibri"/>
                          <a:cs typeface="Calibri"/>
                        </a:rPr>
                        <a:t> </a:t>
                      </a:r>
                      <a:r>
                        <a:rPr sz="1200" spc="-10" dirty="0">
                          <a:latin typeface="Calibri"/>
                          <a:cs typeface="Calibri"/>
                        </a:rPr>
                        <a:t>fichier2</a:t>
                      </a:r>
                      <a:endParaRPr sz="1200" dirty="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14" name="object 14"/>
          <p:cNvSpPr txBox="1"/>
          <p:nvPr/>
        </p:nvSpPr>
        <p:spPr>
          <a:xfrm>
            <a:off x="5019802" y="5977534"/>
            <a:ext cx="2981198" cy="197490"/>
          </a:xfrm>
          <a:prstGeom prst="rect">
            <a:avLst/>
          </a:prstGeom>
        </p:spPr>
        <p:txBody>
          <a:bodyPr vert="horz" wrap="square" lIns="0" tIns="12700" rIns="0" bIns="0" rtlCol="0">
            <a:spAutoFit/>
          </a:bodyPr>
          <a:lstStyle/>
          <a:p>
            <a:pPr marL="12700">
              <a:lnSpc>
                <a:spcPct val="100000"/>
              </a:lnSpc>
              <a:spcBef>
                <a:spcPts val="100"/>
              </a:spcBef>
            </a:pPr>
            <a:r>
              <a:rPr sz="1200" i="1" spc="-20" dirty="0">
                <a:solidFill>
                  <a:srgbClr val="A6A6A6"/>
                </a:solidFill>
                <a:latin typeface="Calibri"/>
                <a:cs typeface="Calibri"/>
              </a:rPr>
              <a:t>Table </a:t>
            </a:r>
            <a:r>
              <a:rPr sz="1200" i="1" dirty="0" smtClean="0">
                <a:solidFill>
                  <a:srgbClr val="A6A6A6"/>
                </a:solidFill>
                <a:latin typeface="Calibri"/>
                <a:cs typeface="Calibri"/>
              </a:rPr>
              <a:t>7</a:t>
            </a:r>
            <a:r>
              <a:rPr lang="fr-FR" sz="1200" i="1" spc="-5" dirty="0">
                <a:solidFill>
                  <a:srgbClr val="A6A6A6"/>
                </a:solidFill>
                <a:latin typeface="Calibri"/>
                <a:cs typeface="Calibri"/>
              </a:rPr>
              <a:t>1</a:t>
            </a:r>
            <a:r>
              <a:rPr sz="1200" i="1" dirty="0" smtClean="0">
                <a:solidFill>
                  <a:srgbClr val="A6A6A6"/>
                </a:solidFill>
                <a:latin typeface="Calibri"/>
                <a:cs typeface="Calibri"/>
              </a:rPr>
              <a:t>:</a:t>
            </a:r>
            <a:r>
              <a:rPr sz="1200" i="1" spc="-5" dirty="0" smtClean="0">
                <a:solidFill>
                  <a:srgbClr val="A6A6A6"/>
                </a:solidFill>
                <a:latin typeface="Calibri"/>
                <a:cs typeface="Calibri"/>
              </a:rPr>
              <a:t> </a:t>
            </a:r>
            <a:r>
              <a:rPr sz="1200" i="1" dirty="0">
                <a:solidFill>
                  <a:srgbClr val="A6A6A6"/>
                </a:solidFill>
                <a:latin typeface="Calibri"/>
                <a:cs typeface="Calibri"/>
              </a:rPr>
              <a:t>Commande</a:t>
            </a:r>
            <a:r>
              <a:rPr sz="1200" i="1" spc="-65" dirty="0">
                <a:solidFill>
                  <a:srgbClr val="A6A6A6"/>
                </a:solidFill>
                <a:latin typeface="Calibri"/>
                <a:cs typeface="Calibri"/>
              </a:rPr>
              <a:t> </a:t>
            </a:r>
            <a:r>
              <a:rPr sz="1200" i="1" dirty="0">
                <a:solidFill>
                  <a:srgbClr val="A6A6A6"/>
                </a:solidFill>
                <a:latin typeface="Calibri"/>
                <a:cs typeface="Calibri"/>
              </a:rPr>
              <a:t>de</a:t>
            </a:r>
            <a:r>
              <a:rPr sz="1200" i="1" spc="-20" dirty="0">
                <a:solidFill>
                  <a:srgbClr val="A6A6A6"/>
                </a:solidFill>
                <a:latin typeface="Calibri"/>
                <a:cs typeface="Calibri"/>
              </a:rPr>
              <a:t> </a:t>
            </a:r>
            <a:r>
              <a:rPr sz="1200" i="1" dirty="0">
                <a:solidFill>
                  <a:srgbClr val="A6A6A6"/>
                </a:solidFill>
                <a:latin typeface="Calibri"/>
                <a:cs typeface="Calibri"/>
              </a:rPr>
              <a:t>base</a:t>
            </a:r>
            <a:r>
              <a:rPr sz="1200" i="1" spc="-15" dirty="0">
                <a:solidFill>
                  <a:srgbClr val="A6A6A6"/>
                </a:solidFill>
                <a:latin typeface="Calibri"/>
                <a:cs typeface="Calibri"/>
              </a:rPr>
              <a:t> </a:t>
            </a:r>
            <a:r>
              <a:rPr sz="1200" i="1" spc="-25" dirty="0">
                <a:solidFill>
                  <a:srgbClr val="A6A6A6"/>
                </a:solidFill>
                <a:latin typeface="Calibri"/>
                <a:cs typeface="Calibri"/>
              </a:rPr>
              <a:t>(1)</a:t>
            </a:r>
            <a:endParaRPr sz="1200" dirty="0">
              <a:latin typeface="Calibri"/>
              <a:cs typeface="Calibri"/>
            </a:endParaRPr>
          </a:p>
        </p:txBody>
      </p:sp>
      <p:sp>
        <p:nvSpPr>
          <p:cNvPr id="18" name="object 11"/>
          <p:cNvSpPr txBox="1">
            <a:spLocks noGrp="1"/>
          </p:cNvSpPr>
          <p:nvPr>
            <p:ph type="title"/>
          </p:nvPr>
        </p:nvSpPr>
        <p:spPr>
          <a:xfrm>
            <a:off x="278780" y="304800"/>
            <a:ext cx="11614312" cy="1007018"/>
          </a:xfrm>
          <a:prstGeom prst="rect">
            <a:avLst/>
          </a:prstGeom>
        </p:spPr>
        <p:txBody>
          <a:bodyPr vert="horz" wrap="square" lIns="0" tIns="143839" rIns="0" bIns="0" rtlCol="0">
            <a:spAutoFit/>
          </a:bodyPr>
          <a:lstStyle/>
          <a:p>
            <a:pPr marL="6985">
              <a:lnSpc>
                <a:spcPct val="100000"/>
              </a:lnSpc>
              <a:spcBef>
                <a:spcPts val="445"/>
              </a:spcBef>
            </a:pPr>
            <a:r>
              <a:rPr dirty="0" smtClean="0">
                <a:solidFill>
                  <a:srgbClr val="2E5496"/>
                </a:solidFill>
              </a:rPr>
              <a:t>0</a:t>
            </a:r>
            <a:r>
              <a:rPr lang="fr-FR" dirty="0" smtClean="0">
                <a:solidFill>
                  <a:srgbClr val="2E5496"/>
                </a:solidFill>
              </a:rPr>
              <a:t>6</a:t>
            </a:r>
            <a:r>
              <a:rPr spc="-45" dirty="0" smtClean="0">
                <a:solidFill>
                  <a:srgbClr val="2E5496"/>
                </a:solidFill>
              </a:rPr>
              <a:t> </a:t>
            </a:r>
            <a:r>
              <a:rPr dirty="0" smtClean="0">
                <a:solidFill>
                  <a:srgbClr val="2E5496"/>
                </a:solidFill>
              </a:rPr>
              <a:t>–</a:t>
            </a:r>
            <a:r>
              <a:rPr spc="-25" dirty="0" smtClean="0">
                <a:solidFill>
                  <a:srgbClr val="2E5496"/>
                </a:solidFill>
              </a:rPr>
              <a:t> </a:t>
            </a:r>
            <a:r>
              <a:rPr lang="fr-FR" dirty="0">
                <a:solidFill>
                  <a:srgbClr val="2E5496"/>
                </a:solidFill>
              </a:rPr>
              <a:t>S</a:t>
            </a:r>
            <a:r>
              <a:rPr lang="fr-FR" spc="-10" dirty="0" smtClean="0">
                <a:solidFill>
                  <a:srgbClr val="2E5496"/>
                </a:solidFill>
              </a:rPr>
              <a:t>ystème</a:t>
            </a:r>
            <a:r>
              <a:rPr lang="fr-FR" spc="-65" dirty="0" smtClean="0">
                <a:solidFill>
                  <a:srgbClr val="2E5496"/>
                </a:solidFill>
              </a:rPr>
              <a:t> </a:t>
            </a:r>
            <a:r>
              <a:rPr lang="fr-FR" dirty="0" smtClean="0">
                <a:solidFill>
                  <a:srgbClr val="2E5496"/>
                </a:solidFill>
              </a:rPr>
              <a:t>de</a:t>
            </a:r>
            <a:r>
              <a:rPr lang="fr-FR" spc="-20" dirty="0" smtClean="0">
                <a:solidFill>
                  <a:srgbClr val="2E5496"/>
                </a:solidFill>
              </a:rPr>
              <a:t> </a:t>
            </a:r>
            <a:r>
              <a:rPr lang="fr-FR" spc="-10" dirty="0">
                <a:solidFill>
                  <a:srgbClr val="2E5496"/>
                </a:solidFill>
              </a:rPr>
              <a:t>fichiers</a:t>
            </a:r>
            <a:br>
              <a:rPr lang="fr-FR" spc="-10" dirty="0">
                <a:solidFill>
                  <a:srgbClr val="2E5496"/>
                </a:solidFill>
              </a:rPr>
            </a:br>
            <a:r>
              <a:rPr lang="fr-FR" sz="1600" spc="-10" dirty="0">
                <a:solidFill>
                  <a:srgbClr val="FF7800"/>
                </a:solidFill>
              </a:rPr>
              <a:t>Gestion de base du système de </a:t>
            </a:r>
            <a:r>
              <a:rPr lang="fr-FR" sz="1600" spc="-10" dirty="0" smtClean="0">
                <a:solidFill>
                  <a:srgbClr val="FF7800"/>
                </a:solidFill>
              </a:rPr>
              <a:t>fichiers Linux</a:t>
            </a:r>
            <a:r>
              <a:rPr lang="fr-FR" spc="-10" dirty="0">
                <a:solidFill>
                  <a:srgbClr val="2E5496"/>
                </a:solidFill>
              </a:rPr>
              <a:t/>
            </a:r>
            <a:br>
              <a:rPr lang="fr-FR" spc="-10" dirty="0">
                <a:solidFill>
                  <a:srgbClr val="2E5496"/>
                </a:solidFill>
              </a:rPr>
            </a:br>
            <a:endParaRPr spc="-20" dirty="0">
              <a:solidFill>
                <a:srgbClr val="2E5496"/>
              </a:solidFill>
            </a:endParaRPr>
          </a:p>
        </p:txBody>
      </p:sp>
      <p:sp>
        <p:nvSpPr>
          <p:cNvPr id="19" name="object 7"/>
          <p:cNvSpPr txBox="1"/>
          <p:nvPr/>
        </p:nvSpPr>
        <p:spPr>
          <a:xfrm>
            <a:off x="105040" y="4887317"/>
            <a:ext cx="247119" cy="137164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CHPITRE 6</a:t>
            </a:r>
            <a:endParaRPr sz="1900" dirty="0">
              <a:latin typeface="Calibri"/>
              <a:cs typeface="Calibri"/>
            </a:endParaRPr>
          </a:p>
        </p:txBody>
      </p:sp>
    </p:spTree>
    <p:extLst>
      <p:ext uri="{BB962C8B-B14F-4D97-AF65-F5344CB8AC3E}">
        <p14:creationId xmlns:p14="http://schemas.microsoft.com/office/powerpoint/2010/main" val="42114203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1" name="object 11"/>
          <p:cNvSpPr txBox="1"/>
          <p:nvPr/>
        </p:nvSpPr>
        <p:spPr>
          <a:xfrm>
            <a:off x="798982" y="1602105"/>
            <a:ext cx="4326255" cy="198131"/>
          </a:xfrm>
          <a:prstGeom prst="rect">
            <a:avLst/>
          </a:prstGeom>
        </p:spPr>
        <p:txBody>
          <a:bodyPr vert="horz" wrap="square" lIns="0" tIns="13335" rIns="0" bIns="0" rtlCol="0">
            <a:spAutoFit/>
          </a:bodyPr>
          <a:lstStyle/>
          <a:p>
            <a:pPr marL="12700">
              <a:lnSpc>
                <a:spcPct val="100000"/>
              </a:lnSpc>
              <a:spcBef>
                <a:spcPts val="1455"/>
              </a:spcBef>
            </a:pPr>
            <a:r>
              <a:rPr sz="1200" spc="-10" dirty="0" smtClean="0">
                <a:solidFill>
                  <a:srgbClr val="585858"/>
                </a:solidFill>
                <a:latin typeface="Calibri"/>
                <a:cs typeface="Calibri"/>
              </a:rPr>
              <a:t>.</a:t>
            </a:r>
            <a:endParaRPr sz="1200" dirty="0">
              <a:latin typeface="Calibri"/>
              <a:cs typeface="Calibri"/>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36</a:t>
            </a:fld>
            <a:endParaRPr spc="-25" dirty="0"/>
          </a:p>
        </p:txBody>
      </p:sp>
      <p:graphicFrame>
        <p:nvGraphicFramePr>
          <p:cNvPr id="12" name="object 12"/>
          <p:cNvGraphicFramePr>
            <a:graphicFrameLocks noGrp="1"/>
          </p:cNvGraphicFramePr>
          <p:nvPr/>
        </p:nvGraphicFramePr>
        <p:xfrm>
          <a:off x="2107945" y="2507995"/>
          <a:ext cx="7504430" cy="2961640"/>
        </p:xfrm>
        <a:graphic>
          <a:graphicData uri="http://schemas.openxmlformats.org/drawingml/2006/table">
            <a:tbl>
              <a:tblPr firstRow="1" bandRow="1">
                <a:tableStyleId>{2D5ABB26-0587-4C30-8999-92F81FD0307C}</a:tableStyleId>
              </a:tblPr>
              <a:tblGrid>
                <a:gridCol w="3977640">
                  <a:extLst>
                    <a:ext uri="{9D8B030D-6E8A-4147-A177-3AD203B41FA5}">
                      <a16:colId xmlns:a16="http://schemas.microsoft.com/office/drawing/2014/main" val="20000"/>
                    </a:ext>
                  </a:extLst>
                </a:gridCol>
                <a:gridCol w="3526790">
                  <a:extLst>
                    <a:ext uri="{9D8B030D-6E8A-4147-A177-3AD203B41FA5}">
                      <a16:colId xmlns:a16="http://schemas.microsoft.com/office/drawing/2014/main" val="20001"/>
                    </a:ext>
                  </a:extLst>
                </a:gridCol>
              </a:tblGrid>
              <a:tr h="521970">
                <a:tc>
                  <a:txBody>
                    <a:bodyPr/>
                    <a:lstStyle/>
                    <a:p>
                      <a:pPr marL="1905" algn="ctr">
                        <a:lnSpc>
                          <a:spcPct val="100000"/>
                        </a:lnSpc>
                        <a:spcBef>
                          <a:spcPts val="295"/>
                        </a:spcBef>
                      </a:pPr>
                      <a:r>
                        <a:rPr sz="1200" b="1" spc="-10" dirty="0">
                          <a:latin typeface="Calibri"/>
                          <a:cs typeface="Calibri"/>
                        </a:rPr>
                        <a:t>Fonctionnalité</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295"/>
                        </a:spcBef>
                      </a:pPr>
                      <a:r>
                        <a:rPr sz="1200" b="1" spc="-10" dirty="0">
                          <a:latin typeface="Calibri"/>
                          <a:cs typeface="Calibri"/>
                        </a:rPr>
                        <a:t>Syntaxe</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06730">
                <a:tc>
                  <a:txBody>
                    <a:bodyPr/>
                    <a:lstStyle/>
                    <a:p>
                      <a:pPr marL="91440">
                        <a:lnSpc>
                          <a:spcPct val="100000"/>
                        </a:lnSpc>
                        <a:spcBef>
                          <a:spcPts val="295"/>
                        </a:spcBef>
                      </a:pPr>
                      <a:r>
                        <a:rPr sz="1200" dirty="0">
                          <a:latin typeface="Calibri"/>
                          <a:cs typeface="Calibri"/>
                        </a:rPr>
                        <a:t>Déplacer</a:t>
                      </a:r>
                      <a:r>
                        <a:rPr sz="1200" spc="-35" dirty="0">
                          <a:latin typeface="Calibri"/>
                          <a:cs typeface="Calibri"/>
                        </a:rPr>
                        <a:t> </a:t>
                      </a:r>
                      <a:r>
                        <a:rPr sz="1200" dirty="0">
                          <a:latin typeface="Calibri"/>
                          <a:cs typeface="Calibri"/>
                        </a:rPr>
                        <a:t>fichier1</a:t>
                      </a:r>
                      <a:r>
                        <a:rPr sz="1200" spc="15" dirty="0">
                          <a:latin typeface="Calibri"/>
                          <a:cs typeface="Calibri"/>
                        </a:rPr>
                        <a:t> </a:t>
                      </a:r>
                      <a:r>
                        <a:rPr sz="1200" dirty="0">
                          <a:latin typeface="Calibri"/>
                          <a:cs typeface="Calibri"/>
                        </a:rPr>
                        <a:t>dans</a:t>
                      </a:r>
                      <a:r>
                        <a:rPr sz="1200" spc="-35" dirty="0">
                          <a:latin typeface="Calibri"/>
                          <a:cs typeface="Calibri"/>
                        </a:rPr>
                        <a:t> </a:t>
                      </a:r>
                      <a:r>
                        <a:rPr sz="1200" dirty="0">
                          <a:latin typeface="Calibri"/>
                          <a:cs typeface="Calibri"/>
                        </a:rPr>
                        <a:t>le</a:t>
                      </a:r>
                      <a:r>
                        <a:rPr sz="1200" spc="-25" dirty="0">
                          <a:latin typeface="Calibri"/>
                          <a:cs typeface="Calibri"/>
                        </a:rPr>
                        <a:t> </a:t>
                      </a:r>
                      <a:r>
                        <a:rPr sz="1200" spc="-10" dirty="0">
                          <a:latin typeface="Calibri"/>
                          <a:cs typeface="Calibri"/>
                        </a:rPr>
                        <a:t>répertoire</a:t>
                      </a:r>
                      <a:r>
                        <a:rPr sz="1200" dirty="0">
                          <a:latin typeface="Calibri"/>
                          <a:cs typeface="Calibri"/>
                        </a:rPr>
                        <a:t> </a:t>
                      </a:r>
                      <a:r>
                        <a:rPr sz="1200" spc="-20" dirty="0">
                          <a:latin typeface="Calibri"/>
                          <a:cs typeface="Calibri"/>
                        </a:rPr>
                        <a:t>/tmp</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95"/>
                        </a:spcBef>
                      </a:pPr>
                      <a:r>
                        <a:rPr sz="1200" dirty="0">
                          <a:latin typeface="Calibri"/>
                          <a:cs typeface="Calibri"/>
                        </a:rPr>
                        <a:t>mv</a:t>
                      </a:r>
                      <a:r>
                        <a:rPr sz="1200" spc="-50" dirty="0">
                          <a:latin typeface="Calibri"/>
                          <a:cs typeface="Calibri"/>
                        </a:rPr>
                        <a:t> </a:t>
                      </a:r>
                      <a:r>
                        <a:rPr sz="1200" dirty="0">
                          <a:latin typeface="Calibri"/>
                          <a:cs typeface="Calibri"/>
                        </a:rPr>
                        <a:t>fichier1</a:t>
                      </a:r>
                      <a:r>
                        <a:rPr sz="1200" spc="-5" dirty="0">
                          <a:latin typeface="Calibri"/>
                          <a:cs typeface="Calibri"/>
                        </a:rPr>
                        <a:t> </a:t>
                      </a:r>
                      <a:r>
                        <a:rPr sz="1200" spc="-20" dirty="0">
                          <a:latin typeface="Calibri"/>
                          <a:cs typeface="Calibri"/>
                        </a:rPr>
                        <a:t>/tmp</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57860">
                <a:tc>
                  <a:txBody>
                    <a:bodyPr/>
                    <a:lstStyle/>
                    <a:p>
                      <a:pPr marL="91440">
                        <a:lnSpc>
                          <a:spcPct val="100000"/>
                        </a:lnSpc>
                        <a:spcBef>
                          <a:spcPts val="300"/>
                        </a:spcBef>
                      </a:pPr>
                      <a:r>
                        <a:rPr sz="1200" dirty="0">
                          <a:latin typeface="Calibri"/>
                          <a:cs typeface="Calibri"/>
                        </a:rPr>
                        <a:t>Déplace</a:t>
                      </a:r>
                      <a:r>
                        <a:rPr sz="1200" spc="-15" dirty="0">
                          <a:latin typeface="Calibri"/>
                          <a:cs typeface="Calibri"/>
                        </a:rPr>
                        <a:t> </a:t>
                      </a:r>
                      <a:r>
                        <a:rPr sz="1200" dirty="0">
                          <a:latin typeface="Calibri"/>
                          <a:cs typeface="Calibri"/>
                        </a:rPr>
                        <a:t>le</a:t>
                      </a:r>
                      <a:r>
                        <a:rPr sz="1200" spc="-15" dirty="0">
                          <a:latin typeface="Calibri"/>
                          <a:cs typeface="Calibri"/>
                        </a:rPr>
                        <a:t> </a:t>
                      </a:r>
                      <a:r>
                        <a:rPr sz="1200" spc="-10" dirty="0">
                          <a:latin typeface="Calibri"/>
                          <a:cs typeface="Calibri"/>
                        </a:rPr>
                        <a:t>répertoire</a:t>
                      </a:r>
                      <a:r>
                        <a:rPr sz="1200" spc="10" dirty="0">
                          <a:latin typeface="Calibri"/>
                          <a:cs typeface="Calibri"/>
                        </a:rPr>
                        <a:t> </a:t>
                      </a:r>
                      <a:r>
                        <a:rPr sz="1200" dirty="0">
                          <a:latin typeface="Calibri"/>
                          <a:cs typeface="Calibri"/>
                        </a:rPr>
                        <a:t>TEST</a:t>
                      </a:r>
                      <a:r>
                        <a:rPr sz="1200" spc="-25" dirty="0">
                          <a:latin typeface="Calibri"/>
                          <a:cs typeface="Calibri"/>
                        </a:rPr>
                        <a:t> </a:t>
                      </a:r>
                      <a:r>
                        <a:rPr sz="1200" dirty="0">
                          <a:latin typeface="Calibri"/>
                          <a:cs typeface="Calibri"/>
                        </a:rPr>
                        <a:t>dans</a:t>
                      </a:r>
                      <a:r>
                        <a:rPr sz="1200" spc="-25" dirty="0">
                          <a:latin typeface="Calibri"/>
                          <a:cs typeface="Calibri"/>
                        </a:rPr>
                        <a:t> </a:t>
                      </a:r>
                      <a:r>
                        <a:rPr sz="1200" dirty="0">
                          <a:latin typeface="Calibri"/>
                          <a:cs typeface="Calibri"/>
                        </a:rPr>
                        <a:t>le</a:t>
                      </a:r>
                      <a:r>
                        <a:rPr sz="1200" spc="-15" dirty="0">
                          <a:latin typeface="Calibri"/>
                          <a:cs typeface="Calibri"/>
                        </a:rPr>
                        <a:t> </a:t>
                      </a:r>
                      <a:r>
                        <a:rPr sz="1200" spc="-10" dirty="0">
                          <a:latin typeface="Calibri"/>
                          <a:cs typeface="Calibri"/>
                        </a:rPr>
                        <a:t>répertoire</a:t>
                      </a:r>
                      <a:r>
                        <a:rPr sz="1200" spc="10" dirty="0">
                          <a:latin typeface="Calibri"/>
                          <a:cs typeface="Calibri"/>
                        </a:rPr>
                        <a:t> </a:t>
                      </a:r>
                      <a:r>
                        <a:rPr sz="1200" spc="-20" dirty="0">
                          <a:latin typeface="Calibri"/>
                          <a:cs typeface="Calibri"/>
                        </a:rPr>
                        <a:t>/tmp</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0"/>
                        </a:spcBef>
                      </a:pPr>
                      <a:r>
                        <a:rPr sz="1200" dirty="0">
                          <a:latin typeface="Calibri"/>
                          <a:cs typeface="Calibri"/>
                        </a:rPr>
                        <a:t>mv</a:t>
                      </a:r>
                      <a:r>
                        <a:rPr sz="1200" spc="-45" dirty="0">
                          <a:latin typeface="Calibri"/>
                          <a:cs typeface="Calibri"/>
                        </a:rPr>
                        <a:t> </a:t>
                      </a:r>
                      <a:r>
                        <a:rPr sz="1200" dirty="0">
                          <a:latin typeface="Calibri"/>
                          <a:cs typeface="Calibri"/>
                        </a:rPr>
                        <a:t>TEST</a:t>
                      </a:r>
                      <a:r>
                        <a:rPr sz="1200" spc="-35" dirty="0">
                          <a:latin typeface="Calibri"/>
                          <a:cs typeface="Calibri"/>
                        </a:rPr>
                        <a:t> </a:t>
                      </a:r>
                      <a:r>
                        <a:rPr sz="1200" spc="-20" dirty="0">
                          <a:latin typeface="Calibri"/>
                          <a:cs typeface="Calibri"/>
                        </a:rPr>
                        <a:t>/tmp</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64515">
                <a:tc>
                  <a:txBody>
                    <a:bodyPr/>
                    <a:lstStyle/>
                    <a:p>
                      <a:pPr marL="91440">
                        <a:lnSpc>
                          <a:spcPct val="100000"/>
                        </a:lnSpc>
                        <a:spcBef>
                          <a:spcPts val="305"/>
                        </a:spcBef>
                      </a:pPr>
                      <a:r>
                        <a:rPr sz="1200" dirty="0">
                          <a:latin typeface="Calibri"/>
                          <a:cs typeface="Calibri"/>
                        </a:rPr>
                        <a:t>Supprimer</a:t>
                      </a:r>
                      <a:r>
                        <a:rPr sz="1200" spc="-40" dirty="0">
                          <a:latin typeface="Calibri"/>
                          <a:cs typeface="Calibri"/>
                        </a:rPr>
                        <a:t> </a:t>
                      </a:r>
                      <a:r>
                        <a:rPr sz="1200" dirty="0">
                          <a:latin typeface="Calibri"/>
                          <a:cs typeface="Calibri"/>
                        </a:rPr>
                        <a:t>des</a:t>
                      </a:r>
                      <a:r>
                        <a:rPr sz="1200" spc="-25" dirty="0">
                          <a:latin typeface="Calibri"/>
                          <a:cs typeface="Calibri"/>
                        </a:rPr>
                        <a:t> </a:t>
                      </a:r>
                      <a:r>
                        <a:rPr sz="1200" spc="-10" dirty="0">
                          <a:latin typeface="Calibri"/>
                          <a:cs typeface="Calibri"/>
                        </a:rPr>
                        <a:t>fichiers</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5"/>
                        </a:spcBef>
                      </a:pPr>
                      <a:r>
                        <a:rPr sz="1200" dirty="0">
                          <a:latin typeface="Calibri"/>
                          <a:cs typeface="Calibri"/>
                        </a:rPr>
                        <a:t>rm</a:t>
                      </a:r>
                      <a:r>
                        <a:rPr sz="1200" spc="-30" dirty="0">
                          <a:latin typeface="Calibri"/>
                          <a:cs typeface="Calibri"/>
                        </a:rPr>
                        <a:t> </a:t>
                      </a:r>
                      <a:r>
                        <a:rPr sz="1200" dirty="0">
                          <a:latin typeface="Calibri"/>
                          <a:cs typeface="Calibri"/>
                        </a:rPr>
                        <a:t>fichier1</a:t>
                      </a:r>
                      <a:r>
                        <a:rPr sz="1200" spc="-15" dirty="0">
                          <a:latin typeface="Calibri"/>
                          <a:cs typeface="Calibri"/>
                        </a:rPr>
                        <a:t> </a:t>
                      </a:r>
                      <a:r>
                        <a:rPr sz="1200" spc="-10" dirty="0">
                          <a:latin typeface="Calibri"/>
                          <a:cs typeface="Calibri"/>
                        </a:rPr>
                        <a:t>fichier2</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710565">
                <a:tc>
                  <a:txBody>
                    <a:bodyPr/>
                    <a:lstStyle/>
                    <a:p>
                      <a:pPr marL="91440">
                        <a:lnSpc>
                          <a:spcPct val="100000"/>
                        </a:lnSpc>
                        <a:spcBef>
                          <a:spcPts val="305"/>
                        </a:spcBef>
                      </a:pPr>
                      <a:r>
                        <a:rPr sz="1200" dirty="0">
                          <a:latin typeface="Calibri"/>
                          <a:cs typeface="Calibri"/>
                        </a:rPr>
                        <a:t>Supprimer</a:t>
                      </a:r>
                      <a:r>
                        <a:rPr sz="1200" spc="-25" dirty="0">
                          <a:latin typeface="Calibri"/>
                          <a:cs typeface="Calibri"/>
                        </a:rPr>
                        <a:t> </a:t>
                      </a:r>
                      <a:r>
                        <a:rPr sz="1200" dirty="0">
                          <a:latin typeface="Calibri"/>
                          <a:cs typeface="Calibri"/>
                        </a:rPr>
                        <a:t>un</a:t>
                      </a:r>
                      <a:r>
                        <a:rPr sz="1200" spc="-20" dirty="0">
                          <a:latin typeface="Calibri"/>
                          <a:cs typeface="Calibri"/>
                        </a:rPr>
                        <a:t> </a:t>
                      </a:r>
                      <a:r>
                        <a:rPr sz="1200" spc="-10" dirty="0">
                          <a:latin typeface="Calibri"/>
                          <a:cs typeface="Calibri"/>
                        </a:rPr>
                        <a:t>répertoire</a:t>
                      </a:r>
                      <a:r>
                        <a:rPr sz="1200" spc="10" dirty="0">
                          <a:latin typeface="Calibri"/>
                          <a:cs typeface="Calibri"/>
                        </a:rPr>
                        <a:t> </a:t>
                      </a:r>
                      <a:r>
                        <a:rPr sz="1200" spc="-20" dirty="0">
                          <a:latin typeface="Calibri"/>
                          <a:cs typeface="Calibri"/>
                        </a:rPr>
                        <a:t>vide</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05"/>
                        </a:spcBef>
                      </a:pPr>
                      <a:r>
                        <a:rPr sz="1200" dirty="0">
                          <a:latin typeface="Calibri"/>
                          <a:cs typeface="Calibri"/>
                        </a:rPr>
                        <a:t>rmdir</a:t>
                      </a:r>
                      <a:r>
                        <a:rPr sz="1200" spc="-35" dirty="0">
                          <a:latin typeface="Calibri"/>
                          <a:cs typeface="Calibri"/>
                        </a:rPr>
                        <a:t> </a:t>
                      </a:r>
                      <a:r>
                        <a:rPr sz="1200" spc="-25" dirty="0">
                          <a:latin typeface="Calibri"/>
                          <a:cs typeface="Calibri"/>
                        </a:rPr>
                        <a:t>rep</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13" name="object 13"/>
          <p:cNvSpPr txBox="1"/>
          <p:nvPr/>
        </p:nvSpPr>
        <p:spPr>
          <a:xfrm>
            <a:off x="5146675" y="5869635"/>
            <a:ext cx="2023745" cy="197490"/>
          </a:xfrm>
          <a:prstGeom prst="rect">
            <a:avLst/>
          </a:prstGeom>
        </p:spPr>
        <p:txBody>
          <a:bodyPr vert="horz" wrap="square" lIns="0" tIns="12700" rIns="0" bIns="0" rtlCol="0">
            <a:spAutoFit/>
          </a:bodyPr>
          <a:lstStyle/>
          <a:p>
            <a:pPr marL="12700">
              <a:lnSpc>
                <a:spcPct val="100000"/>
              </a:lnSpc>
              <a:spcBef>
                <a:spcPts val="100"/>
              </a:spcBef>
            </a:pPr>
            <a:r>
              <a:rPr sz="1200" i="1" spc="-20" dirty="0">
                <a:solidFill>
                  <a:srgbClr val="A6A6A6"/>
                </a:solidFill>
                <a:latin typeface="Calibri"/>
                <a:cs typeface="Calibri"/>
              </a:rPr>
              <a:t>Table</a:t>
            </a:r>
            <a:r>
              <a:rPr sz="1200" i="1" spc="-5" dirty="0">
                <a:solidFill>
                  <a:srgbClr val="A6A6A6"/>
                </a:solidFill>
                <a:latin typeface="Calibri"/>
                <a:cs typeface="Calibri"/>
              </a:rPr>
              <a:t> </a:t>
            </a:r>
            <a:r>
              <a:rPr lang="fr-FR" sz="1200" i="1" dirty="0">
                <a:solidFill>
                  <a:srgbClr val="A6A6A6"/>
                </a:solidFill>
                <a:latin typeface="Calibri"/>
                <a:cs typeface="Calibri"/>
              </a:rPr>
              <a:t>2</a:t>
            </a:r>
            <a:r>
              <a:rPr sz="1200" i="1" spc="305" dirty="0" smtClean="0">
                <a:solidFill>
                  <a:srgbClr val="A6A6A6"/>
                </a:solidFill>
                <a:latin typeface="Calibri"/>
                <a:cs typeface="Calibri"/>
              </a:rPr>
              <a:t> </a:t>
            </a:r>
            <a:r>
              <a:rPr sz="1200" i="1" dirty="0">
                <a:solidFill>
                  <a:srgbClr val="A6A6A6"/>
                </a:solidFill>
                <a:latin typeface="Calibri"/>
                <a:cs typeface="Calibri"/>
              </a:rPr>
              <a:t>:</a:t>
            </a:r>
            <a:r>
              <a:rPr sz="1200" i="1" spc="10" dirty="0">
                <a:solidFill>
                  <a:srgbClr val="A6A6A6"/>
                </a:solidFill>
                <a:latin typeface="Calibri"/>
                <a:cs typeface="Calibri"/>
              </a:rPr>
              <a:t> </a:t>
            </a:r>
            <a:r>
              <a:rPr sz="1200" i="1" spc="-10" dirty="0">
                <a:solidFill>
                  <a:srgbClr val="A6A6A6"/>
                </a:solidFill>
                <a:latin typeface="Calibri"/>
                <a:cs typeface="Calibri"/>
              </a:rPr>
              <a:t>Commande</a:t>
            </a:r>
            <a:r>
              <a:rPr sz="1200" i="1" spc="-75" dirty="0">
                <a:solidFill>
                  <a:srgbClr val="A6A6A6"/>
                </a:solidFill>
                <a:latin typeface="Calibri"/>
                <a:cs typeface="Calibri"/>
              </a:rPr>
              <a:t> </a:t>
            </a:r>
            <a:r>
              <a:rPr sz="1200" i="1" dirty="0">
                <a:solidFill>
                  <a:srgbClr val="A6A6A6"/>
                </a:solidFill>
                <a:latin typeface="Calibri"/>
                <a:cs typeface="Calibri"/>
              </a:rPr>
              <a:t>de base</a:t>
            </a:r>
            <a:r>
              <a:rPr sz="1200" i="1" spc="-5" dirty="0">
                <a:solidFill>
                  <a:srgbClr val="A6A6A6"/>
                </a:solidFill>
                <a:latin typeface="Calibri"/>
                <a:cs typeface="Calibri"/>
              </a:rPr>
              <a:t> </a:t>
            </a:r>
            <a:r>
              <a:rPr sz="1200" i="1" spc="-25" dirty="0">
                <a:solidFill>
                  <a:srgbClr val="A6A6A6"/>
                </a:solidFill>
                <a:latin typeface="Calibri"/>
                <a:cs typeface="Calibri"/>
              </a:rPr>
              <a:t>(2)</a:t>
            </a:r>
            <a:endParaRPr sz="1200" dirty="0">
              <a:latin typeface="Calibri"/>
              <a:cs typeface="Calibri"/>
            </a:endParaRPr>
          </a:p>
        </p:txBody>
      </p:sp>
      <p:sp>
        <p:nvSpPr>
          <p:cNvPr id="18" name="object 11"/>
          <p:cNvSpPr txBox="1">
            <a:spLocks noGrp="1"/>
          </p:cNvSpPr>
          <p:nvPr>
            <p:ph type="title"/>
          </p:nvPr>
        </p:nvSpPr>
        <p:spPr>
          <a:xfrm>
            <a:off x="278780" y="304800"/>
            <a:ext cx="11614312" cy="1007018"/>
          </a:xfrm>
          <a:prstGeom prst="rect">
            <a:avLst/>
          </a:prstGeom>
        </p:spPr>
        <p:txBody>
          <a:bodyPr vert="horz" wrap="square" lIns="0" tIns="143839" rIns="0" bIns="0" rtlCol="0">
            <a:spAutoFit/>
          </a:bodyPr>
          <a:lstStyle/>
          <a:p>
            <a:pPr marL="6985">
              <a:lnSpc>
                <a:spcPct val="100000"/>
              </a:lnSpc>
              <a:spcBef>
                <a:spcPts val="445"/>
              </a:spcBef>
            </a:pPr>
            <a:r>
              <a:rPr dirty="0" smtClean="0">
                <a:solidFill>
                  <a:srgbClr val="2E5496"/>
                </a:solidFill>
              </a:rPr>
              <a:t>0</a:t>
            </a:r>
            <a:r>
              <a:rPr lang="fr-FR" dirty="0" smtClean="0">
                <a:solidFill>
                  <a:srgbClr val="2E5496"/>
                </a:solidFill>
              </a:rPr>
              <a:t>6</a:t>
            </a:r>
            <a:r>
              <a:rPr spc="-45" dirty="0" smtClean="0">
                <a:solidFill>
                  <a:srgbClr val="2E5496"/>
                </a:solidFill>
              </a:rPr>
              <a:t> </a:t>
            </a:r>
            <a:r>
              <a:rPr dirty="0" smtClean="0">
                <a:solidFill>
                  <a:srgbClr val="2E5496"/>
                </a:solidFill>
              </a:rPr>
              <a:t>–</a:t>
            </a:r>
            <a:r>
              <a:rPr spc="-25" dirty="0" smtClean="0">
                <a:solidFill>
                  <a:srgbClr val="2E5496"/>
                </a:solidFill>
              </a:rPr>
              <a:t> </a:t>
            </a:r>
            <a:r>
              <a:rPr lang="fr-FR" dirty="0">
                <a:solidFill>
                  <a:srgbClr val="2E5496"/>
                </a:solidFill>
              </a:rPr>
              <a:t>S</a:t>
            </a:r>
            <a:r>
              <a:rPr lang="fr-FR" spc="-10" dirty="0" smtClean="0">
                <a:solidFill>
                  <a:srgbClr val="2E5496"/>
                </a:solidFill>
              </a:rPr>
              <a:t>ystème</a:t>
            </a:r>
            <a:r>
              <a:rPr lang="fr-FR" spc="-65" dirty="0" smtClean="0">
                <a:solidFill>
                  <a:srgbClr val="2E5496"/>
                </a:solidFill>
              </a:rPr>
              <a:t> </a:t>
            </a:r>
            <a:r>
              <a:rPr lang="fr-FR" dirty="0" smtClean="0">
                <a:solidFill>
                  <a:srgbClr val="2E5496"/>
                </a:solidFill>
              </a:rPr>
              <a:t>de</a:t>
            </a:r>
            <a:r>
              <a:rPr lang="fr-FR" spc="-20" dirty="0" smtClean="0">
                <a:solidFill>
                  <a:srgbClr val="2E5496"/>
                </a:solidFill>
              </a:rPr>
              <a:t> </a:t>
            </a:r>
            <a:r>
              <a:rPr lang="fr-FR" spc="-10" dirty="0">
                <a:solidFill>
                  <a:srgbClr val="2E5496"/>
                </a:solidFill>
              </a:rPr>
              <a:t>fichiers</a:t>
            </a:r>
            <a:br>
              <a:rPr lang="fr-FR" spc="-10" dirty="0">
                <a:solidFill>
                  <a:srgbClr val="2E5496"/>
                </a:solidFill>
              </a:rPr>
            </a:br>
            <a:r>
              <a:rPr lang="fr-FR" sz="1600" spc="-10" dirty="0">
                <a:solidFill>
                  <a:srgbClr val="FF7800"/>
                </a:solidFill>
              </a:rPr>
              <a:t>Gestion de base du système de </a:t>
            </a:r>
            <a:r>
              <a:rPr lang="fr-FR" sz="1600" spc="-10" dirty="0" smtClean="0">
                <a:solidFill>
                  <a:srgbClr val="FF7800"/>
                </a:solidFill>
              </a:rPr>
              <a:t>fichiers Linux</a:t>
            </a:r>
            <a:r>
              <a:rPr lang="fr-FR" spc="-10" dirty="0">
                <a:solidFill>
                  <a:srgbClr val="2E5496"/>
                </a:solidFill>
              </a:rPr>
              <a:t/>
            </a:r>
            <a:br>
              <a:rPr lang="fr-FR" spc="-10" dirty="0">
                <a:solidFill>
                  <a:srgbClr val="2E5496"/>
                </a:solidFill>
              </a:rPr>
            </a:br>
            <a:endParaRPr spc="-20" dirty="0">
              <a:solidFill>
                <a:srgbClr val="2E5496"/>
              </a:solidFill>
            </a:endParaRPr>
          </a:p>
        </p:txBody>
      </p:sp>
      <p:sp>
        <p:nvSpPr>
          <p:cNvPr id="19" name="object 7"/>
          <p:cNvSpPr txBox="1"/>
          <p:nvPr/>
        </p:nvSpPr>
        <p:spPr>
          <a:xfrm>
            <a:off x="105040" y="4887317"/>
            <a:ext cx="247119" cy="137164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CHPITRE 6</a:t>
            </a:r>
            <a:endParaRPr sz="1900" dirty="0">
              <a:latin typeface="Calibri"/>
              <a:cs typeface="Calibri"/>
            </a:endParaRPr>
          </a:p>
        </p:txBody>
      </p:sp>
    </p:spTree>
    <p:extLst>
      <p:ext uri="{BB962C8B-B14F-4D97-AF65-F5344CB8AC3E}">
        <p14:creationId xmlns:p14="http://schemas.microsoft.com/office/powerpoint/2010/main" val="2651177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37</a:t>
            </a:fld>
            <a:endParaRPr spc="-25" dirty="0"/>
          </a:p>
        </p:txBody>
      </p:sp>
      <p:graphicFrame>
        <p:nvGraphicFramePr>
          <p:cNvPr id="12" name="object 12"/>
          <p:cNvGraphicFramePr>
            <a:graphicFrameLocks noGrp="1"/>
          </p:cNvGraphicFramePr>
          <p:nvPr/>
        </p:nvGraphicFramePr>
        <p:xfrm>
          <a:off x="1594738" y="2463673"/>
          <a:ext cx="8990330" cy="3500120"/>
        </p:xfrm>
        <a:graphic>
          <a:graphicData uri="http://schemas.openxmlformats.org/drawingml/2006/table">
            <a:tbl>
              <a:tblPr firstRow="1" bandRow="1">
                <a:tableStyleId>{2D5ABB26-0587-4C30-8999-92F81FD0307C}</a:tableStyleId>
              </a:tblPr>
              <a:tblGrid>
                <a:gridCol w="6028055">
                  <a:extLst>
                    <a:ext uri="{9D8B030D-6E8A-4147-A177-3AD203B41FA5}">
                      <a16:colId xmlns:a16="http://schemas.microsoft.com/office/drawing/2014/main" val="20000"/>
                    </a:ext>
                  </a:extLst>
                </a:gridCol>
                <a:gridCol w="2962275">
                  <a:extLst>
                    <a:ext uri="{9D8B030D-6E8A-4147-A177-3AD203B41FA5}">
                      <a16:colId xmlns:a16="http://schemas.microsoft.com/office/drawing/2014/main" val="20001"/>
                    </a:ext>
                  </a:extLst>
                </a:gridCol>
              </a:tblGrid>
              <a:tr h="422275">
                <a:tc>
                  <a:txBody>
                    <a:bodyPr/>
                    <a:lstStyle/>
                    <a:p>
                      <a:pPr marL="1270" algn="ctr">
                        <a:lnSpc>
                          <a:spcPct val="100000"/>
                        </a:lnSpc>
                        <a:spcBef>
                          <a:spcPts val="295"/>
                        </a:spcBef>
                      </a:pPr>
                      <a:r>
                        <a:rPr sz="1200" b="1" spc="-10" dirty="0">
                          <a:latin typeface="Calibri"/>
                          <a:cs typeface="Calibri"/>
                        </a:rPr>
                        <a:t>Fonctionnalité</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75" algn="ctr">
                        <a:lnSpc>
                          <a:spcPct val="100000"/>
                        </a:lnSpc>
                        <a:spcBef>
                          <a:spcPts val="295"/>
                        </a:spcBef>
                      </a:pPr>
                      <a:r>
                        <a:rPr sz="1200" b="1" spc="-10" dirty="0">
                          <a:latin typeface="Calibri"/>
                          <a:cs typeface="Calibri"/>
                        </a:rPr>
                        <a:t>Syntaxe</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23215">
                <a:tc>
                  <a:txBody>
                    <a:bodyPr/>
                    <a:lstStyle/>
                    <a:p>
                      <a:pPr marL="91440">
                        <a:lnSpc>
                          <a:spcPct val="100000"/>
                        </a:lnSpc>
                        <a:spcBef>
                          <a:spcPts val="295"/>
                        </a:spcBef>
                      </a:pPr>
                      <a:r>
                        <a:rPr sz="1200" dirty="0">
                          <a:latin typeface="Calibri"/>
                          <a:cs typeface="Calibri"/>
                        </a:rPr>
                        <a:t>Supprimer</a:t>
                      </a:r>
                      <a:r>
                        <a:rPr sz="1200" spc="-20" dirty="0">
                          <a:latin typeface="Calibri"/>
                          <a:cs typeface="Calibri"/>
                        </a:rPr>
                        <a:t> </a:t>
                      </a:r>
                      <a:r>
                        <a:rPr sz="1200" dirty="0">
                          <a:latin typeface="Calibri"/>
                          <a:cs typeface="Calibri"/>
                        </a:rPr>
                        <a:t>un</a:t>
                      </a:r>
                      <a:r>
                        <a:rPr sz="1200" spc="-20" dirty="0">
                          <a:latin typeface="Calibri"/>
                          <a:cs typeface="Calibri"/>
                        </a:rPr>
                        <a:t> </a:t>
                      </a:r>
                      <a:r>
                        <a:rPr sz="1200" spc="-10" dirty="0">
                          <a:latin typeface="Calibri"/>
                          <a:cs typeface="Calibri"/>
                        </a:rPr>
                        <a:t>répertoire</a:t>
                      </a:r>
                      <a:r>
                        <a:rPr sz="1200" spc="15" dirty="0">
                          <a:latin typeface="Calibri"/>
                          <a:cs typeface="Calibri"/>
                        </a:rPr>
                        <a:t> </a:t>
                      </a:r>
                      <a:r>
                        <a:rPr sz="1200" dirty="0">
                          <a:latin typeface="Calibri"/>
                          <a:cs typeface="Calibri"/>
                        </a:rPr>
                        <a:t>non</a:t>
                      </a:r>
                      <a:r>
                        <a:rPr sz="1200" spc="-20" dirty="0">
                          <a:latin typeface="Calibri"/>
                          <a:cs typeface="Calibri"/>
                        </a:rPr>
                        <a:t> vide</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4290" algn="ctr">
                        <a:lnSpc>
                          <a:spcPct val="100000"/>
                        </a:lnSpc>
                        <a:spcBef>
                          <a:spcPts val="295"/>
                        </a:spcBef>
                      </a:pPr>
                      <a:r>
                        <a:rPr sz="1200" dirty="0">
                          <a:latin typeface="Calibri"/>
                          <a:cs typeface="Calibri"/>
                        </a:rPr>
                        <a:t>rm –rf</a:t>
                      </a:r>
                      <a:r>
                        <a:rPr sz="1200" spc="-5" dirty="0">
                          <a:latin typeface="Calibri"/>
                          <a:cs typeface="Calibri"/>
                        </a:rPr>
                        <a:t> </a:t>
                      </a:r>
                      <a:r>
                        <a:rPr sz="1200" spc="-25" dirty="0">
                          <a:latin typeface="Calibri"/>
                          <a:cs typeface="Calibri"/>
                        </a:rPr>
                        <a:t>rep</a:t>
                      </a:r>
                      <a:endParaRPr sz="12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98145">
                <a:tc>
                  <a:txBody>
                    <a:bodyPr/>
                    <a:lstStyle/>
                    <a:p>
                      <a:pPr marL="91440">
                        <a:lnSpc>
                          <a:spcPct val="100000"/>
                        </a:lnSpc>
                        <a:spcBef>
                          <a:spcPts val="300"/>
                        </a:spcBef>
                      </a:pPr>
                      <a:r>
                        <a:rPr sz="1200" dirty="0">
                          <a:latin typeface="Calibri"/>
                          <a:cs typeface="Calibri"/>
                        </a:rPr>
                        <a:t>Lister</a:t>
                      </a:r>
                      <a:r>
                        <a:rPr sz="1200" spc="-35" dirty="0">
                          <a:latin typeface="Calibri"/>
                          <a:cs typeface="Calibri"/>
                        </a:rPr>
                        <a:t> </a:t>
                      </a:r>
                      <a:r>
                        <a:rPr sz="1200" dirty="0">
                          <a:latin typeface="Calibri"/>
                          <a:cs typeface="Calibri"/>
                        </a:rPr>
                        <a:t>des</a:t>
                      </a:r>
                      <a:r>
                        <a:rPr sz="1200" spc="-10" dirty="0">
                          <a:latin typeface="Calibri"/>
                          <a:cs typeface="Calibri"/>
                        </a:rPr>
                        <a:t> </a:t>
                      </a:r>
                      <a:r>
                        <a:rPr sz="1200" dirty="0">
                          <a:latin typeface="Calibri"/>
                          <a:cs typeface="Calibri"/>
                        </a:rPr>
                        <a:t>fichiers du</a:t>
                      </a:r>
                      <a:r>
                        <a:rPr sz="1200" spc="-50" dirty="0">
                          <a:latin typeface="Calibri"/>
                          <a:cs typeface="Calibri"/>
                        </a:rPr>
                        <a:t> </a:t>
                      </a:r>
                      <a:r>
                        <a:rPr sz="1200" dirty="0">
                          <a:latin typeface="Calibri"/>
                          <a:cs typeface="Calibri"/>
                        </a:rPr>
                        <a:t>dossier</a:t>
                      </a:r>
                      <a:r>
                        <a:rPr sz="1200" spc="-35" dirty="0">
                          <a:latin typeface="Calibri"/>
                          <a:cs typeface="Calibri"/>
                        </a:rPr>
                        <a:t> </a:t>
                      </a:r>
                      <a:r>
                        <a:rPr sz="1200" spc="-10" dirty="0">
                          <a:latin typeface="Calibri"/>
                          <a:cs typeface="Calibri"/>
                        </a:rPr>
                        <a:t>courant</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200" spc="-25" dirty="0">
                          <a:latin typeface="Calibri"/>
                          <a:cs typeface="Calibri"/>
                        </a:rPr>
                        <a:t>ls</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98450">
                <a:tc>
                  <a:txBody>
                    <a:bodyPr/>
                    <a:lstStyle/>
                    <a:p>
                      <a:pPr marL="91440">
                        <a:lnSpc>
                          <a:spcPct val="100000"/>
                        </a:lnSpc>
                        <a:spcBef>
                          <a:spcPts val="300"/>
                        </a:spcBef>
                      </a:pPr>
                      <a:r>
                        <a:rPr sz="1200" dirty="0">
                          <a:latin typeface="Calibri"/>
                          <a:cs typeface="Calibri"/>
                        </a:rPr>
                        <a:t>Afficher</a:t>
                      </a:r>
                      <a:r>
                        <a:rPr sz="1200" spc="-50" dirty="0">
                          <a:latin typeface="Calibri"/>
                          <a:cs typeface="Calibri"/>
                        </a:rPr>
                        <a:t> </a:t>
                      </a:r>
                      <a:r>
                        <a:rPr sz="1200" dirty="0">
                          <a:latin typeface="Calibri"/>
                          <a:cs typeface="Calibri"/>
                        </a:rPr>
                        <a:t>une</a:t>
                      </a:r>
                      <a:r>
                        <a:rPr sz="1200" spc="-40" dirty="0">
                          <a:latin typeface="Calibri"/>
                          <a:cs typeface="Calibri"/>
                        </a:rPr>
                        <a:t> </a:t>
                      </a:r>
                      <a:r>
                        <a:rPr sz="1200" dirty="0">
                          <a:latin typeface="Calibri"/>
                          <a:cs typeface="Calibri"/>
                        </a:rPr>
                        <a:t>liste</a:t>
                      </a:r>
                      <a:r>
                        <a:rPr sz="1200" spc="-20" dirty="0">
                          <a:latin typeface="Calibri"/>
                          <a:cs typeface="Calibri"/>
                        </a:rPr>
                        <a:t> </a:t>
                      </a:r>
                      <a:r>
                        <a:rPr sz="1200" spc="-10" dirty="0">
                          <a:latin typeface="Calibri"/>
                          <a:cs typeface="Calibri"/>
                        </a:rPr>
                        <a:t>détaillée</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300"/>
                        </a:spcBef>
                      </a:pPr>
                      <a:r>
                        <a:rPr sz="1200" dirty="0">
                          <a:latin typeface="Calibri"/>
                          <a:cs typeface="Calibri"/>
                        </a:rPr>
                        <a:t>ls </a:t>
                      </a:r>
                      <a:r>
                        <a:rPr sz="1200" spc="-10" dirty="0">
                          <a:latin typeface="Calibri"/>
                          <a:cs typeface="Calibri"/>
                        </a:rPr>
                        <a:t>-</a:t>
                      </a:r>
                      <a:r>
                        <a:rPr sz="1200" spc="-50" dirty="0">
                          <a:latin typeface="Calibri"/>
                          <a:cs typeface="Calibri"/>
                        </a:rPr>
                        <a:t>l</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297815">
                <a:tc>
                  <a:txBody>
                    <a:bodyPr/>
                    <a:lstStyle/>
                    <a:p>
                      <a:pPr marL="91440">
                        <a:lnSpc>
                          <a:spcPct val="100000"/>
                        </a:lnSpc>
                        <a:spcBef>
                          <a:spcPts val="300"/>
                        </a:spcBef>
                      </a:pPr>
                      <a:r>
                        <a:rPr sz="1200" dirty="0">
                          <a:latin typeface="Calibri"/>
                          <a:cs typeface="Calibri"/>
                        </a:rPr>
                        <a:t>Lister</a:t>
                      </a:r>
                      <a:r>
                        <a:rPr sz="1200" spc="-45" dirty="0">
                          <a:latin typeface="Calibri"/>
                          <a:cs typeface="Calibri"/>
                        </a:rPr>
                        <a:t> </a:t>
                      </a:r>
                      <a:r>
                        <a:rPr sz="1200" dirty="0">
                          <a:latin typeface="Calibri"/>
                          <a:cs typeface="Calibri"/>
                        </a:rPr>
                        <a:t>tous</a:t>
                      </a:r>
                      <a:r>
                        <a:rPr sz="1200" spc="-45" dirty="0">
                          <a:latin typeface="Calibri"/>
                          <a:cs typeface="Calibri"/>
                        </a:rPr>
                        <a:t> </a:t>
                      </a:r>
                      <a:r>
                        <a:rPr sz="1200" dirty="0">
                          <a:latin typeface="Calibri"/>
                          <a:cs typeface="Calibri"/>
                        </a:rPr>
                        <a:t>les</a:t>
                      </a:r>
                      <a:r>
                        <a:rPr sz="1200" spc="-30" dirty="0">
                          <a:latin typeface="Calibri"/>
                          <a:cs typeface="Calibri"/>
                        </a:rPr>
                        <a:t> </a:t>
                      </a:r>
                      <a:r>
                        <a:rPr sz="1200" dirty="0">
                          <a:latin typeface="Calibri"/>
                          <a:cs typeface="Calibri"/>
                        </a:rPr>
                        <a:t>fichiers</a:t>
                      </a:r>
                      <a:r>
                        <a:rPr sz="1200" spc="-10" dirty="0">
                          <a:latin typeface="Calibri"/>
                          <a:cs typeface="Calibri"/>
                        </a:rPr>
                        <a:t> (cachés)</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0"/>
                        </a:spcBef>
                      </a:pPr>
                      <a:r>
                        <a:rPr sz="1200" dirty="0">
                          <a:latin typeface="Calibri"/>
                          <a:cs typeface="Calibri"/>
                        </a:rPr>
                        <a:t>ls</a:t>
                      </a:r>
                      <a:r>
                        <a:rPr sz="1200" spc="5" dirty="0">
                          <a:latin typeface="Calibri"/>
                          <a:cs typeface="Calibri"/>
                        </a:rPr>
                        <a:t> </a:t>
                      </a:r>
                      <a:r>
                        <a:rPr sz="1200" spc="-10" dirty="0">
                          <a:latin typeface="Calibri"/>
                          <a:cs typeface="Calibri"/>
                        </a:rPr>
                        <a:t>-</a:t>
                      </a:r>
                      <a:r>
                        <a:rPr sz="1200" spc="-50" dirty="0">
                          <a:latin typeface="Calibri"/>
                          <a:cs typeface="Calibri"/>
                        </a:rPr>
                        <a:t>a</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44170">
                <a:tc>
                  <a:txBody>
                    <a:bodyPr/>
                    <a:lstStyle/>
                    <a:p>
                      <a:pPr marL="91440">
                        <a:lnSpc>
                          <a:spcPct val="100000"/>
                        </a:lnSpc>
                        <a:spcBef>
                          <a:spcPts val="305"/>
                        </a:spcBef>
                      </a:pPr>
                      <a:r>
                        <a:rPr sz="1200" spc="-10" dirty="0">
                          <a:latin typeface="Calibri"/>
                          <a:cs typeface="Calibri"/>
                        </a:rPr>
                        <a:t>Trier</a:t>
                      </a:r>
                      <a:r>
                        <a:rPr sz="1200" spc="-15" dirty="0">
                          <a:latin typeface="Calibri"/>
                          <a:cs typeface="Calibri"/>
                        </a:rPr>
                        <a:t> </a:t>
                      </a:r>
                      <a:r>
                        <a:rPr sz="1200" dirty="0">
                          <a:latin typeface="Calibri"/>
                          <a:cs typeface="Calibri"/>
                        </a:rPr>
                        <a:t>les</a:t>
                      </a:r>
                      <a:r>
                        <a:rPr sz="1200" spc="-40" dirty="0">
                          <a:latin typeface="Calibri"/>
                          <a:cs typeface="Calibri"/>
                        </a:rPr>
                        <a:t> </a:t>
                      </a:r>
                      <a:r>
                        <a:rPr sz="1200" dirty="0">
                          <a:latin typeface="Calibri"/>
                          <a:cs typeface="Calibri"/>
                        </a:rPr>
                        <a:t>fichiers</a:t>
                      </a:r>
                      <a:r>
                        <a:rPr sz="1200" spc="-5" dirty="0">
                          <a:latin typeface="Calibri"/>
                          <a:cs typeface="Calibri"/>
                        </a:rPr>
                        <a:t> </a:t>
                      </a:r>
                      <a:r>
                        <a:rPr sz="1200" dirty="0">
                          <a:latin typeface="Calibri"/>
                          <a:cs typeface="Calibri"/>
                        </a:rPr>
                        <a:t>par</a:t>
                      </a:r>
                      <a:r>
                        <a:rPr sz="1200" spc="-35" dirty="0">
                          <a:latin typeface="Calibri"/>
                          <a:cs typeface="Calibri"/>
                        </a:rPr>
                        <a:t> </a:t>
                      </a:r>
                      <a:r>
                        <a:rPr sz="1200" dirty="0">
                          <a:latin typeface="Calibri"/>
                          <a:cs typeface="Calibri"/>
                        </a:rPr>
                        <a:t>date</a:t>
                      </a:r>
                      <a:r>
                        <a:rPr sz="1200" spc="-45" dirty="0">
                          <a:latin typeface="Calibri"/>
                          <a:cs typeface="Calibri"/>
                        </a:rPr>
                        <a:t> </a:t>
                      </a:r>
                      <a:r>
                        <a:rPr sz="1200" dirty="0">
                          <a:latin typeface="Calibri"/>
                          <a:cs typeface="Calibri"/>
                        </a:rPr>
                        <a:t>(plus</a:t>
                      </a:r>
                      <a:r>
                        <a:rPr sz="1200" spc="-20" dirty="0">
                          <a:latin typeface="Calibri"/>
                          <a:cs typeface="Calibri"/>
                        </a:rPr>
                        <a:t> </a:t>
                      </a:r>
                      <a:r>
                        <a:rPr sz="1200" spc="-10" dirty="0">
                          <a:latin typeface="Calibri"/>
                          <a:cs typeface="Calibri"/>
                        </a:rPr>
                        <a:t>récents</a:t>
                      </a:r>
                      <a:r>
                        <a:rPr sz="1200" spc="-40" dirty="0">
                          <a:latin typeface="Calibri"/>
                          <a:cs typeface="Calibri"/>
                        </a:rPr>
                        <a:t> </a:t>
                      </a:r>
                      <a:r>
                        <a:rPr sz="1200" dirty="0">
                          <a:latin typeface="Calibri"/>
                          <a:cs typeface="Calibri"/>
                        </a:rPr>
                        <a:t>sont</a:t>
                      </a:r>
                      <a:r>
                        <a:rPr sz="1200" spc="-45" dirty="0">
                          <a:latin typeface="Calibri"/>
                          <a:cs typeface="Calibri"/>
                        </a:rPr>
                        <a:t> </a:t>
                      </a:r>
                      <a:r>
                        <a:rPr sz="1200" dirty="0">
                          <a:latin typeface="Calibri"/>
                          <a:cs typeface="Calibri"/>
                        </a:rPr>
                        <a:t>les</a:t>
                      </a:r>
                      <a:r>
                        <a:rPr sz="1200" spc="-15" dirty="0">
                          <a:latin typeface="Calibri"/>
                          <a:cs typeface="Calibri"/>
                        </a:rPr>
                        <a:t> </a:t>
                      </a:r>
                      <a:r>
                        <a:rPr sz="1200" spc="-10" dirty="0">
                          <a:latin typeface="Calibri"/>
                          <a:cs typeface="Calibri"/>
                        </a:rPr>
                        <a:t>premiers)</a:t>
                      </a:r>
                      <a:endParaRPr sz="1200" dirty="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05"/>
                        </a:spcBef>
                      </a:pPr>
                      <a:r>
                        <a:rPr sz="1200" dirty="0">
                          <a:latin typeface="Calibri"/>
                          <a:cs typeface="Calibri"/>
                        </a:rPr>
                        <a:t>ls </a:t>
                      </a:r>
                      <a:r>
                        <a:rPr sz="1200" spc="-10" dirty="0">
                          <a:latin typeface="Calibri"/>
                          <a:cs typeface="Calibri"/>
                        </a:rPr>
                        <a:t>-</a:t>
                      </a:r>
                      <a:r>
                        <a:rPr sz="1200" spc="-50" dirty="0">
                          <a:latin typeface="Calibri"/>
                          <a:cs typeface="Calibri"/>
                        </a:rPr>
                        <a:t>t</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297815">
                <a:tc>
                  <a:txBody>
                    <a:bodyPr/>
                    <a:lstStyle/>
                    <a:p>
                      <a:pPr marL="91440">
                        <a:lnSpc>
                          <a:spcPct val="100000"/>
                        </a:lnSpc>
                        <a:spcBef>
                          <a:spcPts val="305"/>
                        </a:spcBef>
                      </a:pPr>
                      <a:r>
                        <a:rPr sz="1200" spc="-10" dirty="0">
                          <a:latin typeface="Calibri"/>
                          <a:cs typeface="Calibri"/>
                        </a:rPr>
                        <a:t>Trier</a:t>
                      </a:r>
                      <a:r>
                        <a:rPr sz="1200" spc="-25" dirty="0">
                          <a:latin typeface="Calibri"/>
                          <a:cs typeface="Calibri"/>
                        </a:rPr>
                        <a:t> </a:t>
                      </a:r>
                      <a:r>
                        <a:rPr sz="1200" dirty="0">
                          <a:latin typeface="Calibri"/>
                          <a:cs typeface="Calibri"/>
                        </a:rPr>
                        <a:t>les</a:t>
                      </a:r>
                      <a:r>
                        <a:rPr sz="1200" spc="-50" dirty="0">
                          <a:latin typeface="Calibri"/>
                          <a:cs typeface="Calibri"/>
                        </a:rPr>
                        <a:t> </a:t>
                      </a:r>
                      <a:r>
                        <a:rPr sz="1200" dirty="0">
                          <a:latin typeface="Calibri"/>
                          <a:cs typeface="Calibri"/>
                        </a:rPr>
                        <a:t>fichiers</a:t>
                      </a:r>
                      <a:r>
                        <a:rPr sz="1200" spc="-10" dirty="0">
                          <a:latin typeface="Calibri"/>
                          <a:cs typeface="Calibri"/>
                        </a:rPr>
                        <a:t> </a:t>
                      </a:r>
                      <a:r>
                        <a:rPr sz="1200" dirty="0">
                          <a:latin typeface="Calibri"/>
                          <a:cs typeface="Calibri"/>
                        </a:rPr>
                        <a:t>par</a:t>
                      </a:r>
                      <a:r>
                        <a:rPr sz="1200" spc="-45" dirty="0">
                          <a:latin typeface="Calibri"/>
                          <a:cs typeface="Calibri"/>
                        </a:rPr>
                        <a:t> </a:t>
                      </a:r>
                      <a:r>
                        <a:rPr sz="1200" spc="-10" dirty="0">
                          <a:latin typeface="Calibri"/>
                          <a:cs typeface="Calibri"/>
                        </a:rPr>
                        <a:t>taille</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75" algn="ctr">
                        <a:lnSpc>
                          <a:spcPct val="100000"/>
                        </a:lnSpc>
                        <a:spcBef>
                          <a:spcPts val="305"/>
                        </a:spcBef>
                      </a:pPr>
                      <a:r>
                        <a:rPr sz="1200" dirty="0">
                          <a:latin typeface="Calibri"/>
                          <a:cs typeface="Calibri"/>
                        </a:rPr>
                        <a:t>ls </a:t>
                      </a:r>
                      <a:r>
                        <a:rPr sz="1200" spc="-10" dirty="0">
                          <a:latin typeface="Calibri"/>
                          <a:cs typeface="Calibri"/>
                        </a:rPr>
                        <a:t>-</a:t>
                      </a:r>
                      <a:r>
                        <a:rPr sz="1200" spc="-50" dirty="0">
                          <a:latin typeface="Calibri"/>
                          <a:cs typeface="Calibri"/>
                        </a:rPr>
                        <a:t>S</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98450">
                <a:tc>
                  <a:txBody>
                    <a:bodyPr/>
                    <a:lstStyle/>
                    <a:p>
                      <a:pPr marL="91440">
                        <a:lnSpc>
                          <a:spcPct val="100000"/>
                        </a:lnSpc>
                        <a:spcBef>
                          <a:spcPts val="305"/>
                        </a:spcBef>
                      </a:pPr>
                      <a:r>
                        <a:rPr sz="1200" dirty="0">
                          <a:latin typeface="Calibri"/>
                          <a:cs typeface="Calibri"/>
                        </a:rPr>
                        <a:t>Changer</a:t>
                      </a:r>
                      <a:r>
                        <a:rPr sz="1200" spc="-50" dirty="0">
                          <a:latin typeface="Calibri"/>
                          <a:cs typeface="Calibri"/>
                        </a:rPr>
                        <a:t> </a:t>
                      </a:r>
                      <a:r>
                        <a:rPr sz="1200" spc="-25" dirty="0">
                          <a:latin typeface="Calibri"/>
                          <a:cs typeface="Calibri"/>
                        </a:rPr>
                        <a:t>rep</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75" algn="ctr">
                        <a:lnSpc>
                          <a:spcPct val="100000"/>
                        </a:lnSpc>
                        <a:spcBef>
                          <a:spcPts val="305"/>
                        </a:spcBef>
                      </a:pPr>
                      <a:r>
                        <a:rPr sz="1200" spc="-25" dirty="0">
                          <a:latin typeface="Calibri"/>
                          <a:cs typeface="Calibri"/>
                        </a:rPr>
                        <a:t>cd</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297815">
                <a:tc>
                  <a:txBody>
                    <a:bodyPr/>
                    <a:lstStyle/>
                    <a:p>
                      <a:pPr marL="91440">
                        <a:lnSpc>
                          <a:spcPct val="100000"/>
                        </a:lnSpc>
                        <a:spcBef>
                          <a:spcPts val="305"/>
                        </a:spcBef>
                      </a:pPr>
                      <a:r>
                        <a:rPr sz="1200" dirty="0">
                          <a:latin typeface="Calibri"/>
                          <a:cs typeface="Calibri"/>
                        </a:rPr>
                        <a:t>Créer</a:t>
                      </a:r>
                      <a:r>
                        <a:rPr sz="1200" spc="-20" dirty="0">
                          <a:latin typeface="Calibri"/>
                          <a:cs typeface="Calibri"/>
                        </a:rPr>
                        <a:t> </a:t>
                      </a:r>
                      <a:r>
                        <a:rPr sz="1200" dirty="0">
                          <a:latin typeface="Calibri"/>
                          <a:cs typeface="Calibri"/>
                        </a:rPr>
                        <a:t>un</a:t>
                      </a:r>
                      <a:r>
                        <a:rPr sz="1200" spc="-35" dirty="0">
                          <a:latin typeface="Calibri"/>
                          <a:cs typeface="Calibri"/>
                        </a:rPr>
                        <a:t> </a:t>
                      </a:r>
                      <a:r>
                        <a:rPr sz="1200" spc="-25" dirty="0">
                          <a:latin typeface="Calibri"/>
                          <a:cs typeface="Calibri"/>
                        </a:rPr>
                        <a:t>rep</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810" algn="ctr">
                        <a:lnSpc>
                          <a:spcPct val="100000"/>
                        </a:lnSpc>
                        <a:spcBef>
                          <a:spcPts val="305"/>
                        </a:spcBef>
                      </a:pPr>
                      <a:r>
                        <a:rPr sz="1200" dirty="0">
                          <a:latin typeface="Calibri"/>
                          <a:cs typeface="Calibri"/>
                        </a:rPr>
                        <a:t>mkdir</a:t>
                      </a:r>
                      <a:r>
                        <a:rPr sz="1200" spc="-55" dirty="0">
                          <a:latin typeface="Calibri"/>
                          <a:cs typeface="Calibri"/>
                        </a:rPr>
                        <a:t> </a:t>
                      </a:r>
                      <a:r>
                        <a:rPr sz="1200" spc="-25" dirty="0">
                          <a:latin typeface="Calibri"/>
                          <a:cs typeface="Calibri"/>
                        </a:rPr>
                        <a:t>rep</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521970">
                <a:tc>
                  <a:txBody>
                    <a:bodyPr/>
                    <a:lstStyle/>
                    <a:p>
                      <a:pPr marL="91440">
                        <a:lnSpc>
                          <a:spcPct val="100000"/>
                        </a:lnSpc>
                        <a:spcBef>
                          <a:spcPts val="305"/>
                        </a:spcBef>
                      </a:pPr>
                      <a:r>
                        <a:rPr sz="1200" dirty="0">
                          <a:latin typeface="Calibri"/>
                          <a:cs typeface="Calibri"/>
                        </a:rPr>
                        <a:t>Crée</a:t>
                      </a:r>
                      <a:r>
                        <a:rPr sz="1200" spc="-20" dirty="0">
                          <a:latin typeface="Calibri"/>
                          <a:cs typeface="Calibri"/>
                        </a:rPr>
                        <a:t> </a:t>
                      </a:r>
                      <a:r>
                        <a:rPr sz="1200" dirty="0">
                          <a:latin typeface="Calibri"/>
                          <a:cs typeface="Calibri"/>
                        </a:rPr>
                        <a:t>une</a:t>
                      </a:r>
                      <a:r>
                        <a:rPr sz="1200" spc="-30" dirty="0">
                          <a:latin typeface="Calibri"/>
                          <a:cs typeface="Calibri"/>
                        </a:rPr>
                        <a:t> </a:t>
                      </a:r>
                      <a:r>
                        <a:rPr sz="1200" dirty="0">
                          <a:latin typeface="Calibri"/>
                          <a:cs typeface="Calibri"/>
                        </a:rPr>
                        <a:t>arborscence</a:t>
                      </a:r>
                      <a:r>
                        <a:rPr sz="1200" spc="10" dirty="0">
                          <a:latin typeface="Calibri"/>
                          <a:cs typeface="Calibri"/>
                        </a:rPr>
                        <a:t> </a:t>
                      </a:r>
                      <a:r>
                        <a:rPr sz="1200" spc="-10" dirty="0">
                          <a:latin typeface="Calibri"/>
                          <a:cs typeface="Calibri"/>
                        </a:rPr>
                        <a:t>rep_parent:</a:t>
                      </a:r>
                      <a:r>
                        <a:rPr sz="1200" dirty="0">
                          <a:latin typeface="Calibri"/>
                          <a:cs typeface="Calibri"/>
                        </a:rPr>
                        <a:t> dans</a:t>
                      </a:r>
                      <a:r>
                        <a:rPr sz="1200" spc="-25" dirty="0">
                          <a:latin typeface="Calibri"/>
                          <a:cs typeface="Calibri"/>
                        </a:rPr>
                        <a:t> </a:t>
                      </a:r>
                      <a:r>
                        <a:rPr sz="1200" spc="-10" dirty="0">
                          <a:latin typeface="Calibri"/>
                          <a:cs typeface="Calibri"/>
                        </a:rPr>
                        <a:t>rep_parent </a:t>
                      </a:r>
                      <a:r>
                        <a:rPr sz="1200" dirty="0">
                          <a:latin typeface="Calibri"/>
                          <a:cs typeface="Calibri"/>
                        </a:rPr>
                        <a:t>,</a:t>
                      </a:r>
                      <a:r>
                        <a:rPr sz="1200" spc="-30" dirty="0">
                          <a:latin typeface="Calibri"/>
                          <a:cs typeface="Calibri"/>
                        </a:rPr>
                        <a:t> </a:t>
                      </a:r>
                      <a:r>
                        <a:rPr sz="1200" dirty="0">
                          <a:latin typeface="Calibri"/>
                          <a:cs typeface="Calibri"/>
                        </a:rPr>
                        <a:t>crée</a:t>
                      </a:r>
                      <a:r>
                        <a:rPr sz="1200" spc="-10" dirty="0">
                          <a:latin typeface="Calibri"/>
                          <a:cs typeface="Calibri"/>
                        </a:rPr>
                        <a:t> rep_enfant</a:t>
                      </a:r>
                      <a:endParaRPr sz="12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810" algn="ctr">
                        <a:lnSpc>
                          <a:spcPct val="100000"/>
                        </a:lnSpc>
                        <a:spcBef>
                          <a:spcPts val="305"/>
                        </a:spcBef>
                      </a:pPr>
                      <a:r>
                        <a:rPr sz="1200" dirty="0">
                          <a:latin typeface="Calibri"/>
                          <a:cs typeface="Calibri"/>
                        </a:rPr>
                        <a:t>mkdir</a:t>
                      </a:r>
                      <a:r>
                        <a:rPr sz="1200" spc="-30" dirty="0">
                          <a:latin typeface="Calibri"/>
                          <a:cs typeface="Calibri"/>
                        </a:rPr>
                        <a:t> </a:t>
                      </a:r>
                      <a:r>
                        <a:rPr sz="1200" dirty="0">
                          <a:latin typeface="Calibri"/>
                          <a:cs typeface="Calibri"/>
                        </a:rPr>
                        <a:t>–p</a:t>
                      </a:r>
                      <a:r>
                        <a:rPr sz="1200" spc="-45" dirty="0">
                          <a:latin typeface="Calibri"/>
                          <a:cs typeface="Calibri"/>
                        </a:rPr>
                        <a:t> </a:t>
                      </a:r>
                      <a:r>
                        <a:rPr sz="1200" spc="-10" dirty="0">
                          <a:latin typeface="Calibri"/>
                          <a:cs typeface="Calibri"/>
                        </a:rPr>
                        <a:t>rep1/rep2</a:t>
                      </a:r>
                      <a:endParaRPr sz="1200" dirty="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bl>
          </a:graphicData>
        </a:graphic>
      </p:graphicFrame>
      <p:sp>
        <p:nvSpPr>
          <p:cNvPr id="13" name="object 13"/>
          <p:cNvSpPr txBox="1"/>
          <p:nvPr/>
        </p:nvSpPr>
        <p:spPr>
          <a:xfrm>
            <a:off x="5360289" y="6165596"/>
            <a:ext cx="2023745" cy="197490"/>
          </a:xfrm>
          <a:prstGeom prst="rect">
            <a:avLst/>
          </a:prstGeom>
        </p:spPr>
        <p:txBody>
          <a:bodyPr vert="horz" wrap="square" lIns="0" tIns="12700" rIns="0" bIns="0" rtlCol="0">
            <a:spAutoFit/>
          </a:bodyPr>
          <a:lstStyle/>
          <a:p>
            <a:pPr marL="12700">
              <a:lnSpc>
                <a:spcPct val="100000"/>
              </a:lnSpc>
              <a:spcBef>
                <a:spcPts val="100"/>
              </a:spcBef>
            </a:pPr>
            <a:r>
              <a:rPr sz="1200" i="1" spc="-20" dirty="0">
                <a:solidFill>
                  <a:srgbClr val="A6A6A6"/>
                </a:solidFill>
                <a:latin typeface="Calibri"/>
                <a:cs typeface="Calibri"/>
              </a:rPr>
              <a:t>Table</a:t>
            </a:r>
            <a:r>
              <a:rPr sz="1200" i="1" spc="-5" dirty="0">
                <a:solidFill>
                  <a:srgbClr val="A6A6A6"/>
                </a:solidFill>
                <a:latin typeface="Calibri"/>
                <a:cs typeface="Calibri"/>
              </a:rPr>
              <a:t> </a:t>
            </a:r>
            <a:r>
              <a:rPr lang="fr-FR" sz="1200" i="1" dirty="0">
                <a:solidFill>
                  <a:srgbClr val="A6A6A6"/>
                </a:solidFill>
                <a:latin typeface="Calibri"/>
                <a:cs typeface="Calibri"/>
              </a:rPr>
              <a:t>3</a:t>
            </a:r>
            <a:r>
              <a:rPr sz="1200" i="1" spc="305" dirty="0" smtClean="0">
                <a:solidFill>
                  <a:srgbClr val="A6A6A6"/>
                </a:solidFill>
                <a:latin typeface="Calibri"/>
                <a:cs typeface="Calibri"/>
              </a:rPr>
              <a:t> </a:t>
            </a:r>
            <a:r>
              <a:rPr sz="1200" i="1" dirty="0">
                <a:solidFill>
                  <a:srgbClr val="A6A6A6"/>
                </a:solidFill>
                <a:latin typeface="Calibri"/>
                <a:cs typeface="Calibri"/>
              </a:rPr>
              <a:t>:</a:t>
            </a:r>
            <a:r>
              <a:rPr sz="1200" i="1" spc="10" dirty="0">
                <a:solidFill>
                  <a:srgbClr val="A6A6A6"/>
                </a:solidFill>
                <a:latin typeface="Calibri"/>
                <a:cs typeface="Calibri"/>
              </a:rPr>
              <a:t> </a:t>
            </a:r>
            <a:r>
              <a:rPr sz="1200" i="1" spc="-10" dirty="0">
                <a:solidFill>
                  <a:srgbClr val="A6A6A6"/>
                </a:solidFill>
                <a:latin typeface="Calibri"/>
                <a:cs typeface="Calibri"/>
              </a:rPr>
              <a:t>Commande</a:t>
            </a:r>
            <a:r>
              <a:rPr sz="1200" i="1" spc="-75" dirty="0">
                <a:solidFill>
                  <a:srgbClr val="A6A6A6"/>
                </a:solidFill>
                <a:latin typeface="Calibri"/>
                <a:cs typeface="Calibri"/>
              </a:rPr>
              <a:t> </a:t>
            </a:r>
            <a:r>
              <a:rPr sz="1200" i="1" dirty="0">
                <a:solidFill>
                  <a:srgbClr val="A6A6A6"/>
                </a:solidFill>
                <a:latin typeface="Calibri"/>
                <a:cs typeface="Calibri"/>
              </a:rPr>
              <a:t>de base</a:t>
            </a:r>
            <a:r>
              <a:rPr sz="1200" i="1" spc="-5" dirty="0">
                <a:solidFill>
                  <a:srgbClr val="A6A6A6"/>
                </a:solidFill>
                <a:latin typeface="Calibri"/>
                <a:cs typeface="Calibri"/>
              </a:rPr>
              <a:t> </a:t>
            </a:r>
            <a:r>
              <a:rPr sz="1200" i="1" spc="-25" dirty="0">
                <a:solidFill>
                  <a:srgbClr val="A6A6A6"/>
                </a:solidFill>
                <a:latin typeface="Calibri"/>
                <a:cs typeface="Calibri"/>
              </a:rPr>
              <a:t>(3)</a:t>
            </a:r>
            <a:endParaRPr sz="1200" dirty="0">
              <a:latin typeface="Calibri"/>
              <a:cs typeface="Calibri"/>
            </a:endParaRPr>
          </a:p>
        </p:txBody>
      </p:sp>
      <p:sp>
        <p:nvSpPr>
          <p:cNvPr id="17" name="object 7"/>
          <p:cNvSpPr txBox="1"/>
          <p:nvPr/>
        </p:nvSpPr>
        <p:spPr>
          <a:xfrm>
            <a:off x="105040" y="4887317"/>
            <a:ext cx="247119" cy="137164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CHPITRE 6</a:t>
            </a:r>
            <a:endParaRPr sz="1900" dirty="0">
              <a:latin typeface="Calibri"/>
              <a:cs typeface="Calibri"/>
            </a:endParaRPr>
          </a:p>
        </p:txBody>
      </p:sp>
      <p:sp>
        <p:nvSpPr>
          <p:cNvPr id="19" name="object 11"/>
          <p:cNvSpPr txBox="1">
            <a:spLocks noGrp="1"/>
          </p:cNvSpPr>
          <p:nvPr>
            <p:ph type="title"/>
          </p:nvPr>
        </p:nvSpPr>
        <p:spPr>
          <a:xfrm>
            <a:off x="278780" y="304800"/>
            <a:ext cx="11614312" cy="1007018"/>
          </a:xfrm>
          <a:prstGeom prst="rect">
            <a:avLst/>
          </a:prstGeom>
        </p:spPr>
        <p:txBody>
          <a:bodyPr vert="horz" wrap="square" lIns="0" tIns="143839" rIns="0" bIns="0" rtlCol="0">
            <a:spAutoFit/>
          </a:bodyPr>
          <a:lstStyle/>
          <a:p>
            <a:pPr marL="6985">
              <a:lnSpc>
                <a:spcPct val="100000"/>
              </a:lnSpc>
              <a:spcBef>
                <a:spcPts val="445"/>
              </a:spcBef>
            </a:pPr>
            <a:r>
              <a:rPr dirty="0" smtClean="0">
                <a:solidFill>
                  <a:srgbClr val="2E5496"/>
                </a:solidFill>
              </a:rPr>
              <a:t>0</a:t>
            </a:r>
            <a:r>
              <a:rPr lang="fr-FR" dirty="0" smtClean="0">
                <a:solidFill>
                  <a:srgbClr val="2E5496"/>
                </a:solidFill>
              </a:rPr>
              <a:t>6</a:t>
            </a:r>
            <a:r>
              <a:rPr spc="-45" dirty="0" smtClean="0">
                <a:solidFill>
                  <a:srgbClr val="2E5496"/>
                </a:solidFill>
              </a:rPr>
              <a:t> </a:t>
            </a:r>
            <a:r>
              <a:rPr dirty="0" smtClean="0">
                <a:solidFill>
                  <a:srgbClr val="2E5496"/>
                </a:solidFill>
              </a:rPr>
              <a:t>–</a:t>
            </a:r>
            <a:r>
              <a:rPr spc="-25" dirty="0" smtClean="0">
                <a:solidFill>
                  <a:srgbClr val="2E5496"/>
                </a:solidFill>
              </a:rPr>
              <a:t> </a:t>
            </a:r>
            <a:r>
              <a:rPr lang="fr-FR" dirty="0">
                <a:solidFill>
                  <a:srgbClr val="2E5496"/>
                </a:solidFill>
              </a:rPr>
              <a:t>S</a:t>
            </a:r>
            <a:r>
              <a:rPr lang="fr-FR" spc="-10" dirty="0" smtClean="0">
                <a:solidFill>
                  <a:srgbClr val="2E5496"/>
                </a:solidFill>
              </a:rPr>
              <a:t>ystème</a:t>
            </a:r>
            <a:r>
              <a:rPr lang="fr-FR" spc="-65" dirty="0" smtClean="0">
                <a:solidFill>
                  <a:srgbClr val="2E5496"/>
                </a:solidFill>
              </a:rPr>
              <a:t> </a:t>
            </a:r>
            <a:r>
              <a:rPr lang="fr-FR" dirty="0" smtClean="0">
                <a:solidFill>
                  <a:srgbClr val="2E5496"/>
                </a:solidFill>
              </a:rPr>
              <a:t>de</a:t>
            </a:r>
            <a:r>
              <a:rPr lang="fr-FR" spc="-20" dirty="0" smtClean="0">
                <a:solidFill>
                  <a:srgbClr val="2E5496"/>
                </a:solidFill>
              </a:rPr>
              <a:t> </a:t>
            </a:r>
            <a:r>
              <a:rPr lang="fr-FR" spc="-10" dirty="0">
                <a:solidFill>
                  <a:srgbClr val="2E5496"/>
                </a:solidFill>
              </a:rPr>
              <a:t>fichiers</a:t>
            </a:r>
            <a:br>
              <a:rPr lang="fr-FR" spc="-10" dirty="0">
                <a:solidFill>
                  <a:srgbClr val="2E5496"/>
                </a:solidFill>
              </a:rPr>
            </a:br>
            <a:r>
              <a:rPr lang="fr-FR" sz="1600" spc="-10" dirty="0">
                <a:solidFill>
                  <a:srgbClr val="FF7800"/>
                </a:solidFill>
              </a:rPr>
              <a:t>Gestion de base du système de </a:t>
            </a:r>
            <a:r>
              <a:rPr lang="fr-FR" sz="1600" spc="-10" dirty="0" smtClean="0">
                <a:solidFill>
                  <a:srgbClr val="FF7800"/>
                </a:solidFill>
              </a:rPr>
              <a:t>fichiers Linux</a:t>
            </a:r>
            <a:r>
              <a:rPr lang="fr-FR" spc="-10" dirty="0">
                <a:solidFill>
                  <a:srgbClr val="2E5496"/>
                </a:solidFill>
              </a:rPr>
              <a:t/>
            </a:r>
            <a:br>
              <a:rPr lang="fr-FR" spc="-10" dirty="0">
                <a:solidFill>
                  <a:srgbClr val="2E5496"/>
                </a:solidFill>
              </a:rPr>
            </a:br>
            <a:endParaRPr spc="-20" dirty="0">
              <a:solidFill>
                <a:srgbClr val="2E5496"/>
              </a:solidFill>
            </a:endParaRPr>
          </a:p>
        </p:txBody>
      </p:sp>
    </p:spTree>
    <p:extLst>
      <p:ext uri="{BB962C8B-B14F-4D97-AF65-F5344CB8AC3E}">
        <p14:creationId xmlns:p14="http://schemas.microsoft.com/office/powerpoint/2010/main" val="34958650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38</a:t>
            </a:fld>
            <a:endParaRPr spc="-25" dirty="0"/>
          </a:p>
        </p:txBody>
      </p:sp>
      <p:sp>
        <p:nvSpPr>
          <p:cNvPr id="17" name="object 7"/>
          <p:cNvSpPr txBox="1"/>
          <p:nvPr/>
        </p:nvSpPr>
        <p:spPr>
          <a:xfrm>
            <a:off x="105040" y="4887317"/>
            <a:ext cx="247119" cy="137164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CHPITRE 6</a:t>
            </a:r>
            <a:endParaRPr sz="1900" dirty="0">
              <a:latin typeface="Calibri"/>
              <a:cs typeface="Calibri"/>
            </a:endParaRPr>
          </a:p>
        </p:txBody>
      </p:sp>
      <p:sp>
        <p:nvSpPr>
          <p:cNvPr id="19" name="object 11"/>
          <p:cNvSpPr txBox="1">
            <a:spLocks noGrp="1"/>
          </p:cNvSpPr>
          <p:nvPr>
            <p:ph type="title"/>
          </p:nvPr>
        </p:nvSpPr>
        <p:spPr>
          <a:xfrm>
            <a:off x="278780" y="304800"/>
            <a:ext cx="11614312" cy="1007018"/>
          </a:xfrm>
          <a:prstGeom prst="rect">
            <a:avLst/>
          </a:prstGeom>
        </p:spPr>
        <p:txBody>
          <a:bodyPr vert="horz" wrap="square" lIns="0" tIns="143839" rIns="0" bIns="0" rtlCol="0">
            <a:spAutoFit/>
          </a:bodyPr>
          <a:lstStyle/>
          <a:p>
            <a:pPr marL="6985">
              <a:lnSpc>
                <a:spcPct val="100000"/>
              </a:lnSpc>
              <a:spcBef>
                <a:spcPts val="445"/>
              </a:spcBef>
            </a:pPr>
            <a:r>
              <a:rPr dirty="0" smtClean="0">
                <a:solidFill>
                  <a:srgbClr val="2E5496"/>
                </a:solidFill>
              </a:rPr>
              <a:t>0</a:t>
            </a:r>
            <a:r>
              <a:rPr lang="fr-FR" dirty="0" smtClean="0">
                <a:solidFill>
                  <a:srgbClr val="2E5496"/>
                </a:solidFill>
              </a:rPr>
              <a:t>6</a:t>
            </a:r>
            <a:r>
              <a:rPr spc="-45" dirty="0" smtClean="0">
                <a:solidFill>
                  <a:srgbClr val="2E5496"/>
                </a:solidFill>
              </a:rPr>
              <a:t> </a:t>
            </a:r>
            <a:r>
              <a:rPr dirty="0" smtClean="0">
                <a:solidFill>
                  <a:srgbClr val="2E5496"/>
                </a:solidFill>
              </a:rPr>
              <a:t>–</a:t>
            </a:r>
            <a:r>
              <a:rPr spc="-25" dirty="0" smtClean="0">
                <a:solidFill>
                  <a:srgbClr val="2E5496"/>
                </a:solidFill>
              </a:rPr>
              <a:t> </a:t>
            </a:r>
            <a:r>
              <a:rPr lang="fr-FR" dirty="0">
                <a:solidFill>
                  <a:srgbClr val="2E5496"/>
                </a:solidFill>
              </a:rPr>
              <a:t>S</a:t>
            </a:r>
            <a:r>
              <a:rPr lang="fr-FR" spc="-10" dirty="0" smtClean="0">
                <a:solidFill>
                  <a:srgbClr val="2E5496"/>
                </a:solidFill>
              </a:rPr>
              <a:t>ystème</a:t>
            </a:r>
            <a:r>
              <a:rPr lang="fr-FR" spc="-65" dirty="0" smtClean="0">
                <a:solidFill>
                  <a:srgbClr val="2E5496"/>
                </a:solidFill>
              </a:rPr>
              <a:t> </a:t>
            </a:r>
            <a:r>
              <a:rPr lang="fr-FR" dirty="0" smtClean="0">
                <a:solidFill>
                  <a:srgbClr val="2E5496"/>
                </a:solidFill>
              </a:rPr>
              <a:t>de</a:t>
            </a:r>
            <a:r>
              <a:rPr lang="fr-FR" spc="-20" dirty="0" smtClean="0">
                <a:solidFill>
                  <a:srgbClr val="2E5496"/>
                </a:solidFill>
              </a:rPr>
              <a:t> </a:t>
            </a:r>
            <a:r>
              <a:rPr lang="fr-FR" spc="-10" dirty="0">
                <a:solidFill>
                  <a:srgbClr val="2E5496"/>
                </a:solidFill>
              </a:rPr>
              <a:t>fichiers</a:t>
            </a:r>
            <a:br>
              <a:rPr lang="fr-FR" spc="-10" dirty="0">
                <a:solidFill>
                  <a:srgbClr val="2E5496"/>
                </a:solidFill>
              </a:rPr>
            </a:br>
            <a:r>
              <a:rPr lang="fr-FR" sz="1600" spc="-10" dirty="0">
                <a:solidFill>
                  <a:srgbClr val="FF7800"/>
                </a:solidFill>
              </a:rPr>
              <a:t>Gestion de base du système de </a:t>
            </a:r>
            <a:r>
              <a:rPr lang="fr-FR" sz="1600" spc="-10" dirty="0" smtClean="0">
                <a:solidFill>
                  <a:srgbClr val="FF7800"/>
                </a:solidFill>
              </a:rPr>
              <a:t>fichiers Linux</a:t>
            </a:r>
            <a:r>
              <a:rPr lang="fr-FR" spc="-10" dirty="0">
                <a:solidFill>
                  <a:srgbClr val="2E5496"/>
                </a:solidFill>
              </a:rPr>
              <a:t/>
            </a:r>
            <a:br>
              <a:rPr lang="fr-FR" spc="-10" dirty="0">
                <a:solidFill>
                  <a:srgbClr val="2E5496"/>
                </a:solidFill>
              </a:rPr>
            </a:br>
            <a:endParaRPr spc="-20" dirty="0">
              <a:solidFill>
                <a:srgbClr val="2E5496"/>
              </a:solidFill>
            </a:endParaRPr>
          </a:p>
        </p:txBody>
      </p:sp>
      <p:sp>
        <p:nvSpPr>
          <p:cNvPr id="7" name="Rectangle 6"/>
          <p:cNvSpPr/>
          <p:nvPr/>
        </p:nvSpPr>
        <p:spPr>
          <a:xfrm>
            <a:off x="1219200" y="1905000"/>
            <a:ext cx="9982200" cy="4361194"/>
          </a:xfrm>
          <a:prstGeom prst="rect">
            <a:avLst/>
          </a:prstGeom>
        </p:spPr>
        <p:txBody>
          <a:bodyPr wrap="square">
            <a:spAutoFit/>
          </a:bodyPr>
          <a:lstStyle/>
          <a:p>
            <a:pPr>
              <a:lnSpc>
                <a:spcPct val="107000"/>
              </a:lnSpc>
              <a:spcAft>
                <a:spcPts val="800"/>
              </a:spcAft>
            </a:pPr>
            <a:r>
              <a:rPr lang="fr-FR" sz="2000" b="1" dirty="0" smtClean="0">
                <a:solidFill>
                  <a:srgbClr val="FF9933"/>
                </a:solidFill>
                <a:effectLst/>
                <a:latin typeface="Calibri" panose="020F0502020204030204" pitchFamily="34" charset="0"/>
                <a:ea typeface="Calibri" panose="020F0502020204030204" pitchFamily="34" charset="0"/>
                <a:cs typeface="Arial" panose="020B0604020202020204" pitchFamily="34" charset="0"/>
              </a:rPr>
              <a:t>Monter un système de fichiers</a:t>
            </a:r>
          </a:p>
          <a:p>
            <a:pPr>
              <a:lnSpc>
                <a:spcPct val="200000"/>
              </a:lnSpc>
              <a:spcAft>
                <a:spcPts val="800"/>
              </a:spcAft>
            </a:pPr>
            <a:r>
              <a:rPr lang="fr-FR" dirty="0" smtClean="0">
                <a:solidFill>
                  <a:srgbClr val="00B050"/>
                </a:solidFill>
                <a:effectLst/>
                <a:latin typeface="Calibri" panose="020F0502020204030204" pitchFamily="34" charset="0"/>
                <a:ea typeface="Calibri" panose="020F0502020204030204" pitchFamily="34" charset="0"/>
                <a:cs typeface="Arial" panose="020B0604020202020204" pitchFamily="34" charset="0"/>
              </a:rPr>
              <a:t>//entrer votre USB </a:t>
            </a:r>
          </a:p>
          <a:p>
            <a:pPr>
              <a:lnSpc>
                <a:spcPct val="200000"/>
              </a:lnSpc>
              <a:spcAft>
                <a:spcPts val="800"/>
              </a:spcAft>
            </a:pPr>
            <a:r>
              <a:rPr lang="fr-FR" dirty="0" err="1" smtClean="0">
                <a:effectLst/>
                <a:latin typeface="Calibri" panose="020F0502020204030204" pitchFamily="34" charset="0"/>
                <a:ea typeface="Calibri" panose="020F0502020204030204" pitchFamily="34" charset="0"/>
                <a:cs typeface="Arial" panose="020B0604020202020204" pitchFamily="34" charset="0"/>
              </a:rPr>
              <a:t>Fdisk</a:t>
            </a:r>
            <a:r>
              <a:rPr lang="fr-FR" dirty="0" smtClean="0">
                <a:effectLst/>
                <a:latin typeface="Calibri" panose="020F0502020204030204" pitchFamily="34" charset="0"/>
                <a:ea typeface="Calibri" panose="020F0502020204030204" pitchFamily="34" charset="0"/>
                <a:cs typeface="Arial" panose="020B0604020202020204" pitchFamily="34" charset="0"/>
              </a:rPr>
              <a:t> /</a:t>
            </a:r>
            <a:r>
              <a:rPr lang="fr-FR" dirty="0" err="1" smtClean="0">
                <a:effectLst/>
                <a:latin typeface="Calibri" panose="020F0502020204030204" pitchFamily="34" charset="0"/>
                <a:ea typeface="Calibri" panose="020F0502020204030204" pitchFamily="34" charset="0"/>
                <a:cs typeface="Arial" panose="020B0604020202020204" pitchFamily="34" charset="0"/>
              </a:rPr>
              <a:t>dev</a:t>
            </a:r>
            <a:r>
              <a:rPr lang="fr-FR" dirty="0" smtClean="0">
                <a:effectLst/>
                <a:latin typeface="Calibri" panose="020F0502020204030204" pitchFamily="34" charset="0"/>
                <a:ea typeface="Calibri" panose="020F0502020204030204" pitchFamily="34" charset="0"/>
                <a:cs typeface="Arial" panose="020B0604020202020204" pitchFamily="34" charset="0"/>
              </a:rPr>
              <a:t>/</a:t>
            </a:r>
            <a:r>
              <a:rPr lang="fr-FR" dirty="0" err="1" smtClean="0">
                <a:effectLst/>
                <a:latin typeface="Calibri" panose="020F0502020204030204" pitchFamily="34" charset="0"/>
                <a:ea typeface="Calibri" panose="020F0502020204030204" pitchFamily="34" charset="0"/>
                <a:cs typeface="Arial" panose="020B0604020202020204" pitchFamily="34" charset="0"/>
              </a:rPr>
              <a:t>sda</a:t>
            </a:r>
            <a:r>
              <a:rPr lang="fr-FR" dirty="0" smtClean="0">
                <a:effectLst/>
                <a:latin typeface="Calibri" panose="020F0502020204030204" pitchFamily="34" charset="0"/>
                <a:ea typeface="Calibri" panose="020F0502020204030204" pitchFamily="34" charset="0"/>
                <a:cs typeface="Arial" panose="020B0604020202020204" pitchFamily="34" charset="0"/>
              </a:rPr>
              <a:t>  </a:t>
            </a:r>
            <a:r>
              <a:rPr lang="fr-FR" dirty="0" smtClean="0">
                <a:solidFill>
                  <a:srgbClr val="00B050"/>
                </a:solidFill>
                <a:effectLst/>
                <a:latin typeface="Calibri" panose="020F0502020204030204" pitchFamily="34" charset="0"/>
                <a:ea typeface="Calibri" panose="020F0502020204030204" pitchFamily="34" charset="0"/>
                <a:cs typeface="Arial" panose="020B0604020202020204" pitchFamily="34" charset="0"/>
              </a:rPr>
              <a:t>//lister les appareils de stockage connecté</a:t>
            </a:r>
          </a:p>
          <a:p>
            <a:pPr>
              <a:lnSpc>
                <a:spcPct val="200000"/>
              </a:lnSpc>
              <a:spcAft>
                <a:spcPts val="800"/>
              </a:spcAft>
            </a:pPr>
            <a:r>
              <a:rPr lang="fr-FR" dirty="0" err="1" smtClean="0">
                <a:effectLst/>
                <a:latin typeface="Calibri" panose="020F0502020204030204" pitchFamily="34" charset="0"/>
                <a:ea typeface="Calibri" panose="020F0502020204030204" pitchFamily="34" charset="0"/>
                <a:cs typeface="Arial" panose="020B0604020202020204" pitchFamily="34" charset="0"/>
              </a:rPr>
              <a:t>Mkfs</a:t>
            </a:r>
            <a:r>
              <a:rPr lang="fr-FR" dirty="0" smtClean="0">
                <a:effectLst/>
                <a:latin typeface="Calibri" panose="020F0502020204030204" pitchFamily="34" charset="0"/>
                <a:ea typeface="Calibri" panose="020F0502020204030204" pitchFamily="34" charset="0"/>
                <a:cs typeface="Arial" panose="020B0604020202020204" pitchFamily="34" charset="0"/>
              </a:rPr>
              <a:t> /</a:t>
            </a:r>
            <a:r>
              <a:rPr lang="fr-FR" dirty="0" err="1" smtClean="0">
                <a:effectLst/>
                <a:latin typeface="Calibri" panose="020F0502020204030204" pitchFamily="34" charset="0"/>
                <a:ea typeface="Calibri" panose="020F0502020204030204" pitchFamily="34" charset="0"/>
                <a:cs typeface="Arial" panose="020B0604020202020204" pitchFamily="34" charset="0"/>
              </a:rPr>
              <a:t>dev</a:t>
            </a:r>
            <a:r>
              <a:rPr lang="fr-FR" dirty="0" smtClean="0">
                <a:effectLst/>
                <a:latin typeface="Calibri" panose="020F0502020204030204" pitchFamily="34" charset="0"/>
                <a:ea typeface="Calibri" panose="020F0502020204030204" pitchFamily="34" charset="0"/>
                <a:cs typeface="Arial" panose="020B0604020202020204" pitchFamily="34" charset="0"/>
              </a:rPr>
              <a:t>/sda1 </a:t>
            </a:r>
            <a:r>
              <a:rPr lang="fr-FR" dirty="0" smtClean="0">
                <a:solidFill>
                  <a:srgbClr val="00B050"/>
                </a:solidFill>
                <a:effectLst/>
                <a:latin typeface="Calibri" panose="020F0502020204030204" pitchFamily="34" charset="0"/>
                <a:ea typeface="Calibri" panose="020F0502020204030204" pitchFamily="34" charset="0"/>
                <a:cs typeface="Arial" panose="020B0604020202020204" pitchFamily="34" charset="0"/>
              </a:rPr>
              <a:t>//Créer le système fichiers de l’USB sur ce dossier sda1</a:t>
            </a:r>
          </a:p>
          <a:p>
            <a:pPr>
              <a:lnSpc>
                <a:spcPct val="200000"/>
              </a:lnSpc>
              <a:spcAft>
                <a:spcPts val="800"/>
              </a:spcAft>
            </a:pPr>
            <a:r>
              <a:rPr lang="fr-FR" dirty="0" err="1" smtClean="0">
                <a:effectLst/>
                <a:latin typeface="Calibri" panose="020F0502020204030204" pitchFamily="34" charset="0"/>
                <a:ea typeface="Calibri" panose="020F0502020204030204" pitchFamily="34" charset="0"/>
                <a:cs typeface="Arial" panose="020B0604020202020204" pitchFamily="34" charset="0"/>
              </a:rPr>
              <a:t>Mkdir</a:t>
            </a:r>
            <a:r>
              <a:rPr lang="fr-FR" dirty="0" smtClean="0">
                <a:effectLst/>
                <a:latin typeface="Calibri" panose="020F0502020204030204" pitchFamily="34" charset="0"/>
                <a:ea typeface="Calibri" panose="020F0502020204030204" pitchFamily="34" charset="0"/>
                <a:cs typeface="Arial" panose="020B0604020202020204" pitchFamily="34" charset="0"/>
              </a:rPr>
              <a:t> /</a:t>
            </a:r>
            <a:r>
              <a:rPr lang="fr-FR" dirty="0" err="1" smtClean="0">
                <a:effectLst/>
                <a:latin typeface="Calibri" panose="020F0502020204030204" pitchFamily="34" charset="0"/>
                <a:ea typeface="Calibri" panose="020F0502020204030204" pitchFamily="34" charset="0"/>
                <a:cs typeface="Arial" panose="020B0604020202020204" pitchFamily="34" charset="0"/>
              </a:rPr>
              <a:t>mnt</a:t>
            </a:r>
            <a:r>
              <a:rPr lang="fr-FR" dirty="0" smtClean="0">
                <a:effectLst/>
                <a:latin typeface="Calibri" panose="020F0502020204030204" pitchFamily="34" charset="0"/>
                <a:ea typeface="Calibri" panose="020F0502020204030204" pitchFamily="34" charset="0"/>
                <a:cs typeface="Arial" panose="020B0604020202020204" pitchFamily="34" charset="0"/>
              </a:rPr>
              <a:t>/amina </a:t>
            </a:r>
            <a:r>
              <a:rPr lang="fr-FR" dirty="0" smtClean="0">
                <a:solidFill>
                  <a:srgbClr val="00B050"/>
                </a:solidFill>
                <a:effectLst/>
                <a:latin typeface="Calibri" panose="020F0502020204030204" pitchFamily="34" charset="0"/>
                <a:ea typeface="Calibri" panose="020F0502020204030204" pitchFamily="34" charset="0"/>
                <a:cs typeface="Arial" panose="020B0604020202020204" pitchFamily="34" charset="0"/>
              </a:rPr>
              <a:t>//Créer un dossier pour copier dedans le système de fichiers</a:t>
            </a:r>
          </a:p>
          <a:p>
            <a:pPr>
              <a:lnSpc>
                <a:spcPct val="200000"/>
              </a:lnSpc>
              <a:spcAft>
                <a:spcPts val="800"/>
              </a:spcAft>
            </a:pPr>
            <a:r>
              <a:rPr lang="fr-FR" dirty="0" smtClean="0">
                <a:effectLst/>
                <a:latin typeface="Calibri" panose="020F0502020204030204" pitchFamily="34" charset="0"/>
                <a:ea typeface="Calibri" panose="020F0502020204030204" pitchFamily="34" charset="0"/>
                <a:cs typeface="Arial" panose="020B0604020202020204" pitchFamily="34" charset="0"/>
              </a:rPr>
              <a:t>Mount /</a:t>
            </a:r>
            <a:r>
              <a:rPr lang="fr-FR" dirty="0" err="1" smtClean="0">
                <a:effectLst/>
                <a:latin typeface="Calibri" panose="020F0502020204030204" pitchFamily="34" charset="0"/>
                <a:ea typeface="Calibri" panose="020F0502020204030204" pitchFamily="34" charset="0"/>
                <a:cs typeface="Arial" panose="020B0604020202020204" pitchFamily="34" charset="0"/>
              </a:rPr>
              <a:t>dev</a:t>
            </a:r>
            <a:r>
              <a:rPr lang="fr-FR" dirty="0" smtClean="0">
                <a:effectLst/>
                <a:latin typeface="Calibri" panose="020F0502020204030204" pitchFamily="34" charset="0"/>
                <a:ea typeface="Calibri" panose="020F0502020204030204" pitchFamily="34" charset="0"/>
                <a:cs typeface="Arial" panose="020B0604020202020204" pitchFamily="34" charset="0"/>
              </a:rPr>
              <a:t>/sda1   /</a:t>
            </a:r>
            <a:r>
              <a:rPr lang="fr-FR" dirty="0" err="1" smtClean="0">
                <a:effectLst/>
                <a:latin typeface="Calibri" panose="020F0502020204030204" pitchFamily="34" charset="0"/>
                <a:ea typeface="Calibri" panose="020F0502020204030204" pitchFamily="34" charset="0"/>
                <a:cs typeface="Arial" panose="020B0604020202020204" pitchFamily="34" charset="0"/>
              </a:rPr>
              <a:t>mnt</a:t>
            </a:r>
            <a:r>
              <a:rPr lang="fr-FR" dirty="0" smtClean="0">
                <a:effectLst/>
                <a:latin typeface="Calibri" panose="020F0502020204030204" pitchFamily="34" charset="0"/>
                <a:ea typeface="Calibri" panose="020F0502020204030204" pitchFamily="34" charset="0"/>
                <a:cs typeface="Arial" panose="020B0604020202020204" pitchFamily="34" charset="0"/>
              </a:rPr>
              <a:t>/amina </a:t>
            </a:r>
            <a:r>
              <a:rPr lang="fr-FR" dirty="0" smtClean="0">
                <a:solidFill>
                  <a:srgbClr val="00B050"/>
                </a:solidFill>
                <a:effectLst/>
                <a:latin typeface="Calibri" panose="020F0502020204030204" pitchFamily="34" charset="0"/>
                <a:ea typeface="Calibri" panose="020F0502020204030204" pitchFamily="34" charset="0"/>
                <a:cs typeface="Arial" panose="020B0604020202020204" pitchFamily="34" charset="0"/>
              </a:rPr>
              <a:t>//on a besoin de monter le système de fichiers pour l’utiliser</a:t>
            </a:r>
          </a:p>
          <a:p>
            <a:pPr>
              <a:lnSpc>
                <a:spcPct val="200000"/>
              </a:lnSpc>
              <a:spcAft>
                <a:spcPts val="800"/>
              </a:spcAft>
            </a:pPr>
            <a:r>
              <a:rPr lang="fr-FR" dirty="0" err="1" smtClean="0">
                <a:effectLst/>
                <a:latin typeface="Calibri" panose="020F0502020204030204" pitchFamily="34" charset="0"/>
                <a:ea typeface="Calibri" panose="020F0502020204030204" pitchFamily="34" charset="0"/>
                <a:cs typeface="Arial" panose="020B0604020202020204" pitchFamily="34" charset="0"/>
              </a:rPr>
              <a:t>Unmount</a:t>
            </a:r>
            <a:r>
              <a:rPr lang="fr-FR" dirty="0" smtClean="0">
                <a:effectLst/>
                <a:latin typeface="Calibri" panose="020F0502020204030204" pitchFamily="34" charset="0"/>
                <a:ea typeface="Calibri" panose="020F0502020204030204" pitchFamily="34" charset="0"/>
                <a:cs typeface="Arial" panose="020B0604020202020204" pitchFamily="34" charset="0"/>
              </a:rPr>
              <a:t> /</a:t>
            </a:r>
            <a:r>
              <a:rPr lang="fr-FR" dirty="0" err="1" smtClean="0">
                <a:effectLst/>
                <a:latin typeface="Calibri" panose="020F0502020204030204" pitchFamily="34" charset="0"/>
                <a:ea typeface="Calibri" panose="020F0502020204030204" pitchFamily="34" charset="0"/>
                <a:cs typeface="Arial" panose="020B0604020202020204" pitchFamily="34" charset="0"/>
              </a:rPr>
              <a:t>dev</a:t>
            </a:r>
            <a:r>
              <a:rPr lang="fr-FR" dirty="0" smtClean="0">
                <a:effectLst/>
                <a:latin typeface="Calibri" panose="020F0502020204030204" pitchFamily="34" charset="0"/>
                <a:ea typeface="Calibri" panose="020F0502020204030204" pitchFamily="34" charset="0"/>
                <a:cs typeface="Arial" panose="020B0604020202020204" pitchFamily="34" charset="0"/>
              </a:rPr>
              <a:t>/sda1 /</a:t>
            </a:r>
            <a:r>
              <a:rPr lang="fr-FR" dirty="0" err="1" smtClean="0">
                <a:effectLst/>
                <a:latin typeface="Calibri" panose="020F0502020204030204" pitchFamily="34" charset="0"/>
                <a:ea typeface="Calibri" panose="020F0502020204030204" pitchFamily="34" charset="0"/>
                <a:cs typeface="Arial" panose="020B0604020202020204" pitchFamily="34" charset="0"/>
              </a:rPr>
              <a:t>mnt</a:t>
            </a:r>
            <a:r>
              <a:rPr lang="fr-FR" dirty="0" smtClean="0">
                <a:effectLst/>
                <a:latin typeface="Calibri" panose="020F0502020204030204" pitchFamily="34" charset="0"/>
                <a:ea typeface="Calibri" panose="020F0502020204030204" pitchFamily="34" charset="0"/>
                <a:cs typeface="Arial" panose="020B0604020202020204" pitchFamily="34" charset="0"/>
              </a:rPr>
              <a:t>/amina </a:t>
            </a:r>
            <a:r>
              <a:rPr lang="fr-FR" dirty="0" smtClean="0">
                <a:solidFill>
                  <a:srgbClr val="00B050"/>
                </a:solidFill>
                <a:effectLst/>
                <a:latin typeface="Calibri" panose="020F0502020204030204" pitchFamily="34" charset="0"/>
                <a:ea typeface="Calibri" panose="020F0502020204030204" pitchFamily="34" charset="0"/>
                <a:cs typeface="Arial" panose="020B0604020202020204" pitchFamily="34" charset="0"/>
              </a:rPr>
              <a:t>//Démonter le système de fichiers</a:t>
            </a:r>
            <a:endParaRPr lang="fr-FR" dirty="0">
              <a:solidFill>
                <a:srgbClr val="00B05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0099816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39</a:t>
            </a:fld>
            <a:endParaRPr spc="-25" dirty="0"/>
          </a:p>
        </p:txBody>
      </p:sp>
      <p:sp>
        <p:nvSpPr>
          <p:cNvPr id="17" name="object 7"/>
          <p:cNvSpPr txBox="1"/>
          <p:nvPr/>
        </p:nvSpPr>
        <p:spPr>
          <a:xfrm>
            <a:off x="105040" y="4887317"/>
            <a:ext cx="247119" cy="137164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CHPITRE 6</a:t>
            </a:r>
            <a:endParaRPr sz="1900" dirty="0">
              <a:latin typeface="Calibri"/>
              <a:cs typeface="Calibri"/>
            </a:endParaRPr>
          </a:p>
        </p:txBody>
      </p:sp>
      <p:sp>
        <p:nvSpPr>
          <p:cNvPr id="19" name="object 11"/>
          <p:cNvSpPr txBox="1">
            <a:spLocks noGrp="1"/>
          </p:cNvSpPr>
          <p:nvPr>
            <p:ph type="title"/>
          </p:nvPr>
        </p:nvSpPr>
        <p:spPr>
          <a:xfrm>
            <a:off x="278780" y="304800"/>
            <a:ext cx="11614312" cy="1007018"/>
          </a:xfrm>
          <a:prstGeom prst="rect">
            <a:avLst/>
          </a:prstGeom>
        </p:spPr>
        <p:txBody>
          <a:bodyPr vert="horz" wrap="square" lIns="0" tIns="143839" rIns="0" bIns="0" rtlCol="0">
            <a:spAutoFit/>
          </a:bodyPr>
          <a:lstStyle/>
          <a:p>
            <a:pPr marL="6985">
              <a:lnSpc>
                <a:spcPct val="100000"/>
              </a:lnSpc>
              <a:spcBef>
                <a:spcPts val="445"/>
              </a:spcBef>
            </a:pPr>
            <a:r>
              <a:rPr dirty="0" smtClean="0">
                <a:solidFill>
                  <a:srgbClr val="2E5496"/>
                </a:solidFill>
              </a:rPr>
              <a:t>0</a:t>
            </a:r>
            <a:r>
              <a:rPr lang="fr-FR" dirty="0" smtClean="0">
                <a:solidFill>
                  <a:srgbClr val="2E5496"/>
                </a:solidFill>
              </a:rPr>
              <a:t>6</a:t>
            </a:r>
            <a:r>
              <a:rPr spc="-45" dirty="0" smtClean="0">
                <a:solidFill>
                  <a:srgbClr val="2E5496"/>
                </a:solidFill>
              </a:rPr>
              <a:t> </a:t>
            </a:r>
            <a:r>
              <a:rPr dirty="0" smtClean="0">
                <a:solidFill>
                  <a:srgbClr val="2E5496"/>
                </a:solidFill>
              </a:rPr>
              <a:t>–</a:t>
            </a:r>
            <a:r>
              <a:rPr spc="-25" dirty="0" smtClean="0">
                <a:solidFill>
                  <a:srgbClr val="2E5496"/>
                </a:solidFill>
              </a:rPr>
              <a:t> </a:t>
            </a:r>
            <a:r>
              <a:rPr lang="fr-FR" dirty="0">
                <a:solidFill>
                  <a:srgbClr val="2E5496"/>
                </a:solidFill>
              </a:rPr>
              <a:t>S</a:t>
            </a:r>
            <a:r>
              <a:rPr lang="fr-FR" spc="-10" dirty="0" smtClean="0">
                <a:solidFill>
                  <a:srgbClr val="2E5496"/>
                </a:solidFill>
              </a:rPr>
              <a:t>ystème</a:t>
            </a:r>
            <a:r>
              <a:rPr lang="fr-FR" spc="-65" dirty="0" smtClean="0">
                <a:solidFill>
                  <a:srgbClr val="2E5496"/>
                </a:solidFill>
              </a:rPr>
              <a:t> </a:t>
            </a:r>
            <a:r>
              <a:rPr lang="fr-FR" dirty="0" smtClean="0">
                <a:solidFill>
                  <a:srgbClr val="2E5496"/>
                </a:solidFill>
              </a:rPr>
              <a:t>de</a:t>
            </a:r>
            <a:r>
              <a:rPr lang="fr-FR" spc="-20" dirty="0" smtClean="0">
                <a:solidFill>
                  <a:srgbClr val="2E5496"/>
                </a:solidFill>
              </a:rPr>
              <a:t> </a:t>
            </a:r>
            <a:r>
              <a:rPr lang="fr-FR" spc="-10" dirty="0">
                <a:solidFill>
                  <a:srgbClr val="2E5496"/>
                </a:solidFill>
              </a:rPr>
              <a:t>fichiers</a:t>
            </a:r>
            <a:br>
              <a:rPr lang="fr-FR" spc="-10" dirty="0">
                <a:solidFill>
                  <a:srgbClr val="2E5496"/>
                </a:solidFill>
              </a:rPr>
            </a:br>
            <a:r>
              <a:rPr lang="fr-FR" sz="1600" spc="-10" dirty="0">
                <a:solidFill>
                  <a:srgbClr val="FF7800"/>
                </a:solidFill>
              </a:rPr>
              <a:t>Gestion de base du système de </a:t>
            </a:r>
            <a:r>
              <a:rPr lang="fr-FR" sz="1600" spc="-10" dirty="0" smtClean="0">
                <a:solidFill>
                  <a:srgbClr val="FF7800"/>
                </a:solidFill>
              </a:rPr>
              <a:t>fichiers Linux</a:t>
            </a:r>
            <a:r>
              <a:rPr lang="fr-FR" spc="-10" dirty="0">
                <a:solidFill>
                  <a:srgbClr val="2E5496"/>
                </a:solidFill>
              </a:rPr>
              <a:t/>
            </a:r>
            <a:br>
              <a:rPr lang="fr-FR" spc="-10" dirty="0">
                <a:solidFill>
                  <a:srgbClr val="2E5496"/>
                </a:solidFill>
              </a:rPr>
            </a:br>
            <a:endParaRPr spc="-20" dirty="0">
              <a:solidFill>
                <a:srgbClr val="2E5496"/>
              </a:solidFill>
            </a:endParaRPr>
          </a:p>
        </p:txBody>
      </p:sp>
      <p:sp>
        <p:nvSpPr>
          <p:cNvPr id="7" name="Rectangle 6"/>
          <p:cNvSpPr/>
          <p:nvPr/>
        </p:nvSpPr>
        <p:spPr>
          <a:xfrm>
            <a:off x="1219200" y="1905000"/>
            <a:ext cx="9982200" cy="407035"/>
          </a:xfrm>
          <a:prstGeom prst="rect">
            <a:avLst/>
          </a:prstGeom>
        </p:spPr>
        <p:txBody>
          <a:bodyPr wrap="square">
            <a:spAutoFit/>
          </a:bodyPr>
          <a:lstStyle/>
          <a:p>
            <a:pPr>
              <a:lnSpc>
                <a:spcPct val="107000"/>
              </a:lnSpc>
              <a:spcAft>
                <a:spcPts val="800"/>
              </a:spcAft>
            </a:pPr>
            <a:r>
              <a:rPr lang="fr-FR" sz="2000" b="1" dirty="0" smtClean="0">
                <a:solidFill>
                  <a:srgbClr val="FF9933"/>
                </a:solidFill>
                <a:effectLst/>
                <a:latin typeface="Calibri" panose="020F0502020204030204" pitchFamily="34" charset="0"/>
                <a:ea typeface="Calibri" panose="020F0502020204030204" pitchFamily="34" charset="0"/>
                <a:cs typeface="Arial" panose="020B0604020202020204" pitchFamily="34" charset="0"/>
              </a:rPr>
              <a:t>Exercice : </a:t>
            </a:r>
          </a:p>
        </p:txBody>
      </p:sp>
      <p:pic>
        <p:nvPicPr>
          <p:cNvPr id="8" name="Image 7"/>
          <p:cNvPicPr>
            <a:picLocks noChangeAspect="1"/>
          </p:cNvPicPr>
          <p:nvPr/>
        </p:nvPicPr>
        <p:blipFill>
          <a:blip r:embed="rId4"/>
          <a:stretch>
            <a:fillRect/>
          </a:stretch>
        </p:blipFill>
        <p:spPr>
          <a:xfrm>
            <a:off x="722388" y="2349207"/>
            <a:ext cx="10479012" cy="3323372"/>
          </a:xfrm>
          <a:prstGeom prst="rect">
            <a:avLst/>
          </a:prstGeom>
        </p:spPr>
      </p:pic>
    </p:spTree>
    <p:extLst>
      <p:ext uri="{BB962C8B-B14F-4D97-AF65-F5344CB8AC3E}">
        <p14:creationId xmlns:p14="http://schemas.microsoft.com/office/powerpoint/2010/main" val="1837116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9460" cy="6858000"/>
            <a:chOff x="0" y="0"/>
            <a:chExt cx="12189460" cy="6858000"/>
          </a:xfrm>
        </p:grpSpPr>
        <p:pic>
          <p:nvPicPr>
            <p:cNvPr id="3" name="object 3"/>
            <p:cNvPicPr/>
            <p:nvPr/>
          </p:nvPicPr>
          <p:blipFill>
            <a:blip r:embed="rId3" cstate="print"/>
            <a:stretch>
              <a:fillRect/>
            </a:stretch>
          </p:blipFill>
          <p:spPr>
            <a:xfrm>
              <a:off x="3048" y="0"/>
              <a:ext cx="12185903" cy="6857997"/>
            </a:xfrm>
            <a:prstGeom prst="rect">
              <a:avLst/>
            </a:prstGeom>
          </p:spPr>
        </p:pic>
        <p:sp>
          <p:nvSpPr>
            <p:cNvPr id="4" name="object 4"/>
            <p:cNvSpPr/>
            <p:nvPr/>
          </p:nvSpPr>
          <p:spPr>
            <a:xfrm>
              <a:off x="537972" y="1467611"/>
              <a:ext cx="11119485" cy="5145405"/>
            </a:xfrm>
            <a:custGeom>
              <a:avLst/>
              <a:gdLst/>
              <a:ahLst/>
              <a:cxnLst/>
              <a:rect l="l" t="t" r="r" b="b"/>
              <a:pathLst>
                <a:path w="11119485" h="5145405">
                  <a:moveTo>
                    <a:pt x="11119104" y="0"/>
                  </a:moveTo>
                  <a:lnTo>
                    <a:pt x="0" y="0"/>
                  </a:lnTo>
                  <a:lnTo>
                    <a:pt x="0" y="5145024"/>
                  </a:lnTo>
                  <a:lnTo>
                    <a:pt x="11119104" y="5145024"/>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7611"/>
              <a:ext cx="11119485" cy="5145405"/>
            </a:xfrm>
            <a:custGeom>
              <a:avLst/>
              <a:gdLst/>
              <a:ahLst/>
              <a:cxnLst/>
              <a:rect l="l" t="t" r="r" b="b"/>
              <a:pathLst>
                <a:path w="11119485" h="5145405">
                  <a:moveTo>
                    <a:pt x="0" y="5145024"/>
                  </a:moveTo>
                  <a:lnTo>
                    <a:pt x="11119104" y="5145024"/>
                  </a:lnTo>
                  <a:lnTo>
                    <a:pt x="11119104" y="0"/>
                  </a:lnTo>
                  <a:lnTo>
                    <a:pt x="0" y="0"/>
                  </a:lnTo>
                  <a:lnTo>
                    <a:pt x="0" y="5145024"/>
                  </a:lnTo>
                  <a:close/>
                </a:path>
              </a:pathLst>
            </a:custGeom>
            <a:ln w="9525">
              <a:solidFill>
                <a:srgbClr val="9EC3E7"/>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58A0"/>
            </a:solidFill>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40</a:t>
            </a:fld>
            <a:endParaRPr spc="-25" dirty="0"/>
          </a:p>
        </p:txBody>
      </p:sp>
      <p:sp>
        <p:nvSpPr>
          <p:cNvPr id="17" name="object 7"/>
          <p:cNvSpPr txBox="1"/>
          <p:nvPr/>
        </p:nvSpPr>
        <p:spPr>
          <a:xfrm>
            <a:off x="105040" y="4887317"/>
            <a:ext cx="247119" cy="137164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CHPITRE 6</a:t>
            </a:r>
            <a:endParaRPr sz="1900" dirty="0">
              <a:latin typeface="Calibri"/>
              <a:cs typeface="Calibri"/>
            </a:endParaRPr>
          </a:p>
        </p:txBody>
      </p:sp>
      <p:sp>
        <p:nvSpPr>
          <p:cNvPr id="19" name="object 11"/>
          <p:cNvSpPr txBox="1">
            <a:spLocks noGrp="1"/>
          </p:cNvSpPr>
          <p:nvPr>
            <p:ph type="title"/>
          </p:nvPr>
        </p:nvSpPr>
        <p:spPr>
          <a:xfrm>
            <a:off x="278780" y="304800"/>
            <a:ext cx="11614312" cy="1007018"/>
          </a:xfrm>
          <a:prstGeom prst="rect">
            <a:avLst/>
          </a:prstGeom>
        </p:spPr>
        <p:txBody>
          <a:bodyPr vert="horz" wrap="square" lIns="0" tIns="143839" rIns="0" bIns="0" rtlCol="0">
            <a:spAutoFit/>
          </a:bodyPr>
          <a:lstStyle/>
          <a:p>
            <a:pPr marL="6985">
              <a:lnSpc>
                <a:spcPct val="100000"/>
              </a:lnSpc>
              <a:spcBef>
                <a:spcPts val="445"/>
              </a:spcBef>
            </a:pPr>
            <a:r>
              <a:rPr dirty="0" smtClean="0">
                <a:solidFill>
                  <a:srgbClr val="2E5496"/>
                </a:solidFill>
              </a:rPr>
              <a:t>0</a:t>
            </a:r>
            <a:r>
              <a:rPr lang="fr-FR" dirty="0" smtClean="0">
                <a:solidFill>
                  <a:srgbClr val="2E5496"/>
                </a:solidFill>
              </a:rPr>
              <a:t>6</a:t>
            </a:r>
            <a:r>
              <a:rPr spc="-45" dirty="0" smtClean="0">
                <a:solidFill>
                  <a:srgbClr val="2E5496"/>
                </a:solidFill>
              </a:rPr>
              <a:t> </a:t>
            </a:r>
            <a:r>
              <a:rPr dirty="0" smtClean="0">
                <a:solidFill>
                  <a:srgbClr val="2E5496"/>
                </a:solidFill>
              </a:rPr>
              <a:t>–</a:t>
            </a:r>
            <a:r>
              <a:rPr spc="-25" dirty="0" smtClean="0">
                <a:solidFill>
                  <a:srgbClr val="2E5496"/>
                </a:solidFill>
              </a:rPr>
              <a:t> </a:t>
            </a:r>
            <a:r>
              <a:rPr lang="fr-FR" dirty="0">
                <a:solidFill>
                  <a:srgbClr val="2E5496"/>
                </a:solidFill>
              </a:rPr>
              <a:t>S</a:t>
            </a:r>
            <a:r>
              <a:rPr lang="fr-FR" spc="-10" dirty="0" smtClean="0">
                <a:solidFill>
                  <a:srgbClr val="2E5496"/>
                </a:solidFill>
              </a:rPr>
              <a:t>ystème</a:t>
            </a:r>
            <a:r>
              <a:rPr lang="fr-FR" spc="-65" dirty="0" smtClean="0">
                <a:solidFill>
                  <a:srgbClr val="2E5496"/>
                </a:solidFill>
              </a:rPr>
              <a:t> </a:t>
            </a:r>
            <a:r>
              <a:rPr lang="fr-FR" dirty="0" smtClean="0">
                <a:solidFill>
                  <a:srgbClr val="2E5496"/>
                </a:solidFill>
              </a:rPr>
              <a:t>de</a:t>
            </a:r>
            <a:r>
              <a:rPr lang="fr-FR" spc="-20" dirty="0" smtClean="0">
                <a:solidFill>
                  <a:srgbClr val="2E5496"/>
                </a:solidFill>
              </a:rPr>
              <a:t> </a:t>
            </a:r>
            <a:r>
              <a:rPr lang="fr-FR" spc="-10" dirty="0">
                <a:solidFill>
                  <a:srgbClr val="2E5496"/>
                </a:solidFill>
              </a:rPr>
              <a:t>fichiers</a:t>
            </a:r>
            <a:br>
              <a:rPr lang="fr-FR" spc="-10" dirty="0">
                <a:solidFill>
                  <a:srgbClr val="2E5496"/>
                </a:solidFill>
              </a:rPr>
            </a:br>
            <a:r>
              <a:rPr lang="fr-FR" sz="1600" spc="-10" dirty="0">
                <a:solidFill>
                  <a:srgbClr val="FF7800"/>
                </a:solidFill>
              </a:rPr>
              <a:t>Gestion de base du système de </a:t>
            </a:r>
            <a:r>
              <a:rPr lang="fr-FR" sz="1600" spc="-10" dirty="0" smtClean="0">
                <a:solidFill>
                  <a:srgbClr val="FF7800"/>
                </a:solidFill>
              </a:rPr>
              <a:t>fichiers Linux</a:t>
            </a:r>
            <a:r>
              <a:rPr lang="fr-FR" spc="-10" dirty="0">
                <a:solidFill>
                  <a:srgbClr val="2E5496"/>
                </a:solidFill>
              </a:rPr>
              <a:t/>
            </a:r>
            <a:br>
              <a:rPr lang="fr-FR" spc="-10" dirty="0">
                <a:solidFill>
                  <a:srgbClr val="2E5496"/>
                </a:solidFill>
              </a:rPr>
            </a:br>
            <a:endParaRPr spc="-20" dirty="0">
              <a:solidFill>
                <a:srgbClr val="2E5496"/>
              </a:solidFill>
            </a:endParaRPr>
          </a:p>
        </p:txBody>
      </p:sp>
      <p:sp>
        <p:nvSpPr>
          <p:cNvPr id="7" name="Rectangle 6"/>
          <p:cNvSpPr/>
          <p:nvPr/>
        </p:nvSpPr>
        <p:spPr>
          <a:xfrm>
            <a:off x="1219200" y="1905000"/>
            <a:ext cx="9982200" cy="421654"/>
          </a:xfrm>
          <a:prstGeom prst="rect">
            <a:avLst/>
          </a:prstGeom>
        </p:spPr>
        <p:txBody>
          <a:bodyPr wrap="square">
            <a:spAutoFit/>
          </a:bodyPr>
          <a:lstStyle/>
          <a:p>
            <a:pPr>
              <a:lnSpc>
                <a:spcPct val="107000"/>
              </a:lnSpc>
              <a:spcAft>
                <a:spcPts val="800"/>
              </a:spcAft>
            </a:pPr>
            <a:r>
              <a:rPr lang="fr-FR" sz="2000" b="1" dirty="0" smtClean="0">
                <a:solidFill>
                  <a:srgbClr val="FF9933"/>
                </a:solidFill>
                <a:latin typeface="Calibri" panose="020F0502020204030204" pitchFamily="34" charset="0"/>
                <a:ea typeface="Calibri" panose="020F0502020204030204" pitchFamily="34" charset="0"/>
                <a:cs typeface="Arial" panose="020B0604020202020204" pitchFamily="34" charset="0"/>
              </a:rPr>
              <a:t>Solution</a:t>
            </a:r>
            <a:r>
              <a:rPr lang="fr-FR" sz="2000" b="1" dirty="0" smtClean="0">
                <a:solidFill>
                  <a:srgbClr val="FF9933"/>
                </a:solidFill>
                <a:effectLst/>
                <a:latin typeface="Calibri" panose="020F0502020204030204" pitchFamily="34" charset="0"/>
                <a:ea typeface="Calibri" panose="020F0502020204030204" pitchFamily="34" charset="0"/>
                <a:cs typeface="Arial" panose="020B0604020202020204" pitchFamily="34" charset="0"/>
              </a:rPr>
              <a:t> : </a:t>
            </a:r>
          </a:p>
        </p:txBody>
      </p:sp>
      <p:pic>
        <p:nvPicPr>
          <p:cNvPr id="9" name="Image 8"/>
          <p:cNvPicPr>
            <a:picLocks noChangeAspect="1"/>
          </p:cNvPicPr>
          <p:nvPr/>
        </p:nvPicPr>
        <p:blipFill>
          <a:blip r:embed="rId4"/>
          <a:stretch>
            <a:fillRect/>
          </a:stretch>
        </p:blipFill>
        <p:spPr>
          <a:xfrm>
            <a:off x="839343" y="2586762"/>
            <a:ext cx="10362057" cy="2686050"/>
          </a:xfrm>
          <a:prstGeom prst="rect">
            <a:avLst/>
          </a:prstGeom>
        </p:spPr>
      </p:pic>
    </p:spTree>
    <p:extLst>
      <p:ext uri="{BB962C8B-B14F-4D97-AF65-F5344CB8AC3E}">
        <p14:creationId xmlns:p14="http://schemas.microsoft.com/office/powerpoint/2010/main" val="2877441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7368" y="1770791"/>
            <a:ext cx="10591165" cy="3865161"/>
          </a:xfrm>
          <a:prstGeom prst="rect">
            <a:avLst/>
          </a:prstGeom>
        </p:spPr>
        <p:txBody>
          <a:bodyPr vert="horz" wrap="square" lIns="0" tIns="12700" rIns="0" bIns="0" rtlCol="0">
            <a:spAutoFit/>
          </a:bodyPr>
          <a:lstStyle/>
          <a:p>
            <a:pPr marL="12700" marR="5080" algn="just">
              <a:lnSpc>
                <a:spcPct val="150100"/>
              </a:lnSpc>
              <a:spcBef>
                <a:spcPts val="735"/>
              </a:spcBef>
            </a:pPr>
            <a:r>
              <a:rPr lang="fr-FR" b="1" dirty="0" smtClean="0">
                <a:solidFill>
                  <a:srgbClr val="FF7800"/>
                </a:solidFill>
                <a:latin typeface="Calibri"/>
                <a:cs typeface="Calibri"/>
              </a:rPr>
              <a:t>Gestion</a:t>
            </a:r>
            <a:r>
              <a:rPr lang="fr-FR" b="1" spc="-45" dirty="0" smtClean="0">
                <a:solidFill>
                  <a:srgbClr val="FF7800"/>
                </a:solidFill>
                <a:latin typeface="Calibri"/>
                <a:cs typeface="Calibri"/>
              </a:rPr>
              <a:t> </a:t>
            </a:r>
            <a:r>
              <a:rPr lang="fr-FR" b="1" dirty="0" smtClean="0">
                <a:solidFill>
                  <a:srgbClr val="FF7800"/>
                </a:solidFill>
                <a:latin typeface="Calibri"/>
                <a:cs typeface="Calibri"/>
              </a:rPr>
              <a:t>des</a:t>
            </a:r>
            <a:r>
              <a:rPr lang="fr-FR" b="1" spc="-45" dirty="0" smtClean="0">
                <a:solidFill>
                  <a:srgbClr val="FF7800"/>
                </a:solidFill>
                <a:latin typeface="Calibri"/>
                <a:cs typeface="Calibri"/>
              </a:rPr>
              <a:t> </a:t>
            </a:r>
            <a:r>
              <a:rPr lang="fr-FR" b="1" dirty="0" smtClean="0">
                <a:solidFill>
                  <a:srgbClr val="FF7800"/>
                </a:solidFill>
                <a:latin typeface="Calibri"/>
                <a:cs typeface="Calibri"/>
              </a:rPr>
              <a:t>fichiers</a:t>
            </a:r>
            <a:r>
              <a:rPr lang="fr-FR" b="1" spc="-10" dirty="0" smtClean="0">
                <a:solidFill>
                  <a:srgbClr val="FF7800"/>
                </a:solidFill>
                <a:latin typeface="Calibri"/>
                <a:cs typeface="Calibri"/>
              </a:rPr>
              <a:t> </a:t>
            </a:r>
            <a:r>
              <a:rPr lang="fr-FR" b="1" dirty="0" smtClean="0">
                <a:solidFill>
                  <a:srgbClr val="FF7800"/>
                </a:solidFill>
                <a:latin typeface="Calibri"/>
                <a:cs typeface="Calibri"/>
              </a:rPr>
              <a:t>et</a:t>
            </a:r>
            <a:r>
              <a:rPr lang="fr-FR" b="1" spc="-50" dirty="0" smtClean="0">
                <a:solidFill>
                  <a:srgbClr val="FF7800"/>
                </a:solidFill>
                <a:latin typeface="Calibri"/>
                <a:cs typeface="Calibri"/>
              </a:rPr>
              <a:t> </a:t>
            </a:r>
            <a:r>
              <a:rPr lang="fr-FR" b="1" spc="-10" dirty="0" smtClean="0">
                <a:solidFill>
                  <a:srgbClr val="FF7800"/>
                </a:solidFill>
                <a:latin typeface="Calibri"/>
                <a:cs typeface="Calibri"/>
              </a:rPr>
              <a:t>répertoires</a:t>
            </a:r>
            <a:endParaRPr lang="fr-FR" dirty="0" smtClean="0">
              <a:latin typeface="Calibri"/>
              <a:cs typeface="Calibri"/>
            </a:endParaRPr>
          </a:p>
          <a:p>
            <a:pPr marL="12700">
              <a:lnSpc>
                <a:spcPct val="100000"/>
              </a:lnSpc>
              <a:spcBef>
                <a:spcPts val="770"/>
              </a:spcBef>
            </a:pPr>
            <a:r>
              <a:rPr lang="fr-FR" sz="1600" b="1" dirty="0" smtClean="0">
                <a:solidFill>
                  <a:srgbClr val="001F5F"/>
                </a:solidFill>
                <a:latin typeface="Calibri"/>
                <a:cs typeface="Calibri"/>
              </a:rPr>
              <a:t>Fichier</a:t>
            </a:r>
            <a:r>
              <a:rPr lang="fr-FR" sz="1600" b="1" spc="-30" dirty="0" smtClean="0">
                <a:solidFill>
                  <a:srgbClr val="001F5F"/>
                </a:solidFill>
                <a:latin typeface="Calibri"/>
                <a:cs typeface="Calibri"/>
              </a:rPr>
              <a:t> </a:t>
            </a:r>
            <a:r>
              <a:rPr lang="fr-FR" sz="1600" b="1" spc="-50" dirty="0" smtClean="0">
                <a:solidFill>
                  <a:srgbClr val="001F5F"/>
                </a:solidFill>
                <a:latin typeface="Calibri"/>
                <a:cs typeface="Calibri"/>
              </a:rPr>
              <a:t>:</a:t>
            </a:r>
            <a:endParaRPr lang="fr-FR" sz="1600" dirty="0" smtClean="0">
              <a:latin typeface="Calibri"/>
              <a:cs typeface="Calibri"/>
            </a:endParaRPr>
          </a:p>
          <a:p>
            <a:pPr marL="12700">
              <a:lnSpc>
                <a:spcPct val="100000"/>
              </a:lnSpc>
              <a:spcBef>
                <a:spcPts val="745"/>
              </a:spcBef>
            </a:pPr>
            <a:r>
              <a:rPr lang="fr-FR" sz="1600" dirty="0" smtClean="0">
                <a:solidFill>
                  <a:srgbClr val="585858"/>
                </a:solidFill>
                <a:latin typeface="Calibri"/>
                <a:cs typeface="Calibri"/>
              </a:rPr>
              <a:t>C’est</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une</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unité</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logique</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qui</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permet</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30" dirty="0" smtClean="0">
                <a:solidFill>
                  <a:srgbClr val="585858"/>
                </a:solidFill>
                <a:latin typeface="Calibri"/>
                <a:cs typeface="Calibri"/>
              </a:rPr>
              <a:t> </a:t>
            </a:r>
            <a:r>
              <a:rPr lang="fr-FR" sz="1600" spc="-10" dirty="0" smtClean="0">
                <a:solidFill>
                  <a:srgbClr val="585858"/>
                </a:solidFill>
                <a:latin typeface="Calibri"/>
                <a:cs typeface="Calibri"/>
              </a:rPr>
              <a:t>stocker</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des</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données.</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Il</a:t>
            </a:r>
            <a:r>
              <a:rPr lang="fr-FR" sz="1600" spc="-55" dirty="0" smtClean="0">
                <a:solidFill>
                  <a:srgbClr val="585858"/>
                </a:solidFill>
                <a:latin typeface="Calibri"/>
                <a:cs typeface="Calibri"/>
              </a:rPr>
              <a:t> </a:t>
            </a:r>
            <a:r>
              <a:rPr lang="fr-FR" sz="1600" dirty="0" smtClean="0">
                <a:solidFill>
                  <a:srgbClr val="585858"/>
                </a:solidFill>
                <a:latin typeface="Calibri"/>
                <a:cs typeface="Calibri"/>
              </a:rPr>
              <a:t>existe</a:t>
            </a:r>
            <a:r>
              <a:rPr lang="fr-FR" sz="1600" spc="-5" dirty="0" smtClean="0">
                <a:solidFill>
                  <a:srgbClr val="585858"/>
                </a:solidFill>
                <a:latin typeface="Calibri"/>
                <a:cs typeface="Calibri"/>
              </a:rPr>
              <a:t> </a:t>
            </a:r>
            <a:r>
              <a:rPr lang="fr-FR" sz="1600" spc="-10" dirty="0" smtClean="0">
                <a:solidFill>
                  <a:srgbClr val="585858"/>
                </a:solidFill>
                <a:latin typeface="Calibri"/>
                <a:cs typeface="Calibri"/>
              </a:rPr>
              <a:t>plusieurs</a:t>
            </a:r>
            <a:r>
              <a:rPr lang="fr-FR" sz="1600" spc="-15" dirty="0" smtClean="0">
                <a:solidFill>
                  <a:srgbClr val="585858"/>
                </a:solidFill>
                <a:latin typeface="Calibri"/>
                <a:cs typeface="Calibri"/>
              </a:rPr>
              <a:t> </a:t>
            </a:r>
            <a:r>
              <a:rPr lang="fr-FR" sz="1600" spc="-10" dirty="0" smtClean="0">
                <a:solidFill>
                  <a:srgbClr val="585858"/>
                </a:solidFill>
                <a:latin typeface="Calibri"/>
                <a:cs typeface="Calibri"/>
              </a:rPr>
              <a:t>formats</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a:t>
            </a:r>
            <a:r>
              <a:rPr lang="fr-FR" sz="1600" spc="-35" dirty="0" smtClean="0">
                <a:solidFill>
                  <a:srgbClr val="585858"/>
                </a:solidFill>
                <a:latin typeface="Calibri"/>
                <a:cs typeface="Calibri"/>
              </a:rPr>
              <a:t> </a:t>
            </a:r>
            <a:r>
              <a:rPr lang="fr-FR" sz="1600" dirty="0" err="1" smtClean="0">
                <a:solidFill>
                  <a:srgbClr val="585858"/>
                </a:solidFill>
                <a:latin typeface="Calibri"/>
                <a:cs typeface="Calibri"/>
              </a:rPr>
              <a:t>excel</a:t>
            </a:r>
            <a:r>
              <a:rPr lang="fr-FR" sz="1600" dirty="0" smtClean="0">
                <a:solidFill>
                  <a:srgbClr val="585858"/>
                </a:solidFill>
                <a:latin typeface="Calibri"/>
                <a:cs typeface="Calibri"/>
              </a:rPr>
              <a:t>,</a:t>
            </a:r>
            <a:r>
              <a:rPr lang="fr-FR" sz="1600" spc="-20" dirty="0" smtClean="0">
                <a:solidFill>
                  <a:srgbClr val="585858"/>
                </a:solidFill>
                <a:latin typeface="Calibri"/>
                <a:cs typeface="Calibri"/>
              </a:rPr>
              <a:t> </a:t>
            </a:r>
            <a:r>
              <a:rPr lang="fr-FR" sz="1600" dirty="0" err="1" smtClean="0">
                <a:solidFill>
                  <a:srgbClr val="585858"/>
                </a:solidFill>
                <a:latin typeface="Calibri"/>
                <a:cs typeface="Calibri"/>
              </a:rPr>
              <a:t>word</a:t>
            </a:r>
            <a:r>
              <a:rPr lang="fr-FR" sz="1600" dirty="0" smtClean="0">
                <a:solidFill>
                  <a:srgbClr val="585858"/>
                </a:solidFill>
                <a:latin typeface="Calibri"/>
                <a:cs typeface="Calibri"/>
              </a:rPr>
              <a:t>,</a:t>
            </a:r>
            <a:r>
              <a:rPr lang="fr-FR" sz="1600" spc="-15" dirty="0" smtClean="0">
                <a:solidFill>
                  <a:srgbClr val="585858"/>
                </a:solidFill>
                <a:latin typeface="Calibri"/>
                <a:cs typeface="Calibri"/>
              </a:rPr>
              <a:t> </a:t>
            </a:r>
            <a:r>
              <a:rPr lang="fr-FR" sz="1600" spc="-10" dirty="0" err="1" smtClean="0">
                <a:solidFill>
                  <a:srgbClr val="585858"/>
                </a:solidFill>
                <a:latin typeface="Calibri"/>
                <a:cs typeface="Calibri"/>
              </a:rPr>
              <a:t>jpg</a:t>
            </a:r>
            <a:r>
              <a:rPr lang="fr-FR" sz="1600" spc="-10" dirty="0" smtClean="0">
                <a:solidFill>
                  <a:srgbClr val="585858"/>
                </a:solidFill>
                <a:latin typeface="Calibri"/>
                <a:cs typeface="Calibri"/>
              </a:rPr>
              <a:t>,…</a:t>
            </a:r>
          </a:p>
          <a:p>
            <a:pPr marL="12700">
              <a:lnSpc>
                <a:spcPct val="100000"/>
              </a:lnSpc>
              <a:spcBef>
                <a:spcPts val="745"/>
              </a:spcBef>
            </a:pPr>
            <a:endParaRPr lang="fr-FR" sz="1600" dirty="0" smtClean="0">
              <a:latin typeface="Calibri"/>
              <a:cs typeface="Calibri"/>
            </a:endParaRPr>
          </a:p>
          <a:p>
            <a:pPr marL="12700">
              <a:lnSpc>
                <a:spcPct val="100000"/>
              </a:lnSpc>
              <a:spcBef>
                <a:spcPts val="770"/>
              </a:spcBef>
            </a:pPr>
            <a:r>
              <a:rPr lang="fr-FR" sz="1600" b="1" spc="-10" dirty="0" smtClean="0">
                <a:solidFill>
                  <a:srgbClr val="001F5F"/>
                </a:solidFill>
                <a:latin typeface="Calibri"/>
                <a:cs typeface="Calibri"/>
              </a:rPr>
              <a:t>Répertoire</a:t>
            </a:r>
            <a:r>
              <a:rPr lang="fr-FR" sz="1600" b="1" spc="20" dirty="0" smtClean="0">
                <a:solidFill>
                  <a:srgbClr val="001F5F"/>
                </a:solidFill>
                <a:latin typeface="Calibri"/>
                <a:cs typeface="Calibri"/>
              </a:rPr>
              <a:t> </a:t>
            </a:r>
            <a:r>
              <a:rPr lang="fr-FR" sz="1600" b="1" spc="-50" dirty="0" smtClean="0">
                <a:solidFill>
                  <a:srgbClr val="001F5F"/>
                </a:solidFill>
                <a:latin typeface="Calibri"/>
                <a:cs typeface="Calibri"/>
              </a:rPr>
              <a:t>:</a:t>
            </a:r>
            <a:endParaRPr lang="fr-FR" sz="1600" dirty="0" smtClean="0">
              <a:latin typeface="Calibri"/>
              <a:cs typeface="Calibri"/>
            </a:endParaRPr>
          </a:p>
          <a:p>
            <a:pPr marL="12700">
              <a:lnSpc>
                <a:spcPct val="100000"/>
              </a:lnSpc>
              <a:spcBef>
                <a:spcPts val="770"/>
              </a:spcBef>
            </a:pPr>
            <a:r>
              <a:rPr lang="fr-FR" sz="1600" dirty="0" smtClean="0">
                <a:solidFill>
                  <a:srgbClr val="585858"/>
                </a:solidFill>
                <a:latin typeface="Calibri"/>
                <a:cs typeface="Calibri"/>
              </a:rPr>
              <a:t>C’est</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une</a:t>
            </a:r>
            <a:r>
              <a:rPr lang="fr-FR" sz="1600" spc="-25" dirty="0" smtClean="0">
                <a:solidFill>
                  <a:srgbClr val="585858"/>
                </a:solidFill>
                <a:latin typeface="Calibri"/>
                <a:cs typeface="Calibri"/>
              </a:rPr>
              <a:t> </a:t>
            </a:r>
            <a:r>
              <a:rPr lang="fr-FR" sz="1600" spc="-10" dirty="0" smtClean="0">
                <a:solidFill>
                  <a:srgbClr val="585858"/>
                </a:solidFill>
                <a:latin typeface="Calibri"/>
                <a:cs typeface="Calibri"/>
              </a:rPr>
              <a:t>structure </a:t>
            </a:r>
            <a:r>
              <a:rPr lang="fr-FR" sz="1600" dirty="0" smtClean="0">
                <a:solidFill>
                  <a:srgbClr val="585858"/>
                </a:solidFill>
                <a:latin typeface="Calibri"/>
                <a:cs typeface="Calibri"/>
              </a:rPr>
              <a:t>qui</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sert</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à</a:t>
            </a:r>
            <a:r>
              <a:rPr lang="fr-FR" sz="1600" spc="-45" dirty="0" smtClean="0">
                <a:solidFill>
                  <a:srgbClr val="585858"/>
                </a:solidFill>
                <a:latin typeface="Calibri"/>
                <a:cs typeface="Calibri"/>
              </a:rPr>
              <a:t> </a:t>
            </a:r>
            <a:r>
              <a:rPr lang="fr-FR" sz="1600" spc="-10" dirty="0" smtClean="0">
                <a:solidFill>
                  <a:srgbClr val="585858"/>
                </a:solidFill>
                <a:latin typeface="Calibri"/>
                <a:cs typeface="Calibri"/>
              </a:rPr>
              <a:t>l’organisation</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des</a:t>
            </a:r>
            <a:r>
              <a:rPr lang="fr-FR" sz="1600" spc="-30" dirty="0" smtClean="0">
                <a:solidFill>
                  <a:srgbClr val="585858"/>
                </a:solidFill>
                <a:latin typeface="Calibri"/>
                <a:cs typeface="Calibri"/>
              </a:rPr>
              <a:t> </a:t>
            </a:r>
            <a:r>
              <a:rPr lang="fr-FR" sz="1600" spc="-10" dirty="0" smtClean="0">
                <a:solidFill>
                  <a:srgbClr val="585858"/>
                </a:solidFill>
                <a:latin typeface="Calibri"/>
                <a:cs typeface="Calibri"/>
              </a:rPr>
              <a:t>fichiers.</a:t>
            </a:r>
          </a:p>
          <a:p>
            <a:pPr marL="12700">
              <a:lnSpc>
                <a:spcPct val="100000"/>
              </a:lnSpc>
              <a:spcBef>
                <a:spcPts val="770"/>
              </a:spcBef>
            </a:pPr>
            <a:endParaRPr lang="fr-FR" sz="1600" dirty="0" smtClean="0">
              <a:latin typeface="Calibri"/>
              <a:cs typeface="Calibri"/>
            </a:endParaRPr>
          </a:p>
          <a:p>
            <a:pPr marL="12700">
              <a:lnSpc>
                <a:spcPct val="100000"/>
              </a:lnSpc>
              <a:spcBef>
                <a:spcPts val="745"/>
              </a:spcBef>
            </a:pPr>
            <a:r>
              <a:rPr lang="fr-FR" sz="1600" b="1" spc="-10" dirty="0" smtClean="0">
                <a:solidFill>
                  <a:srgbClr val="001F5F"/>
                </a:solidFill>
                <a:latin typeface="Calibri"/>
                <a:cs typeface="Calibri"/>
              </a:rPr>
              <a:t>Système</a:t>
            </a:r>
            <a:r>
              <a:rPr lang="fr-FR" sz="1600" b="1" spc="-45" dirty="0" smtClean="0">
                <a:solidFill>
                  <a:srgbClr val="001F5F"/>
                </a:solidFill>
                <a:latin typeface="Calibri"/>
                <a:cs typeface="Calibri"/>
              </a:rPr>
              <a:t> </a:t>
            </a:r>
            <a:r>
              <a:rPr lang="fr-FR" sz="1600" b="1" dirty="0" smtClean="0">
                <a:solidFill>
                  <a:srgbClr val="001F5F"/>
                </a:solidFill>
                <a:latin typeface="Calibri"/>
                <a:cs typeface="Calibri"/>
              </a:rPr>
              <a:t>de</a:t>
            </a:r>
            <a:r>
              <a:rPr lang="fr-FR" sz="1600" b="1" spc="-45" dirty="0" smtClean="0">
                <a:solidFill>
                  <a:srgbClr val="001F5F"/>
                </a:solidFill>
                <a:latin typeface="Calibri"/>
                <a:cs typeface="Calibri"/>
              </a:rPr>
              <a:t> </a:t>
            </a:r>
            <a:r>
              <a:rPr lang="fr-FR" sz="1600" b="1" dirty="0" smtClean="0">
                <a:solidFill>
                  <a:srgbClr val="001F5F"/>
                </a:solidFill>
                <a:latin typeface="Calibri"/>
                <a:cs typeface="Calibri"/>
              </a:rPr>
              <a:t>gestion des</a:t>
            </a:r>
            <a:r>
              <a:rPr lang="fr-FR" sz="1600" b="1" spc="-20" dirty="0" smtClean="0">
                <a:solidFill>
                  <a:srgbClr val="001F5F"/>
                </a:solidFill>
                <a:latin typeface="Calibri"/>
                <a:cs typeface="Calibri"/>
              </a:rPr>
              <a:t> </a:t>
            </a:r>
            <a:r>
              <a:rPr lang="fr-FR" sz="1600" b="1" dirty="0" smtClean="0">
                <a:solidFill>
                  <a:srgbClr val="001F5F"/>
                </a:solidFill>
                <a:latin typeface="Calibri"/>
                <a:cs typeface="Calibri"/>
              </a:rPr>
              <a:t>fichiers</a:t>
            </a:r>
            <a:r>
              <a:rPr lang="fr-FR" sz="1600" b="1" spc="-40" dirty="0" smtClean="0">
                <a:solidFill>
                  <a:srgbClr val="001F5F"/>
                </a:solidFill>
                <a:latin typeface="Calibri"/>
                <a:cs typeface="Calibri"/>
              </a:rPr>
              <a:t> </a:t>
            </a:r>
            <a:r>
              <a:rPr lang="fr-FR" sz="1600" b="1" spc="-50" dirty="0" smtClean="0">
                <a:solidFill>
                  <a:srgbClr val="001F5F"/>
                </a:solidFill>
                <a:latin typeface="Calibri"/>
                <a:cs typeface="Calibri"/>
              </a:rPr>
              <a:t>:</a:t>
            </a:r>
            <a:endParaRPr lang="fr-FR" sz="1600" dirty="0" smtClean="0">
              <a:latin typeface="Calibri"/>
              <a:cs typeface="Calibri"/>
            </a:endParaRPr>
          </a:p>
          <a:p>
            <a:pPr marL="184150" indent="-171450">
              <a:lnSpc>
                <a:spcPct val="100000"/>
              </a:lnSpc>
              <a:spcBef>
                <a:spcPts val="765"/>
              </a:spcBef>
              <a:buFont typeface="Arial"/>
              <a:buChar char="•"/>
              <a:tabLst>
                <a:tab pos="184150" algn="l"/>
              </a:tabLst>
            </a:pPr>
            <a:r>
              <a:rPr lang="fr-FR" sz="1600" dirty="0" smtClean="0">
                <a:solidFill>
                  <a:srgbClr val="585858"/>
                </a:solidFill>
                <a:latin typeface="Calibri"/>
                <a:cs typeface="Calibri"/>
              </a:rPr>
              <a:t>Ensemble</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des </a:t>
            </a:r>
            <a:r>
              <a:rPr lang="fr-FR" sz="1600" spc="-10" dirty="0" smtClean="0">
                <a:solidFill>
                  <a:srgbClr val="585858"/>
                </a:solidFill>
                <a:latin typeface="Calibri"/>
                <a:cs typeface="Calibri"/>
              </a:rPr>
              <a:t>fonctionnalités</a:t>
            </a:r>
            <a:r>
              <a:rPr lang="fr-FR" sz="1600" spc="45" dirty="0" smtClean="0">
                <a:solidFill>
                  <a:srgbClr val="585858"/>
                </a:solidFill>
                <a:latin typeface="Calibri"/>
                <a:cs typeface="Calibri"/>
              </a:rPr>
              <a:t> </a:t>
            </a:r>
            <a:r>
              <a:rPr lang="fr-FR" sz="1600" dirty="0" smtClean="0">
                <a:solidFill>
                  <a:srgbClr val="585858"/>
                </a:solidFill>
                <a:latin typeface="Calibri"/>
                <a:cs typeface="Calibri"/>
              </a:rPr>
              <a:t>qui</a:t>
            </a:r>
            <a:r>
              <a:rPr lang="fr-FR" sz="1600" spc="-25" dirty="0" smtClean="0">
                <a:solidFill>
                  <a:srgbClr val="585858"/>
                </a:solidFill>
                <a:latin typeface="Calibri"/>
                <a:cs typeface="Calibri"/>
              </a:rPr>
              <a:t> </a:t>
            </a:r>
            <a:r>
              <a:rPr lang="fr-FR" sz="1600" spc="-10" dirty="0" smtClean="0">
                <a:solidFill>
                  <a:srgbClr val="585858"/>
                </a:solidFill>
                <a:latin typeface="Calibri"/>
                <a:cs typeface="Calibri"/>
              </a:rPr>
              <a:t>permettent</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la</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gestion</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des</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fichiers</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dans</a:t>
            </a:r>
            <a:r>
              <a:rPr lang="fr-FR" sz="1600" spc="-30" dirty="0" smtClean="0">
                <a:solidFill>
                  <a:srgbClr val="585858"/>
                </a:solidFill>
                <a:latin typeface="Calibri"/>
                <a:cs typeface="Calibri"/>
              </a:rPr>
              <a:t> </a:t>
            </a:r>
            <a:r>
              <a:rPr lang="fr-FR" sz="1600" dirty="0" smtClean="0">
                <a:solidFill>
                  <a:srgbClr val="585858"/>
                </a:solidFill>
                <a:latin typeface="Calibri"/>
                <a:cs typeface="Calibri"/>
              </a:rPr>
              <a:t>un</a:t>
            </a:r>
            <a:r>
              <a:rPr lang="fr-FR" sz="1600" spc="-15" dirty="0" smtClean="0">
                <a:solidFill>
                  <a:srgbClr val="585858"/>
                </a:solidFill>
                <a:latin typeface="Calibri"/>
                <a:cs typeface="Calibri"/>
              </a:rPr>
              <a:t> </a:t>
            </a:r>
            <a:r>
              <a:rPr lang="fr-FR" sz="1600" spc="-10" dirty="0" smtClean="0">
                <a:solidFill>
                  <a:srgbClr val="585858"/>
                </a:solidFill>
                <a:latin typeface="Calibri"/>
                <a:cs typeface="Calibri"/>
              </a:rPr>
              <a:t>système</a:t>
            </a:r>
            <a:r>
              <a:rPr lang="fr-FR" sz="1600" spc="-25" dirty="0" smtClean="0">
                <a:solidFill>
                  <a:srgbClr val="585858"/>
                </a:solidFill>
                <a:latin typeface="Calibri"/>
                <a:cs typeface="Calibri"/>
              </a:rPr>
              <a:t> </a:t>
            </a:r>
            <a:r>
              <a:rPr lang="fr-FR" sz="1600" spc="-20" dirty="0" smtClean="0">
                <a:solidFill>
                  <a:srgbClr val="585858"/>
                </a:solidFill>
                <a:latin typeface="Calibri"/>
                <a:cs typeface="Calibri"/>
              </a:rPr>
              <a:t>d’exploitation</a:t>
            </a:r>
            <a:r>
              <a:rPr lang="fr-FR" sz="1600" spc="25" dirty="0" smtClean="0">
                <a:solidFill>
                  <a:srgbClr val="585858"/>
                </a:solidFill>
                <a:latin typeface="Calibri"/>
                <a:cs typeface="Calibri"/>
              </a:rPr>
              <a:t> </a:t>
            </a:r>
            <a:r>
              <a:rPr lang="fr-FR" sz="1600" spc="-50" dirty="0" smtClean="0">
                <a:solidFill>
                  <a:srgbClr val="585858"/>
                </a:solidFill>
                <a:latin typeface="Calibri"/>
                <a:cs typeface="Calibri"/>
              </a:rPr>
              <a:t>;</a:t>
            </a:r>
            <a:endParaRPr lang="fr-FR" sz="1600" dirty="0" smtClean="0">
              <a:latin typeface="Calibri"/>
              <a:cs typeface="Calibri"/>
            </a:endParaRPr>
          </a:p>
          <a:p>
            <a:pPr marL="184150" indent="-171450">
              <a:lnSpc>
                <a:spcPct val="100000"/>
              </a:lnSpc>
              <a:spcBef>
                <a:spcPts val="770"/>
              </a:spcBef>
              <a:buFont typeface="Arial"/>
              <a:buChar char="•"/>
              <a:tabLst>
                <a:tab pos="184150" algn="l"/>
              </a:tabLst>
            </a:pPr>
            <a:r>
              <a:rPr lang="fr-FR" sz="1600" dirty="0" smtClean="0">
                <a:solidFill>
                  <a:srgbClr val="585858"/>
                </a:solidFill>
                <a:latin typeface="Calibri"/>
                <a:cs typeface="Calibri"/>
              </a:rPr>
              <a:t>Assure</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l</a:t>
            </a:r>
            <a:r>
              <a:rPr lang="fr-FR" sz="1600" spc="-30" dirty="0" smtClean="0">
                <a:solidFill>
                  <a:srgbClr val="585858"/>
                </a:solidFill>
                <a:latin typeface="Calibri"/>
                <a:cs typeface="Calibri"/>
              </a:rPr>
              <a:t> </a:t>
            </a:r>
            <a:r>
              <a:rPr lang="fr-FR" sz="1600" spc="-20" dirty="0" smtClean="0">
                <a:solidFill>
                  <a:srgbClr val="585858"/>
                </a:solidFill>
                <a:latin typeface="Calibri"/>
                <a:cs typeface="Calibri"/>
              </a:rPr>
              <a:t>’accès</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et</a:t>
            </a:r>
            <a:r>
              <a:rPr lang="fr-FR" sz="1600" spc="-40" dirty="0" smtClean="0">
                <a:solidFill>
                  <a:srgbClr val="585858"/>
                </a:solidFill>
                <a:latin typeface="Calibri"/>
                <a:cs typeface="Calibri"/>
              </a:rPr>
              <a:t> </a:t>
            </a:r>
            <a:r>
              <a:rPr lang="fr-FR" sz="1600" dirty="0" smtClean="0">
                <a:solidFill>
                  <a:srgbClr val="585858"/>
                </a:solidFill>
                <a:latin typeface="Calibri"/>
                <a:cs typeface="Calibri"/>
              </a:rPr>
              <a:t>la</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gestion</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de</a:t>
            </a:r>
            <a:r>
              <a:rPr lang="fr-FR" sz="1600" spc="-45" dirty="0" smtClean="0">
                <a:solidFill>
                  <a:srgbClr val="585858"/>
                </a:solidFill>
                <a:latin typeface="Calibri"/>
                <a:cs typeface="Calibri"/>
              </a:rPr>
              <a:t> </a:t>
            </a:r>
            <a:r>
              <a:rPr lang="fr-FR" sz="1600" spc="-10" dirty="0" smtClean="0">
                <a:solidFill>
                  <a:srgbClr val="585858"/>
                </a:solidFill>
                <a:latin typeface="Calibri"/>
                <a:cs typeface="Calibri"/>
              </a:rPr>
              <a:t>l’emplacement</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des</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fichiers</a:t>
            </a:r>
            <a:r>
              <a:rPr lang="fr-FR" sz="1600" spc="10" dirty="0" smtClean="0">
                <a:solidFill>
                  <a:srgbClr val="585858"/>
                </a:solidFill>
                <a:latin typeface="Calibri"/>
                <a:cs typeface="Calibri"/>
              </a:rPr>
              <a:t> </a:t>
            </a:r>
            <a:r>
              <a:rPr lang="fr-FR" sz="1600" spc="-50" dirty="0" smtClean="0">
                <a:solidFill>
                  <a:srgbClr val="585858"/>
                </a:solidFill>
                <a:latin typeface="Calibri"/>
                <a:cs typeface="Calibri"/>
              </a:rPr>
              <a:t>;</a:t>
            </a:r>
            <a:endParaRPr lang="fr-FR" sz="1600" dirty="0" smtClean="0">
              <a:latin typeface="Calibri"/>
              <a:cs typeface="Calibri"/>
            </a:endParaRPr>
          </a:p>
          <a:p>
            <a:pPr marL="184150" indent="-171450">
              <a:lnSpc>
                <a:spcPct val="100000"/>
              </a:lnSpc>
              <a:spcBef>
                <a:spcPts val="745"/>
              </a:spcBef>
              <a:buFont typeface="Arial"/>
              <a:buChar char="•"/>
              <a:tabLst>
                <a:tab pos="184150" algn="l"/>
              </a:tabLst>
            </a:pPr>
            <a:r>
              <a:rPr lang="fr-FR" sz="1600" dirty="0" smtClean="0">
                <a:solidFill>
                  <a:srgbClr val="585858"/>
                </a:solidFill>
                <a:latin typeface="Calibri"/>
                <a:cs typeface="Calibri"/>
              </a:rPr>
              <a:t>Gère</a:t>
            </a:r>
            <a:r>
              <a:rPr lang="fr-FR" sz="1600" spc="-20" dirty="0" smtClean="0">
                <a:solidFill>
                  <a:srgbClr val="585858"/>
                </a:solidFill>
                <a:latin typeface="Calibri"/>
                <a:cs typeface="Calibri"/>
              </a:rPr>
              <a:t> </a:t>
            </a:r>
            <a:r>
              <a:rPr lang="fr-FR" sz="1600" dirty="0" smtClean="0">
                <a:solidFill>
                  <a:srgbClr val="585858"/>
                </a:solidFill>
                <a:latin typeface="Calibri"/>
                <a:cs typeface="Calibri"/>
              </a:rPr>
              <a:t>la</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suppression,</a:t>
            </a:r>
            <a:r>
              <a:rPr lang="fr-FR" sz="1600" spc="-25" dirty="0" smtClean="0">
                <a:solidFill>
                  <a:srgbClr val="585858"/>
                </a:solidFill>
                <a:latin typeface="Calibri"/>
                <a:cs typeface="Calibri"/>
              </a:rPr>
              <a:t> </a:t>
            </a:r>
            <a:r>
              <a:rPr lang="fr-FR" sz="1600" dirty="0" smtClean="0">
                <a:solidFill>
                  <a:srgbClr val="585858"/>
                </a:solidFill>
                <a:latin typeface="Calibri"/>
                <a:cs typeface="Calibri"/>
              </a:rPr>
              <a:t>la</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création,</a:t>
            </a:r>
            <a:r>
              <a:rPr lang="fr-FR" sz="1600" spc="-5"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15" dirty="0" smtClean="0">
                <a:solidFill>
                  <a:srgbClr val="585858"/>
                </a:solidFill>
                <a:latin typeface="Calibri"/>
                <a:cs typeface="Calibri"/>
              </a:rPr>
              <a:t> </a:t>
            </a:r>
            <a:r>
              <a:rPr lang="fr-FR" sz="1600" spc="-10" dirty="0" smtClean="0">
                <a:solidFill>
                  <a:srgbClr val="585858"/>
                </a:solidFill>
                <a:latin typeface="Calibri"/>
                <a:cs typeface="Calibri"/>
              </a:rPr>
              <a:t>renommage</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et</a:t>
            </a:r>
            <a:r>
              <a:rPr lang="fr-FR" sz="1600" spc="-35" dirty="0" smtClean="0">
                <a:solidFill>
                  <a:srgbClr val="585858"/>
                </a:solidFill>
                <a:latin typeface="Calibri"/>
                <a:cs typeface="Calibri"/>
              </a:rPr>
              <a:t> </a:t>
            </a:r>
            <a:r>
              <a:rPr lang="fr-FR" sz="1600" dirty="0" smtClean="0">
                <a:solidFill>
                  <a:srgbClr val="585858"/>
                </a:solidFill>
                <a:latin typeface="Calibri"/>
                <a:cs typeface="Calibri"/>
              </a:rPr>
              <a:t>le</a:t>
            </a:r>
            <a:r>
              <a:rPr lang="fr-FR" sz="1600" spc="-15" dirty="0" smtClean="0">
                <a:solidFill>
                  <a:srgbClr val="585858"/>
                </a:solidFill>
                <a:latin typeface="Calibri"/>
                <a:cs typeface="Calibri"/>
              </a:rPr>
              <a:t> </a:t>
            </a:r>
            <a:r>
              <a:rPr lang="fr-FR" sz="1600" dirty="0" smtClean="0">
                <a:solidFill>
                  <a:srgbClr val="585858"/>
                </a:solidFill>
                <a:latin typeface="Calibri"/>
                <a:cs typeface="Calibri"/>
              </a:rPr>
              <a:t>déplacement</a:t>
            </a:r>
            <a:r>
              <a:rPr lang="fr-FR" sz="1600" spc="-10" dirty="0" smtClean="0">
                <a:solidFill>
                  <a:srgbClr val="585858"/>
                </a:solidFill>
                <a:latin typeface="Calibri"/>
                <a:cs typeface="Calibri"/>
              </a:rPr>
              <a:t> </a:t>
            </a:r>
            <a:r>
              <a:rPr lang="fr-FR" sz="1600" dirty="0" smtClean="0">
                <a:solidFill>
                  <a:srgbClr val="585858"/>
                </a:solidFill>
                <a:latin typeface="Calibri"/>
                <a:cs typeface="Calibri"/>
              </a:rPr>
              <a:t>des</a:t>
            </a:r>
            <a:r>
              <a:rPr lang="fr-FR" sz="1600" spc="-30" dirty="0" smtClean="0">
                <a:solidFill>
                  <a:srgbClr val="585858"/>
                </a:solidFill>
                <a:latin typeface="Calibri"/>
                <a:cs typeface="Calibri"/>
              </a:rPr>
              <a:t> </a:t>
            </a:r>
            <a:r>
              <a:rPr lang="fr-FR" sz="1600" spc="-10" dirty="0" smtClean="0">
                <a:solidFill>
                  <a:srgbClr val="585858"/>
                </a:solidFill>
                <a:latin typeface="Calibri"/>
                <a:cs typeface="Calibri"/>
              </a:rPr>
              <a:t>fichiers</a:t>
            </a:r>
            <a:endParaRPr lang="fr-FR" b="1" dirty="0" smtClean="0">
              <a:solidFill>
                <a:srgbClr val="585858"/>
              </a:solidFill>
              <a:latin typeface="Calibri"/>
              <a:cs typeface="Calibri"/>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41</a:t>
            </a:fld>
            <a:endParaRPr spc="-25" dirty="0"/>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smtClean="0">
                <a:solidFill>
                  <a:srgbClr val="FF7800"/>
                </a:solidFill>
              </a:rPr>
              <a:t>fichiers Windows</a:t>
            </a:r>
            <a:endParaRPr lang="fr-FR" sz="1600" dirty="0"/>
          </a:p>
        </p:txBody>
      </p:sp>
      <p:sp>
        <p:nvSpPr>
          <p:cNvPr id="18"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20181166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8951" cy="6855206"/>
            <a:chOff x="0" y="17"/>
            <a:chExt cx="12188951" cy="6855206"/>
          </a:xfrm>
        </p:grpSpPr>
        <p:pic>
          <p:nvPicPr>
            <p:cNvPr id="3" name="object 3"/>
            <p:cNvPicPr/>
            <p:nvPr/>
          </p:nvPicPr>
          <p:blipFill>
            <a:blip r:embed="rId2" cstate="print"/>
            <a:stretch>
              <a:fillRect/>
            </a:stretch>
          </p:blipFill>
          <p:spPr>
            <a:xfrm>
              <a:off x="3048" y="17"/>
              <a:ext cx="12185903" cy="6855206"/>
            </a:xfrm>
            <a:prstGeom prst="rect">
              <a:avLst/>
            </a:prstGeom>
          </p:spPr>
        </p:pic>
        <p:sp>
          <p:nvSpPr>
            <p:cNvPr id="4" name="object 4"/>
            <p:cNvSpPr/>
            <p:nvPr/>
          </p:nvSpPr>
          <p:spPr>
            <a:xfrm>
              <a:off x="537972" y="1461515"/>
              <a:ext cx="11119485" cy="5148580"/>
            </a:xfrm>
            <a:custGeom>
              <a:avLst/>
              <a:gdLst/>
              <a:ahLst/>
              <a:cxnLst/>
              <a:rect l="l" t="t" r="r" b="b"/>
              <a:pathLst>
                <a:path w="11119485" h="5148580">
                  <a:moveTo>
                    <a:pt x="11119104" y="0"/>
                  </a:moveTo>
                  <a:lnTo>
                    <a:pt x="0" y="0"/>
                  </a:lnTo>
                  <a:lnTo>
                    <a:pt x="0" y="5148072"/>
                  </a:lnTo>
                  <a:lnTo>
                    <a:pt x="11119104" y="5148072"/>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1515"/>
              <a:ext cx="11119485" cy="5148580"/>
            </a:xfrm>
            <a:custGeom>
              <a:avLst/>
              <a:gdLst/>
              <a:ahLst/>
              <a:cxnLst/>
              <a:rect l="l" t="t" r="r" b="b"/>
              <a:pathLst>
                <a:path w="11119485" h="5148580">
                  <a:moveTo>
                    <a:pt x="0" y="5148072"/>
                  </a:moveTo>
                  <a:lnTo>
                    <a:pt x="11119104" y="5148072"/>
                  </a:lnTo>
                  <a:lnTo>
                    <a:pt x="11119104" y="0"/>
                  </a:lnTo>
                  <a:lnTo>
                    <a:pt x="0" y="0"/>
                  </a:lnTo>
                  <a:lnTo>
                    <a:pt x="0" y="5148072"/>
                  </a:lnTo>
                  <a:close/>
                </a:path>
              </a:pathLst>
            </a:custGeom>
            <a:ln w="9525">
              <a:solidFill>
                <a:srgbClr val="F8CCAC"/>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FF7800"/>
            </a:solidFill>
          </p:spPr>
          <p:txBody>
            <a:bodyPr wrap="square" lIns="0" tIns="0" rIns="0" bIns="0" rtlCol="0"/>
            <a:lstStyle/>
            <a:p>
              <a:endParaRPr/>
            </a:p>
          </p:txBody>
        </p:sp>
      </p:grpSp>
      <p:sp>
        <p:nvSpPr>
          <p:cNvPr id="16" name="object 16"/>
          <p:cNvSpPr txBox="1"/>
          <p:nvPr/>
        </p:nvSpPr>
        <p:spPr>
          <a:xfrm>
            <a:off x="798982" y="1602105"/>
            <a:ext cx="5043272" cy="664926"/>
          </a:xfrm>
          <a:prstGeom prst="rect">
            <a:avLst/>
          </a:prstGeom>
        </p:spPr>
        <p:txBody>
          <a:bodyPr vert="horz" wrap="square" lIns="0" tIns="13335" rIns="0" bIns="0" rtlCol="0">
            <a:spAutoFit/>
          </a:bodyPr>
          <a:lstStyle/>
          <a:p>
            <a:pPr marL="12700">
              <a:lnSpc>
                <a:spcPct val="100000"/>
              </a:lnSpc>
              <a:spcBef>
                <a:spcPts val="105"/>
              </a:spcBef>
            </a:pPr>
            <a:r>
              <a:rPr b="1" dirty="0">
                <a:solidFill>
                  <a:srgbClr val="FF7800"/>
                </a:solidFill>
                <a:latin typeface="Calibri"/>
                <a:cs typeface="Calibri"/>
              </a:rPr>
              <a:t>Structure</a:t>
            </a:r>
            <a:r>
              <a:rPr b="1" spc="-30" dirty="0">
                <a:solidFill>
                  <a:srgbClr val="FF7800"/>
                </a:solidFill>
                <a:latin typeface="Calibri"/>
                <a:cs typeface="Calibri"/>
              </a:rPr>
              <a:t> </a:t>
            </a:r>
            <a:r>
              <a:rPr b="1" spc="-10" dirty="0">
                <a:solidFill>
                  <a:srgbClr val="FF7800"/>
                </a:solidFill>
                <a:latin typeface="Calibri"/>
                <a:cs typeface="Calibri"/>
              </a:rPr>
              <a:t>arborescente</a:t>
            </a:r>
            <a:r>
              <a:rPr b="1" spc="-55" dirty="0">
                <a:solidFill>
                  <a:srgbClr val="FF7800"/>
                </a:solidFill>
                <a:latin typeface="Calibri"/>
                <a:cs typeface="Calibri"/>
              </a:rPr>
              <a:t> </a:t>
            </a:r>
            <a:r>
              <a:rPr b="1" dirty="0">
                <a:solidFill>
                  <a:srgbClr val="FF7800"/>
                </a:solidFill>
                <a:latin typeface="Calibri"/>
                <a:cs typeface="Calibri"/>
              </a:rPr>
              <a:t>de </a:t>
            </a:r>
            <a:r>
              <a:rPr b="1" spc="-25" dirty="0">
                <a:solidFill>
                  <a:srgbClr val="FF7800"/>
                </a:solidFill>
                <a:latin typeface="Calibri"/>
                <a:cs typeface="Calibri"/>
              </a:rPr>
              <a:t>SGF</a:t>
            </a:r>
            <a:endParaRPr dirty="0">
              <a:latin typeface="Calibri"/>
              <a:cs typeface="Calibri"/>
            </a:endParaRPr>
          </a:p>
          <a:p>
            <a:pPr marL="12700">
              <a:lnSpc>
                <a:spcPct val="100000"/>
              </a:lnSpc>
              <a:spcBef>
                <a:spcPts val="1025"/>
              </a:spcBef>
            </a:pPr>
            <a:r>
              <a:rPr sz="1600" dirty="0">
                <a:solidFill>
                  <a:srgbClr val="585858"/>
                </a:solidFill>
                <a:latin typeface="Calibri"/>
                <a:cs typeface="Calibri"/>
              </a:rPr>
              <a:t>La</a:t>
            </a:r>
            <a:r>
              <a:rPr sz="1600" spc="-35" dirty="0">
                <a:solidFill>
                  <a:srgbClr val="585858"/>
                </a:solidFill>
                <a:latin typeface="Calibri"/>
                <a:cs typeface="Calibri"/>
              </a:rPr>
              <a:t> </a:t>
            </a:r>
            <a:r>
              <a:rPr sz="1600" dirty="0" smtClean="0">
                <a:solidFill>
                  <a:srgbClr val="585858"/>
                </a:solidFill>
                <a:latin typeface="Calibri"/>
                <a:cs typeface="Calibri"/>
              </a:rPr>
              <a:t>Figure</a:t>
            </a:r>
            <a:r>
              <a:rPr lang="fr-FR" sz="1600" spc="-15" dirty="0">
                <a:solidFill>
                  <a:srgbClr val="585858"/>
                </a:solidFill>
                <a:latin typeface="Calibri"/>
                <a:cs typeface="Calibri"/>
              </a:rPr>
              <a:t> </a:t>
            </a:r>
            <a:r>
              <a:rPr sz="1600" spc="5" dirty="0" smtClean="0">
                <a:solidFill>
                  <a:srgbClr val="585858"/>
                </a:solidFill>
                <a:latin typeface="Calibri"/>
                <a:cs typeface="Calibri"/>
              </a:rPr>
              <a:t> </a:t>
            </a:r>
            <a:r>
              <a:rPr sz="1600" spc="-10" dirty="0">
                <a:solidFill>
                  <a:srgbClr val="585858"/>
                </a:solidFill>
                <a:latin typeface="Calibri"/>
                <a:cs typeface="Calibri"/>
              </a:rPr>
              <a:t>schématise</a:t>
            </a:r>
            <a:r>
              <a:rPr sz="1600" spc="-25" dirty="0">
                <a:solidFill>
                  <a:srgbClr val="585858"/>
                </a:solidFill>
                <a:latin typeface="Calibri"/>
                <a:cs typeface="Calibri"/>
              </a:rPr>
              <a:t> </a:t>
            </a:r>
            <a:r>
              <a:rPr sz="1600" spc="-10" dirty="0">
                <a:solidFill>
                  <a:srgbClr val="585858"/>
                </a:solidFill>
                <a:latin typeface="Calibri"/>
                <a:cs typeface="Calibri"/>
              </a:rPr>
              <a:t>l’arborescente</a:t>
            </a:r>
            <a:r>
              <a:rPr sz="1600" spc="40" dirty="0">
                <a:solidFill>
                  <a:srgbClr val="585858"/>
                </a:solidFill>
                <a:latin typeface="Calibri"/>
                <a:cs typeface="Calibri"/>
              </a:rPr>
              <a:t> </a:t>
            </a:r>
            <a:r>
              <a:rPr sz="1600" dirty="0">
                <a:solidFill>
                  <a:srgbClr val="585858"/>
                </a:solidFill>
                <a:latin typeface="Calibri"/>
                <a:cs typeface="Calibri"/>
              </a:rPr>
              <a:t>de</a:t>
            </a:r>
            <a:r>
              <a:rPr sz="1600" spc="-35" dirty="0">
                <a:solidFill>
                  <a:srgbClr val="585858"/>
                </a:solidFill>
                <a:latin typeface="Calibri"/>
                <a:cs typeface="Calibri"/>
              </a:rPr>
              <a:t> </a:t>
            </a:r>
            <a:r>
              <a:rPr sz="1600" spc="-20" dirty="0">
                <a:solidFill>
                  <a:srgbClr val="585858"/>
                </a:solidFill>
                <a:latin typeface="Calibri"/>
                <a:cs typeface="Calibri"/>
              </a:rPr>
              <a:t>SGF</a:t>
            </a:r>
            <a:r>
              <a:rPr sz="1200" spc="-20" dirty="0">
                <a:solidFill>
                  <a:srgbClr val="585858"/>
                </a:solidFill>
                <a:latin typeface="Calibri"/>
                <a:cs typeface="Calibri"/>
              </a:rPr>
              <a:t>.</a:t>
            </a:r>
            <a:endParaRPr sz="1200" dirty="0">
              <a:latin typeface="Calibri"/>
              <a:cs typeface="Calibri"/>
            </a:endParaRPr>
          </a:p>
        </p:txBody>
      </p:sp>
      <p:sp>
        <p:nvSpPr>
          <p:cNvPr id="17" name="object 17"/>
          <p:cNvSpPr txBox="1"/>
          <p:nvPr/>
        </p:nvSpPr>
        <p:spPr>
          <a:xfrm>
            <a:off x="5289296" y="5668162"/>
            <a:ext cx="1958975" cy="197490"/>
          </a:xfrm>
          <a:prstGeom prst="rect">
            <a:avLst/>
          </a:prstGeom>
        </p:spPr>
        <p:txBody>
          <a:bodyPr vert="horz" wrap="square" lIns="0" tIns="12700" rIns="0" bIns="0" rtlCol="0">
            <a:spAutoFit/>
          </a:bodyPr>
          <a:lstStyle/>
          <a:p>
            <a:pPr marL="12700">
              <a:lnSpc>
                <a:spcPct val="100000"/>
              </a:lnSpc>
              <a:spcBef>
                <a:spcPts val="100"/>
              </a:spcBef>
            </a:pPr>
            <a:r>
              <a:rPr sz="1200" i="1" dirty="0" smtClean="0">
                <a:solidFill>
                  <a:srgbClr val="A6A6A6"/>
                </a:solidFill>
                <a:latin typeface="Calibri"/>
                <a:cs typeface="Calibri"/>
              </a:rPr>
              <a:t>Figure</a:t>
            </a:r>
            <a:r>
              <a:rPr sz="1200" i="1" spc="305" dirty="0" smtClean="0">
                <a:solidFill>
                  <a:srgbClr val="A6A6A6"/>
                </a:solidFill>
                <a:latin typeface="Calibri"/>
                <a:cs typeface="Calibri"/>
              </a:rPr>
              <a:t> </a:t>
            </a:r>
            <a:r>
              <a:rPr sz="1200" i="1" spc="-10" dirty="0">
                <a:solidFill>
                  <a:srgbClr val="A6A6A6"/>
                </a:solidFill>
                <a:latin typeface="Calibri"/>
                <a:cs typeface="Calibri"/>
              </a:rPr>
              <a:t>Arborescence</a:t>
            </a:r>
            <a:r>
              <a:rPr sz="1200" i="1" spc="-25" dirty="0">
                <a:solidFill>
                  <a:srgbClr val="A6A6A6"/>
                </a:solidFill>
                <a:latin typeface="Calibri"/>
                <a:cs typeface="Calibri"/>
              </a:rPr>
              <a:t> </a:t>
            </a:r>
            <a:r>
              <a:rPr sz="1200" i="1" dirty="0">
                <a:solidFill>
                  <a:srgbClr val="A6A6A6"/>
                </a:solidFill>
                <a:latin typeface="Calibri"/>
                <a:cs typeface="Calibri"/>
              </a:rPr>
              <a:t>de</a:t>
            </a:r>
            <a:r>
              <a:rPr sz="1200" i="1" spc="-5" dirty="0">
                <a:solidFill>
                  <a:srgbClr val="A6A6A6"/>
                </a:solidFill>
                <a:latin typeface="Calibri"/>
                <a:cs typeface="Calibri"/>
              </a:rPr>
              <a:t> </a:t>
            </a:r>
            <a:r>
              <a:rPr sz="1200" i="1" spc="-25" dirty="0">
                <a:solidFill>
                  <a:srgbClr val="A6A6A6"/>
                </a:solidFill>
                <a:latin typeface="Calibri"/>
                <a:cs typeface="Calibri"/>
              </a:rPr>
              <a:t>SGF</a:t>
            </a:r>
            <a:endParaRPr sz="1200" dirty="0">
              <a:latin typeface="Calibri"/>
              <a:cs typeface="Calibri"/>
            </a:endParaRPr>
          </a:p>
        </p:txBody>
      </p:sp>
      <p:sp>
        <p:nvSpPr>
          <p:cNvPr id="18" name="object 18"/>
          <p:cNvSpPr txBox="1"/>
          <p:nvPr/>
        </p:nvSpPr>
        <p:spPr>
          <a:xfrm>
            <a:off x="5946140" y="2651886"/>
            <a:ext cx="963294"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Disque</a:t>
            </a:r>
            <a:r>
              <a:rPr sz="1800" b="1" spc="-25" dirty="0">
                <a:latin typeface="Calibri"/>
                <a:cs typeface="Calibri"/>
              </a:rPr>
              <a:t> </a:t>
            </a:r>
            <a:r>
              <a:rPr sz="1800" b="1" dirty="0">
                <a:latin typeface="Calibri"/>
                <a:cs typeface="Calibri"/>
              </a:rPr>
              <a:t>C</a:t>
            </a:r>
            <a:r>
              <a:rPr sz="1800" b="1" spc="-20" dirty="0">
                <a:latin typeface="Calibri"/>
                <a:cs typeface="Calibri"/>
              </a:rPr>
              <a:t> </a:t>
            </a:r>
            <a:r>
              <a:rPr sz="1800" b="1" spc="-50" dirty="0">
                <a:latin typeface="Calibri"/>
                <a:cs typeface="Calibri"/>
              </a:rPr>
              <a:t>:</a:t>
            </a:r>
            <a:endParaRPr sz="1800">
              <a:latin typeface="Calibri"/>
              <a:cs typeface="Calibri"/>
            </a:endParaRPr>
          </a:p>
        </p:txBody>
      </p:sp>
      <p:grpSp>
        <p:nvGrpSpPr>
          <p:cNvPr id="19" name="object 19"/>
          <p:cNvGrpSpPr/>
          <p:nvPr/>
        </p:nvGrpSpPr>
        <p:grpSpPr>
          <a:xfrm>
            <a:off x="2465577" y="3565905"/>
            <a:ext cx="2305050" cy="391160"/>
            <a:chOff x="2465577" y="3565905"/>
            <a:chExt cx="2305050" cy="391160"/>
          </a:xfrm>
        </p:grpSpPr>
        <p:sp>
          <p:nvSpPr>
            <p:cNvPr id="20" name="object 20"/>
            <p:cNvSpPr/>
            <p:nvPr/>
          </p:nvSpPr>
          <p:spPr>
            <a:xfrm>
              <a:off x="2471927" y="3572255"/>
              <a:ext cx="2292350" cy="378460"/>
            </a:xfrm>
            <a:custGeom>
              <a:avLst/>
              <a:gdLst/>
              <a:ahLst/>
              <a:cxnLst/>
              <a:rect l="l" t="t" r="r" b="b"/>
              <a:pathLst>
                <a:path w="2292350" h="378460">
                  <a:moveTo>
                    <a:pt x="2292096" y="0"/>
                  </a:moveTo>
                  <a:lnTo>
                    <a:pt x="0" y="0"/>
                  </a:lnTo>
                  <a:lnTo>
                    <a:pt x="0" y="377952"/>
                  </a:lnTo>
                  <a:lnTo>
                    <a:pt x="2292096" y="377952"/>
                  </a:lnTo>
                  <a:lnTo>
                    <a:pt x="2292096" y="0"/>
                  </a:lnTo>
                  <a:close/>
                </a:path>
              </a:pathLst>
            </a:custGeom>
            <a:solidFill>
              <a:srgbClr val="F8CAAC"/>
            </a:solidFill>
          </p:spPr>
          <p:txBody>
            <a:bodyPr wrap="square" lIns="0" tIns="0" rIns="0" bIns="0" rtlCol="0"/>
            <a:lstStyle/>
            <a:p>
              <a:endParaRPr/>
            </a:p>
          </p:txBody>
        </p:sp>
        <p:sp>
          <p:nvSpPr>
            <p:cNvPr id="21" name="object 21"/>
            <p:cNvSpPr/>
            <p:nvPr/>
          </p:nvSpPr>
          <p:spPr>
            <a:xfrm>
              <a:off x="2471927" y="3572255"/>
              <a:ext cx="2292350" cy="378460"/>
            </a:xfrm>
            <a:custGeom>
              <a:avLst/>
              <a:gdLst/>
              <a:ahLst/>
              <a:cxnLst/>
              <a:rect l="l" t="t" r="r" b="b"/>
              <a:pathLst>
                <a:path w="2292350" h="378460">
                  <a:moveTo>
                    <a:pt x="0" y="377952"/>
                  </a:moveTo>
                  <a:lnTo>
                    <a:pt x="2292096" y="377952"/>
                  </a:lnTo>
                  <a:lnTo>
                    <a:pt x="2292096" y="0"/>
                  </a:lnTo>
                  <a:lnTo>
                    <a:pt x="0" y="0"/>
                  </a:lnTo>
                  <a:lnTo>
                    <a:pt x="0" y="377952"/>
                  </a:lnTo>
                  <a:close/>
                </a:path>
              </a:pathLst>
            </a:custGeom>
            <a:ln w="12699">
              <a:solidFill>
                <a:srgbClr val="000000"/>
              </a:solidFill>
            </a:ln>
          </p:spPr>
          <p:txBody>
            <a:bodyPr wrap="square" lIns="0" tIns="0" rIns="0" bIns="0" rtlCol="0"/>
            <a:lstStyle/>
            <a:p>
              <a:endParaRPr/>
            </a:p>
          </p:txBody>
        </p:sp>
      </p:grpSp>
      <p:sp>
        <p:nvSpPr>
          <p:cNvPr id="22" name="object 22"/>
          <p:cNvSpPr txBox="1"/>
          <p:nvPr/>
        </p:nvSpPr>
        <p:spPr>
          <a:xfrm>
            <a:off x="3005073" y="3597909"/>
            <a:ext cx="122809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Programmes</a:t>
            </a:r>
            <a:endParaRPr sz="1800">
              <a:latin typeface="Calibri"/>
              <a:cs typeface="Calibri"/>
            </a:endParaRPr>
          </a:p>
        </p:txBody>
      </p:sp>
      <p:grpSp>
        <p:nvGrpSpPr>
          <p:cNvPr id="23" name="object 23"/>
          <p:cNvGrpSpPr/>
          <p:nvPr/>
        </p:nvGrpSpPr>
        <p:grpSpPr>
          <a:xfrm>
            <a:off x="5266690" y="3565905"/>
            <a:ext cx="2305050" cy="391160"/>
            <a:chOff x="5266690" y="3565905"/>
            <a:chExt cx="2305050" cy="391160"/>
          </a:xfrm>
        </p:grpSpPr>
        <p:sp>
          <p:nvSpPr>
            <p:cNvPr id="24" name="object 24"/>
            <p:cNvSpPr/>
            <p:nvPr/>
          </p:nvSpPr>
          <p:spPr>
            <a:xfrm>
              <a:off x="5273040" y="3572255"/>
              <a:ext cx="2292350" cy="378460"/>
            </a:xfrm>
            <a:custGeom>
              <a:avLst/>
              <a:gdLst/>
              <a:ahLst/>
              <a:cxnLst/>
              <a:rect l="l" t="t" r="r" b="b"/>
              <a:pathLst>
                <a:path w="2292350" h="378460">
                  <a:moveTo>
                    <a:pt x="2292095" y="0"/>
                  </a:moveTo>
                  <a:lnTo>
                    <a:pt x="0" y="0"/>
                  </a:lnTo>
                  <a:lnTo>
                    <a:pt x="0" y="377952"/>
                  </a:lnTo>
                  <a:lnTo>
                    <a:pt x="2292095" y="377952"/>
                  </a:lnTo>
                  <a:lnTo>
                    <a:pt x="2292095" y="0"/>
                  </a:lnTo>
                  <a:close/>
                </a:path>
              </a:pathLst>
            </a:custGeom>
            <a:solidFill>
              <a:srgbClr val="F8CAAC"/>
            </a:solidFill>
          </p:spPr>
          <p:txBody>
            <a:bodyPr wrap="square" lIns="0" tIns="0" rIns="0" bIns="0" rtlCol="0"/>
            <a:lstStyle/>
            <a:p>
              <a:endParaRPr/>
            </a:p>
          </p:txBody>
        </p:sp>
        <p:sp>
          <p:nvSpPr>
            <p:cNvPr id="25" name="object 25"/>
            <p:cNvSpPr/>
            <p:nvPr/>
          </p:nvSpPr>
          <p:spPr>
            <a:xfrm>
              <a:off x="5273040" y="3572255"/>
              <a:ext cx="2292350" cy="378460"/>
            </a:xfrm>
            <a:custGeom>
              <a:avLst/>
              <a:gdLst/>
              <a:ahLst/>
              <a:cxnLst/>
              <a:rect l="l" t="t" r="r" b="b"/>
              <a:pathLst>
                <a:path w="2292350" h="378460">
                  <a:moveTo>
                    <a:pt x="0" y="377952"/>
                  </a:moveTo>
                  <a:lnTo>
                    <a:pt x="2292095" y="377952"/>
                  </a:lnTo>
                  <a:lnTo>
                    <a:pt x="2292095" y="0"/>
                  </a:lnTo>
                  <a:lnTo>
                    <a:pt x="0" y="0"/>
                  </a:lnTo>
                  <a:lnTo>
                    <a:pt x="0" y="377952"/>
                  </a:lnTo>
                  <a:close/>
                </a:path>
              </a:pathLst>
            </a:custGeom>
            <a:ln w="12699">
              <a:solidFill>
                <a:srgbClr val="000000"/>
              </a:solidFill>
            </a:ln>
          </p:spPr>
          <p:txBody>
            <a:bodyPr wrap="square" lIns="0" tIns="0" rIns="0" bIns="0" rtlCol="0"/>
            <a:lstStyle/>
            <a:p>
              <a:endParaRPr/>
            </a:p>
          </p:txBody>
        </p:sp>
      </p:grpSp>
      <p:sp>
        <p:nvSpPr>
          <p:cNvPr id="26" name="object 26"/>
          <p:cNvSpPr txBox="1"/>
          <p:nvPr/>
        </p:nvSpPr>
        <p:spPr>
          <a:xfrm>
            <a:off x="5870194" y="3597909"/>
            <a:ext cx="110426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Utilisateurs</a:t>
            </a:r>
            <a:endParaRPr sz="1800">
              <a:latin typeface="Calibri"/>
              <a:cs typeface="Calibri"/>
            </a:endParaRPr>
          </a:p>
        </p:txBody>
      </p:sp>
      <p:grpSp>
        <p:nvGrpSpPr>
          <p:cNvPr id="27" name="object 27"/>
          <p:cNvGrpSpPr/>
          <p:nvPr/>
        </p:nvGrpSpPr>
        <p:grpSpPr>
          <a:xfrm>
            <a:off x="8159242" y="3565905"/>
            <a:ext cx="2305050" cy="391160"/>
            <a:chOff x="8159242" y="3565905"/>
            <a:chExt cx="2305050" cy="391160"/>
          </a:xfrm>
        </p:grpSpPr>
        <p:sp>
          <p:nvSpPr>
            <p:cNvPr id="28" name="object 28"/>
            <p:cNvSpPr/>
            <p:nvPr/>
          </p:nvSpPr>
          <p:spPr>
            <a:xfrm>
              <a:off x="8165592" y="3572255"/>
              <a:ext cx="2292350" cy="378460"/>
            </a:xfrm>
            <a:custGeom>
              <a:avLst/>
              <a:gdLst/>
              <a:ahLst/>
              <a:cxnLst/>
              <a:rect l="l" t="t" r="r" b="b"/>
              <a:pathLst>
                <a:path w="2292350" h="378460">
                  <a:moveTo>
                    <a:pt x="2292096" y="0"/>
                  </a:moveTo>
                  <a:lnTo>
                    <a:pt x="0" y="0"/>
                  </a:lnTo>
                  <a:lnTo>
                    <a:pt x="0" y="377952"/>
                  </a:lnTo>
                  <a:lnTo>
                    <a:pt x="2292096" y="377952"/>
                  </a:lnTo>
                  <a:lnTo>
                    <a:pt x="2292096" y="0"/>
                  </a:lnTo>
                  <a:close/>
                </a:path>
              </a:pathLst>
            </a:custGeom>
            <a:solidFill>
              <a:srgbClr val="F8CAAC"/>
            </a:solidFill>
          </p:spPr>
          <p:txBody>
            <a:bodyPr wrap="square" lIns="0" tIns="0" rIns="0" bIns="0" rtlCol="0"/>
            <a:lstStyle/>
            <a:p>
              <a:endParaRPr/>
            </a:p>
          </p:txBody>
        </p:sp>
        <p:sp>
          <p:nvSpPr>
            <p:cNvPr id="29" name="object 29"/>
            <p:cNvSpPr/>
            <p:nvPr/>
          </p:nvSpPr>
          <p:spPr>
            <a:xfrm>
              <a:off x="8165592" y="3572255"/>
              <a:ext cx="2292350" cy="378460"/>
            </a:xfrm>
            <a:custGeom>
              <a:avLst/>
              <a:gdLst/>
              <a:ahLst/>
              <a:cxnLst/>
              <a:rect l="l" t="t" r="r" b="b"/>
              <a:pathLst>
                <a:path w="2292350" h="378460">
                  <a:moveTo>
                    <a:pt x="0" y="377952"/>
                  </a:moveTo>
                  <a:lnTo>
                    <a:pt x="2292096" y="377952"/>
                  </a:lnTo>
                  <a:lnTo>
                    <a:pt x="2292096" y="0"/>
                  </a:lnTo>
                  <a:lnTo>
                    <a:pt x="0" y="0"/>
                  </a:lnTo>
                  <a:lnTo>
                    <a:pt x="0" y="377952"/>
                  </a:lnTo>
                  <a:close/>
                </a:path>
              </a:pathLst>
            </a:custGeom>
            <a:ln w="12699">
              <a:solidFill>
                <a:srgbClr val="000000"/>
              </a:solidFill>
            </a:ln>
          </p:spPr>
          <p:txBody>
            <a:bodyPr wrap="square" lIns="0" tIns="0" rIns="0" bIns="0" rtlCol="0"/>
            <a:lstStyle/>
            <a:p>
              <a:endParaRPr/>
            </a:p>
          </p:txBody>
        </p:sp>
      </p:grpSp>
      <p:sp>
        <p:nvSpPr>
          <p:cNvPr id="30" name="object 30"/>
          <p:cNvSpPr txBox="1"/>
          <p:nvPr/>
        </p:nvSpPr>
        <p:spPr>
          <a:xfrm>
            <a:off x="8856344" y="3597909"/>
            <a:ext cx="91503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Windows</a:t>
            </a:r>
            <a:endParaRPr sz="1800">
              <a:latin typeface="Calibri"/>
              <a:cs typeface="Calibri"/>
            </a:endParaRPr>
          </a:p>
        </p:txBody>
      </p:sp>
      <p:grpSp>
        <p:nvGrpSpPr>
          <p:cNvPr id="31" name="object 31"/>
          <p:cNvGrpSpPr/>
          <p:nvPr/>
        </p:nvGrpSpPr>
        <p:grpSpPr>
          <a:xfrm>
            <a:off x="2468626" y="4666234"/>
            <a:ext cx="1094740" cy="391160"/>
            <a:chOff x="2468626" y="4666234"/>
            <a:chExt cx="1094740" cy="391160"/>
          </a:xfrm>
        </p:grpSpPr>
        <p:sp>
          <p:nvSpPr>
            <p:cNvPr id="32" name="object 32"/>
            <p:cNvSpPr/>
            <p:nvPr/>
          </p:nvSpPr>
          <p:spPr>
            <a:xfrm>
              <a:off x="2474976" y="4672584"/>
              <a:ext cx="1082040" cy="378460"/>
            </a:xfrm>
            <a:custGeom>
              <a:avLst/>
              <a:gdLst/>
              <a:ahLst/>
              <a:cxnLst/>
              <a:rect l="l" t="t" r="r" b="b"/>
              <a:pathLst>
                <a:path w="1082039" h="378460">
                  <a:moveTo>
                    <a:pt x="1082039" y="0"/>
                  </a:moveTo>
                  <a:lnTo>
                    <a:pt x="0" y="0"/>
                  </a:lnTo>
                  <a:lnTo>
                    <a:pt x="0" y="377951"/>
                  </a:lnTo>
                  <a:lnTo>
                    <a:pt x="1082039" y="377951"/>
                  </a:lnTo>
                  <a:lnTo>
                    <a:pt x="1082039" y="0"/>
                  </a:lnTo>
                  <a:close/>
                </a:path>
              </a:pathLst>
            </a:custGeom>
            <a:solidFill>
              <a:srgbClr val="F8CAAC"/>
            </a:solidFill>
          </p:spPr>
          <p:txBody>
            <a:bodyPr wrap="square" lIns="0" tIns="0" rIns="0" bIns="0" rtlCol="0"/>
            <a:lstStyle/>
            <a:p>
              <a:endParaRPr/>
            </a:p>
          </p:txBody>
        </p:sp>
        <p:sp>
          <p:nvSpPr>
            <p:cNvPr id="33" name="object 33"/>
            <p:cNvSpPr/>
            <p:nvPr/>
          </p:nvSpPr>
          <p:spPr>
            <a:xfrm>
              <a:off x="2474976" y="4672584"/>
              <a:ext cx="1082040" cy="378460"/>
            </a:xfrm>
            <a:custGeom>
              <a:avLst/>
              <a:gdLst/>
              <a:ahLst/>
              <a:cxnLst/>
              <a:rect l="l" t="t" r="r" b="b"/>
              <a:pathLst>
                <a:path w="1082039" h="378460">
                  <a:moveTo>
                    <a:pt x="0" y="377951"/>
                  </a:moveTo>
                  <a:lnTo>
                    <a:pt x="1082039" y="377951"/>
                  </a:lnTo>
                  <a:lnTo>
                    <a:pt x="1082039" y="0"/>
                  </a:lnTo>
                  <a:lnTo>
                    <a:pt x="0" y="0"/>
                  </a:lnTo>
                  <a:lnTo>
                    <a:pt x="0" y="377951"/>
                  </a:lnTo>
                  <a:close/>
                </a:path>
              </a:pathLst>
            </a:custGeom>
            <a:ln w="12700">
              <a:solidFill>
                <a:srgbClr val="000000"/>
              </a:solidFill>
            </a:ln>
          </p:spPr>
          <p:txBody>
            <a:bodyPr wrap="square" lIns="0" tIns="0" rIns="0" bIns="0" rtlCol="0"/>
            <a:lstStyle/>
            <a:p>
              <a:endParaRPr/>
            </a:p>
          </p:txBody>
        </p:sp>
      </p:grpSp>
      <p:sp>
        <p:nvSpPr>
          <p:cNvPr id="34" name="object 34"/>
          <p:cNvSpPr txBox="1"/>
          <p:nvPr/>
        </p:nvSpPr>
        <p:spPr>
          <a:xfrm>
            <a:off x="2566161" y="4698949"/>
            <a:ext cx="899160" cy="300355"/>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MSOffice</a:t>
            </a:r>
            <a:endParaRPr sz="1800">
              <a:latin typeface="Calibri"/>
              <a:cs typeface="Calibri"/>
            </a:endParaRPr>
          </a:p>
        </p:txBody>
      </p:sp>
      <p:grpSp>
        <p:nvGrpSpPr>
          <p:cNvPr id="35" name="object 35"/>
          <p:cNvGrpSpPr/>
          <p:nvPr/>
        </p:nvGrpSpPr>
        <p:grpSpPr>
          <a:xfrm>
            <a:off x="3736594" y="4666234"/>
            <a:ext cx="1356995" cy="391160"/>
            <a:chOff x="3736594" y="4666234"/>
            <a:chExt cx="1356995" cy="391160"/>
          </a:xfrm>
        </p:grpSpPr>
        <p:sp>
          <p:nvSpPr>
            <p:cNvPr id="36" name="object 36"/>
            <p:cNvSpPr/>
            <p:nvPr/>
          </p:nvSpPr>
          <p:spPr>
            <a:xfrm>
              <a:off x="3742944" y="4672584"/>
              <a:ext cx="1344295" cy="378460"/>
            </a:xfrm>
            <a:custGeom>
              <a:avLst/>
              <a:gdLst/>
              <a:ahLst/>
              <a:cxnLst/>
              <a:rect l="l" t="t" r="r" b="b"/>
              <a:pathLst>
                <a:path w="1344295" h="378460">
                  <a:moveTo>
                    <a:pt x="1344168" y="0"/>
                  </a:moveTo>
                  <a:lnTo>
                    <a:pt x="0" y="0"/>
                  </a:lnTo>
                  <a:lnTo>
                    <a:pt x="0" y="377951"/>
                  </a:lnTo>
                  <a:lnTo>
                    <a:pt x="1344168" y="377951"/>
                  </a:lnTo>
                  <a:lnTo>
                    <a:pt x="1344168" y="0"/>
                  </a:lnTo>
                  <a:close/>
                </a:path>
              </a:pathLst>
            </a:custGeom>
            <a:solidFill>
              <a:srgbClr val="F8CAAC"/>
            </a:solidFill>
          </p:spPr>
          <p:txBody>
            <a:bodyPr wrap="square" lIns="0" tIns="0" rIns="0" bIns="0" rtlCol="0"/>
            <a:lstStyle/>
            <a:p>
              <a:endParaRPr/>
            </a:p>
          </p:txBody>
        </p:sp>
        <p:sp>
          <p:nvSpPr>
            <p:cNvPr id="37" name="object 37"/>
            <p:cNvSpPr/>
            <p:nvPr/>
          </p:nvSpPr>
          <p:spPr>
            <a:xfrm>
              <a:off x="3742944" y="4672584"/>
              <a:ext cx="1344295" cy="378460"/>
            </a:xfrm>
            <a:custGeom>
              <a:avLst/>
              <a:gdLst/>
              <a:ahLst/>
              <a:cxnLst/>
              <a:rect l="l" t="t" r="r" b="b"/>
              <a:pathLst>
                <a:path w="1344295" h="378460">
                  <a:moveTo>
                    <a:pt x="0" y="377951"/>
                  </a:moveTo>
                  <a:lnTo>
                    <a:pt x="1344168" y="377951"/>
                  </a:lnTo>
                  <a:lnTo>
                    <a:pt x="1344168" y="0"/>
                  </a:lnTo>
                  <a:lnTo>
                    <a:pt x="0" y="0"/>
                  </a:lnTo>
                  <a:lnTo>
                    <a:pt x="0" y="377951"/>
                  </a:lnTo>
                  <a:close/>
                </a:path>
              </a:pathLst>
            </a:custGeom>
            <a:ln w="12700">
              <a:solidFill>
                <a:srgbClr val="000000"/>
              </a:solidFill>
            </a:ln>
          </p:spPr>
          <p:txBody>
            <a:bodyPr wrap="square" lIns="0" tIns="0" rIns="0" bIns="0" rtlCol="0"/>
            <a:lstStyle/>
            <a:p>
              <a:endParaRPr/>
            </a:p>
          </p:txBody>
        </p:sp>
      </p:grpSp>
      <p:sp>
        <p:nvSpPr>
          <p:cNvPr id="38" name="object 38"/>
          <p:cNvSpPr txBox="1"/>
          <p:nvPr/>
        </p:nvSpPr>
        <p:spPr>
          <a:xfrm>
            <a:off x="3860672" y="4698949"/>
            <a:ext cx="1106170" cy="300355"/>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OpenOffice</a:t>
            </a:r>
            <a:endParaRPr sz="1800">
              <a:latin typeface="Calibri"/>
              <a:cs typeface="Calibri"/>
            </a:endParaRPr>
          </a:p>
        </p:txBody>
      </p:sp>
      <p:grpSp>
        <p:nvGrpSpPr>
          <p:cNvPr id="39" name="object 39"/>
          <p:cNvGrpSpPr/>
          <p:nvPr/>
        </p:nvGrpSpPr>
        <p:grpSpPr>
          <a:xfrm>
            <a:off x="5202682" y="4666234"/>
            <a:ext cx="744220" cy="391160"/>
            <a:chOff x="5202682" y="4666234"/>
            <a:chExt cx="744220" cy="391160"/>
          </a:xfrm>
        </p:grpSpPr>
        <p:sp>
          <p:nvSpPr>
            <p:cNvPr id="40" name="object 40"/>
            <p:cNvSpPr/>
            <p:nvPr/>
          </p:nvSpPr>
          <p:spPr>
            <a:xfrm>
              <a:off x="5209032" y="4672584"/>
              <a:ext cx="731520" cy="378460"/>
            </a:xfrm>
            <a:custGeom>
              <a:avLst/>
              <a:gdLst/>
              <a:ahLst/>
              <a:cxnLst/>
              <a:rect l="l" t="t" r="r" b="b"/>
              <a:pathLst>
                <a:path w="731520" h="378460">
                  <a:moveTo>
                    <a:pt x="731520" y="0"/>
                  </a:moveTo>
                  <a:lnTo>
                    <a:pt x="0" y="0"/>
                  </a:lnTo>
                  <a:lnTo>
                    <a:pt x="0" y="377951"/>
                  </a:lnTo>
                  <a:lnTo>
                    <a:pt x="731520" y="377951"/>
                  </a:lnTo>
                  <a:lnTo>
                    <a:pt x="731520" y="0"/>
                  </a:lnTo>
                  <a:close/>
                </a:path>
              </a:pathLst>
            </a:custGeom>
            <a:solidFill>
              <a:srgbClr val="F8CAAC"/>
            </a:solidFill>
          </p:spPr>
          <p:txBody>
            <a:bodyPr wrap="square" lIns="0" tIns="0" rIns="0" bIns="0" rtlCol="0"/>
            <a:lstStyle/>
            <a:p>
              <a:endParaRPr/>
            </a:p>
          </p:txBody>
        </p:sp>
        <p:sp>
          <p:nvSpPr>
            <p:cNvPr id="41" name="object 41"/>
            <p:cNvSpPr/>
            <p:nvPr/>
          </p:nvSpPr>
          <p:spPr>
            <a:xfrm>
              <a:off x="5209032" y="4672584"/>
              <a:ext cx="731520" cy="378460"/>
            </a:xfrm>
            <a:custGeom>
              <a:avLst/>
              <a:gdLst/>
              <a:ahLst/>
              <a:cxnLst/>
              <a:rect l="l" t="t" r="r" b="b"/>
              <a:pathLst>
                <a:path w="731520" h="378460">
                  <a:moveTo>
                    <a:pt x="0" y="377951"/>
                  </a:moveTo>
                  <a:lnTo>
                    <a:pt x="731520" y="377951"/>
                  </a:lnTo>
                  <a:lnTo>
                    <a:pt x="731520" y="0"/>
                  </a:lnTo>
                  <a:lnTo>
                    <a:pt x="0" y="0"/>
                  </a:lnTo>
                  <a:lnTo>
                    <a:pt x="0" y="377951"/>
                  </a:lnTo>
                  <a:close/>
                </a:path>
              </a:pathLst>
            </a:custGeom>
            <a:ln w="12700">
              <a:solidFill>
                <a:srgbClr val="000000"/>
              </a:solidFill>
            </a:ln>
          </p:spPr>
          <p:txBody>
            <a:bodyPr wrap="square" lIns="0" tIns="0" rIns="0" bIns="0" rtlCol="0"/>
            <a:lstStyle/>
            <a:p>
              <a:endParaRPr/>
            </a:p>
          </p:txBody>
        </p:sp>
      </p:grpSp>
      <p:sp>
        <p:nvSpPr>
          <p:cNvPr id="42" name="object 42"/>
          <p:cNvSpPr txBox="1"/>
          <p:nvPr/>
        </p:nvSpPr>
        <p:spPr>
          <a:xfrm>
            <a:off x="5307584" y="4698949"/>
            <a:ext cx="534670" cy="300355"/>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Util</a:t>
            </a:r>
            <a:r>
              <a:rPr sz="1800" b="1" spc="-5" dirty="0">
                <a:latin typeface="Calibri"/>
                <a:cs typeface="Calibri"/>
              </a:rPr>
              <a:t> </a:t>
            </a:r>
            <a:r>
              <a:rPr sz="1800" b="1" spc="-50" dirty="0">
                <a:latin typeface="Calibri"/>
                <a:cs typeface="Calibri"/>
              </a:rPr>
              <a:t>1</a:t>
            </a:r>
            <a:endParaRPr sz="1800">
              <a:latin typeface="Calibri"/>
              <a:cs typeface="Calibri"/>
            </a:endParaRPr>
          </a:p>
        </p:txBody>
      </p:sp>
      <p:grpSp>
        <p:nvGrpSpPr>
          <p:cNvPr id="43" name="object 43"/>
          <p:cNvGrpSpPr/>
          <p:nvPr/>
        </p:nvGrpSpPr>
        <p:grpSpPr>
          <a:xfrm>
            <a:off x="6123178" y="4666234"/>
            <a:ext cx="744220" cy="391160"/>
            <a:chOff x="6123178" y="4666234"/>
            <a:chExt cx="744220" cy="391160"/>
          </a:xfrm>
        </p:grpSpPr>
        <p:sp>
          <p:nvSpPr>
            <p:cNvPr id="44" name="object 44"/>
            <p:cNvSpPr/>
            <p:nvPr/>
          </p:nvSpPr>
          <p:spPr>
            <a:xfrm>
              <a:off x="6129528" y="4672584"/>
              <a:ext cx="731520" cy="378460"/>
            </a:xfrm>
            <a:custGeom>
              <a:avLst/>
              <a:gdLst/>
              <a:ahLst/>
              <a:cxnLst/>
              <a:rect l="l" t="t" r="r" b="b"/>
              <a:pathLst>
                <a:path w="731520" h="378460">
                  <a:moveTo>
                    <a:pt x="731520" y="0"/>
                  </a:moveTo>
                  <a:lnTo>
                    <a:pt x="0" y="0"/>
                  </a:lnTo>
                  <a:lnTo>
                    <a:pt x="0" y="377951"/>
                  </a:lnTo>
                  <a:lnTo>
                    <a:pt x="731520" y="377951"/>
                  </a:lnTo>
                  <a:lnTo>
                    <a:pt x="731520" y="0"/>
                  </a:lnTo>
                  <a:close/>
                </a:path>
              </a:pathLst>
            </a:custGeom>
            <a:solidFill>
              <a:srgbClr val="F8CAAC"/>
            </a:solidFill>
          </p:spPr>
          <p:txBody>
            <a:bodyPr wrap="square" lIns="0" tIns="0" rIns="0" bIns="0" rtlCol="0"/>
            <a:lstStyle/>
            <a:p>
              <a:endParaRPr/>
            </a:p>
          </p:txBody>
        </p:sp>
        <p:sp>
          <p:nvSpPr>
            <p:cNvPr id="45" name="object 45"/>
            <p:cNvSpPr/>
            <p:nvPr/>
          </p:nvSpPr>
          <p:spPr>
            <a:xfrm>
              <a:off x="6129528" y="4672584"/>
              <a:ext cx="731520" cy="378460"/>
            </a:xfrm>
            <a:custGeom>
              <a:avLst/>
              <a:gdLst/>
              <a:ahLst/>
              <a:cxnLst/>
              <a:rect l="l" t="t" r="r" b="b"/>
              <a:pathLst>
                <a:path w="731520" h="378460">
                  <a:moveTo>
                    <a:pt x="0" y="377951"/>
                  </a:moveTo>
                  <a:lnTo>
                    <a:pt x="731520" y="377951"/>
                  </a:lnTo>
                  <a:lnTo>
                    <a:pt x="731520" y="0"/>
                  </a:lnTo>
                  <a:lnTo>
                    <a:pt x="0" y="0"/>
                  </a:lnTo>
                  <a:lnTo>
                    <a:pt x="0" y="377951"/>
                  </a:lnTo>
                  <a:close/>
                </a:path>
              </a:pathLst>
            </a:custGeom>
            <a:ln w="12700">
              <a:solidFill>
                <a:srgbClr val="000000"/>
              </a:solidFill>
            </a:ln>
          </p:spPr>
          <p:txBody>
            <a:bodyPr wrap="square" lIns="0" tIns="0" rIns="0" bIns="0" rtlCol="0"/>
            <a:lstStyle/>
            <a:p>
              <a:endParaRPr/>
            </a:p>
          </p:txBody>
        </p:sp>
      </p:grpSp>
      <p:sp>
        <p:nvSpPr>
          <p:cNvPr id="46" name="object 46"/>
          <p:cNvSpPr txBox="1"/>
          <p:nvPr/>
        </p:nvSpPr>
        <p:spPr>
          <a:xfrm>
            <a:off x="6228079" y="4698949"/>
            <a:ext cx="535305" cy="300355"/>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Util</a:t>
            </a:r>
            <a:r>
              <a:rPr sz="1800" b="1" spc="-5" dirty="0">
                <a:latin typeface="Calibri"/>
                <a:cs typeface="Calibri"/>
              </a:rPr>
              <a:t> </a:t>
            </a:r>
            <a:r>
              <a:rPr sz="1800" b="1" spc="-50" dirty="0">
                <a:latin typeface="Calibri"/>
                <a:cs typeface="Calibri"/>
              </a:rPr>
              <a:t>2</a:t>
            </a:r>
            <a:endParaRPr sz="1800">
              <a:latin typeface="Calibri"/>
              <a:cs typeface="Calibri"/>
            </a:endParaRPr>
          </a:p>
        </p:txBody>
      </p:sp>
      <p:grpSp>
        <p:nvGrpSpPr>
          <p:cNvPr id="47" name="object 47"/>
          <p:cNvGrpSpPr/>
          <p:nvPr/>
        </p:nvGrpSpPr>
        <p:grpSpPr>
          <a:xfrm>
            <a:off x="7043673" y="4666234"/>
            <a:ext cx="869315" cy="391160"/>
            <a:chOff x="7043673" y="4666234"/>
            <a:chExt cx="869315" cy="391160"/>
          </a:xfrm>
        </p:grpSpPr>
        <p:sp>
          <p:nvSpPr>
            <p:cNvPr id="48" name="object 48"/>
            <p:cNvSpPr/>
            <p:nvPr/>
          </p:nvSpPr>
          <p:spPr>
            <a:xfrm>
              <a:off x="7050023" y="4672584"/>
              <a:ext cx="856615" cy="378460"/>
            </a:xfrm>
            <a:custGeom>
              <a:avLst/>
              <a:gdLst/>
              <a:ahLst/>
              <a:cxnLst/>
              <a:rect l="l" t="t" r="r" b="b"/>
              <a:pathLst>
                <a:path w="856615" h="378460">
                  <a:moveTo>
                    <a:pt x="856487" y="0"/>
                  </a:moveTo>
                  <a:lnTo>
                    <a:pt x="0" y="0"/>
                  </a:lnTo>
                  <a:lnTo>
                    <a:pt x="0" y="377951"/>
                  </a:lnTo>
                  <a:lnTo>
                    <a:pt x="856487" y="377951"/>
                  </a:lnTo>
                  <a:lnTo>
                    <a:pt x="856487" y="0"/>
                  </a:lnTo>
                  <a:close/>
                </a:path>
              </a:pathLst>
            </a:custGeom>
            <a:solidFill>
              <a:srgbClr val="F8CAAC"/>
            </a:solidFill>
          </p:spPr>
          <p:txBody>
            <a:bodyPr wrap="square" lIns="0" tIns="0" rIns="0" bIns="0" rtlCol="0"/>
            <a:lstStyle/>
            <a:p>
              <a:endParaRPr/>
            </a:p>
          </p:txBody>
        </p:sp>
        <p:sp>
          <p:nvSpPr>
            <p:cNvPr id="49" name="object 49"/>
            <p:cNvSpPr/>
            <p:nvPr/>
          </p:nvSpPr>
          <p:spPr>
            <a:xfrm>
              <a:off x="7050023" y="4672584"/>
              <a:ext cx="856615" cy="378460"/>
            </a:xfrm>
            <a:custGeom>
              <a:avLst/>
              <a:gdLst/>
              <a:ahLst/>
              <a:cxnLst/>
              <a:rect l="l" t="t" r="r" b="b"/>
              <a:pathLst>
                <a:path w="856615" h="378460">
                  <a:moveTo>
                    <a:pt x="0" y="377951"/>
                  </a:moveTo>
                  <a:lnTo>
                    <a:pt x="856487" y="377951"/>
                  </a:lnTo>
                  <a:lnTo>
                    <a:pt x="856487" y="0"/>
                  </a:lnTo>
                  <a:lnTo>
                    <a:pt x="0" y="0"/>
                  </a:lnTo>
                  <a:lnTo>
                    <a:pt x="0" y="377951"/>
                  </a:lnTo>
                  <a:close/>
                </a:path>
              </a:pathLst>
            </a:custGeom>
            <a:ln w="12700">
              <a:solidFill>
                <a:srgbClr val="000000"/>
              </a:solidFill>
            </a:ln>
          </p:spPr>
          <p:txBody>
            <a:bodyPr wrap="square" lIns="0" tIns="0" rIns="0" bIns="0" rtlCol="0"/>
            <a:lstStyle/>
            <a:p>
              <a:endParaRPr/>
            </a:p>
          </p:txBody>
        </p:sp>
      </p:grpSp>
      <p:sp>
        <p:nvSpPr>
          <p:cNvPr id="50" name="object 50"/>
          <p:cNvSpPr txBox="1"/>
          <p:nvPr/>
        </p:nvSpPr>
        <p:spPr>
          <a:xfrm>
            <a:off x="7181468" y="4698949"/>
            <a:ext cx="597535" cy="300355"/>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Public</a:t>
            </a:r>
            <a:endParaRPr sz="1800">
              <a:latin typeface="Calibri"/>
              <a:cs typeface="Calibri"/>
            </a:endParaRPr>
          </a:p>
        </p:txBody>
      </p:sp>
      <p:grpSp>
        <p:nvGrpSpPr>
          <p:cNvPr id="51" name="object 51"/>
          <p:cNvGrpSpPr/>
          <p:nvPr/>
        </p:nvGrpSpPr>
        <p:grpSpPr>
          <a:xfrm>
            <a:off x="2948939" y="3178682"/>
            <a:ext cx="6398260" cy="1502410"/>
            <a:chOff x="2948939" y="3178682"/>
            <a:chExt cx="6398260" cy="1502410"/>
          </a:xfrm>
        </p:grpSpPr>
        <p:sp>
          <p:nvSpPr>
            <p:cNvPr id="52" name="object 52"/>
            <p:cNvSpPr/>
            <p:nvPr/>
          </p:nvSpPr>
          <p:spPr>
            <a:xfrm>
              <a:off x="3579876" y="3188207"/>
              <a:ext cx="5767070" cy="383540"/>
            </a:xfrm>
            <a:custGeom>
              <a:avLst/>
              <a:gdLst/>
              <a:ahLst/>
              <a:cxnLst/>
              <a:rect l="l" t="t" r="r" b="b"/>
              <a:pathLst>
                <a:path w="5767070" h="383539">
                  <a:moveTo>
                    <a:pt x="76200" y="307086"/>
                  </a:moveTo>
                  <a:lnTo>
                    <a:pt x="47625" y="307086"/>
                  </a:lnTo>
                  <a:lnTo>
                    <a:pt x="47625" y="0"/>
                  </a:lnTo>
                  <a:lnTo>
                    <a:pt x="28575" y="0"/>
                  </a:lnTo>
                  <a:lnTo>
                    <a:pt x="28575" y="307086"/>
                  </a:lnTo>
                  <a:lnTo>
                    <a:pt x="0" y="307086"/>
                  </a:lnTo>
                  <a:lnTo>
                    <a:pt x="38100" y="383298"/>
                  </a:lnTo>
                  <a:lnTo>
                    <a:pt x="69850" y="319786"/>
                  </a:lnTo>
                  <a:lnTo>
                    <a:pt x="76200" y="307086"/>
                  </a:lnTo>
                  <a:close/>
                </a:path>
                <a:path w="5767070" h="383539">
                  <a:moveTo>
                    <a:pt x="5766816" y="307086"/>
                  </a:moveTo>
                  <a:lnTo>
                    <a:pt x="5738241" y="307086"/>
                  </a:lnTo>
                  <a:lnTo>
                    <a:pt x="5738241" y="0"/>
                  </a:lnTo>
                  <a:lnTo>
                    <a:pt x="5719191" y="0"/>
                  </a:lnTo>
                  <a:lnTo>
                    <a:pt x="5719191" y="307086"/>
                  </a:lnTo>
                  <a:lnTo>
                    <a:pt x="5690616" y="307086"/>
                  </a:lnTo>
                  <a:lnTo>
                    <a:pt x="5728716" y="383298"/>
                  </a:lnTo>
                  <a:lnTo>
                    <a:pt x="5760466" y="319786"/>
                  </a:lnTo>
                  <a:lnTo>
                    <a:pt x="5766816" y="307086"/>
                  </a:lnTo>
                  <a:close/>
                </a:path>
              </a:pathLst>
            </a:custGeom>
            <a:solidFill>
              <a:srgbClr val="000000"/>
            </a:solidFill>
          </p:spPr>
          <p:txBody>
            <a:bodyPr wrap="square" lIns="0" tIns="0" rIns="0" bIns="0" rtlCol="0"/>
            <a:lstStyle/>
            <a:p>
              <a:endParaRPr/>
            </a:p>
          </p:txBody>
        </p:sp>
        <p:sp>
          <p:nvSpPr>
            <p:cNvPr id="53" name="object 53"/>
            <p:cNvSpPr/>
            <p:nvPr/>
          </p:nvSpPr>
          <p:spPr>
            <a:xfrm>
              <a:off x="3617975" y="3188207"/>
              <a:ext cx="5692140" cy="0"/>
            </a:xfrm>
            <a:custGeom>
              <a:avLst/>
              <a:gdLst/>
              <a:ahLst/>
              <a:cxnLst/>
              <a:rect l="l" t="t" r="r" b="b"/>
              <a:pathLst>
                <a:path w="5692140">
                  <a:moveTo>
                    <a:pt x="0" y="0"/>
                  </a:moveTo>
                  <a:lnTo>
                    <a:pt x="5691632" y="0"/>
                  </a:lnTo>
                </a:path>
              </a:pathLst>
            </a:custGeom>
            <a:ln w="19050">
              <a:solidFill>
                <a:srgbClr val="000000"/>
              </a:solidFill>
            </a:ln>
          </p:spPr>
          <p:txBody>
            <a:bodyPr wrap="square" lIns="0" tIns="0" rIns="0" bIns="0" rtlCol="0"/>
            <a:lstStyle/>
            <a:p>
              <a:endParaRPr/>
            </a:p>
          </p:txBody>
        </p:sp>
        <p:sp>
          <p:nvSpPr>
            <p:cNvPr id="54" name="object 54"/>
            <p:cNvSpPr/>
            <p:nvPr/>
          </p:nvSpPr>
          <p:spPr>
            <a:xfrm>
              <a:off x="2948940" y="4288535"/>
              <a:ext cx="2682240" cy="384175"/>
            </a:xfrm>
            <a:custGeom>
              <a:avLst/>
              <a:gdLst/>
              <a:ahLst/>
              <a:cxnLst/>
              <a:rect l="l" t="t" r="r" b="b"/>
              <a:pathLst>
                <a:path w="2682240" h="384175">
                  <a:moveTo>
                    <a:pt x="76200" y="307086"/>
                  </a:moveTo>
                  <a:lnTo>
                    <a:pt x="47625" y="307086"/>
                  </a:lnTo>
                  <a:lnTo>
                    <a:pt x="47625" y="0"/>
                  </a:lnTo>
                  <a:lnTo>
                    <a:pt x="28575" y="0"/>
                  </a:lnTo>
                  <a:lnTo>
                    <a:pt x="28575" y="307086"/>
                  </a:lnTo>
                  <a:lnTo>
                    <a:pt x="0" y="307086"/>
                  </a:lnTo>
                  <a:lnTo>
                    <a:pt x="38100" y="383286"/>
                  </a:lnTo>
                  <a:lnTo>
                    <a:pt x="69850" y="319786"/>
                  </a:lnTo>
                  <a:lnTo>
                    <a:pt x="76200" y="307086"/>
                  </a:lnTo>
                  <a:close/>
                </a:path>
                <a:path w="2682240" h="384175">
                  <a:moveTo>
                    <a:pt x="1527048" y="307086"/>
                  </a:moveTo>
                  <a:lnTo>
                    <a:pt x="1498473" y="307086"/>
                  </a:lnTo>
                  <a:lnTo>
                    <a:pt x="1498473" y="0"/>
                  </a:lnTo>
                  <a:lnTo>
                    <a:pt x="1479423" y="0"/>
                  </a:lnTo>
                  <a:lnTo>
                    <a:pt x="1479423" y="307086"/>
                  </a:lnTo>
                  <a:lnTo>
                    <a:pt x="1450848" y="307086"/>
                  </a:lnTo>
                  <a:lnTo>
                    <a:pt x="1488948" y="383286"/>
                  </a:lnTo>
                  <a:lnTo>
                    <a:pt x="1520698" y="319786"/>
                  </a:lnTo>
                  <a:lnTo>
                    <a:pt x="1527048" y="307086"/>
                  </a:lnTo>
                  <a:close/>
                </a:path>
                <a:path w="2682240" h="384175">
                  <a:moveTo>
                    <a:pt x="2682240" y="307467"/>
                  </a:moveTo>
                  <a:lnTo>
                    <a:pt x="2653665" y="307467"/>
                  </a:lnTo>
                  <a:lnTo>
                    <a:pt x="2653665" y="0"/>
                  </a:lnTo>
                  <a:lnTo>
                    <a:pt x="2634615" y="0"/>
                  </a:lnTo>
                  <a:lnTo>
                    <a:pt x="2634615" y="307467"/>
                  </a:lnTo>
                  <a:lnTo>
                    <a:pt x="2606040" y="307467"/>
                  </a:lnTo>
                  <a:lnTo>
                    <a:pt x="2644140" y="383667"/>
                  </a:lnTo>
                  <a:lnTo>
                    <a:pt x="2675890" y="320167"/>
                  </a:lnTo>
                  <a:lnTo>
                    <a:pt x="2682240" y="307467"/>
                  </a:lnTo>
                  <a:close/>
                </a:path>
              </a:pathLst>
            </a:custGeom>
            <a:solidFill>
              <a:srgbClr val="000000"/>
            </a:solidFill>
          </p:spPr>
          <p:txBody>
            <a:bodyPr wrap="square" lIns="0" tIns="0" rIns="0" bIns="0" rtlCol="0"/>
            <a:lstStyle/>
            <a:p>
              <a:endParaRPr/>
            </a:p>
          </p:txBody>
        </p:sp>
        <p:sp>
          <p:nvSpPr>
            <p:cNvPr id="55" name="object 55"/>
            <p:cNvSpPr/>
            <p:nvPr/>
          </p:nvSpPr>
          <p:spPr>
            <a:xfrm>
              <a:off x="2987039" y="4288535"/>
              <a:ext cx="1450975" cy="8255"/>
            </a:xfrm>
            <a:custGeom>
              <a:avLst/>
              <a:gdLst/>
              <a:ahLst/>
              <a:cxnLst/>
              <a:rect l="l" t="t" r="r" b="b"/>
              <a:pathLst>
                <a:path w="1450975" h="8254">
                  <a:moveTo>
                    <a:pt x="0" y="8000"/>
                  </a:moveTo>
                  <a:lnTo>
                    <a:pt x="1450467" y="0"/>
                  </a:lnTo>
                </a:path>
              </a:pathLst>
            </a:custGeom>
            <a:ln w="19050">
              <a:solidFill>
                <a:srgbClr val="000000"/>
              </a:solidFill>
            </a:ln>
          </p:spPr>
          <p:txBody>
            <a:bodyPr wrap="square" lIns="0" tIns="0" rIns="0" bIns="0" rtlCol="0"/>
            <a:lstStyle/>
            <a:p>
              <a:endParaRPr/>
            </a:p>
          </p:txBody>
        </p:sp>
        <p:sp>
          <p:nvSpPr>
            <p:cNvPr id="56" name="object 56"/>
            <p:cNvSpPr/>
            <p:nvPr/>
          </p:nvSpPr>
          <p:spPr>
            <a:xfrm>
              <a:off x="6380988" y="3950207"/>
              <a:ext cx="1134110" cy="730885"/>
            </a:xfrm>
            <a:custGeom>
              <a:avLst/>
              <a:gdLst/>
              <a:ahLst/>
              <a:cxnLst/>
              <a:rect l="l" t="t" r="r" b="b"/>
              <a:pathLst>
                <a:path w="1134109" h="730885">
                  <a:moveTo>
                    <a:pt x="76200" y="645668"/>
                  </a:moveTo>
                  <a:lnTo>
                    <a:pt x="47625" y="645668"/>
                  </a:lnTo>
                  <a:lnTo>
                    <a:pt x="47625" y="0"/>
                  </a:lnTo>
                  <a:lnTo>
                    <a:pt x="28575" y="0"/>
                  </a:lnTo>
                  <a:lnTo>
                    <a:pt x="28575" y="645668"/>
                  </a:lnTo>
                  <a:lnTo>
                    <a:pt x="0" y="645668"/>
                  </a:lnTo>
                  <a:lnTo>
                    <a:pt x="38100" y="721868"/>
                  </a:lnTo>
                  <a:lnTo>
                    <a:pt x="69850" y="658368"/>
                  </a:lnTo>
                  <a:lnTo>
                    <a:pt x="76200" y="645668"/>
                  </a:lnTo>
                  <a:close/>
                </a:path>
                <a:path w="1134109" h="730885">
                  <a:moveTo>
                    <a:pt x="1133856" y="654558"/>
                  </a:moveTo>
                  <a:lnTo>
                    <a:pt x="1105281" y="654558"/>
                  </a:lnTo>
                  <a:lnTo>
                    <a:pt x="1105281" y="347472"/>
                  </a:lnTo>
                  <a:lnTo>
                    <a:pt x="1086231" y="347472"/>
                  </a:lnTo>
                  <a:lnTo>
                    <a:pt x="1086231" y="654558"/>
                  </a:lnTo>
                  <a:lnTo>
                    <a:pt x="1057656" y="654558"/>
                  </a:lnTo>
                  <a:lnTo>
                    <a:pt x="1095756" y="730758"/>
                  </a:lnTo>
                  <a:lnTo>
                    <a:pt x="1127506" y="667258"/>
                  </a:lnTo>
                  <a:lnTo>
                    <a:pt x="1133856" y="654558"/>
                  </a:lnTo>
                  <a:close/>
                </a:path>
              </a:pathLst>
            </a:custGeom>
            <a:solidFill>
              <a:srgbClr val="000000"/>
            </a:solidFill>
          </p:spPr>
          <p:txBody>
            <a:bodyPr wrap="square" lIns="0" tIns="0" rIns="0" bIns="0" rtlCol="0"/>
            <a:lstStyle/>
            <a:p>
              <a:endParaRPr/>
            </a:p>
          </p:txBody>
        </p:sp>
        <p:sp>
          <p:nvSpPr>
            <p:cNvPr id="57" name="object 57"/>
            <p:cNvSpPr/>
            <p:nvPr/>
          </p:nvSpPr>
          <p:spPr>
            <a:xfrm>
              <a:off x="3617975" y="3950207"/>
              <a:ext cx="3856354" cy="347980"/>
            </a:xfrm>
            <a:custGeom>
              <a:avLst/>
              <a:gdLst/>
              <a:ahLst/>
              <a:cxnLst/>
              <a:rect l="l" t="t" r="r" b="b"/>
              <a:pathLst>
                <a:path w="3856354" h="347979">
                  <a:moveTo>
                    <a:pt x="1975103" y="347472"/>
                  </a:moveTo>
                  <a:lnTo>
                    <a:pt x="3855974" y="347472"/>
                  </a:lnTo>
                </a:path>
                <a:path w="3856354" h="347979">
                  <a:moveTo>
                    <a:pt x="0" y="0"/>
                  </a:moveTo>
                  <a:lnTo>
                    <a:pt x="0" y="338582"/>
                  </a:lnTo>
                </a:path>
              </a:pathLst>
            </a:custGeom>
            <a:ln w="19050">
              <a:solidFill>
                <a:srgbClr val="000000"/>
              </a:solidFill>
            </a:ln>
          </p:spPr>
          <p:txBody>
            <a:bodyPr wrap="square" lIns="0" tIns="0" rIns="0" bIns="0" rtlCol="0"/>
            <a:lstStyle/>
            <a:p>
              <a:endParaRPr/>
            </a:p>
          </p:txBody>
        </p:sp>
      </p:grpSp>
      <p:sp>
        <p:nvSpPr>
          <p:cNvPr id="58" name="object 58"/>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42</a:t>
            </a:fld>
            <a:endParaRPr spc="-25" dirty="0"/>
          </a:p>
        </p:txBody>
      </p:sp>
      <p:sp>
        <p:nvSpPr>
          <p:cNvPr id="61"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smtClean="0">
                <a:solidFill>
                  <a:srgbClr val="FF7800"/>
                </a:solidFill>
              </a:rPr>
              <a:t>fichiers Windows</a:t>
            </a:r>
            <a:endParaRPr lang="fr-FR" sz="1600" dirty="0"/>
          </a:p>
        </p:txBody>
      </p:sp>
      <p:sp>
        <p:nvSpPr>
          <p:cNvPr id="62"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7368631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7368" y="1770791"/>
            <a:ext cx="10591165" cy="2136482"/>
          </a:xfrm>
          <a:prstGeom prst="rect">
            <a:avLst/>
          </a:prstGeom>
        </p:spPr>
        <p:txBody>
          <a:bodyPr vert="horz" wrap="square" lIns="0" tIns="12700" rIns="0" bIns="0" rtlCol="0">
            <a:spAutoFit/>
          </a:bodyPr>
          <a:lstStyle/>
          <a:p>
            <a:pPr marL="12700" marR="5080" algn="just">
              <a:lnSpc>
                <a:spcPct val="150100"/>
              </a:lnSpc>
              <a:spcBef>
                <a:spcPts val="735"/>
              </a:spcBef>
            </a:pPr>
            <a:r>
              <a:rPr lang="fr-FR" sz="2000" b="1" i="1" u="sng" dirty="0" smtClean="0">
                <a:solidFill>
                  <a:srgbClr val="FF7800"/>
                </a:solidFill>
                <a:latin typeface="Calibri"/>
                <a:cs typeface="Calibri"/>
              </a:rPr>
              <a:t>Exercice</a:t>
            </a:r>
            <a:endParaRPr lang="fr-FR" sz="2000" b="1" i="1" u="sng" dirty="0" smtClean="0">
              <a:latin typeface="Calibri"/>
              <a:cs typeface="Calibri"/>
            </a:endParaRPr>
          </a:p>
          <a:p>
            <a:pPr>
              <a:lnSpc>
                <a:spcPct val="200000"/>
              </a:lnSpc>
            </a:pPr>
            <a:r>
              <a:rPr lang="fr-FR" dirty="0" smtClean="0">
                <a:latin typeface="+mn-lt"/>
              </a:rPr>
              <a:t>U</a:t>
            </a:r>
            <a:r>
              <a:rPr lang="fr-FR" sz="1800" dirty="0" smtClean="0">
                <a:latin typeface="+mn-lt"/>
              </a:rPr>
              <a:t>n </a:t>
            </a:r>
            <a:r>
              <a:rPr lang="fr-FR" sz="1800" dirty="0">
                <a:latin typeface="+mn-lt"/>
              </a:rPr>
              <a:t>système de fichiers Unix a des blocs de 1Ko et des adresses disque sur 4o. quelle est la taille maximale d’un fichier si les i-</a:t>
            </a:r>
            <a:r>
              <a:rPr lang="fr-FR" sz="1800" dirty="0" err="1">
                <a:latin typeface="+mn-lt"/>
              </a:rPr>
              <a:t>nodes</a:t>
            </a:r>
            <a:r>
              <a:rPr lang="fr-FR" sz="1800" dirty="0">
                <a:latin typeface="+mn-lt"/>
              </a:rPr>
              <a:t> contiennent 10 entrées directes et une simple indirection, une double indirection et une triple </a:t>
            </a:r>
            <a:r>
              <a:rPr lang="fr-FR" sz="1800" dirty="0" smtClean="0">
                <a:latin typeface="+mn-lt"/>
              </a:rPr>
              <a:t>indirection </a:t>
            </a:r>
            <a:r>
              <a:rPr lang="fr-FR" sz="1800" dirty="0">
                <a:latin typeface="+mn-lt"/>
              </a:rPr>
              <a:t>pour chaque </a:t>
            </a:r>
            <a:r>
              <a:rPr lang="fr-FR" sz="1800" dirty="0" smtClean="0">
                <a:latin typeface="+mn-lt"/>
              </a:rPr>
              <a:t>fichier.</a:t>
            </a:r>
            <a:endParaRPr lang="fr-FR" sz="1800" dirty="0">
              <a:latin typeface="+mn-lt"/>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43</a:t>
            </a:fld>
            <a:endParaRPr spc="-25" dirty="0"/>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smtClean="0">
                <a:solidFill>
                  <a:srgbClr val="FF7800"/>
                </a:solidFill>
              </a:rPr>
              <a:t>fichiers </a:t>
            </a:r>
            <a:endParaRPr lang="fr-FR" sz="1600" dirty="0"/>
          </a:p>
        </p:txBody>
      </p:sp>
      <p:sp>
        <p:nvSpPr>
          <p:cNvPr id="18"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40908541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7367" y="2036521"/>
            <a:ext cx="10591165" cy="474489"/>
          </a:xfrm>
          <a:prstGeom prst="rect">
            <a:avLst/>
          </a:prstGeom>
        </p:spPr>
        <p:txBody>
          <a:bodyPr vert="horz" wrap="square" lIns="0" tIns="12700" rIns="0" bIns="0" rtlCol="0">
            <a:spAutoFit/>
          </a:bodyPr>
          <a:lstStyle/>
          <a:p>
            <a:pPr marL="12700" marR="5080" algn="just">
              <a:lnSpc>
                <a:spcPct val="150100"/>
              </a:lnSpc>
              <a:spcBef>
                <a:spcPts val="735"/>
              </a:spcBef>
            </a:pPr>
            <a:r>
              <a:rPr lang="fr-FR" sz="2000" b="1" dirty="0">
                <a:solidFill>
                  <a:schemeClr val="tx1"/>
                </a:solidFill>
                <a:latin typeface="Calibri"/>
                <a:cs typeface="Calibri"/>
              </a:rPr>
              <a:t>I</a:t>
            </a:r>
            <a:r>
              <a:rPr lang="fr-FR" sz="2000" b="1" dirty="0" smtClean="0">
                <a:solidFill>
                  <a:schemeClr val="tx1"/>
                </a:solidFill>
                <a:latin typeface="Calibri"/>
                <a:cs typeface="Calibri"/>
              </a:rPr>
              <a:t>-</a:t>
            </a:r>
            <a:r>
              <a:rPr lang="fr-FR" sz="2000" b="1" dirty="0" err="1" smtClean="0">
                <a:solidFill>
                  <a:schemeClr val="tx1"/>
                </a:solidFill>
                <a:latin typeface="Calibri"/>
                <a:cs typeface="Calibri"/>
              </a:rPr>
              <a:t>node</a:t>
            </a:r>
            <a:r>
              <a:rPr lang="fr-FR" sz="2000" b="1" dirty="0" smtClean="0">
                <a:solidFill>
                  <a:schemeClr val="tx1"/>
                </a:solidFill>
                <a:latin typeface="Calibri"/>
                <a:cs typeface="Calibri"/>
              </a:rPr>
              <a:t> est une structure de données qui stocke les adresse où se trouvent les données d’un fichier </a:t>
            </a:r>
            <a:endParaRPr lang="fr-FR" sz="1800" b="1" dirty="0">
              <a:solidFill>
                <a:schemeClr val="tx1"/>
              </a:solidFill>
              <a:latin typeface="+mn-lt"/>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44</a:t>
            </a:fld>
            <a:endParaRPr spc="-25" dirty="0"/>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smtClean="0">
                <a:solidFill>
                  <a:srgbClr val="FF7800"/>
                </a:solidFill>
              </a:rPr>
              <a:t>fichiers </a:t>
            </a:r>
            <a:endParaRPr lang="fr-FR" sz="1600" dirty="0"/>
          </a:p>
        </p:txBody>
      </p:sp>
      <p:sp>
        <p:nvSpPr>
          <p:cNvPr id="18"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pic>
        <p:nvPicPr>
          <p:cNvPr id="7" name="Image 6"/>
          <p:cNvPicPr>
            <a:picLocks noChangeAspect="1"/>
          </p:cNvPicPr>
          <p:nvPr/>
        </p:nvPicPr>
        <p:blipFill>
          <a:blip r:embed="rId4"/>
          <a:stretch>
            <a:fillRect/>
          </a:stretch>
        </p:blipFill>
        <p:spPr>
          <a:xfrm>
            <a:off x="1292350" y="2868611"/>
            <a:ext cx="9601200" cy="3538538"/>
          </a:xfrm>
          <a:prstGeom prst="rect">
            <a:avLst/>
          </a:prstGeom>
        </p:spPr>
      </p:pic>
    </p:spTree>
    <p:extLst>
      <p:ext uri="{BB962C8B-B14F-4D97-AF65-F5344CB8AC3E}">
        <p14:creationId xmlns:p14="http://schemas.microsoft.com/office/powerpoint/2010/main" val="18870564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7"/>
            <a:ext cx="12186285" cy="6855459"/>
            <a:chOff x="0" y="17"/>
            <a:chExt cx="12186285" cy="6855459"/>
          </a:xfrm>
        </p:grpSpPr>
        <p:pic>
          <p:nvPicPr>
            <p:cNvPr id="3" name="object 3"/>
            <p:cNvPicPr/>
            <p:nvPr/>
          </p:nvPicPr>
          <p:blipFill>
            <a:blip r:embed="rId3" cstate="print"/>
            <a:stretch>
              <a:fillRect/>
            </a:stretch>
          </p:blipFill>
          <p:spPr>
            <a:xfrm>
              <a:off x="0" y="17"/>
              <a:ext cx="12185903" cy="6855206"/>
            </a:xfrm>
            <a:prstGeom prst="rect">
              <a:avLst/>
            </a:prstGeom>
          </p:spPr>
        </p:pic>
        <p:sp>
          <p:nvSpPr>
            <p:cNvPr id="4" name="object 4"/>
            <p:cNvSpPr/>
            <p:nvPr/>
          </p:nvSpPr>
          <p:spPr>
            <a:xfrm>
              <a:off x="537972" y="1464563"/>
              <a:ext cx="11119485" cy="5154295"/>
            </a:xfrm>
            <a:custGeom>
              <a:avLst/>
              <a:gdLst/>
              <a:ahLst/>
              <a:cxnLst/>
              <a:rect l="l" t="t" r="r" b="b"/>
              <a:pathLst>
                <a:path w="11119485" h="5154295">
                  <a:moveTo>
                    <a:pt x="11119104" y="0"/>
                  </a:moveTo>
                  <a:lnTo>
                    <a:pt x="0" y="0"/>
                  </a:lnTo>
                  <a:lnTo>
                    <a:pt x="0" y="5154168"/>
                  </a:lnTo>
                  <a:lnTo>
                    <a:pt x="11119104" y="5154168"/>
                  </a:lnTo>
                  <a:lnTo>
                    <a:pt x="11119104" y="0"/>
                  </a:lnTo>
                  <a:close/>
                </a:path>
              </a:pathLst>
            </a:custGeom>
            <a:solidFill>
              <a:srgbClr val="FFFFFF"/>
            </a:solidFill>
          </p:spPr>
          <p:txBody>
            <a:bodyPr wrap="square" lIns="0" tIns="0" rIns="0" bIns="0" rtlCol="0"/>
            <a:lstStyle/>
            <a:p>
              <a:endParaRPr/>
            </a:p>
          </p:txBody>
        </p:sp>
        <p:sp>
          <p:nvSpPr>
            <p:cNvPr id="5" name="object 5"/>
            <p:cNvSpPr/>
            <p:nvPr/>
          </p:nvSpPr>
          <p:spPr>
            <a:xfrm>
              <a:off x="537972" y="1464563"/>
              <a:ext cx="11119485" cy="5154295"/>
            </a:xfrm>
            <a:custGeom>
              <a:avLst/>
              <a:gdLst/>
              <a:ahLst/>
              <a:cxnLst/>
              <a:rect l="l" t="t" r="r" b="b"/>
              <a:pathLst>
                <a:path w="11119485" h="5154295">
                  <a:moveTo>
                    <a:pt x="0" y="5154168"/>
                  </a:moveTo>
                  <a:lnTo>
                    <a:pt x="11119104" y="5154168"/>
                  </a:lnTo>
                  <a:lnTo>
                    <a:pt x="11119104" y="0"/>
                  </a:lnTo>
                  <a:lnTo>
                    <a:pt x="0" y="0"/>
                  </a:lnTo>
                  <a:lnTo>
                    <a:pt x="0" y="5154168"/>
                  </a:lnTo>
                  <a:close/>
                </a:path>
              </a:pathLst>
            </a:custGeom>
            <a:ln w="9524">
              <a:solidFill>
                <a:srgbClr val="C5DFB4"/>
              </a:solidFill>
            </a:ln>
          </p:spPr>
          <p:txBody>
            <a:bodyPr wrap="square" lIns="0" tIns="0" rIns="0" bIns="0" rtlCol="0"/>
            <a:lstStyle/>
            <a:p>
              <a:endParaRPr/>
            </a:p>
          </p:txBody>
        </p:sp>
        <p:sp>
          <p:nvSpPr>
            <p:cNvPr id="6" name="object 6"/>
            <p:cNvSpPr/>
            <p:nvPr/>
          </p:nvSpPr>
          <p:spPr>
            <a:xfrm>
              <a:off x="0" y="5059679"/>
              <a:ext cx="536575" cy="1347470"/>
            </a:xfrm>
            <a:custGeom>
              <a:avLst/>
              <a:gdLst/>
              <a:ahLst/>
              <a:cxnLst/>
              <a:rect l="l" t="t" r="r" b="b"/>
              <a:pathLst>
                <a:path w="536575" h="1347470">
                  <a:moveTo>
                    <a:pt x="536448" y="0"/>
                  </a:moveTo>
                  <a:lnTo>
                    <a:pt x="0" y="0"/>
                  </a:lnTo>
                  <a:lnTo>
                    <a:pt x="0" y="1078992"/>
                  </a:lnTo>
                  <a:lnTo>
                    <a:pt x="4318" y="1127213"/>
                  </a:lnTo>
                  <a:lnTo>
                    <a:pt x="16776" y="1172591"/>
                  </a:lnTo>
                  <a:lnTo>
                    <a:pt x="36614" y="1214374"/>
                  </a:lnTo>
                  <a:lnTo>
                    <a:pt x="63080" y="1251813"/>
                  </a:lnTo>
                  <a:lnTo>
                    <a:pt x="95402" y="1284135"/>
                  </a:lnTo>
                  <a:lnTo>
                    <a:pt x="132842" y="1310601"/>
                  </a:lnTo>
                  <a:lnTo>
                    <a:pt x="174625" y="1330439"/>
                  </a:lnTo>
                  <a:lnTo>
                    <a:pt x="220002" y="1342898"/>
                  </a:lnTo>
                  <a:lnTo>
                    <a:pt x="268224" y="1347216"/>
                  </a:lnTo>
                  <a:lnTo>
                    <a:pt x="536448" y="1347216"/>
                  </a:lnTo>
                  <a:lnTo>
                    <a:pt x="536448" y="1078992"/>
                  </a:lnTo>
                  <a:lnTo>
                    <a:pt x="536448" y="0"/>
                  </a:lnTo>
                  <a:close/>
                </a:path>
              </a:pathLst>
            </a:custGeom>
            <a:solidFill>
              <a:srgbClr val="007842"/>
            </a:solidFill>
          </p:spPr>
          <p:txBody>
            <a:bodyPr wrap="square" lIns="0" tIns="0" rIns="0" bIns="0" rtlCol="0"/>
            <a:lstStyle/>
            <a:p>
              <a:endParaRPr/>
            </a:p>
          </p:txBody>
        </p:sp>
      </p:grpSp>
      <p:sp>
        <p:nvSpPr>
          <p:cNvPr id="11" name="object 11"/>
          <p:cNvSpPr txBox="1"/>
          <p:nvPr/>
        </p:nvSpPr>
        <p:spPr>
          <a:xfrm>
            <a:off x="797368" y="1770791"/>
            <a:ext cx="10591165" cy="3921586"/>
          </a:xfrm>
          <a:prstGeom prst="rect">
            <a:avLst/>
          </a:prstGeom>
        </p:spPr>
        <p:txBody>
          <a:bodyPr vert="horz" wrap="square" lIns="0" tIns="12700" rIns="0" bIns="0" rtlCol="0">
            <a:spAutoFit/>
          </a:bodyPr>
          <a:lstStyle/>
          <a:p>
            <a:pPr marL="12700" marR="5080" algn="just">
              <a:lnSpc>
                <a:spcPct val="150100"/>
              </a:lnSpc>
              <a:spcBef>
                <a:spcPts val="735"/>
              </a:spcBef>
            </a:pPr>
            <a:r>
              <a:rPr lang="fr-FR" sz="2000" b="1" dirty="0">
                <a:solidFill>
                  <a:srgbClr val="FF7800"/>
                </a:solidFill>
                <a:latin typeface="Calibri"/>
                <a:cs typeface="Calibri"/>
              </a:rPr>
              <a:t>R</a:t>
            </a:r>
            <a:r>
              <a:rPr lang="fr-FR" sz="2000" b="1" spc="-10" dirty="0" smtClean="0">
                <a:solidFill>
                  <a:srgbClr val="FF7800"/>
                </a:solidFill>
                <a:latin typeface="Calibri"/>
                <a:cs typeface="Calibri"/>
              </a:rPr>
              <a:t>éponses </a:t>
            </a:r>
          </a:p>
          <a:p>
            <a:pPr marL="285750" indent="-285750">
              <a:lnSpc>
                <a:spcPct val="200000"/>
              </a:lnSpc>
              <a:buFont typeface="Arial" panose="020B0604020202020204" pitchFamily="34" charset="0"/>
              <a:buChar char="•"/>
            </a:pPr>
            <a:r>
              <a:rPr lang="fr-FR" sz="1600" dirty="0" smtClean="0"/>
              <a:t>10 entrées directes pointent sur 10 blocs</a:t>
            </a:r>
          </a:p>
          <a:p>
            <a:pPr marL="285750" indent="-285750">
              <a:lnSpc>
                <a:spcPct val="200000"/>
              </a:lnSpc>
              <a:buFont typeface="Arial" panose="020B0604020202020204" pitchFamily="34" charset="0"/>
              <a:buChar char="•"/>
            </a:pPr>
            <a:r>
              <a:rPr lang="fr-FR" sz="1600" dirty="0" smtClean="0"/>
              <a:t>1 entrée simple indirecte pointe sur un bloc de pointeurs qui contient 256 pointeurs car (1ko/4o=256) donc 256 blocs </a:t>
            </a:r>
          </a:p>
          <a:p>
            <a:pPr marL="285750" indent="-285750">
              <a:lnSpc>
                <a:spcPct val="200000"/>
              </a:lnSpc>
              <a:buFont typeface="Arial" panose="020B0604020202020204" pitchFamily="34" charset="0"/>
              <a:buChar char="•"/>
            </a:pPr>
            <a:r>
              <a:rPr lang="fr-FR" sz="1600" dirty="0" smtClean="0"/>
              <a:t>1 entrée double indirecte qui pointe sur un bloc contenant 256 pointeurs et chaque pointeur pointe sur un bloc de pointeurs ce qui donne 256² blocs = 65536 Ko</a:t>
            </a:r>
          </a:p>
          <a:p>
            <a:pPr marL="285750" indent="-285750">
              <a:lnSpc>
                <a:spcPct val="200000"/>
              </a:lnSpc>
              <a:buFont typeface="Arial" panose="020B0604020202020204" pitchFamily="34" charset="0"/>
              <a:buChar char="•"/>
            </a:pPr>
            <a:r>
              <a:rPr lang="fr-FR" sz="1600" dirty="0" smtClean="0"/>
              <a:t>1 entrée triple indirecte qui donne 256^3 blocs =16777216 Ko</a:t>
            </a:r>
          </a:p>
          <a:p>
            <a:pPr>
              <a:lnSpc>
                <a:spcPct val="200000"/>
              </a:lnSpc>
            </a:pPr>
            <a:r>
              <a:rPr lang="fr-FR" sz="1600" dirty="0" smtClean="0"/>
              <a:t>En total la taille de fichier maximum = 10+256+256²+256^3= 16 GO</a:t>
            </a:r>
            <a:endParaRPr lang="fr-FR" sz="1600" dirty="0"/>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25" dirty="0"/>
              <a:t>45</a:t>
            </a:fld>
            <a:endParaRPr spc="-25" dirty="0"/>
          </a:p>
        </p:txBody>
      </p:sp>
      <p:sp>
        <p:nvSpPr>
          <p:cNvPr id="17" name="object 12"/>
          <p:cNvSpPr txBox="1">
            <a:spLocks noGrp="1"/>
          </p:cNvSpPr>
          <p:nvPr>
            <p:ph type="title"/>
          </p:nvPr>
        </p:nvSpPr>
        <p:spPr>
          <a:xfrm>
            <a:off x="263753" y="332308"/>
            <a:ext cx="11664492" cy="715632"/>
          </a:xfrm>
          <a:prstGeom prst="rect">
            <a:avLst/>
          </a:prstGeom>
        </p:spPr>
        <p:txBody>
          <a:bodyPr vert="horz" wrap="square" lIns="0" tIns="147371" rIns="0" bIns="0" rtlCol="0">
            <a:spAutoFit/>
          </a:bodyPr>
          <a:lstStyle/>
          <a:p>
            <a:pPr marL="12700">
              <a:lnSpc>
                <a:spcPct val="100000"/>
              </a:lnSpc>
              <a:spcBef>
                <a:spcPts val="90"/>
              </a:spcBef>
            </a:pPr>
            <a:r>
              <a:rPr dirty="0" smtClean="0">
                <a:solidFill>
                  <a:srgbClr val="007842"/>
                </a:solidFill>
              </a:rPr>
              <a:t>0</a:t>
            </a:r>
            <a:r>
              <a:rPr lang="fr-FR" dirty="0">
                <a:solidFill>
                  <a:srgbClr val="007842"/>
                </a:solidFill>
              </a:rPr>
              <a:t>6</a:t>
            </a:r>
            <a:r>
              <a:rPr spc="-35" dirty="0" smtClean="0">
                <a:solidFill>
                  <a:srgbClr val="007842"/>
                </a:solidFill>
              </a:rPr>
              <a:t> </a:t>
            </a:r>
            <a:r>
              <a:rPr dirty="0">
                <a:solidFill>
                  <a:srgbClr val="007842"/>
                </a:solidFill>
              </a:rPr>
              <a:t>–</a:t>
            </a:r>
            <a:r>
              <a:rPr spc="-20" dirty="0">
                <a:solidFill>
                  <a:srgbClr val="007842"/>
                </a:solidFill>
              </a:rPr>
              <a:t> </a:t>
            </a:r>
            <a:r>
              <a:rPr lang="fr-FR" dirty="0" smtClean="0">
                <a:solidFill>
                  <a:srgbClr val="007842"/>
                </a:solidFill>
              </a:rPr>
              <a:t>Gestion des Fichiers</a:t>
            </a:r>
            <a:endParaRPr spc="-25" dirty="0">
              <a:solidFill>
                <a:srgbClr val="007842"/>
              </a:solidFill>
            </a:endParaRPr>
          </a:p>
          <a:p>
            <a:pPr marL="12700">
              <a:lnSpc>
                <a:spcPct val="100000"/>
              </a:lnSpc>
              <a:spcBef>
                <a:spcPts val="105"/>
              </a:spcBef>
            </a:pPr>
            <a:r>
              <a:rPr lang="fr-FR" sz="1600" spc="-10" dirty="0">
                <a:solidFill>
                  <a:srgbClr val="FF7800"/>
                </a:solidFill>
              </a:rPr>
              <a:t>Système</a:t>
            </a:r>
            <a:r>
              <a:rPr lang="fr-FR" sz="1600" spc="-75" dirty="0">
                <a:solidFill>
                  <a:srgbClr val="FF7800"/>
                </a:solidFill>
              </a:rPr>
              <a:t> </a:t>
            </a:r>
            <a:r>
              <a:rPr lang="fr-FR" sz="1600" dirty="0">
                <a:solidFill>
                  <a:srgbClr val="FF7800"/>
                </a:solidFill>
              </a:rPr>
              <a:t>de</a:t>
            </a:r>
            <a:r>
              <a:rPr lang="fr-FR" sz="1600" spc="-25" dirty="0">
                <a:solidFill>
                  <a:srgbClr val="FF7800"/>
                </a:solidFill>
              </a:rPr>
              <a:t> </a:t>
            </a:r>
            <a:r>
              <a:rPr lang="fr-FR" sz="1600" dirty="0">
                <a:solidFill>
                  <a:srgbClr val="FF7800"/>
                </a:solidFill>
              </a:rPr>
              <a:t>Gestion</a:t>
            </a:r>
            <a:r>
              <a:rPr lang="fr-FR" sz="1600" spc="-30" dirty="0">
                <a:solidFill>
                  <a:srgbClr val="FF7800"/>
                </a:solidFill>
              </a:rPr>
              <a:t> </a:t>
            </a:r>
            <a:r>
              <a:rPr lang="fr-FR" sz="1600" dirty="0">
                <a:solidFill>
                  <a:srgbClr val="FF7800"/>
                </a:solidFill>
              </a:rPr>
              <a:t>des</a:t>
            </a:r>
            <a:r>
              <a:rPr lang="fr-FR" sz="1600" spc="-30" dirty="0">
                <a:solidFill>
                  <a:srgbClr val="FF7800"/>
                </a:solidFill>
              </a:rPr>
              <a:t> </a:t>
            </a:r>
            <a:r>
              <a:rPr lang="fr-FR" sz="1600" spc="-10" dirty="0" smtClean="0">
                <a:solidFill>
                  <a:srgbClr val="FF7800"/>
                </a:solidFill>
              </a:rPr>
              <a:t>fichiers </a:t>
            </a:r>
            <a:endParaRPr lang="fr-FR" sz="1600" dirty="0"/>
          </a:p>
        </p:txBody>
      </p:sp>
      <p:sp>
        <p:nvSpPr>
          <p:cNvPr id="18" name="object 7"/>
          <p:cNvSpPr txBox="1"/>
          <p:nvPr/>
        </p:nvSpPr>
        <p:spPr>
          <a:xfrm>
            <a:off x="163811" y="4931562"/>
            <a:ext cx="247119" cy="1421315"/>
          </a:xfrm>
          <a:prstGeom prst="rect">
            <a:avLst/>
          </a:prstGeom>
        </p:spPr>
        <p:txBody>
          <a:bodyPr vert="vert270" wrap="square" lIns="0" tIns="0" rIns="0" bIns="0" rtlCol="0">
            <a:spAutoFit/>
          </a:bodyPr>
          <a:lstStyle/>
          <a:p>
            <a:pPr marL="12700">
              <a:lnSpc>
                <a:spcPts val="1905"/>
              </a:lnSpc>
            </a:pPr>
            <a:r>
              <a:rPr lang="fr-FR" sz="1900" b="1" spc="-25" dirty="0" smtClean="0">
                <a:solidFill>
                  <a:srgbClr val="FFFFFF"/>
                </a:solidFill>
                <a:latin typeface="Calibri"/>
                <a:cs typeface="Calibri"/>
              </a:rPr>
              <a:t>CHAPITRE 6</a:t>
            </a:r>
            <a:endParaRPr sz="1900" dirty="0">
              <a:latin typeface="Calibri"/>
              <a:cs typeface="Calibri"/>
            </a:endParaRPr>
          </a:p>
        </p:txBody>
      </p:sp>
    </p:spTree>
    <p:extLst>
      <p:ext uri="{BB962C8B-B14F-4D97-AF65-F5344CB8AC3E}">
        <p14:creationId xmlns:p14="http://schemas.microsoft.com/office/powerpoint/2010/main" val="37039518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4080</TotalTime>
  <Words>6404</Words>
  <Application>Microsoft Office PowerPoint</Application>
  <PresentationFormat>Grand écran</PresentationFormat>
  <Paragraphs>753</Paragraphs>
  <Slides>45</Slides>
  <Notes>39</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45</vt:i4>
      </vt:variant>
    </vt:vector>
  </HeadingPairs>
  <TitlesOfParts>
    <vt:vector size="51" baseType="lpstr">
      <vt:lpstr>Arial</vt:lpstr>
      <vt:lpstr>Calibri</vt:lpstr>
      <vt:lpstr>Courier New</vt:lpstr>
      <vt:lpstr>Times New Roman</vt:lpstr>
      <vt:lpstr>Wingdings</vt:lpstr>
      <vt:lpstr>Office Theme</vt:lpstr>
      <vt:lpstr>Présentation PowerPoint</vt:lpstr>
      <vt:lpstr>CHAPITRE 6</vt:lpstr>
      <vt:lpstr>06 – Gestion des Fichiers Rappeler les concepts fondamentaux d’un SE</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Gestion des Fichiers Système de Gestion des fichiers</vt:lpstr>
      <vt:lpstr>06 – Arborescence du système de fichiers Linux</vt:lpstr>
      <vt:lpstr>06 – Arborescence du système de fichiers Linux</vt:lpstr>
      <vt:lpstr>06 – Arborescence du système de fichiers Linux</vt:lpstr>
      <vt:lpstr>06 – Système de fichiers Gestion de base du système de fichiers Linux </vt:lpstr>
      <vt:lpstr>06 – Système de fichiers Gestion de base du système de fichiers Linux </vt:lpstr>
      <vt:lpstr>06 – Système de fichiers Gestion de base du système de fichiers Linux </vt:lpstr>
      <vt:lpstr>06 – Système de fichiers Gestion de base du système de fichiers Linux </vt:lpstr>
      <vt:lpstr>06 – Système de fichiers Gestion de base du système de fichiers Linux </vt:lpstr>
      <vt:lpstr>06 – Système de fichiers Gestion de base du système de fichiers Linux </vt:lpstr>
      <vt:lpstr>06 – Gestion des Fichiers Système de Gestion des fichiers Windows</vt:lpstr>
      <vt:lpstr>06 – Gestion des Fichiers Système de Gestion des fichiers Windows</vt:lpstr>
      <vt:lpstr>06 – Gestion des Fichiers Système de Gestion des fichiers </vt:lpstr>
      <vt:lpstr>06 – Gestion des Fichiers Système de Gestion des fichiers </vt:lpstr>
      <vt:lpstr>06 – Gestion des Fichiers Système de Gestion des fichiers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dc:creator>
  <cp:lastModifiedBy>amina</cp:lastModifiedBy>
  <cp:revision>273</cp:revision>
  <dcterms:created xsi:type="dcterms:W3CDTF">2024-03-16T11:10:38Z</dcterms:created>
  <dcterms:modified xsi:type="dcterms:W3CDTF">2024-05-14T09:13:51Z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2021-12-24T00:00:00Z</vt:filetime>
  </property>
  <property fmtid="{D5CDD505-2E9C-101B-9397-08002B2CF9AE}" pid="3" name="Creator">
    <vt:lpwstr>Microsoft® PowerPoint® pour Microsoft 365</vt:lpwstr>
  </property>
  <property fmtid="{D5CDD505-2E9C-101B-9397-08002B2CF9AE}" pid="4" name="LastSaved">
    <vt:filetime>2024-03-16T00:00:00Z</vt:filetime>
  </property>
  <property fmtid="{D5CDD505-2E9C-101B-9397-08002B2CF9AE}" pid="5" name="Producer">
    <vt:lpwstr>Microsoft® PowerPoint® pour Microsoft 365</vt:lpwstr>
  </property>
</Properties>
</file>